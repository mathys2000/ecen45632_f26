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4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5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notesSlides/notesSlide6.xml" ContentType="application/vnd.openxmlformats-officedocument.presentationml.notesSlide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notesSlides/notesSlide7.xml" ContentType="application/vnd.openxmlformats-officedocument.presentationml.notesSlide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notesSlides/notesSlide8.xml" ContentType="application/vnd.openxmlformats-officedocument.presentationml.notesSlide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94" r:id="rId2"/>
    <p:sldId id="256" r:id="rId3"/>
    <p:sldId id="257" r:id="rId4"/>
    <p:sldId id="258" r:id="rId5"/>
    <p:sldId id="259" r:id="rId6"/>
    <p:sldId id="260" r:id="rId7"/>
    <p:sldId id="296" r:id="rId8"/>
    <p:sldId id="261" r:id="rId9"/>
    <p:sldId id="262" r:id="rId10"/>
    <p:sldId id="263" r:id="rId11"/>
    <p:sldId id="29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95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6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829 1035 24575,'-1'-7'0,"1"0"0,-1 1 0,-1-1 0,1 0 0,-1 0 0,0 1 0,-1-1 0,0 1 0,0 0 0,-4-7 0,-7-9 0,-23-27 0,22 31 0,-248-282 0,102 122 0,-110-157 0,241 296-1365,18 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27 24575,'-13'-6'0,"-1"1"0,0 1 0,0 0 0,-15-2 0,25 5 0,0 1 0,1 0 0,-1 0 0,0 0 0,1 0 0,-1 0 0,0 1 0,1 0 0,-1 0 0,0 0 0,1 0 0,0 0 0,-1 1 0,1-1 0,0 1 0,-1 0 0,1 0 0,0 0 0,1 1 0,-1-1 0,-3 4 0,2-1 0,1 0 0,-1 0 0,1 0 0,0 0 0,0 1 0,1 0 0,0-1 0,0 1 0,0 0 0,1 0 0,-1 0 0,1 0 0,1 0 0,-1 1 0,1 5 0,1-8 0,-1 0 0,0 0 0,1 0 0,-1 0 0,1 0 0,1 0 0,-1 0 0,0 0 0,1-1 0,0 1 0,0 0 0,0-1 0,0 1 0,0-1 0,1 0 0,-1 0 0,1 0 0,0 0 0,0 0 0,0-1 0,1 1 0,-1-1 0,5 3 0,20 6 0,0-1 0,0-2 0,1-1 0,42 6 0,-67-12-105,1-1 0,-1 1 0,1-1 0,-1 0 0,0 0 0,1 0 0,-1-1 0,0 1 0,1-1 0,-1 0 0,0-1 0,6-1 0,0-3-6721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19 24575,'7'-2'0,"0"1"0,0 0 0,0 0 0,-1 0 0,14 2 0,-18-1 0,0 1 0,0-1 0,0 1 0,0 0 0,0-1 0,0 1 0,0 0 0,0 0 0,0 0 0,-1 1 0,1-1 0,0 0 0,-1 1 0,1-1 0,-1 1 0,1-1 0,-1 1 0,0 0 0,0 0 0,1 0 0,-1-1 0,1 5 0,1 3 0,0 0 0,-1 1 0,0-1 0,-1 1 0,1-1 0,-2 1 0,0 0 0,0-1 0,-2 12 0,2-20 0,0 0 0,0 1 0,0-1 0,0 0 0,-1 0 0,1 1 0,0-1 0,-1 0 0,1 0 0,-1 0 0,1 0 0,-1 0 0,0 1 0,1-1 0,-1 0 0,0 0 0,0 0 0,0-1 0,0 1 0,0 0 0,0 0 0,-2 1 0,1-2 0,1 1 0,-1-1 0,0 1 0,0-1 0,0 0 0,0 0 0,1 0 0,-1 0 0,0 0 0,0 0 0,0-1 0,0 1 0,-3-2 0,-5-2 0,0 0 0,0-1 0,1 0 0,-11-7 0,17 10 0,-4-3 0,0 0 0,0-1 0,0 1 0,1-1 0,0-1 0,0 1 0,-7-12 0,11 17 0,1-1 0,0 0 0,0 0 0,0 0 0,0 0 0,0 0 0,0 0 0,1 0 0,-1 0 0,1 0 0,-1 0 0,1-1 0,0 1 0,0 0 0,0 0 0,0 0 0,0 0 0,0-1 0,1 1 0,-1 0 0,1 0 0,-1 0 0,1 0 0,0 0 0,0 0 0,0 0 0,0 0 0,0 0 0,1 1 0,-1-1 0,0 0 0,1 1 0,-1-1 0,1 1 0,1-2 0,1 0-97,0 1-1,0 1 1,0-1-1,1 0 1,-1 1-1,0 0 1,1 0-1,-1 0 1,0 0-1,1 1 1,-1 0-1,1 0 0,5 1 1,3-1-6729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45 24575,'-4'-4'0,"4"5"0,8 6 0,13 7 0,-2 1 0,0 0 0,21 23 0,5 3 0,-3-2 0,-42-39 0,0 0 0,1 0 0,-1 1 0,0-1 0,1 0 0,-1 0 0,0 0 0,1 1 0,-1-1 0,0 0 0,1 0 0,-1 0 0,0 0 0,1 0 0,-1 0 0,1 0 0,-1 0 0,0 0 0,1 0 0,-1 0 0,1 0 0,-1 0 0,0 0 0,1 0 0,-1 0 0,0 0 0,1 0 0,-1-1 0,1 1 0,0-1 0,-1 1 0,1-1 0,-1 0 0,1 1 0,-1-1 0,0 0 0,1 0 0,-1 1 0,0-1 0,1 0 0,-1 0 0,0 0 0,0 0 0,2-31 0,-2 29 0,-1-44 0,1-43 0,0 88 0,0 1 0,0 0 0,0 0 0,0 0 0,0-1 0,1 1 0,-1 0 0,0 0 0,1 0 0,-1 0 0,1 0 0,0 0 0,-1 0 0,1 0 0,-1 0 0,1 0 0,0 0 0,0 0 0,0 0 0,0 1 0,0-1 0,0 0 0,0 0 0,0 1 0,0-1 0,0 1 0,0-1 0,0 1 0,0-1 0,0 1 0,0 0 0,0 0 0,1-1 0,0 1 0,1 0 0,-1 0 0,1 1 0,-1-1 0,1 0 0,-1 1 0,1 0 0,-1 0 0,0-1 0,1 1 0,-1 1 0,0-1 0,0 0 0,0 0 0,0 1 0,3 2 0,52 54 0,-20-19 0,8 6-1365,-36-36-5461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266 103 24575,'-4'-6'0,"-4"-7"0,-1 0 0,0 1 0,0 0 0,-1 1 0,-19-17 0,28 27 0,0 1 0,1-1 0,-1 0 0,0 1 0,0-1 0,0 1 0,1-1 0,-1 1 0,0-1 0,0 1 0,0 0 0,0-1 0,0 1 0,0 0 0,0 0 0,0 0 0,0 0 0,0 0 0,-1 0 0,1 0 0,1 0 0,-1 1 0,1-1 0,-1 0 0,1 1 0,-1-1 0,1 1 0,0-1 0,-1 0 0,1 1 0,0-1 0,-1 1 0,1-1 0,0 1 0,0-1 0,0 1 0,-1 0 0,1-1 0,0 1 0,0-1 0,0 1 0,0-1 0,0 2 0,0 3 0,0 1 0,1 0 0,0-1 0,0 0 0,2 7 0,1-2 0,0 0 0,1 0 0,1-1 0,-1 0 0,2 0 0,-1 0 0,11 9 0,-6-5 0,17 27 0,-25-36 0,0 1 0,-1 0 0,0 0 0,0 0 0,0 0 0,-1 0 0,0 0 0,0 0 0,0 1 0,0 5 0,-1-10 0,0 1 0,0 0 0,0-1 0,0 1 0,-1-1 0,1 1 0,-1-1 0,1 1 0,-1-1 0,1 1 0,-1-1 0,0 0 0,1 1 0,-1-1 0,0 0 0,0 1 0,-2 1 0,1-1 0,-1-1 0,1 1 0,0-1 0,-1 1 0,1-1 0,-1 0 0,1 0 0,-1 0 0,-4 1 0,-4 0 0,-1 0 0,0-1 0,-21-1 0,24 0 0,-140-3-1365,135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24575,'1'0'0,"-1"0"0,1 1 0,0-1 0,0 0 0,0 0 0,0 1 0,0-1 0,0 1 0,0-1 0,0 1 0,-1-1 0,1 1 0,0-1 0,0 1 0,-1 0 0,1-1 0,0 1 0,-1 0 0,1 0 0,0 1 0,10 20 0,-10-20 0,9 27 0,-2 0 0,9 56 0,-1-4 0,76 221 0,-86-288-1365,-1-4-5461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32 24575,'-10'-5'0,"-6"-2"0,-2 1 0,-2 0 0,2 3 0,0 1 0,1 0 0,1 2 0,0 0 0,1 0 0,0 0 0,1 1 0,-1-1 0,1 3 0,-1 0 0,0 0 0,3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42 24575,'-4'-1'0,"-19"-7"0,-30-8 0,47 15 0,0 0 0,0 0 0,0 0 0,-1 1 0,1 0 0,0 0 0,-1 1 0,1-1 0,0 1 0,-7 3 0,11-4 0,0 1 0,1-1 0,-1 1 0,0 0 0,1 0 0,-1 0 0,1 0 0,0 0 0,-1 0 0,1 1 0,0-1 0,-1 0 0,1 1 0,0-1 0,0 1 0,0-1 0,-1 3 0,1-1 0,0 0 0,0 1 0,1-1 0,-1 0 0,1 0 0,-1 0 0,1 0 0,0 1 0,1 3 0,0 1 0,0-1 0,1 1 0,0-1 0,0 1 0,0-1 0,1 0 0,6 10 0,-6-13 0,0 1 0,0-1 0,0 0 0,1 0 0,0-1 0,0 1 0,0-1 0,0 0 0,0 0 0,0 0 0,1-1 0,0 1 0,-1-1 0,1 0 0,7 2 0,-10-4 0,0 1 0,1-1 0,-1 1 0,1-1 0,-1 0 0,0 0 0,1 0 0,-1 0 0,1 0 0,-1-1 0,1 1 0,-1-1 0,0 0 0,1 1 0,-1-1 0,0 0 0,0 0 0,0-1 0,0 1 0,1 0 0,-2-1 0,1 1 0,0-1 0,0 0 0,0 1 0,-1-1 0,1 0 0,-1 0 0,1 0 0,-1 0 0,0 0 0,0-1 0,1-3 0,1-1 0,-1 0 0,0 0 0,-1-1 0,1 1 0,-1-14 0,-2-40 0,0 29 0,0 32 0,1-1 0,0 1 0,0-1 0,0 1 0,0-1 0,0 1 0,0-1 0,0 1 0,0-1 0,0 0 0,1 1 0,-1-1 0,0 1 0,0-1 0,0 1 0,1 0 0,-1-1 0,0 1 0,0-1 0,1 1 0,-1-1 0,1 1 0,-1 0 0,0 0 0,1 0 0,-1 0 0,1 0 0,-1 0 0,0 0 0,1 0 0,-1 0 0,0 0 0,1 0 0,-1 1 0,0-1 0,1 0 0,-1 0 0,0 0 0,1 1 0,-1-1 0,0 0 0,1 0 0,-1 1 0,0 0 0,16 20 0,7 18 0,2-2 0,1 0 0,41 43 0,-59-74-1365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24575,'17'15'0,"0"-1"0,20 12 0,-17-11 0,22 18 0,-17-9 0,-9-8 0,31 23 0,-46-38 0,0 0 0,1 0 0,-1 0 0,1 0 0,-1-1 0,1 1 0,-1 0 0,1-1 0,-1 1 0,1-1 0,0 0 0,-1 1 0,1-1 0,-1 0 0,1 0 0,3 0 0,-4-1 0,0 1 0,1-1 0,-1 1 0,0-1 0,0 1 0,0-1 0,1 0 0,-1 0 0,0 0 0,0 1 0,0-1 0,0 0 0,0 0 0,0 0 0,-1 0 0,2-2 0,0-2 0,1 1 0,-2-1 0,1 1 0,0-1 0,-1 0 0,0 0 0,0 0 0,0 0 0,-1-8 0,0 2 0,-1 9 0,1 0 0,0-1 0,0 1 0,-1-1 0,2 1 0,-1-1 0,0 1 0,0-1 0,1 1 0,-1-1 0,1 1 0,0 0 0,0-1 0,1-2 0,-2 5 0,1 0 0,-1 0 0,0 0 0,0 0 0,1 0 0,-1 0 0,0 0 0,1 0 0,-1 0 0,0 0 0,0 0 0,1 0 0,-1 0 0,0 0 0,1 0 0,-1 0 0,0 0 0,0 0 0,1 0 0,-1 0 0,0 0 0,0 0 0,1 1 0,-1-1 0,0 0 0,0 0 0,1 0 0,-1 1 0,0-1 0,0 0 0,0 0 0,1 0 0,-1 1 0,8 9 0,-7-7 0,13 16 0,0 0 0,1-1 0,1-1 0,18 16 0,-10-12-1365,-15-11-5461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24575,'1'-9'0,"4"-16"0,-5 24 0,0 0 0,0 0 0,1 0 0,-1 0 0,1 0 0,-1 0 0,1 0 0,-1 0 0,1 0 0,0 0 0,-1 0 0,1 0 0,0 0 0,0 1 0,0-1 0,-1 0 0,3 0 0,-3 1 0,1 0 0,0 0 0,0 0 0,-1 0 0,1 0 0,0 0 0,0 0 0,-1 0 0,1 0 0,0 1 0,0-1 0,-1 0 0,1 1 0,0-1 0,-1 0 0,1 1 0,-1-1 0,1 1 0,0-1 0,-1 1 0,1-1 0,-1 1 0,1 0 0,-1-1 0,0 1 0,1-1 0,-1 1 0,0 0 0,1-1 0,-1 2 0,11 23 0,1 19 0,-2 1 0,-2 1 0,3 50 0,-1-8 0,-6-56 0,-1-3 0,8 32 0,-9-53 0,0 0 0,1-1 0,0 1 0,0-1 0,0 1 0,1-1 0,0 0 0,10 12 0,-12-17 11,0 0 0,1 0 0,-1 0 0,1 0 0,-1 0 0,1 0-1,0 0 1,0-1 0,0 0 0,4 2 0,-6-2-85,1-1-1,0 0 1,0 1 0,0-1 0,-1 0-1,1 0 1,0 0 0,0 0 0,0 0-1,-1 0 1,1 0 0,0-1 0,0 1-1,-1-1 1,1 1 0,0-1 0,0 0-1,-1 0 1,3-1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21 24575,'-28'-5'0,"-13"-2"0,-6 1 0,-2 3 0,2 3 0,7 1 0,10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40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1044 24575,'-1'-17'0,"-6"-33"0,4 33 0,-1-32 0,3 16 0,3-67 0,1 78 0,1 1 0,10-28 0,-11 38 0,11-30 0,35-69 0,-44 98 0,11-16 0,2 1 0,0 0 0,2 2 0,28-30 0,-12 15 0,6-9 0,2 3 0,79-66 0,36 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8 109 24575,'-7'-18'0,"6"15"0,6 11 0,30 61 0,26 47 0,-60-114 0,0 0 0,0 0 0,0-1 0,0 1 0,1-1 0,-1 1 0,0-1 0,3 2 0,-3-2 0,-1-1 0,0 0 0,0 0 0,1 0 0,-1 0 0,0 0 0,1 0 0,-1 0 0,0 0 0,0 0 0,1 0 0,-1 0 0,0 0 0,1 0 0,-1 0 0,0 0 0,0 0 0,1 0 0,-1 0 0,0 0 0,0 0 0,1 0 0,-1 0 0,1-1 0,5-9 0,-1-4 0,-1-1 0,0 0 0,2-28 0,-3 20 0,30-135 0,-29 146 120,-4 12-160,0 0 0,0-1 0,0 1-1,0 0 1,0-1 0,0 1 0,0 0 0,1 0 0,-1-1 0,0 1 0,0 0-1,0 0 1,0-1 0,1 1 0,-1 0 0,0 0 0,0 0 0,0-1-1,1 1 1,-1 0 0,0 0 0,0 0 0,1 0 0,-1 0 0,0-1-1,0 1 1,1 0 0,-1 0 0,0 0 0,1 0 0,-1 0 0,0 0 0,0 0-1,1 0 1,-1 0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195 182 24575,'-55'-59'0,"47"52"0,0 0 0,0 0 0,-1 1 0,0 0 0,-14-6 0,21 11 0,1 0 0,-1 0 0,0 1 0,0-1 0,0 0 0,0 1 0,0 0 0,0-1 0,0 1 0,0 0 0,0 0 0,0 0 0,0 0 0,0 1 0,0-1 0,0 0 0,0 1 0,0 0 0,0-1 0,0 1 0,1 0 0,-1 0 0,0 0 0,0 0 0,1 0 0,-1 0 0,1 1 0,-1-1 0,1 0 0,-1 1 0,1-1 0,0 1 0,0 0 0,0-1 0,0 1 0,0 0 0,-1 2 0,0 0 0,1 0 0,-1-1 0,1 1 0,0 0 0,0 0 0,1 0 0,-1 0 0,1 0 0,0 0 0,0 0 0,0 0 0,1 0 0,-1 0 0,1-1 0,0 1 0,0 0 0,0 0 0,3 5 0,0-3 0,-1-1 0,1 0 0,0 0 0,0 0 0,0 0 0,1 0 0,-1-1 0,1 0 0,1 0 0,-1 0 0,0-1 0,1 0 0,0 0 0,-1 0 0,1-1 0,0 1 0,1-1 0,-1-1 0,0 1 0,0-1 0,1-1 0,-1 1 0,1-1 0,7 0 0,-12 0 0,0-1 0,0 1 0,0-1 0,0 1 0,0-1 0,0 0 0,0 0 0,0 0 0,0 0 0,0 0 0,0 0 0,-1 0 0,1 0 0,-1-1 0,1 1 0,1-3 0,0 1 0,-1 0 0,0-1 0,0 0 0,0 1 0,0-1 0,0 0 0,1-7 0,0-2 0,-1 0 0,0 0 0,-1 0 0,0-16 0,-1 24 0,1-13 0,3 14 0,5 9 0,87 82 0,-76-72 0,0-1 0,0-1 0,30 14 0,-21-14 0,1-1 0,1-1 0,38 7 0,-67-17 0,0-1 0,1 1 0,-1-1 0,1 0 0,-1 0 0,1 0 0,-1 0 0,0 0 0,1 0 0,-1-1 0,1 1 0,-1-1 0,0 1 0,3-2 0,-4 1 0,0 0 0,1 0 0,-1 0 0,0 0 0,0 0 0,-1 0 0,1 0 0,0 0 0,0-1 0,0 1 0,-1 0 0,1-1 0,-1 1 0,1 0 0,-1-1 0,1 1 0,-1 0 0,0-1 0,0 1 0,0-1 0,0 1 0,0 0 0,0-1 0,0 1 0,0-3 0,-1-1 0,0 0 0,-1 0 0,1 0 0,-1 0 0,0 0 0,0 1 0,0-1 0,-1 1 0,0-1 0,0 1 0,0 0 0,-6-6 0,-6-6 0,-28-22 0,31 28 0,4 4 0,1 0 0,1-1 0,-1 0 0,1 0 0,-10-15 0,15 21 0,1 0 0,-1-1 0,0 1 0,0-1 0,1 1 0,-1 0 0,1-1 0,-1 0 0,1 1 0,-1-1 0,1 1 0,0-1 0,0 1 0,0-1 0,0 0 0,0 1 0,0-1 0,0 1 0,1-1 0,-1 1 0,1-1 0,-1 0 0,1 1 0,-1 0 0,1-1 0,0 1 0,0-1 0,-1 1 0,1 0 0,0-1 0,0 1 0,1 0 0,-1 0 0,0 0 0,0 0 0,0 0 0,1 0 0,-1 0 0,1 0 0,-1 1 0,3-2 0,3-1 0,0 1 0,0-1 0,0 1 0,0 0 0,0 1 0,1 0 0,-1 0 0,14 1 0,4 1 0,32 7 0,-9-1 0,-45-6 0,1-1 0,-1-1 0,0 1 0,1 0 0,-1-1 0,0 0 0,0 1 0,0-1 0,0 0 0,0-1 0,0 1 0,0-1 0,0 1 0,5-4 0,14-8 0,-20 12 0,-1 1 0,0-1 0,1 1 0,-1-1 0,1 1 0,0 0 0,-1 0 0,1-1 0,-1 1 0,1 0 0,-1 0 0,1 0 0,-1 1 0,1-1 0,0 0 0,-1 1 0,1-1 0,-1 1 0,3 0 0,-1 1 0,-1 0 0,0-1 0,0 1 0,1 0 0,-1 0 0,0 0 0,-1 1 0,1-1 0,0 0 0,1 4 0,2 3 0,-1 0 0,0 0 0,-1 1 0,0 0 0,2 11 0,5 29 0,-5-17 0,12 36 0,-16-66 50,-2-5-1465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24575,'3'8'0,"0"7"0,3 4 0,0 3 0,-1 4 0,1-1 0,0 0 0,1-3 0,-1-6-8191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24575,'-4'-1'0,"-4"-4"0,0 1 0,-1 1 0,0 0 0,1 0 0,-1 0 0,0 1 0,0 1 0,0-1 0,-12 1 0,20 1 0,-1 0 0,1 0 0,0 0 0,0 0 0,0 1 0,0-1 0,0 0 0,0 0 0,0 1 0,0-1 0,0 1 0,0-1 0,0 1 0,0-1 0,0 1 0,0 0 0,0-1 0,0 1 0,1 0 0,-3 1 0,3-1 0,0 0 0,-1 0 0,1 0 0,0 0 0,0 0 0,0 0 0,0 0 0,0 0 0,0 0 0,0 0 0,0 0 0,0 0 0,0 0 0,1 0 0,-1 0 0,0 0 0,1 0 0,0 1 0,1 3 0,2 1 0,-1-1 0,0 0 0,1 0 0,0 0 0,5 4 0,24 21 0,47 32 0,-76-59 0,8 6 0,21 11 0,-30-19 0,0 1 0,0-1 0,0 0 0,0 1 0,0-1 0,0-1 0,0 1 0,0 0 0,1-1 0,-1 0 0,0 1 0,0-1 0,7-1 0,-9 0 0,1 0 0,0 1 0,-1-1 0,1 0 0,0 0 0,-1 0 0,0-1 0,1 1 0,-1 0 0,1 0 0,-1-1 0,0 1 0,0-1 0,0 1 0,0-1 0,0 1 0,0-1 0,-1 0 0,1 0 0,0 1 0,-1-1 0,1 0 0,-1 0 0,1-2 0,-1-1 0,1 0 0,-1 0 0,1 0 0,-2 0 0,1 0 0,0 0 0,-3-9 0,2 8 0,-1 0 0,0 0 0,-1 0 0,1 0 0,-1 1 0,0-1 0,0 1 0,-1-1 0,0 1 0,-7-8 0,11 13 0,-1 0 0,1-1 0,0 1 0,0 0 0,-1 0 0,1-1 0,0 1 0,-1 0 0,1 0 0,0 0 0,-1-1 0,1 1 0,0 0 0,-1 0 0,1 0 0,0 0 0,-1 0 0,1 0 0,-1 0 0,1 0 0,0 0 0,-1 0 0,1 0 0,0 0 0,-1 0 0,1 0 0,0 0 0,-1 0 0,1 0 0,-1 1 0,1-1 0,-1 1 0,1-1 0,-1 1 0,1 0 0,0-1 0,0 1 0,-1-1 0,1 1 0,0 0 0,0-1 0,0 1 0,0 0 0,-1 0 0,1 0 0,3 25 0,0-11 0,1-1 0,0 0 0,1-1 0,1 1 0,0-1 0,1 0 0,0 0 0,1-1 0,12 15 0,-11-18-1365,-1-2-5461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24575,'0'-19'0,"0"13"0,0 10 0,0 29 0,2-1 0,2 1 0,0-1 0,2 0 0,2 0 0,16 45 0,-20-67 0,3 10 0,1 0 0,1-1 0,0 0 0,16 22 0,-21-36 0,0 0 0,0-1 0,1 1 0,0-1 0,0 0 0,0 0 0,10 6 0,-14-10 0,0 1 0,1 0 0,-1-1 0,0 1 0,0-1 0,0 1 0,1-1 0,-1 1 0,0-1 0,0 0 0,1 0 0,-1 0 0,0 0 0,0 0 0,1 0 0,-1 0 0,0 0 0,1 0 0,-1 0 0,0-1 0,0 1 0,1-1 0,-1 1 0,0-1 0,0 1 0,0-1 0,0 0 0,0 1 0,0-1 0,0 0 0,0 0 0,0 0 0,0 0 0,0 0 0,0 0 0,-1 0 0,1 0 0,0 0 0,-1 0 0,1 0 0,-1 0 0,1-1 0,-1 1 0,1-2 0,1-3 0,-2 4 0,1-1 0,0 1 0,0 0 0,-1 0 0,1 0 0,1-1 0,-1 1 0,3-3 0,-4 4 0,1 1 0,-1 0 0,0-1 0,1 1 0,-1 0 0,1 0 0,-1-1 0,1 1 0,-1 0 0,1 0 0,-1 0 0,1 0 0,-1 0 0,1 0 0,-1 0 0,1 0 0,-1 0 0,2 0 0,13 7 0,-2 5 0,0 1 0,0 0 0,-1 0 0,15 23 0,-25-33 0,0-1 0,-1 0 0,1 1 0,-1-1 0,0 1 0,0 0 0,0-1 0,0 1 0,0 0 0,0-1 0,-1 1 0,1 5 0,-1-7 0,0 1 0,-1-1 0,1 0 0,0 1 0,-1-1 0,1 0 0,-1 1 0,1-1 0,-1 0 0,0 0 0,1 0 0,-1 1 0,0-1 0,0 0 0,0 0 0,0 0 0,0 0 0,0 0 0,0-1 0,0 1 0,0 0 0,0 0 0,-1-1 0,1 1 0,0-1 0,0 1 0,-3 0 0,-9 3 0,0 0 0,0-2 0,-1 1 0,-17 0 0,-56-2 0,55-2 0,16 1 0,0 0 0,0-2 0,0 1 0,0-2 0,-27-8 0,30 4-1365,3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24575,'0'0'0,"1"0"0,0-1 0,0 1 0,-1 0 0,1 0 0,0 0 0,0 0 0,0 0 0,-1 0 0,1 0 0,0 0 0,0 1 0,-1-1 0,1 0 0,0 0 0,0 1 0,-1-1 0,1 0 0,0 1 0,-1-1 0,1 1 0,0-1 0,-1 1 0,1-1 0,-1 1 0,1-1 0,-1 1 0,1 0 0,-1-1 0,1 1 0,-1 0 0,1-1 0,-1 1 0,1 1 0,12 29 0,-11-26 0,33 98 0,10 24 0,-36-103 0,1-1 0,1-1 0,1 1 0,29 39 0,-39-60 0,1 1 0,-1-1 0,1 1 0,0-1 0,0 0 0,0 0 0,0 0 0,0-1 0,0 1 0,1-1 0,-1 1 0,0-1 0,1 0 0,-1 0 0,7 0 0,-8-1 0,0 0 0,0 1 0,0-2 0,0 1 0,0 0 0,0 0 0,0-1 0,-1 1 0,1-1 0,0 1 0,0-1 0,0 0 0,0 0 0,-1 0 0,1 0 0,0 0 0,-1 0 0,1 0 0,-1 0 0,1-1 0,-1 1 0,0-1 0,1 1 0,-1-1 0,0 1 0,0-1 0,0 0 0,0 0 0,1-3 0,3-10 0,-1 0 0,-1-1 0,0 1 0,1-25 0,-3-65 0,-1 72 0,0 30 0,0 0 0,0 1 0,-1-1 0,1 0 0,-1 0 0,0 1 0,1-1 0,-1 0 0,-2-3 0,3 5 0,-1 1 0,1-1 0,-1 1 0,1-1 0,-1 1 0,1-1 0,-1 1 0,1-1 0,-1 1 0,0-1 0,1 1 0,-1 0 0,0 0 0,1-1 0,-1 1 0,0 0 0,1 0 0,-1-1 0,0 1 0,0 0 0,1 0 0,-1 0 0,0 0 0,0 0 0,1 0 0,-1 0 0,0 1 0,1-1 0,-1 0 0,0 0 0,1 0 0,-1 1 0,0-1 0,1 0 0,-1 1 0,0-1 0,1 1 0,-1-1 0,1 0 0,-2 2 0,-4 3 0,0-1 0,-1 2 0,2-1 0,-1 1 0,1 0 0,0 0 0,0 0 0,-7 14 0,10-16 0,0-1 0,0 1 0,0 0 0,1 0 0,0 0 0,0-1 0,0 1 0,0 0 0,0 0 0,1 1 0,0-1 0,0 0 0,0 0 0,0 0 0,1 0 0,-1 0 0,1 0 0,0 0 0,2 4 0,-1-5 0,-1 0 0,1-1 0,0 1 0,0 0 0,0-1 0,1 0 0,-1 1 0,1-1 0,-1 0 0,1 0 0,0-1 0,-1 1 0,1 0 0,0-1 0,0 0 0,6 2 0,5 1 0,1 0 0,22 1 0,-10-1 0,21 2 0,-31-5 0,0 2 0,24 5 0,-38-7-195,0 0 0,1 1 0,-1-1 0,0 1 0,0 0 0,4 3 0,2 3-6631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24575,'5'17'0,"2"9"0,2 2 0,-1-1 0,1-5 0,2-4 0,-1-2 0,0-5 0,-2 0 0,1-3 0,1-3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24575,'3'8'0,"0"4"0,0 4 0,0-2-8191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24575,'0'3'0,"1"-1"0,-1 1 0,1 0 0,0 0 0,0-1 0,0 1 0,0-1 0,0 1 0,3 4 0,16 19 0,-13-19 0,1 1 0,0-1 0,0 0 0,0-1 0,1 0 0,0 0 0,0-1 0,17 7 0,-19-9 0,1 0 0,-1-1 0,0 0 0,1 0 0,-1-1 0,1 0 0,0 0 0,-1-1 0,1 0 0,0 0 0,0-1 0,12-3 0,-17 3 0,-1 1 0,0-1 0,0 0 0,0 0 0,0 0 0,0-1 0,0 1 0,-1 0 0,1-1 0,0 1 0,-1-1 0,1 0 0,-1 0 0,1 1 0,-1-1 0,0 0 0,0 0 0,0 0 0,0 0 0,0 0 0,1-5 0,1-3 0,-1 0 0,0-1 0,0-16 0,1-3 0,-3 30 0,0 0 0,0 0 0,0-1 0,0 1 0,0 0 0,0-1 0,0 1 0,0 0 0,0 0 0,0-1 0,1 1 0,-1 0 0,0 0 0,0 0 0,0-1 0,0 1 0,1 0 0,-1 0 0,0 0 0,0-1 0,0 1 0,1 0 0,-1 0 0,0 0 0,0 0 0,1 0 0,-1 0 0,0-1 0,1 1 0,-1 0 0,0 0 0,0 0 0,1 0 0,-1 0 0,0 0 0,0 0 0,1 0 0,-1 0 0,0 0 0,1 0 0,-1 1 0,0-1 0,0 0 0,1 0 0,-1 0 0,0 0 0,0 0 0,1 0 0,-1 1 0,0-1 0,0 0 0,0 0 0,1 0 0,-1 0 0,0 1 0,0-1 0,0 0 0,1 1 0,15 15 0,-12-12 0,20 18 0,1-2 0,0 0 0,1-2 0,33 17 0,-35-21-1365,-15-9-5461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1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24575,'13'23'0,"1"0"0,1 0 0,1-2 0,0 0 0,2-1 0,1 0 0,0-2 0,1 0 0,1-1 0,43 26 0,-59-40 0,0-1 0,1 1 0,-1-1 0,1 0 0,-1 0 0,1 0 0,0-1 0,0 0 0,0 0 0,11 0 0,-14-1 0,0-1 0,-1 1 0,1 0 0,-1-1 0,1 0 0,-1 1 0,1-1 0,-1 0 0,0 0 0,1-1 0,-1 1 0,0 0 0,0-1 0,0 1 0,0-1 0,0 0 0,0 0 0,0 1 0,-1-1 0,1 0 0,-1-1 0,1 1 0,-1 0 0,0 0 0,0-1 0,0 1 0,1-4 0,0-2 0,0-1 0,0 1 0,-1-1 0,-1 0 0,1 1 0,-1-1 0,-1 1 0,0-1 0,0 0 0,0 1 0,-1-1 0,-1 1 0,1 0 0,-1 0 0,-1 0 0,-4-8 0,13 23 0,0-1 0,0 0 0,0 0 0,1 0 0,0 0 0,0-1 0,11 7 0,-6-4 0,1-1 0,1 0 0,25 10 0,-18-10 0,0-1 0,-1-2 0,2 0 0,-1 0 0,0-2 0,1-1 0,21-1 0,-38 0 0,0 0 0,0-1 0,0 0 0,0 1 0,0-1 0,0 0 0,0-1 0,-1 1 0,1-1 0,0 0 0,-1 0 0,1 0 0,-1 0 0,0-1 0,5-3 0,-6 3 0,1 0 0,-1 0 0,-1 0 0,1 0 0,0 0 0,-1 0 0,1-1 0,-1 1 0,0 0 0,0-1 0,-1 1 0,1-1 0,-1 1 0,1-1 0,-1 0 0,0 1 0,-1-7 0,0 3 8,-1 0 0,1 1 0,-1-1 0,0 1 0,-1-1 0,0 1 0,0-1 0,0 1 0,-1 1 0,0-1 0,0 0 0,0 1 0,-1 0 0,-7-8 0,-4 0-379,0 0-1,-1 0 1,-27-14 0,22 15-6455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24575,'0'2'0,"1"1"0,-1-1 0,1 1 0,0-1 0,0 1 0,0-1 0,0 1 0,0-1 0,0 1 0,2 1 0,17 23 0,-19-26 0,279 309 0,-246-275 0,95 87 0,-77-76 0,69 78 0,-121-123-48,8 10 222,-8-11-215,0 0-1,1 1 1,-1-1 0,0 0-1,0 0 1,0 1-1,1-1 1,-1 0-1,0 0 1,0 1 0,0-1-1,0 0 1,0 1-1,0-1 1,0 0-1,0 1 1,1-1 0,-1 0-1,0 1 1,0-1-1,-1 0 1,1 0-1,0 1 1,0-1 0,0 0-1,0 1 1,0-1-1,0 0 1,0 1 0,0-1-1,-1 0 1,1 0-1,0 1 1,0-1-1,-1 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24575,'12'-5'0,"0"2"0,0 0 0,0 0 0,1 1 0,-1 1 0,1 0 0,-1 0 0,1 1 0,0 1 0,-1 0 0,1 1 0,22 7 0,123 50 0,-144-50 0,-10-4 0,-11-3 0,-43-8 0,0-3 0,-61-18 0,70 16 0,31 8 0,8 2 0,0 0 0,0 1 0,0-1 0,-1 1 0,1-1 0,0 1 0,-1 0 0,-2 0 0,4 0 0,1 0 0,-1 1 0,1-1 0,-1 0 0,0 1 0,1-1 0,-1 0 0,1 1 0,-1-1 0,1 1 0,-1-1 0,1 1 0,-1-1 0,1 1 0,0-1 0,-1 1 0,1 0 0,0-1 0,-1 1 0,1 0 0,0-1 0,0 1 0,-1 0 0,1-1 0,0 1 0,0 0 0,0-1 0,0 1 0,0 0 0,0-1 0,0 1 0,0 0 0,1 0 0,0 8 11,0-1 0,0 0 0,1 0 0,0 0 0,1 0 0,3 7 0,-4-9-132,1-1 1,-1 1 0,0 0 0,-1 1 0,1-1 0,-1 0 0,0 0 0,-1 0-1,1 1 1,-1-1 0,-2 12 0,-1-6-6706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2 123 24575,'0'0'0,"0"0"0,0 0 0,0-1 0,0 1 0,0 0 0,0 0 0,0 0 0,0 0 0,0 0 0,0 0 0,0 0 0,0 0 0,0 0 0,0 0 0,0 0 0,0 0 0,0-1 0,0 1 0,0 0 0,0 0 0,1 0 0,-1 0 0,0 0 0,0 0 0,0 0 0,0 0 0,0 0 0,0 0 0,0 0 0,0 0 0,0 0 0,0 0 0,0 0 0,1 0 0,-1 0 0,0 0 0,0 0 0,0 0 0,0 0 0,0 0 0,0 0 0,0 0 0,0 0 0,0 0 0,0 0 0,1 0 0,-1 0 0,0 0 0,0 0 0,0 0 0,0 0 0,0 0 0,0 1 0,0-1 0,0 0 0,8 5 0,6 7 0,-8-4 0,0-1 0,0 1 0,0 0 0,8 16 0,14 39 0,-25-55 0,-3-8 0,1 2 0,0 0 0,0 0 0,0 0 0,0 0 0,-1 1 0,1-1 0,-1 0 0,0 0 0,1 0 0,-1 0 0,0 0 0,-1 4 0,1-6 0,0 0 0,0 1 0,0-1 0,-1 0 0,1 0 0,0 0 0,0 0 0,0 1 0,-1-1 0,1 0 0,0 0 0,0 0 0,-1 0 0,1 0 0,0 0 0,0 0 0,-1 0 0,1 1 0,0-1 0,-1 0 0,1 0 0,0 0 0,0 0 0,-1-1 0,1 1 0,0 0 0,0 0 0,-1 0 0,1 0 0,0 0 0,0 0 0,-1 0 0,1 0 0,0 0 0,0-1 0,-1 1 0,1 0 0,0 0 0,0 0 0,0-1 0,-1 1 0,1 0 0,0 0 0,0 0 0,0-1 0,0 1 0,0 0 0,-1-1 0,-9-10 0,-2-6 0,0-2 0,2 1 0,-14-32 0,19 39 0,1 0 0,1 0 0,0 0 0,0 0 0,2-1 0,-1 1 0,1-1 0,1-15 0,0 25 0,0-1 0,1 1 0,-1-1 0,1 1 0,-1-1 0,1 1 0,0-1 0,0 1 0,0 0 0,0-1 0,1 1 0,-1 0 0,1 0 0,-1 0 0,1 0 0,0 0 0,3-3 0,-2 3 0,1 0 0,-1 0 0,1 0 0,-1 1 0,1-1 0,0 1 0,0 0 0,0 0 0,0 0 0,5-1 0,2 2 0,-1 0 0,0 0 0,1 1 0,-1 0 0,0 0 0,0 1 0,0 1 0,11 4 0,-12-4-151,0 1-1,-1 0 0,1 0 0,-1 1 1,0 0-1,-1 1 0,1 0 1,6 6-1,-5-1-6674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0 213 24575,'26'-7'0,"2"1"0,-1-1 0,0-1 0,0-1 0,43-23 0,-67 30 0,0 0 0,0 0 0,-1-1 0,1 1 0,-1-1 0,1 0 0,-1 1 0,0-1 0,0 0 0,0 0 0,-1 0 0,1-1 0,-1 1 0,1 0 0,-1-1 0,0 1 0,0-1 0,-1 1 0,1-5 0,0 3 0,-1 1 0,0-1 0,0 0 0,-1 0 0,1 0 0,-1 1 0,0-1 0,0 0 0,-1 1 0,1-1 0,-1 1 0,0-1 0,-4-6 0,5 10 0,1 0 0,-1 1 0,1-1 0,-1 1 0,1-1 0,-1 1 0,0-1 0,1 1 0,-1-1 0,0 1 0,1-1 0,-1 1 0,0 0 0,1-1 0,-1 1 0,0 0 0,0 0 0,1 0 0,-1-1 0,0 1 0,0 0 0,0 0 0,1 0 0,-1 0 0,0 0 0,0 0 0,0 1 0,1-1 0,-1 0 0,0 0 0,0 1 0,1-1 0,-1 0 0,-1 1 0,-3 2 0,0 0 0,1 1 0,-1-1 0,-4 5 0,-1 1 0,-2-1 0,7-5 0,1 0 0,0 0 0,-1 1 0,1-1 0,1 1 0,-7 7 0,9-10 0,1 0 0,-1 0 0,1 1 0,-1-1 0,1 0 0,-1 0 0,1 0 0,0 1 0,0-1 0,0 0 0,0 1 0,0-1 0,0 0 0,0 1 0,0-1 0,0 0 0,0 0 0,1 1 0,-1-1 0,1 0 0,-1 0 0,1 0 0,-1 1 0,1-1 0,0 0 0,-1 0 0,1 0 0,0 0 0,0 0 0,0 0 0,0 0 0,0-1 0,1 2 0,6 5 0,0-1 0,0-1 0,0 1 0,0-1 0,14 5 0,48 17 0,-45-18 0,70 22 0,-81-28 0,-1 0 0,1-1 0,0-1 0,0 0 0,16-1 0,-28 0-52,0 0-1,0 0 1,0-1-1,0 1 1,-1-1-1,1 1 1,0-1-1,0 0 1,0 1-1,-1-1 1,1 0-1,0 0 1,-1 0-1,1 0 1,-1-1-1,0 1 1,1 0-1,-1-1 1,0 1-1,1-1 1,-1 1-1,0-1 0,0 0 1,-1 1-1,3-4 1,0-6-6774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0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151 413 24575,'-17'-8'0,"-1"0"0,-22-7 0,36 13 0,0 1 0,0 0 0,-1 0 0,1 0 0,-1 1 0,1-1 0,-1 1 0,1 0 0,0 1 0,-9 1 0,12-2 0,0 0 0,0 0 0,0 1 0,0-1 0,0 0 0,0 1 0,0-1 0,0 1 0,0 0 0,0-1 0,0 1 0,1 0 0,-1-1 0,0 1 0,0 0 0,1 0 0,-1 0 0,0-1 0,1 1 0,-1 0 0,1 0 0,-1 2 0,1-1 0,-1-1 0,1 1 0,0 0 0,0 0 0,0 0 0,0-1 0,1 1 0,-1 0 0,0 0 0,1-1 0,-1 1 0,2 2 0,2 5 0,1-1 0,0 1 0,12 14 0,-15-20 0,7 8 0,1-1 0,0-1 0,0 1 0,1-2 0,0 1 0,0-1 0,1-1 0,0 0 0,22 8 0,-33-14 0,1 0 0,0 0 0,-1-1 0,1 1 0,0-1 0,0 1 0,0-1 0,0 0 0,0 1 0,0-1 0,-1 0 0,1 0 0,0-1 0,0 1 0,0 0 0,0-1 0,0 1 0,0-1 0,-1 1 0,1-1 0,0 0 0,-1 0 0,3-1 0,-2 0 0,-1 1 0,1-1 0,-1 0 0,0 0 0,0 0 0,1 0 0,-1 0 0,-1 0 0,1 0 0,0 0 0,0 0 0,-1 0 0,1-1 0,-1 1 0,0 0 0,0 0 0,0-1 0,0 1 0,0-3 0,-1-2 0,0 0 0,0 0 0,-1 1 0,0-1 0,0 1 0,0 0 0,-1-1 0,0 1 0,-4-6 0,3 9 0,3 7 0,4 9 0,0-7 0,0-1 0,0 1 0,1-1 0,0 1 0,0-1 0,1 0 0,-1-1 0,1 1 0,0-1 0,0 0 0,0 0 0,1-1 0,0 1 0,-1-1 0,11 4 0,-3-2 0,0-1 0,0 0 0,1-1 0,-1 0 0,1-1 0,19 1 0,-29-3 0,0 0 0,-1 0 0,1 0 0,0-1 0,0 1 0,-1-1 0,1 0 0,0 0 0,-1 0 0,1-1 0,-1 1 0,1-1 0,-1 0 0,0 0 0,0 0 0,5-4 0,-5 3 0,0-1 0,0 1 0,-1-1 0,1 0 0,-1 1 0,0-1 0,0 0 0,0-1 0,-1 1 0,1 0 0,-1 0 0,0-1 0,0-8 0,0 1 0,0 0 0,-2-1 0,1 1 0,-2-1 0,0 1 0,0 0 0,-7-20 0,-36-81 0,35 92 0,-75-192 0,79 202 0,3 18 0,3 19 0,3-6 0,0-1 0,0 1 0,2-1 0,1 1 0,12 27 0,-2-10 0,39 60 0,-32-61 40,2-1 0,47 50 0,-57-69-226,0-2 1,1 0-1,1-1 0,0 0 1,1-1-1,0-2 1,24 12-1,-29-17-6640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2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24575,'7'7'0,"2"8"0,8 18 0,2-1 0,1-1 0,2-1 0,0 0 0,30 27 0,-51-56 0,0 0 0,0 0 0,1 1 0,-1-1 0,0 0 0,1 0 0,-1 0 0,1 0 0,-1-1 0,1 1 0,-1 0 0,1-1 0,0 1 0,-1-1 0,1 1 0,0-1 0,0 0 0,-1 0 0,1 0 0,3 0 0,-3 0 0,0-1 0,0 0 0,0 0 0,0 0 0,0 0 0,-1 0 0,1 0 0,0 0 0,0 0 0,-1-1 0,1 1 0,-1-1 0,1 1 0,1-4 0,2-1 0,-1-1 0,0 0 0,-1 0 0,1 0 0,-1 0 0,-1-1 0,4-14 0,-3 0 0,-1-1 0,-1 1 0,0 0 0,-2 0 0,-1 0 0,-1 0 0,-6-24 0,9 45 0,0 0 0,0 0 0,0 0 0,-1 0 0,1 0 0,-1-1 0,1 1 0,-1 0 0,1 0 0,-1 0 0,1 0 0,-1 1 0,0-1 0,0 0 0,1 0 0,-1 0 0,0 0 0,0 1 0,0-1 0,-2-1 0,3 2 0,0 0 0,-1 0 0,1 0 0,-1 0 0,1 0 0,0 0 0,-1 0 0,1 0 0,0 0 0,-1 0 0,1 0 0,0 1 0,-1-1 0,1 0 0,0 0 0,-1 0 0,1 0 0,0 1 0,-1-1 0,1 0 0,0 0 0,-1 1 0,1-1 0,-7 15 0,3 13-1365,4-15-5461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3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146 450 24575,'-48'-59'0,"42"53"0,1 0 0,-2 0 0,1 1 0,0 0 0,-1 0 0,-14-7 0,20 12 0,0-1 0,0 1 0,0-1 0,0 1 0,0-1 0,0 1 0,0 0 0,0 0 0,0-1 0,0 1 0,0 0 0,0 0 0,0 0 0,0 0 0,0 0 0,0 0 0,0 0 0,0 1 0,0-1 0,0 0 0,1 0 0,-1 1 0,0-1 0,0 1 0,0-1 0,0 1 0,0-1 0,0 1 0,1 0 0,-1-1 0,0 1 0,0 0 0,1-1 0,-1 1 0,1 0 0,-1 0 0,0 0 0,1 0 0,0 0 0,-1 1 0,0 1 0,0 0 0,0-1 0,1 1 0,-1 0 0,1 0 0,0 0 0,0 0 0,0 0 0,0 0 0,0-1 0,1 1 0,1 5 0,1-1 0,0 0 0,0-1 0,1 1 0,0-1 0,0 0 0,0-1 0,1 1 0,0-1 0,0 1 0,0-2 0,1 1 0,-1 0 0,8 3 0,-3-2 0,0 0 0,0-1 0,0-1 0,1 1 0,-1-2 0,1 0 0,20 4 0,-29-6 0,0-1 0,0 0 0,0 1 0,0-1 0,0 0 0,0 0 0,1 0 0,-1-1 0,0 1 0,0 0 0,0-1 0,0 1 0,-1-1 0,1 0 0,0 1 0,0-1 0,0 0 0,0 0 0,-1 0 0,1-1 0,0 1 0,-1 0 0,1-1 0,-1 1 0,1-1 0,-1 1 0,0-1 0,0 1 0,0-1 0,0 0 0,0 0 0,0 0 0,0 0 0,0 1 0,-1-1 0,1 0 0,0-4 0,-1 6 0,0-1 0,0 0 0,0 0 0,0 1 0,0-1 0,0 0 0,0 1 0,0-1 0,1 0 0,-1 1 0,0-1 0,1 1 0,-1-1 0,0 0 0,1 1 0,-1-1 0,0 1 0,1-1 0,-1 1 0,1-1 0,-1 1 0,1 0 0,0-1 0,0 0 0,0 1 0,0 0 0,0 1 0,1-1 0,-1 0 0,0 0 0,0 1 0,0-1 0,0 1 0,0-1 0,0 1 0,2 0 0,3 3 0,7 2 0,-1-1 0,1 0 0,0-1 0,0 0 0,1-1 0,-1-1 0,1 0 0,13 0 0,-22-2 0,0 0 0,0 0 0,-1-1 0,1 0 0,0 0 0,0 0 0,-1-1 0,1 1 0,-1-1 0,1 0 0,4-3 0,-6 2 0,0 1 0,1-1 0,-2 0 0,1 0 0,0 0 0,-1 0 0,1 0 0,-1-1 0,0 1 0,0-1 0,0 0 0,0 1 0,-1-1 0,0 0 0,2-5 0,-2-1 0,1 0 0,-1 0 0,-1-1 0,0 1 0,0 0 0,-1 0 0,0 0 0,-5-17 0,-27-78 0,31 101 0,-9-28 0,-2 0 0,-1 1 0,-2 0 0,-29-43 0,44 73 0,0-1 0,0 1 0,-1 0 0,1-1 0,0 1 0,0 0 0,-1 0 0,1 0 0,-1 0 0,1 0 0,-1 0 0,1 0 0,-1 0 0,0 1 0,-2-2 0,3 2 0,0 1 0,1-1 0,-1 0 0,0 0 0,0 0 0,0 1 0,0-1 0,0 0 0,1 1 0,-1-1 0,0 0 0,0 1 0,1-1 0,-1 1 0,0-1 0,1 1 0,-1 0 0,0-1 0,1 1 0,-1 0 0,1-1 0,-1 1 0,1 0 0,-1 0 0,1 0 0,0-1 0,-1 1 0,1 0 0,0 0 0,0 0 0,0 0 0,-1 1 0,-2 10 0,1 1 0,0-1 0,1 0 0,1 1 0,0-1 0,0 1 0,3 14 0,1 1 0,2-1 0,10 30 0,-9-38 0,0-1 0,1-1 0,0 0 0,2 0 0,0 0 0,0-1 0,2-1 0,0 0 0,1 0 0,0-1 0,1-1 0,19 14 0,-25-22 0,0 0 0,1 0 0,-1-1 0,1 0 0,0-1 0,0 0 0,0 0 0,0-1 0,0 0 0,11 0 0,-16-1 0,0-1 0,-1 0 0,1 0 0,-1 0 0,1 0 0,0-1 0,-1 0 0,1 1 0,-1-1 0,1-1 0,-1 1 0,0 0 0,0-1 0,1 0 0,-1 1 0,0-1 0,0-1 0,-1 1 0,1 0 0,0-1 0,-1 1 0,1-1 0,-1 0 0,0 0 0,0 0 0,0 0 0,0 0 0,-1 0 0,3-5 0,-2 1 0,0 0 0,-1 0 0,0 0 0,0 0 0,0-8 0,-1 10 0,0 1 0,0 0 0,0-1 0,-1 1 0,0 0 0,1 0 0,-2-1 0,1 1 0,-3-5 0,4 8 0,0 1 0,0 0 0,0 0 0,0 0 0,0 0 0,0 0 0,0 0 0,0-1 0,0 1 0,0 0 0,0 0 0,0 0 0,0 0 0,0 0 0,0 0 0,-1 0 0,1 0 0,0-1 0,0 1 0,0 0 0,0 0 0,0 0 0,0 0 0,0 0 0,-1 0 0,1 0 0,0 0 0,0 0 0,0 0 0,0 0 0,0 0 0,0 0 0,-1 0 0,1 0 0,0 0 0,0 0 0,0 0 0,0 0 0,0 0 0,0 0 0,-1 0 0,1 0 0,-3 6 0,1 10 0,2-10 0,1-1 0,0 0 0,0 1 0,0-1 0,0 0 0,1 0 0,0 0 0,0 0 0,0 0 0,1 0 0,0 0 0,0-1 0,0 0 0,0 1 0,1-1 0,-1 0 0,1-1 0,0 1 0,0-1 0,1 1 0,-1-1 0,1 0 0,-1-1 0,10 5 0,0-2 0,0 0 0,0-1 0,0 0 0,1-1 0,-1 0 0,1-2 0,29 1 0,-44-2 0,6 0 0,0 0 0,0-1 0,0 1 0,9-3 0,-13 2 0,0 0 0,0 1 0,-1-1 0,1 0 0,0 0 0,-1 0 0,1 0 0,-1 0 0,1 0 0,-1-1 0,0 1 0,0 0 0,1-1 0,-1 1 0,0-1 0,0 1 0,0-1 0,-1 0 0,2-2 0,1-5 0,-2 7 0,0 1 0,-1-1 0,1 0 0,0 0 0,0 0 0,0 1 0,0-1 0,0 0 0,2-1 0,-3 3 0,1-1 0,0 1 0,-1 0 0,1 0 0,0-1 0,-1 1 0,1 0 0,0 0 0,-1 0 0,1 0 0,0 0 0,0 0 0,-1 0 0,1 0 0,0 0 0,-1 1 0,1-1 0,0 0 0,-1 0 0,1 1 0,0-1 0,-1 0 0,1 1 0,0-1 0,-1 0 0,1 1 0,-1-1 0,1 1 0,-1-1 0,1 1 0,0 0 0,2 2 0,0-1 0,1 0 0,-1 0 0,1 0 0,-1 0 0,1 0 0,0-1 0,0 0 0,0 0 0,0 0 0,0 0 0,0 0 0,0-1 0,0 0 0,0 0 0,0 0 0,0 0 0,0-1 0,0 1 0,0-1 0,0 0 0,0 0 0,0-1 0,0 1 0,4-3 0,1-1 0,-1 0 0,1-1 0,-1 1 0,0-2 0,-1 1 0,1-1 0,-2 0 0,1-1 0,8-11 0,-13 16 0,0 0 0,0 0 0,0-1 0,0 1 0,-1-1 0,0 0 0,1 1 0,-1-1 0,0 0 0,-1 0 0,1 0 0,-1 0 0,1 1 0,-1-1 0,-1 0 0,0-5 0,1 6 0,-1 0 0,0 1 0,0-1 0,0 1 0,0-1 0,0 1 0,-1-1 0,1 1 0,-1 0 0,1 0 0,-1 0 0,0 0 0,0 0 0,0 0 0,0 0 0,0 1 0,-1-1 0,1 1 0,0-1 0,-1 1 0,1 0 0,-1 0 0,-5-1 0,7 1 0,-1 1 0,0-1 0,1 1 0,-1-1 0,0 1 0,1 0 0,-1 0 0,0 0 0,0 0 0,1 0 0,-1 1 0,0-1 0,1 0 0,-1 1 0,0-1 0,1 1 0,-1 0 0,1 0 0,-1-1 0,1 1 0,-1 0 0,1 0 0,-1 0 0,1 0 0,0 1 0,0-1 0,-1 0 0,0 3 0,1-3 0,0 1 0,0 0 0,0 0 0,0 0 0,1 0 0,-1 0 0,1 0 0,-1 0 0,1 0 0,0 0 0,0 0 0,0 1 0,0-1 0,0 0 0,0 0 0,1 0 0,-1 0 0,1 0 0,-1 0 0,1 0 0,0 0 0,0 0 0,2 3 0,2 3 20,1 0 0,0 0 0,1 0 0,0-1 0,14 12 0,-2-5-763,26 16 1,-29-20-6084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65 353 24575,'-6'5'0,"-1"1"0,1-1 0,0 1 0,1 0 0,0 1 0,0-1 0,0 1 0,-7 13 0,11-16 0,-1-1 0,1 1 0,0 0 0,0 0 0,0-1 0,1 1 0,-1 0 0,1 0 0,0 0 0,0 0 0,1 0 0,-1 0 0,1 0 0,-1 0 0,1-1 0,1 1 0,-1 0 0,0 0 0,1-1 0,3 6 0,0 0 0,1 0 0,0 0 0,1 0 0,14 14 0,-18-21 0,0 1 0,0-1 0,0 0 0,0 1 0,0-2 0,1 1 0,5 2 0,-7-3 0,0-1 0,0 1 0,-1-1 0,1 0 0,0 1 0,0-1 0,0 0 0,-1 0 0,1-1 0,0 1 0,0 0 0,0 0 0,-1-1 0,1 1 0,0-1 0,0 0 0,1 0 0,-1-1 0,1 0 0,-1 0 0,1 0 0,-1-1 0,0 1 0,0-1 0,0 1 0,0-1 0,-1 1 0,1-1 0,-1 0 0,0 0 0,1 0 0,-1 0 0,0 0 0,-1 0 0,1 0 0,-1 0 0,1-6 0,0-4 0,0 1 0,-2-1 0,-1-19 0,-7-14 0,-2 1 0,-1 1 0,-23-54 0,1 6 0,33 88 0,-43-119 0,44 123 0,0 0 0,0 0 0,0 0 0,0 0 0,0 0 0,0 0 0,0 0 0,0 0 0,0 0 0,0 0 0,0 0 0,0 0 0,0 0 0,0 0 0,-1 0 0,1 0 0,0 0 0,0 0 0,0 0 0,0 1 0,0-1 0,0 0 0,0 0 0,0 0 0,0 0 0,0 0 0,0 0 0,0 0 0,0 0 0,0 0 0,0 0 0,0 0 0,0 0 0,0 0 0,0 0 0,0 0 0,-1 0 0,1 0 0,0-1 0,0 1 0,0 0 0,0 0 0,0 0 0,0 0 0,0 0 0,0 0 0,0 0 0,0 0 0,0 0 0,0 0 0,0 0 0,0 0 0,0 0 0,0 0 0,0 0 0,-1 9 0,1 12 0,5 17 0,2 1 0,2-1 0,16 43 0,-24-79 0,68 165-58,-44-110-1249,-14-32-5519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24575,'0'-5'0,"0"1"0,3 1 0,3 3 0,3 5 0,0 3 0,1 2 0,1 0 0,-1 1 0,1 2 0,-3-2-8191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24575,'30'2'0,"12"1"0,2 1 0,-4-2 0,-9 3 0,-7-1 0,-8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88 24575,'-19'-16'0,"4"2"0,-1 1 0,-21-13 0,33 24 0,0-1 0,0 1 0,0 0 0,0 0 0,-1 1 0,1-1 0,0 1 0,-1 0 0,1 0 0,-1 0 0,0 1 0,1 0 0,-1 0 0,1 0 0,-8 1 0,10 0 0,-1 0 0,1 0 0,0 0 0,0 0 0,0 0 0,0 0 0,0 1 0,0-1 0,1 1 0,-1-1 0,0 1 0,1 0 0,-1-1 0,1 1 0,-1 0 0,1 0 0,0 0 0,0 0 0,0 1 0,0-1 0,0 0 0,1 0 0,-2 4 0,0 5 0,0 0 0,1 1 0,-1 16 0,2-24 0,1 25 0,0-1 0,2 0 0,2 1 0,0-1 0,2-1 0,0 1 0,2-1 0,16 32 0,9 10 0,77 117 0,-54-104 0,35 57 0,-90-136 0,-1-1 0,1 1 0,-1 0 0,0 0 0,0 0 0,-1 0 0,1 0 0,0 5 0,-1-8 0,0 1 0,0 0 0,0-1 0,0 1 0,0-1 0,0 1 0,-1 0 0,1-1 0,0 1 0,0-1 0,0 1 0,-1 0 0,1-1 0,0 1 0,-1-1 0,1 1 0,-1-1 0,1 1 0,-1 0 0,0-1 0,0 1 0,1-1 0,-1 0 0,0 1 0,0-1 0,0 0 0,0 0 0,0 0 0,0 1 0,0-1 0,0 0 0,1 0 0,-1 0 0,0 0 0,0-1 0,0 1 0,-1 0 0,-6-2 0,1 0 0,-1-1 0,1 0 0,0 0 0,0-1 0,0 0 0,-8-6 0,-3-3 0,-22-21 0,27 22 0,1-2 0,0 1 0,1-1 0,-15-25 0,22 32 0,0-1 0,0 1 0,1 0 0,0-1 0,0 0 0,1 0 0,0 0 0,0 0 0,1 0 0,0 0 0,0 0 0,2-12 0,-1 18 0,0 0 0,1-1 0,-1 1 0,1 0 0,0 0 0,0 0 0,0 0 0,0 0 0,0 0 0,0 0 0,0 0 0,1 1 0,-1-1 0,1 0 0,-1 1 0,1-1 0,0 1 0,-1 0 0,1-1 0,0 1 0,0 0 0,0 0 0,0 0 0,0 0 0,0 1 0,0-1 0,1 0 0,-1 1 0,0 0 0,0-1 0,3 1 0,6-1 0,0 1 0,0 0 0,0 1 0,21 4 0,16 7 0,-38-8 0,1-1 0,0 0 0,0-1 0,0-1 0,15 1 0,-24-2 0,-1 0 0,1 0 0,-1 0 0,1-1 0,-1 1 0,1-1 0,-1 1 0,0-1 0,1 0 0,-1 1 0,0-1 0,0 0 0,1 0 0,-1 0 0,0 0 0,0 0 0,0 0 0,0 0 0,0 0 0,0-1 0,-1 1 0,1 0 0,0 0 0,-1-1 0,1 1 0,0-3 0,12-15 0,-12 19 0,-1-1 0,1 0 0,0 1 0,0 0 0,0-1 0,0 1 0,0 0 0,0-1 0,0 1 0,0 0 0,0 0 0,0 0 0,0 0 0,0 0 0,0 0 0,0 0 0,0 0 0,0 0 0,0 0 0,0 0 0,0 1 0,0-1 0,0 0 0,0 1 0,-1-1 0,1 1 0,0-1 0,0 1 0,0 0 0,1 0 0,3 3 0,-1 0 0,1 0 0,6 8 0,10 14-52,-12-13-276,1-1-1,0-1 1,18 16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24575,'7'25'0,"3"14"0,0 2 0,-2-3 0,-3-8-8191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77 552 24575,'18'-29'0,"-1"0"0,-2-2 0,15-38 0,-26 57 0,-1 0 0,0-1 0,0 1 0,-1-1 0,-1 1 0,0-1 0,-1 0 0,0 1 0,-1-1 0,0 0 0,-6-22 0,0 12 0,-1 1 0,-1 0 0,-1 0 0,0 1 0,-2 0 0,-1 1 0,-21-26 0,32 43 0,0 1 0,0 0 0,0 0 0,0-1 0,-1 1 0,1 1 0,-1-1 0,0 0 0,-3-1 0,6 3 0,-1-1 0,0 1 0,1 0 0,-1 0 0,0 0 0,1 0 0,-1 0 0,0 0 0,1 0 0,-1 0 0,0 0 0,1 0 0,-1 0 0,0 0 0,1 0 0,-1 1 0,0-1 0,0 1 0,0 0 0,0-1 0,0 1 0,0 0 0,0 0 0,0 0 0,1 0 0,-1 0 0,0 0 0,1 0 0,-1 0 0,0 0 0,1 0 0,-1 3 0,-2 6 0,1 1 0,0 0 0,0 0 0,0 20 0,7 44 0,-2-49 0,2 0 0,1 0 0,1-1 0,1 1 0,1-2 0,1 1 0,1-1 0,16 24 0,-14-28 0,0-1 0,1-1 0,1 0 0,1-1 0,0-1 0,1 0 0,1-1 0,0-1 0,31 18 0,-43-28 0,0-1 0,1 0 0,0 0 0,0 0 0,0-1 0,0 0 0,0 0 0,11 0 0,-15-2 0,-1 0 0,1 0 0,-1 0 0,0 0 0,1-1 0,-1 1 0,1-1 0,-1 1 0,0-1 0,1 0 0,-1 0 0,0 0 0,0 0 0,1-1 0,-1 1 0,0-1 0,-1 1 0,1-1 0,0 0 0,0 1 0,-1-1 0,1 0 0,-1 0 0,1 0 0,-1 0 0,0-1 0,0 1 0,1-2 0,3-13-1365,-1 3-5461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24575,'91'205'0,"-34"-83"0,38 102 0,-87-205 0,-5-13 0,0 1 0,0-1 0,1 9 0,-4-15 0,0 0 0,0 0 0,0-1 0,0 1 0,0 0 0,0 0 0,-1 0 0,1 0 0,0 0 0,0 0 0,0 0 0,0 0 0,0 0 0,0 0 0,0 0 0,-1 0 0,1 0 0,0 0 0,0-1 0,0 1 0,0 0 0,0 0 0,0 0 0,-1 0 0,1 0 0,0 0 0,0 1 0,0-1 0,0 0 0,0 0 0,0 0 0,-1 0 0,1 0 0,0 0 0,0 0 0,0 0 0,0 0 0,0 0 0,0 0 0,0 0 0,0 0 0,-1 0 0,1 1 0,0-1 0,0 0 0,0 0 0,0 0 0,0 0 0,0 0 0,0 0 0,0 0 0,0 1 0,0-1 0,0 0 0,0 0 0,0 0 0,0 0 0,0 0 0,0 0 0,0 1 0,0-1 0,0 0 0,0 0 0,-9-8 0,-30-35 0,-39-38 0,76 79 0,-1-1 0,1 1 0,0 0 0,0-1 0,0 1 0,0-1 0,0 0 0,1 0 0,-2-3 0,2 6 0,1-1 0,0 1 0,0-1 0,0 1 0,0-1 0,0 1 0,0-1 0,0 1 0,0-1 0,0 1 0,0-1 0,0 1 0,0-1 0,0 1 0,0-1 0,0 1 0,1-1 0,-1 1 0,0-1 0,0 1 0,1 0 0,-1-1 0,1 0 0,0 0 0,0 1 0,0-1 0,0 0 0,0 1 0,0-1 0,0 1 0,0 0 0,1-1 0,-1 1 0,0 0 0,0-1 0,0 1 0,1 0 0,1 0 0,13 1 0,1 0 0,-1 2 0,29 6 0,7 2 0,-28-7 0,0-2 0,26 0 0,-43-2 0,0 0 0,0-1 0,0 0 0,0 0 0,0-1 0,0 1 0,0-2 0,-1 1 0,1-1 0,-1 0 0,11-6 0,-16 8 0,1 0 0,-1 0 0,0 0 0,1 0 0,-1 0 0,0 0 0,0-1 0,0 1 0,0 0 0,0-1 0,0 1 0,0-1 0,-1 1 0,1-1 0,0 1 0,-1-1 0,1 0 0,-1 1 0,1-1 0,-1 0 0,0 1 0,0-1 0,0 0 0,0 1 0,0-1 0,0 0 0,-1-2 0,0 2 0,0 1 0,1-1 0,-1 1 0,0-1 0,0 1 0,0 0 0,0-1 0,-1 1 0,1 0 0,0 0 0,0 0 0,-1 0 0,1 0 0,-1 0 0,1 0 0,-1 1 0,1-1 0,-1 0 0,1 1 0,-1-1 0,0 1 0,1 0 0,-1-1 0,0 1 0,1 0 0,-1 0 0,-2 0 0,3 0 0,-1 0 0,1 0 0,0 0 0,-1 1 0,1-1 0,-1 0 0,1 1 0,0-1 0,-1 0 0,1 1 0,0 0 0,0-1 0,-1 1 0,1 0 0,0 0 0,0-1 0,0 1 0,0 0 0,0 0 0,-2 2 0,2-1 0,0 0 0,0 0 0,0 0 0,1 0 0,-1 0 0,0 0 0,1 0 0,-1 1 0,1-1 0,0 0 0,0 0 0,0 3 0,0 0 0,0 0 0,1 1 0,0-1 0,0 0 0,1 0 0,-1 0 0,1 0 0,0 0 0,0 0 0,4 6 0,3 0 0,1 1 0,0-2 0,1 1 0,0-2 0,0 1 0,1-1 0,0-1 0,25 13 0,-19-13 0,-1 0 0,1-1 0,0-1 0,1-1 0,-1-1 0,28 4 0,-37-7 0,1-1 0,0 0 0,-1 0 0,1-1 0,0 0 0,16-4 0,-22 4 0,0-1 0,0 1 0,-1-1 0,1 0 0,0 0 0,-1 0 0,1 0 0,-1-1 0,1 1 0,-1-1 0,0 0 0,0 0 0,-1 0 0,1 0 0,-1 0 0,1-1 0,-1 1 0,2-5 0,1-3 0,-1 0 0,-1 0 0,0-1 0,-1 1 0,0-1 0,0 1 0,-1-1 0,-1 0 0,0 1 0,0-1 0,-1 1 0,-1-1 0,-4-17 0,5 26-170,-1-1-1,1 1 0,-1-1 1,1 1-1,-1 0 0,0 0 1,-4-4-1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24575,'-2'5'0,"-2"4"0,1 4 0,1 1 0,2 1 0,3 1 0,2 0 0,3-1 0,3 1 0,2-1 0,1 0 0,1-3 0,-3 0 0,-2-3-8191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24575,'12'5'0,"7"7"0,3 3 0,0 3 0,-1 2 0,-2 1 0,-4-1 0,-2-4 0,-3-4-8191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24575,'-10'10'0,"1"2"0,1-1 0,0 1 0,1 0 0,0 1 0,1 0 0,0 0 0,1 0 0,1 1 0,0-1 0,0 1 0,2 0 0,0 0 0,0 1 0,1-1 0,1 0 0,1 0 0,0 1 0,0-1 0,7 24 0,1-4 0,1-1 0,2 0 0,1 0 0,2-1 0,1-1 0,1-1 0,1 0 0,2-1 0,1-1 0,2-2 0,26 26 0,-39-43-273,0 0 0,1-1 0,0-1 0,20 12 0,-17-13-6553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77 24575,'-20'-12'0,"-9"-5"0,-5 1 0,1 3 0,1 4 0,1 3 0,1 3 0,0 2 0,0 1 0,4 1 0,2-1 0,6 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24575,'1'18'0,"0"0"0,2 0 0,0 0 0,1 0 0,1-1 0,0 1 0,2-1 0,16 32 0,-6-19 0,2 0 0,1-1 0,40 45 0,-40-54-1365,-12-14-5461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24575,'25'-13'0,"11"-4"0,1 1 0,-2 1 0,-5 3 0,-5 3 0,-5 3 0,-2 3 0,-3 2 0,-5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24575,'8'-8'0,"4"-2"0,4 1 0,-2-2 0,0 3 0,-1 1 0,1 3 0,0 1 0,0 2 0,-2 3 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24575,'7'25'0,"3"11"0,2 1 0,-1-2 0,1-5 0,-3-5 0,0-5 0,1-5 0,-1-3 0,1 0 0,0-1 0,-1-2-8191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24575,'24'42'0,"1"3"0,-1 1 0,26 73 0,-48-108 0,-8-17 0,-11-23 0,15 25 0,-52-79-1365,41 65-5461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24575,'13'-20'0,"-6"8"0,0 1 0,1 0 0,12-13 0,-17 21 0,1 1 0,-1-1 0,0 0 0,1 1 0,-1 0 0,1-1 0,0 1 0,0 1 0,0-1 0,0 1 0,0-1 0,0 1 0,0 0 0,7 0 0,5 1 0,-1 0 0,1 2 0,-1 0 0,1 0 0,-1 1 0,0 1 0,26 11 0,-40-15 0,1 1 0,0-1 0,-1 1 0,1 0 0,0 0 0,-1 0 0,1 0 0,-1 0 0,0 0 0,1 0 0,-1 0 0,0 0 0,1 1 0,-1-1 0,0 0 0,0 1 0,0-1 0,0 1 0,-1 0 0,2 2 0,-1-2 0,-1 0 0,0 0 0,0 1 0,0-1 0,0 0 0,0 0 0,-1 0 0,1 1 0,0-1 0,-1 0 0,0 0 0,1 0 0,-1 0 0,-2 2 0,-2 5 0,0-1 0,0 0 0,-1-1 0,0 0 0,-1 0 0,-9 8 0,-1-2 0,13-10 0,0-1 0,0 1 0,0 1 0,1-1 0,-1 0 0,1 1 0,0 0 0,0-1 0,-5 9 0,8-11 0,-1 0 0,1 0 0,0 0 0,0 0 0,0 0 0,0 0 0,0 0 0,0 0 0,0-1 0,0 1 0,0 0 0,1 0 0,-1 0 0,0 0 0,0 0 0,1 0 0,-1 0 0,1-1 0,-1 1 0,1 0 0,-1 0 0,1-1 0,-1 1 0,1 0 0,0-1 0,-1 1 0,1 0 0,0-1 0,0 1 0,-1-1 0,1 1 0,0-1 0,0 1 0,2-1 0,3 3 0,0-1 0,1 1 0,11 1 0,-13-3 0,61 12 0,45 13 0,-95-21 0,-1 0 0,0 2 0,0-1 0,27 18 0,-38-21-151,0 0-1,0 1 0,0 0 0,-1-1 1,1 1-1,-1 0 0,0 1 1,3 4-1,-2-1-6674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2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24575,'0'-5'0,"0"-12"0,1 14 0,1 8 0,41 191 0,-39-178 0,41 139 0,-37-136 0,1-1 0,0 1 0,2-2 0,0 1 0,18 22 0,-13-20 0,-10-13 0,1 0 0,0 0 0,0 0 0,1-1 0,10 8 0,-17-15 0,0 0 0,0-1 0,-1 1 0,1-1 0,0 1 0,0-1 0,0 1 0,0-1 0,0 0 0,0 1 0,0-1 0,0 0 0,0 0 0,0 0 0,0 0 0,1 0 0,-1 0 0,0 0 0,0 0 0,0 0 0,0 0 0,0 0 0,0-1 0,0 1 0,0 0 0,0-1 0,0 1 0,0-1 0,0 1 0,-1-1 0,1 0 0,0 1 0,0-1 0,0 0 0,-1 0 0,1 1 0,0-1 0,-1 0 0,1 0 0,-1 0 0,1 0 0,-1 0 0,1 0 0,0-1 0,2-6 0,0 0 0,-1 1 0,0-1 0,2-11 0,-4 19 0,15-97 0,-15 95 0,1-1 0,-1 1 0,1-1 0,-1 0 0,1 1 0,0 0 0,0-1 0,0 1 0,1-1 0,-1 1 0,2-3 0,-2 5 0,0-1 0,-1 0 0,1 1 0,0-1 0,0 1 0,0-1 0,0 1 0,0-1 0,-1 1 0,1 0 0,0-1 0,0 1 0,0 0 0,0 0 0,0 0 0,0 0 0,0 0 0,0 0 0,0 0 0,0 0 0,0 0 0,0 0 0,0 0 0,0 1 0,0-1 0,0 0 0,0 1 0,0-1 0,0 1 0,-1-1 0,1 1 0,1 0 0,19 13 0,-2 0 0,34 33 0,-32-28 0,37 27 0,38 12 0,-83-51 0,2 0 0,-1-1 0,1-1 0,0 0 0,18 2 0,-31-6 0,0-1 0,1 1 0,-1-1 0,1 0 0,-1 0 0,0 0 0,1-1 0,-1 1 0,0 0 0,1-1 0,-1 1 0,0-1 0,1 0 0,-1 0 0,4-2 0,-5 2 0,1-1 0,-1 1 0,1-1 0,-1 1 0,0-1 0,0 1 0,0-1 0,1 0 0,-2 0 0,1 0 0,0 1 0,0-1 0,0 0 0,-1 0 0,1 0 0,-1 0 0,0 0 0,0-4 0,1-20 0,-1 0 0,-2 0 0,-1 0 0,-1 0 0,0 1 0,-10-26 0,14 50 0,0 0 0,0 0 0,-1-1 0,1 1 0,0 0 0,-1 0 0,1 0 0,-1 0 0,1 0 0,-1 0 0,0 0 0,1 0 0,-1 0 0,0 0 0,0 0 0,0 0 0,0 0 0,1 1 0,-1-1 0,0 0 0,0 1 0,-1-1 0,1 1 0,0-1 0,0 1 0,0-1 0,0 1 0,0 0 0,0 0 0,-1-1 0,-1 1 0,2 1 0,-1-1 0,0 1 0,0-1 0,0 1 0,1 0 0,-1 0 0,0 0 0,1 0 0,-1 0 0,1 0 0,-1 0 0,1 1 0,-1-1 0,1 0 0,0 1 0,0-1 0,0 1 0,0 0 0,-2 2 0,1 1 0,-1 1 0,1 0 0,-1 0 0,2 0 0,-1 0 0,1 0 0,0 0 0,0 0 0,0 1 0,1-1 0,0 0 0,0 0 0,1 1 0,2 8 0,-3-11 0,1 0 0,1 0 0,-1 0 0,1 0 0,-1 0 0,1-1 0,0 1 0,0-1 0,1 1 0,-1-1 0,1 0 0,-1 1 0,1-2 0,0 1 0,1 0 0,-1 0 0,0-1 0,1 0 0,-1 0 0,1 0 0,0 0 0,7 3 0,-9-5 0,-1 1 0,1-1 0,0 1 0,0-1 0,0 0 0,0 0 0,0 0 0,0 0 0,0 0 0,-1 0 0,1 0 0,0-1 0,0 1 0,0-1 0,0 1 0,0-1 0,-1 0 0,1 0 0,0 0 0,1-1 0,-1 0 0,1 0 0,-1 0 0,0-1 0,0 1 0,0-1 0,0 1 0,0-1 0,-1 0 0,1 0 0,-1 1 0,1-5 0,2-4 0,-2 1 0,1-2 0,-1 1 0,-1 0 0,0-20 0,6 44 0,-1-2 0,11 15 0,-3-5-227,1-1-1,0 0 1,2-1-1,0-1 1,31 25-1,-38-36-6598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24575,'1'16'0,"0"0"0,1 0 0,1-1 0,0 1 0,1-1 0,0 0 0,12 25 0,4-1 0,36 56 0,-54-93 0,-1 0 0,1 1 0,-1-1 0,0 1 0,0 0 0,0-1 0,0 1 0,0 0 0,0 5 0,-1-7 0,0 0 0,0 0 0,0 0 0,-1 0 0,1 0 0,0 0 0,0 0 0,-1 0 0,1 0 0,0 0 0,-1 0 0,1 0 0,-1 0 0,0-1 0,1 1 0,-1 0 0,1 0 0,-1-1 0,0 1 0,0 0 0,0-1 0,1 1 0,-1 0 0,0-1 0,0 1 0,0-1 0,0 0 0,0 1 0,0-1 0,-2 1 0,-20 4-243,0-1 1,-49 2-1,61-5-394,-4 0-6189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24575,'-42'9'0,"0"3"0,-41 16 0,81-28 0,-1 1 0,1 0 0,0 1 0,-1-1 0,1 0 0,0 1 0,0-1 0,0 1 0,0 0 0,0-1 0,0 1 0,0 0 0,1 0 0,-1 0 0,1 1 0,-1-1 0,1 0 0,-2 5 0,3-4 0,-1-1 0,1 0 0,0 1 0,0-1 0,0 0 0,0 1 0,1-1 0,-1 1 0,1-1 0,-1 0 0,1 1 0,0-1 0,0 0 0,0 0 0,0 0 0,0 0 0,1 0 0,-1 0 0,0 0 0,4 3 0,6 7 0,1 0 0,1 0 0,0-2 0,14 10 0,62 34 0,-68-42 0,7 3 0,-16-9 0,0 0 0,-1 1 0,17 14 0,-27-21 0,0 1 0,0-1 0,-1 1 0,1-1 0,0 1 0,-1 0 0,1 0 0,0-1 0,-1 1 0,1 0 0,-1 0 0,1-1 0,-1 1 0,1 0 0,-1 0 0,0 0 0,1 0 0,-1 0 0,0 0 0,0 0 0,0 0 0,0 2 0,0-3 0,-1 1 0,1 0 0,-1-1 0,1 1 0,-1 0 0,1-1 0,-1 1 0,0 0 0,1-1 0,-1 1 0,0-1 0,1 0 0,-1 1 0,0-1 0,0 1 0,1-1 0,-1 0 0,0 0 0,-1 1 0,-7 1 0,1-1 0,-1 0 0,-13-1 0,-1 0 0,-1-1 0,1-1 0,0-2 0,1 0 0,-35-11 0,56 14-54,-1 1-1,0-1 0,1 0 1,-1 0-1,0 1 1,1-1-1,-1-1 0,1 1 1,0 0-1,-1 0 1,1 0-1,0-1 0,0 1 1,0-1-1,0 1 0,0-1 1,0 1-1,0-1 1,0 1-1,1-1 0,-1 0 1,1 1-1,-1-1 1,0-3-1,0-6-6771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59 207 24575,'-1'10'0,"0"-1"0,0 1 0,1-1 0,0 1 0,1-1 0,0 0 0,0 1 0,1-1 0,1 0 0,-1 0 0,2 0 0,-1 0 0,10 17 0,-3-9 0,1-1 0,0 1 0,2-2 0,0 0 0,24 23 0,-33-35 0,0 0 0,0 0 0,0 0 0,0 0 0,8 3 0,-11-6 0,0 1 0,0-1 0,-1 0 0,1 0 0,0 1 0,0-1 0,0 0 0,-1 0 0,1 0 0,0 0 0,0 0 0,0 0 0,-1 0 0,1-1 0,0 1 0,0 0 0,1-1 0,-1 1 0,-1-1 0,1 0 0,-1 1 0,1-1 0,0 0 0,-1 1 0,1-1 0,-1 0 0,1 0 0,-1 1 0,0-1 0,1 0 0,-1 0 0,0 0 0,0 0 0,0 0 0,1 0 0,-1 1 0,0-1 0,0-1 0,0-2 0,-1 0 0,1 0 0,-1 0 0,1 0 0,-1 1 0,0-1 0,0 0 0,-1 0 0,1 1 0,-3-5 0,-23-34 0,21 34 0,-62-78 0,-3-4 0,62 77 0,1 0 0,1-1 0,0 0 0,0 0 0,-5-20 0,12 33 0,-1-1 0,1 1 0,-1-1 0,1 0 0,0 1 0,-1-1 0,1 0 0,0 1 0,0-1 0,0 0 0,1 1 0,-1-1 0,0 1 0,1-1 0,-1 0 0,1 1 0,-1-1 0,1 1 0,0-1 0,1-1 0,-1 2 0,0 0 0,0 0 0,0 0 0,1 0 0,-1 1 0,0-1 0,1 0 0,-1 1 0,0-1 0,1 1 0,-1-1 0,1 1 0,-1 0 0,1-1 0,-1 1 0,1 0 0,-1 0 0,1 0 0,-1 0 0,1 1 0,0-1 0,1 1 0,4 1 0,-1 0 0,0 0 0,0 0 0,1 1 0,-2 0 0,1 1 0,0-1 0,-1 1 0,1 0 0,-1 1 0,0-1 0,7 10 0,-8-10 0,-1 0 0,0 0 0,-1 0 0,1 1 0,-1-1 0,0 1 0,0-1 0,1 6 0,-2-7 0,0-1 0,-1 1 0,0 0 0,1 0 0,-1 0 0,0 0 0,0 0 0,-1 0 0,1-1 0,-1 1 0,1 0 0,-1 0 0,0 0 0,-2 3 0,2-4 0,0 0 0,0-1 0,0 1 0,0 0 0,-1-1 0,1 1 0,0-1 0,-1 1 0,0-1 0,1 0 0,-1 0 0,0 0 0,1 0 0,-3 1 0,-29 8 0,9-3 0,24-7 0,0 0 0,-1 0 0,1 0 0,0 0 0,-1 0 0,1 0 0,0 0 0,-1 1 0,1-1 0,0 0 0,-1 0 0,1 0 0,0 0 0,-1 1 0,1-1 0,0 0 0,0 0 0,-1 1 0,1-1 0,0 0 0,0 1 0,-1-1 0,1 0 0,0 1 0,0 0 0,7 1 0,17-1 0,37-8 0,54-9 0,-99 13 0,0-1 0,0-1 0,0-1 0,26-12 0,-35 14 0,-1 0 0,1 0 0,-1 0 0,-1-1 0,1 0 0,-1 0 0,0-1 0,0 1 0,7-11 0,-10 13 0,-1 0 0,1 0 0,0 0 0,-1 0 0,0-1 0,1 1 0,-1 0 0,-1-1 0,1 1 0,0-1 0,-1 1 0,0-1 0,0 1 0,0-1 0,0 0 0,0 1 0,-1-1 0,0 1 0,0 0 0,0-1 0,0 1 0,-2-5 0,1 4 0,-1 1 0,1-1 0,-1 1 0,0 0 0,0 0 0,0 0 0,-1 0 0,1 0 0,-1 1 0,1-1 0,-6-1 0,6 2 0,0 0 0,0 1 0,0 0 0,0 0 0,0 0 0,0 0 0,0 0 0,-1 1 0,1-1 0,0 1 0,0 0 0,-1 0 0,1 0 0,0 0 0,-4 1 0,6 0 0,-1-1 0,1 1 0,-1 0 0,1 0 0,0 0 0,0 0 0,-1 0 0,1 0 0,0 0 0,0 0 0,0 1 0,0-1 0,0 0 0,1 1 0,-1-1 0,0 1 0,1-1 0,-1 0 0,1 1 0,-1-1 0,1 1 0,0 0 0,-1-1 0,1 1 0,0-1 0,0 1 0,0 3 0,1 0 0,-1 0 0,0 0 0,1 0 0,0 0 0,1 0 0,-1 0 0,4 7 0,3 4 0,2-2 0,0 1 0,1-1 0,0-1 0,1 0 0,1 0 0,0-1 0,0-1 0,22 15 0,-15-15-170,1 0-1,0-1 0,0-1 1,1-1-1,0-1 0,0-1 1,30 4-1,-33-7-6655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24575,'-13'5'0,"0"0"0,0 0 0,1 1 0,0 1 0,0 0 0,1 1 0,-15 12 0,25-19 0,0 0 0,0 0 0,0 0 0,0 0 0,0 0 0,0 1 0,0-1 0,0 0 0,0 0 0,1 1 0,-1-1 0,0 0 0,1 1 0,-1-1 0,1 1 0,0-1 0,-1 1 0,1-1 0,0 1 0,0-1 0,0 1 0,0-1 0,0 1 0,0-1 0,0 1 0,1-1 0,-1 0 0,0 1 0,1-1 0,-1 1 0,1-1 0,0 0 0,-1 1 0,1-1 0,0 0 0,0 0 0,0 1 0,0-1 0,0 0 0,0 0 0,0 0 0,0 0 0,3 1 0,5 4 0,-1-1 0,1 0 0,1 0 0,18 6 0,5-1 0,0-1 0,58 7 0,-86-16 0,0 1 0,-1-1 0,1 0 0,0 0 0,-1 0 0,1 0 0,0-1 0,-1 0 0,1 0 0,-1 0 0,1-1 0,-1 1 0,6-4 0,-7 3 0,0 0 0,0 0 0,0 0 0,0-1 0,-1 1 0,1-1 0,-1 0 0,0 1 0,0-1 0,0 0 0,0 0 0,0-1 0,-1 1 0,0 0 0,1-1 0,-1 1 0,1-6 0,1-2 0,-1 18 0,1 5 0,-1-6-136,0 0-1,1-1 1,0 1-1,0-1 1,0 1-1,0-1 1,1 0-1,0 0 0,5 4 1,2 2-6690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24575,'3'-5'0,"0"1"0,0 3 0,0 5 0,-2 4 0,1 3 0,-2 5 0,0 2 0,0-2-8191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5 24575,'-4'-1'0,"0"0"0,-1 0 0,1 1 0,-1-1 0,1 1 0,-1 0 0,1 0 0,-1 0 0,1 1 0,-1 0 0,1 0 0,-8 2 0,9-2 0,1 1 0,-1-1 0,1 1 0,0 0 0,-1-1 0,1 1 0,0 0 0,0 0 0,0 1 0,0-1 0,0 0 0,1 1 0,-1-1 0,1 1 0,0-1 0,-1 1 0,1-1 0,0 1 0,1 0 0,-2 5 0,0 3 0,1 0 0,0 0 0,1 0 0,0 0 0,0 1 0,3 11 0,17 68 0,-16-77 0,104 305 0,-96-291 0,-4-8 0,0 1 0,5 26 0,-12-47 0,-1 1 0,0 0 0,0-1 0,1 1 0,-1 0 0,0-1 0,0 1 0,0 0 0,0-1 0,0 1 0,0 0 0,0-1 0,0 1 0,0 0 0,0-1 0,-1 1 0,1 0 0,0-1 0,0 1 0,-1-1 0,1 1 0,0 0 0,-1-1 0,1 1 0,0-1 0,-1 1 0,0-1 0,0 1 0,0-1 0,1 0 0,-1 0 0,0 0 0,0 0 0,1 0 0,-1 0 0,0-1 0,0 1 0,0 0 0,1 0 0,-1 0 0,0-1 0,1 1 0,-1 0 0,0-1 0,0 0 0,-7-4 0,0 0 0,-10-11 0,16 15 0,-14-14 0,2 0 0,0 0 0,1-1 0,0-1 0,1 0 0,1-1 0,1 0 0,1-1 0,0 0 0,2 0 0,-9-32 0,14 45 0,1 0 0,0 1 0,1-1 0,0 0 0,0 0 0,0 0 0,0 0 0,1 0 0,0 0 0,3-10 0,-2 13 0,-1 0 0,0 1 0,0-1 0,1 1 0,0-1 0,-1 1 0,1-1 0,0 1 0,0 0 0,0 0 0,1 0 0,-1 0 0,0 0 0,1 1 0,-1-1 0,1 1 0,0-1 0,0 1 0,-1 0 0,1 0 0,0 0 0,0 1 0,4-2 0,13 0 0,0 1 0,0 0 0,0 1 0,0 1 0,36 7 0,96 31 0,-109-27 0,-40-11 3,-1 0-1,1 1 1,-1-1 0,1 0-1,-1 1 1,0-1-1,0 1 1,1 0 0,-1 0-1,0-1 1,-1 1-1,1 1 1,0-1 0,0 0-1,-1 0 1,0 1-1,3 4 1,1 4-88,-1 1 1,5 22 0,-2-8-1075,-3-12-5667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24575,'-5'2'0,"-1"4"0,-3 1 0,0 1 0,0 2 0,1 2 0,2-1-8191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28 24575,'-8'-3'0,"-8"-3"0,0 0 0,-24-4 0,36 9 0,0 1 0,1-1 0,-1 1 0,0 0 0,0 0 0,0 0 0,0 0 0,0 0 0,0 1 0,0 0 0,1 0 0,-1 0 0,0 0 0,1 1 0,-1 0 0,-4 2 0,6-2 0,0-1 0,1 1 0,-1-1 0,0 1 0,1 0 0,0 0 0,-1 0 0,1 0 0,0 0 0,0 0 0,0 0 0,0 0 0,1 0 0,-1 1 0,0-1 0,1 0 0,0 0 0,-1 1 0,1-1 0,0 0 0,0 1 0,0-1 0,1 0 0,-1 1 0,0-1 0,2 4 0,0 0 0,0-1 0,0 1 0,1-1 0,-1 1 0,1-1 0,0 0 0,1 0 0,-1 0 0,6 5 0,3 1 0,0 0 0,1-2 0,-1 1 0,2-2 0,0 1 0,0-2 0,0 0 0,1-1 0,0 0 0,0-1 0,0-1 0,1 0 0,0-1 0,-1-1 0,1 0 0,25-1 0,-26-2-1365,-3 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7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 24575,'-97'26'0,"57"-16"0,-46 17 0,82-25 0,-1 0 0,1 0 0,0 0 0,0 1 0,0 0 0,0 0 0,0 0 0,0 0 0,-5 6 0,8-7 0,0-1 0,0 1 0,0 0 0,0 0 0,0-1 0,0 1 0,0 0 0,1 0 0,-1 0 0,1 0 0,-1 0 0,1 0 0,0 0 0,-1 0 0,1 0 0,0 0 0,1 0 0,-1 0 0,0-1 0,0 1 0,1 0 0,-1 0 0,1 0 0,0 0 0,1 3 0,2 2 0,0 0 0,1-1 0,0 0 0,0 0 0,0 0 0,1 0 0,9 7 0,51 31 0,-16-11 0,46 36 0,-94-67 0,-1-1 0,1 0 0,-1 0 0,1 1 0,-1-1 0,0 1 0,0-1 0,1 1 0,-1-1 0,1 4 0,-2-4 0,0-1 0,0 0 0,1 1 0,-1-1 0,0 1 0,0-1 0,0 0 0,0 1 0,0-1 0,0 0 0,0 1 0,0-1 0,-1 1 0,1-1 0,0 0 0,0 1 0,0-1 0,0 0 0,0 1 0,-1-1 0,1 0 0,0 1 0,-1 0 0,0-1 0,0 1 0,0-1 0,1 1 0,-1-1 0,0 1 0,0-1 0,0 1 0,0-1 0,0 0 0,0 0 0,-2 1 0,-20 1 0,-1-1 0,0-1 0,0-1 0,0-2 0,-31-6 0,45 8 0,-7-2 0,1 0 0,-1-1 0,-29-12 0,44 15-97,0 0-1,-1 0 1,1 0-1,0-1 1,0 1-1,1-1 1,-1 0-1,0 1 1,0-1-1,1 0 1,-1 0-1,1 0 0,-2-3 1,-2-5-6729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24575,'-1'0'0,"1"-1"0,0 1 0,-1 0 0,1 0 0,0 1 0,0-1 0,-1 0 0,1 0 0,0 0 0,0 0 0,-1 0 0,1 0 0,0 0 0,0 0 0,-1 0 0,1 1 0,0-1 0,0 0 0,-1 0 0,1 0 0,0 0 0,0 1 0,0-1 0,0 0 0,-1 0 0,1 0 0,0 1 0,0-1 0,0 0 0,0 0 0,0 1 0,0-1 0,0 0 0,-1 0 0,1 1 0,0-1 0,0 0 0,0 1 0,0-1 0,0 0 0,0 0 0,0 1 0,0-1 0,1 0 0,-1 0 0,0 1 0,0-1 0,0 0 0,0 0 0,0 1 0,0-1 0,0 0 0,1 0 0,-1 1 0,0-1 0,0 0 0,0 0 0,1 1 0,9 12 0,-2-7 0,0 0 0,0-1 0,0-1 0,0 1 0,1-1 0,0-1 0,10 4 0,67 11 0,-77-16 0,-4-2 0,-1 1 0,1-1 0,-1 0 0,1 0 0,-1 0 0,1-1 0,-1 1 0,0-1 0,1 0 0,6-3 0,-9 3 0,0 0 0,0 0 0,0 0 0,0 0 0,0 0 0,0-1 0,0 1 0,-1-1 0,1 1 0,-1-1 0,1 1 0,-1-1 0,0 0 0,1 0 0,-1 0 0,0 0 0,0 0 0,0 0 0,0 0 0,-1 0 0,1 0 0,0-5 0,-1 7 0,0 0 0,0 0 0,0 0 0,0 0 0,1 0 0,-1-1 0,0 1 0,0 0 0,0 0 0,0 0 0,0-1 0,0 1 0,0 0 0,0 0 0,0 0 0,0 0 0,0-1 0,0 1 0,0 0 0,0 0 0,-1 0 0,1 0 0,0-1 0,0 1 0,0 0 0,0 0 0,0 0 0,0 0 0,0 0 0,0-1 0,-1 1 0,1 0 0,0 0 0,0 0 0,0 0 0,-5 4 0,-5 11 0,6-4 0,1 0 0,0 0 0,1 0 0,0 0 0,0 16 0,2 61 0,1-46 0,0-7 0,1 0 0,2 0 0,10 43 0,-13-75 0,0 0 0,-1 0 0,1 0 0,-1 0 0,0 0 0,0 0 0,0 4 0,-1-6 0,1-1 0,0 1 0,0 0 0,0-1 0,-1 1 0,1-1 0,0 1 0,-1 0 0,1-1 0,-1 1 0,1-1 0,0 1 0,-1-1 0,1 0 0,-1 1 0,1-1 0,-1 1 0,0-1 0,1 0 0,-1 1 0,1-1 0,-1 0 0,0 0 0,1 0 0,-1 1 0,1-1 0,-1 0 0,0 0 0,1 0 0,-1 0 0,0 0 0,1 0 0,-1 0 0,0 0 0,1 0 0,-1-1 0,0 1 0,1 0 0,-1 0 0,0-1 0,-8-2 0,1 0 0,0-1 0,0 0 0,1-1 0,-1 1 0,-11-11 0,3 3 0,1 0-1365,3 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9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24575,'-6'-10'0,"5"8"0,0 0 0,-1 0 0,1 0 0,0 0 0,0 0 0,0 0 0,1 0 0,-1 0 0,0-4 0,1 6 0,0-1 0,0 1 0,1 0 0,-1 0 0,0 0 0,0 0 0,1 0 0,-1 0 0,0 0 0,0 0 0,1 0 0,-1 0 0,0 0 0,1 0 0,-1 0 0,0 0 0,0 0 0,1 0 0,-1 1 0,0-1 0,0 0 0,1 0 0,-1 0 0,0 0 0,0 0 0,0 1 0,1-1 0,-1 0 0,0 0 0,0 0 0,1 1 0,8 5 0,54 52 0,-44-39 0,2 0 0,30 21 0,-40-32 0,0-1 0,24 11 0,-31-17 0,-1 0 0,0 0 0,0 0 0,1 0 0,-1 0 0,0-1 0,1 1 0,-1-1 0,0 0 0,1 0 0,-1 0 0,1-1 0,-1 1 0,0-1 0,1 0 0,-1 0 0,4-1 0,-5 0 0,0 1 0,0-1 0,-1 1 0,1-1 0,0 0 0,-1 0 0,1 1 0,-1-1 0,0 0 0,0 0 0,0-1 0,0 1 0,0 0 0,0 0 0,0 0 0,-1-1 0,1 1 0,-1 0 0,1-1 0,-1 1 0,0 0 0,0-1 0,-1-3 0,1-6 0,-1 1 0,-1-1 0,-3-15 0,4 23 0,-2-4 0,1 0 0,1-1 0,-1 0 0,1 1 0,1-14 0,0 22 0,0 0 0,0 0 0,0 0 0,0-1 0,0 1 0,0 0 0,0 0 0,0 0 0,0 0 0,0 0 0,0 0 0,0 0 0,0 0 0,0 0 0,0 0 0,0-1 0,0 1 0,0 0 0,0 0 0,0 0 0,0 0 0,1 0 0,-1 0 0,0 0 0,0 0 0,0 0 0,0 0 0,0 0 0,0 0 0,0 0 0,0 0 0,0 0 0,0 0 0,0 0 0,1 0 0,-1 0 0,0 0 0,0 0 0,0 0 0,0 0 0,0 0 0,0 0 0,0 0 0,0 0 0,0 0 0,1 0 0,-1 0 0,6 4 0,6 9 0,-10-11 0,99 103 0,-93-96 0,1-1 0,0-1 0,1 1 0,-1-1 0,17 8 0,-25-15 0,-1 1 0,1-1 0,0 0 0,-1 1 0,1-1 0,0 0 0,-1 0 0,1 0 0,0 0 0,-1 1 0,1-1 0,0 0 0,0 0 0,-1-1 0,1 1 0,0 0 0,-1 0 0,1 0 0,0 0 0,0 0 0,-1-1 0,1 1 0,0 0 0,-1-1 0,1 1 0,-1-1 0,1 1 0,1-1 0,-1-1 0,-1 1 0,1-1 0,0 1 0,0-1 0,0 0 0,-1 1 0,1-1 0,-1 0 0,1 0 0,-1 1 0,0-4 0,1-3 0,-1-1 0,0 1 0,-1 0 0,-2-11 0,-1 0 0,-5-24 0,9 39 0,-1 0 0,1 0 0,0 0 0,0 0 0,0-1 0,1 1 0,1-7 0,-2 10 0,1 0 0,-1 0 0,1 0 0,-1 0 0,0 1 0,1-1 0,0 0 0,-1 0 0,1 0 0,-1 1 0,1-1 0,0 0 0,0 0 0,-1 1 0,1-1 0,0 1 0,0-1 0,0 1 0,0-1 0,-1 1 0,1 0 0,0-1 0,0 1 0,0 0 0,0-1 0,0 1 0,0 0 0,0 0 0,0 0 0,0 0 0,0 0 0,0 0 0,0 0 0,0 1 0,0-1 0,0 0 0,0 0 0,0 1 0,1 0 0,5 1 0,-1 1 0,1 1 0,-1-1 0,7 6 0,-9-7 0,176 124 0,-99-68 0,-65-47-1365,-3-2-5461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24575,'4'1'0,"0"0"0,0 0 0,0 0 0,0 1 0,0 0 0,0 0 0,0 0 0,0 0 0,-1 0 0,7 6 0,-2-2 0,9 6 0,0 0 0,1-2 0,0 0 0,1-1 0,0-1 0,0-1 0,35 9 0,-53-16 0,1 1 0,0-1 0,-1 0 0,1 1 0,-1-1 0,1 0 0,0 0 0,-1 0 0,1-1 0,0 1 0,-1 0 0,1-1 0,-1 1 0,1-1 0,0 1 0,-1-1 0,1 0 0,-1 1 0,2-2 0,-2 0 0,1 1 0,-1-1 0,0 0 0,0 1 0,0-1 0,0 0 0,0 0 0,-1 1 0,1-1 0,0 0 0,-1 0 0,0 0 0,1 0 0,-1 0 0,0 0 0,0-2 0,-2-42 0,1 36 0,1 0 0,-1 1 0,2-1 0,-1 0 0,3-13 0,-3 23 0,0-1 0,1 1 0,-1 0 0,0-1 0,0 1 0,0-1 0,0 1 0,1-1 0,-1 1 0,0 0 0,1-1 0,-1 1 0,0-1 0,1 1 0,-1 0 0,0-1 0,1 1 0,-1 0 0,0 0 0,1-1 0,-1 1 0,1 0 0,-1 0 0,1 0 0,-1-1 0,1 1 0,0 0 0,0 0 0,0 0 0,0 0 0,1 0 0,-1 0 0,0 1 0,0-1 0,1 0 0,-1 1 0,0-1 0,2 1 0,26 18 0,-28-17 0,25 17 0,0 0 0,54 28 0,-69-42 0,1 0 0,0 0 0,0-1 0,0-1 0,0 0 0,1 0 0,-1-1 0,1-1 0,-1 0 0,19-2 0,-7-2-1365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0 150 24575,'44'-52'0,"-34"38"0,1 1 0,25-24 0,-31 33 0,-1 1 0,1-1 0,0 1 0,0 0 0,0 1 0,1-1 0,-1 1 0,1 0 0,-1 0 0,1 1 0,0 0 0,10-2 0,-9 3 0,0 0 0,0 0 0,-1 1 0,1-1 0,0 2 0,-1-1 0,1 1 0,-1 0 0,10 4 0,-6-1 0,-1 0 0,0 1 0,0 0 0,0 0 0,9 10 0,-11-10-124,0 0 0,-1 1 0,0 0 0,-1-1 0,0 2 0,0-1-1,0 1 1,-1-1 0,0 1 0,6 17 0,-8-14-6702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5 298 24575,'22'-27'0,"30"-49"0,-46 66 0,-1 0 0,0 0 0,0-1 0,-1 0 0,-1 1 0,0-1 0,0-1 0,2-21 0,-5 29 0,-1 1 0,1-1 0,0 0 0,-1 1 0,0-1 0,0 1 0,0-1 0,0 1 0,-1-1 0,1 1 0,-1 0 0,0 0 0,0 0 0,0 0 0,0 0 0,0 0 0,-1 0 0,-2-2 0,3 4 0,1 0 0,0 0 0,-1 0 0,0 0 0,1 0 0,-1 0 0,0 0 0,1 0 0,-1 1 0,0-1 0,0 1 0,1-1 0,-1 1 0,0 0 0,0 0 0,0 0 0,0 0 0,0 0 0,1 0 0,-1 0 0,0 1 0,0-1 0,0 1 0,1-1 0,-1 1 0,0 0 0,0-1 0,1 1 0,-1 0 0,1 0 0,-1 0 0,1 1 0,-1-1 0,1 0 0,-3 3 0,1 0 0,0 0 0,1 1 0,-1-1 0,1 0 0,0 1 0,0 0 0,0 0 0,0-1 0,1 1 0,0 0 0,0 0 0,1 0 0,-1 10 0,1 4 0,0-1 0,5 26 0,-3-32 0,1-1 0,0 0 0,0-1 0,1 1 0,1-1 0,0 1 0,0-1 0,1-1 0,0 1 0,1-1 0,0 0 0,0 0 0,1-1 0,0 0 0,0 0 0,1-1 0,0 0 0,0-1 0,1 0 0,0 0 0,0-1 0,14 5 0,-20-9-80,1 1 0,0-1-1,0 0 1,0 0 0,-1-1-1,1 1 1,0-1 0,0 0-1,0-1 1,0 1 0,0-1 0,0 0-1,0 0 1,0 0 0,-1-1-1,8-3 1,-1 0-6746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24575,'116'324'0,"-60"-159"0,-44-128 0,11 29 0,-20-59 0,0 0 0,0-1 0,1 1 0,0-1 0,0 0 0,1 0 0,5 5 0,-9-10 0,0 1 0,1-1 0,-1 0 0,1 0 0,0 0 0,-1 0 0,1 0 0,0 0 0,-1 0 0,1 0 0,0-1 0,0 1 0,0-1 0,0 1 0,0-1 0,0 0 0,0 0 0,-1 0 0,1 0 0,0 0 0,0 0 0,0 0 0,0-1 0,0 1 0,2-1 0,-2 0 0,0 0 0,0-1 0,0 1 0,0 0 0,0-1 0,0 1 0,0-1 0,-1 1 0,1-1 0,-1 0 0,1 0 0,-1 0 0,0 0 0,1 0 0,-1 0 0,0 0 0,0 0 0,-1 0 0,1-1 0,1-2 0,0-14 0,0-1 0,-1 1 0,0 0 0,-5-38 0,3 52 0,0 0 0,0 0 0,0 0 0,-1 0 0,1 0 0,-1 1 0,0-1 0,-1 0 0,1 1 0,-1 0 0,0-1 0,0 1 0,0 0 0,-1 1 0,1-1 0,-1 0 0,0 1 0,0 0 0,0 0 0,-5-3 0,1 2 0,-1 0 0,0 0 0,1 1 0,-1 0 0,0 1 0,0-1 0,-1 2 0,1-1 0,0 1 0,-11 1 0,4 0 0,-64 2 0,69 0 0,1-1 0,-1 1 0,0 1 0,1 0 0,-13 5 0,22-7-91,-1-1 0,1 1 0,0 0 0,-1-1 0,1 1 0,0 0 0,0 0 0,0 0 0,0 0 0,0 0 0,0 0 0,0 0 0,0 0 0,-1 3 0,-1 4-6735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74 270 24575,'32'13'0,"-21"-8"0,0-1 0,1 0 0,0 0 0,-1-1 0,15 2 0,-26-5 0,1 0 0,-1 0 0,1 0 0,-1 0 0,1 0 0,0 0 0,-1 0 0,1 0 0,-1 0 0,1 0 0,-1 0 0,1 0 0,-1 0 0,1-1 0,0 1 0,-1 0 0,1 0 0,-1-1 0,1 1 0,-1 0 0,1-1 0,-1 0 0,0 1 0,0 0 0,0-1 0,0 1 0,0-1 0,0 1 0,0-1 0,0 1 0,0 0 0,0-1 0,0 1 0,0-1 0,0 1 0,-1 0 0,1-1 0,0 1 0,0 0 0,0-1 0,-1 1 0,1 0 0,-1-1 0,-22-21 0,19 19 0,-19-16 0,0-2 0,2 0 0,0-2 0,2 0 0,-28-43 0,44 62 0,1-1 0,0 1 0,0 0 0,0-1 0,1 0 0,-1 1 0,1-1 0,-1-9 0,2 12 0,0 0 0,0 1 0,0-1 0,1 0 0,-1 1 0,0-1 0,1 1 0,-1-1 0,1 0 0,-1 1 0,1-1 0,0 1 0,0-1 0,0 1 0,0 0 0,0-1 0,0 1 0,0 0 0,0 0 0,0 0 0,1-1 0,-1 1 0,0 1 0,1-1 0,-1 0 0,1 0 0,-1 0 0,4 0 0,2-1 0,1 0 0,-1 0 0,0 1 0,1 0 0,0 0 0,-1 1 0,1 0 0,-1 1 0,1 0 0,-1 0 0,1 0 0,-1 1 0,1 0 0,-1 0 0,0 1 0,0 0 0,9 6 0,10 6 0,-1 1 0,-1 1 0,23 22 0,-38-32 0,85 75 0,-81-66 120,-12-16-171,-1 1 0,0-1-1,1 1 1,-1-1 0,0 1 0,0 0 0,0-1-1,1 1 1,-1-1 0,0 1 0,0 0-1,0-1 1,0 1 0,0-1 0,0 1 0,0 0-1,0-1 1,0 1 0,-1-1 0,1 1 0,0 0-1,0-1 1,0 1 0,-1-1 0,1 1 0,0-1-1,-1 1 1,0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24575,'0'5'0,"0"4"0,3 1 0,0 1 0,3-2 0,2-1 0,1-1 0,-3-3 0,-1-5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24575,'5'-5'0,"2"1"0,-1 3 0,-1 5 0,-1 4 0,-2 3 0,2 3 0,0 1 0,-1 0 0,-1 1 0,0-1 0,-1 1 0,2-1 0,0 0 0,0 0 0,0-3-8191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24575,'-10'0'0,"-6"3"0,-3 0 0,2 3 0,4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61 307 24575,'10'-17'0,"-1"0"0,0 0 0,-1-1 0,-2 0 0,9-33 0,-13 43 0,-1 1 0,0-1 0,0 1 0,-1-1 0,0 1 0,0-1 0,-1 0 0,1 1 0,-2-1 0,1 1 0,-1 0 0,0-1 0,-1 1 0,0 0 0,0 0 0,0 0 0,-7-9 0,8 14 0,1 0 0,-1 0 0,0 0 0,0 0 0,0 0 0,0 0 0,0 0 0,0 1 0,-1-1 0,1 1 0,0 0 0,-1 0 0,1 0 0,-1 0 0,-3-1 0,4 2 0,1 0 0,-1 0 0,1 0 0,-1 0 0,0 0 0,1 0 0,-1 1 0,1-1 0,-1 0 0,1 1 0,-1 0 0,1-1 0,-1 1 0,1 0 0,0 0 0,-1-1 0,1 1 0,0 0 0,0 1 0,-1-1 0,1 0 0,0 0 0,0 0 0,0 1 0,1-1 0,-3 3 0,0 2 0,1 0 0,-1 0 0,1 0 0,0 1 0,1-1 0,0 1 0,0-1 0,0 1 0,0-1 0,1 1 0,0 0 0,1-1 0,0 1 0,2 10 0,2 3 0,0 0 0,2 1 0,11 22 0,-11-27 0,1-1 0,1 1 0,0-2 0,16 20 0,-20-28 0,1 1 0,0-1 0,1 0 0,0 0 0,0-1 0,0 0 0,0 0 0,1 0 0,-1-1 0,14 5 0,-14-7-227,0-1-1,0 0 1,0 0-1,0-1 1,11 0-1,-6 0-6598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43 24575,'-16'-7'0,"0"0"0,0 0 0,0 2 0,-1 0 0,-31-5 0,46 9 0,0 1 0,0 0 0,0 0 0,0 0 0,0 0 0,0 0 0,1 0 0,-1 1 0,0-1 0,0 0 0,0 1 0,0 0 0,0-1 0,1 1 0,-1 0 0,0 0 0,1 0 0,-1 0 0,1 0 0,-1 1 0,1-1 0,-1 0 0,1 1 0,0-1 0,-1 1 0,0 1 0,1 0 0,0 1 0,-1-1 0,1 0 0,1 1 0,-1-1 0,0 1 0,1-1 0,0 1 0,0-1 0,0 1 0,0 0 0,1-1 0,0 5 0,4 14 0,1-1 0,0 0 0,2 0 0,13 26 0,49 76 0,-54-97 0,-14-23 0,0 1 0,0-1 0,0 1 0,0 0 0,-1 0 0,0 0 0,1 0 0,-1 0 0,0 7 0,-1-9 0,0 0 0,0 0 0,0 0 0,-1 0 0,1-1 0,-1 1 0,1 0 0,-1 0 0,0-1 0,0 1 0,0 0 0,1-1 0,-2 1 0,1-1 0,0 1 0,0-1 0,0 0 0,-1 1 0,1-1 0,0 0 0,-1 0 0,1 0 0,-1 0 0,-2 1 0,-4 1-151,0 0-1,0 0 0,0-1 0,-1 0 1,1 0-1,-1-1 0,1 0 1,-11 0-1,-2 0-6674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24575,'-1'0'0,"1"0"0,-1 0 0,1 0 0,-1 1 0,0-1 0,1 0 0,-1 1 0,1-1 0,0 0 0,-1 1 0,1-1 0,-1 0 0,1 1 0,0-1 0,-1 1 0,1-1 0,0 1 0,-1-1 0,1 1 0,0-1 0,0 1 0,-1-1 0,1 1 0,0-1 0,0 1 0,0 0 0,0-1 0,0 1 0,0-1 0,0 1 0,0-1 0,0 1 0,0 0 0,0-1 0,0 1 0,0 0 0,4 23 0,-3-23 0,13 50 0,3-1 0,25 52 0,17 46 0,-26-44 0,-38-130-1365,-2 11-5461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24575,'32'-5'0,"14"-4"0,4-1 0,-4 2 0,-5 1 0,-7 3 0,-7 2 0,-5-2 0,-4 1 0,-3 0 0,-3-2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24575,'37'0'0,"62"-8"0,3-8 0,-58 11-1365,-32 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 24575,'40'-1'0,"-2"1"0,39 4 0,-74-4 0,0 0 0,-1 1 0,1-1 0,0 1 0,-1 0 0,1 0 0,0 0 0,-1 0 0,1 0 0,-1 1 0,1-1 0,-1 1 0,0-1 0,0 1 0,0 0 0,0 0 0,0 0 0,3 3 0,-4-1 0,1-1 0,0 1 0,-1-1 0,1 1 0,-1-1 0,0 1 0,-1 0 0,1 0 0,0-1 0,-1 1 0,0 0 0,0 7 0,-2-2 0,1 0 0,-1-1 0,0 1 0,0 0 0,-1-1 0,-1 0 0,1 1 0,-1-1 0,-1-1 0,1 1 0,-1 0 0,-1-1 0,1 0 0,-1-1 0,-11 11 0,12-14 0,1-1 0,-1 1 0,0-1 0,0 0 0,0 0 0,0-1 0,0 1 0,0-1 0,0 0 0,0-1 0,-1 1 0,1-1 0,0 0 0,-1 0 0,1-1 0,0 1 0,0-1 0,-7-3 0,-1 1 0,1-1 0,0 0 0,1-1 0,-1-1 0,1 1 0,-17-13 0,16 9 0,0 0 0,-16-17 0,24 21 0,0 1 0,1-1 0,-1 1 0,1-1 0,0 0 0,0-1 0,0 1 0,1 0 0,-3-9 0,4 12 0,1-1 0,0 1 0,0 0 0,0 0 0,0 0 0,0-1 0,0 1 0,1 0 0,-1 0 0,1 0 0,-1 0 0,1 0 0,0 0 0,0 0 0,0 0 0,0 0 0,0 0 0,0 0 0,0 0 0,1 1 0,-1-1 0,1 0 0,-1 1 0,1 0 0,0-1 0,0 1 0,-1 0 0,1 0 0,0 0 0,4-2 0,0 0 0,-1 1 0,1 0 0,0 0 0,0 1 0,0-1 0,0 1 0,0 0 0,0 1 0,0 0 0,7 0 0,-3 1-195,1 1 0,0 0 0,-1 1 0,1 0 0,-1 1 0,11 5 0,-8-2-6631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24575,'21'43'0,"-16"-31"0,1 0 0,0 0 0,1-1 0,9 12 0,-15-22 0,-1 0 0,1 0 0,0-1 0,-1 1 0,1 0 0,-1-1 0,1 1 0,0 0 0,0-1 0,-1 1 0,1-1 0,0 1 0,0-1 0,0 1 0,0-1 0,0 0 0,0 0 0,-1 1 0,1-1 0,1 0 0,-1 0 0,-1 0 0,1-1 0,-1 1 0,1 0 0,-1-1 0,1 1 0,-1 0 0,1-1 0,-1 1 0,1 0 0,-1-1 0,0 1 0,1-1 0,-1 1 0,0-1 0,1 1 0,-1-1 0,0 1 0,1-1 0,-1 0 0,0 1 0,0-2 0,1-3 0,0 0 0,0-1 0,-1 1 0,1-1 0,-2-6 0,-1-1 0,0 1 0,-1-1 0,-1 0 0,0 1 0,-1 0 0,0 0 0,-11-18 0,-11-26 0,27 55 0,-1-1 0,1 1 0,-1 0 0,1 0 0,-1 0 0,1-1 0,0 1 0,0 0 0,0-1 0,0 1 0,0 0 0,0 0 0,0-1 0,0 1 0,0 0 0,0-1 0,1 1 0,-1 0 0,1 0 0,-1 0 0,1-1 0,-1 1 0,1 0 0,0 0 0,-1 0 0,1 0 0,0 0 0,0 0 0,0 0 0,0 0 0,0 0 0,0 1 0,0-1 0,0 0 0,0 1 0,0-1 0,0 0 0,0 1 0,1-1 0,-1 1 0,0 0 0,0-1 0,3 1 0,2-1 0,0 0 0,0 0 0,0 1 0,0-1 0,0 2 0,0-1 0,0 1 0,7 1 0,3 3-285,-1 0 1,19 10-1,-29-13-226,8 4-6315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76 274 24575,'11'-12'0,"0"-1"0,-2 0 0,1-1 0,12-25 0,-20 35 0,0-1 0,-1 0 0,1 0 0,-1 0 0,0 0 0,0 0 0,0 0 0,-1 0 0,0 0 0,0 0 0,0 0 0,-1 0 0,1 0 0,-1 0 0,0 0 0,-1 0 0,1 0 0,-1 1 0,-3-8 0,0 5 0,0-1 0,0 1 0,0-1 0,-12-11 0,14 16 0,0 1 0,1-1 0,-1 1 0,0-1 0,-1 1 0,1 0 0,0 0 0,-1 1 0,1-1 0,-1 1 0,1-1 0,-1 1 0,-6-1 0,8 2 0,1 0 0,-1 0 0,1 0 0,-1 0 0,1 0 0,-1 0 0,1 1 0,-1-1 0,1 1 0,-1-1 0,1 1 0,0-1 0,-1 1 0,1 0 0,0 0 0,0 0 0,-1 0 0,0 1 0,0 0 0,0 0 0,1 1 0,-1-1 0,1 0 0,0 1 0,-1-1 0,1 1 0,0-1 0,-1 5 0,0 4 0,1 0 0,0 0 0,0 20 0,1-29 0,0 5 0,1 1 0,-1 0 0,1-1 0,1 1 0,-1-1 0,1 1 0,1-1 0,5 13 0,-5-15 0,0 0 0,1 0 0,-1 0 0,1 0 0,0-1 0,0 0 0,0 0 0,1 0 0,-1 0 0,1-1 0,0 0 0,6 3 0,0-1 0,-1 0 0,1-1 0,0-1 0,0 0 0,14 2 0,58 2 0,-52-6-1365,-18-2-5461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24575,'30'10'0,"15"6"0,5 3 0,-1 0 0,-6 0 0,-6-1 0,-6-1 0,-4-1 0,-4-1 0,-3 0 0,-2-2 0,-5-2 0,-2-2 0,-2-1 0,-1-1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 24575,'-12'8'0,"-5"4"0,1 3 0,1 2 0,2 0 0,2 0 0,2-1 0,0 0 0,2 0 0,-1-1 0,2 0 0,-2-3 0,2-1 0,-2-2 0,1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24575,'-7'3'0,"1"-1"0,-1 1 0,1 0 0,0 0 0,0 1 0,0 0 0,1 0 0,-1 0 0,-9 10 0,14-12 0,-1 0 0,1 0 0,-1 0 0,1 0 0,0 0 0,0 0 0,0 0 0,0 1 0,0-1 0,0 0 0,1 1 0,-1-1 0,1 0 0,-1 1 0,1-1 0,0 1 0,0-1 0,0 1 0,0-1 0,1 0 0,-1 1 0,1-1 0,-1 1 0,1-1 0,0 0 0,0 0 0,0 1 0,0-1 0,0 0 0,1 0 0,1 2 0,5 6 0,0 0 0,1-1 0,0 0 0,0-1 0,1 0 0,0 0 0,15 8 0,-22-15 0,0 1 0,0-1 0,0 0 0,0 0 0,0 0 0,0 0 0,0 0 0,0-1 0,0 1 0,0-1 0,0 0 0,0 0 0,1 0 0,-1-1 0,0 1 0,0-1 0,0 1 0,0-1 0,0 0 0,0 0 0,4-2 0,-5 1 0,1 0 0,-1 0 0,0 0 0,1 0 0,-1 0 0,0 0 0,0-1 0,-1 1 0,1 0 0,0-1 0,-1 0 0,1 1 0,-1-1 0,0 0 0,0 0 0,0 0 0,0 0 0,-1 0 0,1 0 0,-1 0 0,0 0 0,0-4 0,-3-12 0,2 17 0,1 0 0,-1-1 0,1 1 0,-1 0 0,1 0 0,0-1 0,0 1 0,0-1 0,0 1 0,0 0 0,1-3 0,0 5 0,-1 0 0,0 0 0,0 0 0,0-1 0,1 1 0,-1 0 0,0 1 0,0-1 0,1 0 0,-1 0 0,0 0 0,0 0 0,0 0 0,1 0 0,-1 0 0,0 0 0,0 0 0,0 0 0,1 0 0,-1 1 0,0-1 0,0 0 0,0 0 0,0 0 0,1 0 0,-1 1 0,0-1 0,0 0 0,0 0 0,0 0 0,0 1 0,0-1 0,1 0 0,-1 1 0,7 9 0,-6-9 0,64 84-1365,-58-75-5461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 24575,'-15'-2'0,"-1"1"0,0 1 0,0 0 0,1 1 0,-1 0 0,0 1 0,1 1 0,-20 6 0,33-8 0,0 0 0,0-1 0,1 1 0,-1 0 0,0 0 0,1-1 0,-1 1 0,1 1 0,-1-1 0,1 0 0,0 0 0,-1 0 0,1 1 0,0-1 0,0 1 0,0-1 0,0 1 0,0-1 0,0 1 0,0 0 0,1-1 0,-1 1 0,0 2 0,1-1 0,0-1 0,0 1 0,0 0 0,0-1 0,1 1 0,0-1 0,-1 1 0,1-1 0,0 1 0,0-1 0,0 1 0,0-1 0,1 0 0,-1 0 0,4 5 0,5 5 0,0-1 0,1 0 0,1 0 0,0-1 0,0 0 0,25 14 0,-4-6 0,60 24 0,-69-33 0,0-1 0,0-1 0,1-1 0,0-1 0,32 2 0,-55-7-57,0 0 0,0 1 1,0-1-1,0 0 0,0 0 0,0-1 0,0 1 0,0 0 0,0-1 0,0 1 0,0-1 1,0 1-1,0-1 0,-1 0 0,1 0 0,0 0 0,0 0 0,-1 0 0,1-1 1,0 1-1,-1 0 0,0-1 0,3-2 0,0-5-6769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24575,'80'194'0,"-61"-137"0,4-2 0,48 89 0,-57-121-120,-4-6 205,0 0-1,19 22 1,-25-35-192,0 0-1,0 0 1,0 0 0,1-1 0,-1 1 0,1-1 0,0 0 0,0 0 0,0-1 0,0 1 0,0-1 0,1 0 0,5 1 0,0-1-6719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0 24575,'-28'3'0,"-11"0"0,-2 3 0,4 0 0,5 1 0,6 0 0,3 1 0,2-1 0,2-1 0,5-2-8191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263 736 24575,'-6'-53'0,"-16"-65"0,-22-51 0,-7-28 0,13 22 0,38 174 0,0-1 0,-1 1 0,1 0 0,0 0 0,-1-1 0,1 1 0,-1 0 0,0 0 0,1 0 0,-1-1 0,0 1 0,0 0 0,1 0 0,-1 0 0,0 0 0,0 1 0,0-1 0,-2-1 0,2 2 0,0-1 0,0 1 0,0 0 0,0 0 0,0-1 0,0 1 0,0 0 0,0 0 0,0 0 0,0 0 0,0 1 0,0-1 0,0 0 0,0 0 0,0 1 0,0-1 0,0 0 0,-1 1 0,-2 2 0,-1 0 0,1 0 0,0 0 0,0 1 0,0-1 0,1 1 0,-6 7 0,5-6 0,1 0 0,-1 0 0,1 0 0,1 0 0,-1 1 0,1-1 0,0 1 0,0 0 0,1-1 0,-1 1 0,1 0 0,1 0 0,-1 0 0,1 0 0,0 0 0,1 8 0,1-4 0,0 0 0,1 0 0,0 0 0,0 0 0,1-1 0,1 1 0,0-1 0,9 14 0,24 29 0,2 0 0,86 84 0,111 71 0,-236-206 0,1 0 0,-1 0 0,0 0 0,0-1 0,0 1 0,1 0 0,-1 0 0,0-1 0,1 1 0,-1-1 0,0 1 0,1-1 0,-1 0 0,2 1 0,-2-2 0,0 1 0,-1 0 0,1 0 0,-1-1 0,1 1 0,0-1 0,-1 1 0,1-1 0,-1 1 0,1 0 0,-1-1 0,1 0 0,-1 1 0,1-1 0,-1 1 0,0-1 0,1 0 0,-1 1 0,0-1 0,0 0 0,1 1 0,-1-1 0,0 0 0,0 1 0,0-1 0,0 0 0,0 1 0,0-1 0,0 0 0,0 0 0,0 0 0,1-14 0,-1 1 0,-1-1 0,0 1 0,-1-1 0,-6-21 0,-26-69 0,24 79 0,8 17 0,3 9 0,7 11 0,-2-1 0,13 16 0,2-1 0,1 0 0,0-2 0,36 29 0,-32-32-1365,-16-13-5461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24575,'12'18'0,"7"7"0,1 4 0,-4 0 0,-5-1 0,-3-4 0,-4-5-8191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24575,'34'19'0,"-1"2"0,35 28 0,-13-8 0,-52-39 0,-1 0 0,1-1 0,0 1 0,-1-1 0,1 1 0,0-1 0,0 0 0,0 0 0,0-1 0,0 1 0,3 0 0,-5-1 0,0 0 0,0 0 0,0 0 0,0-1 0,0 1 0,0 0 0,0-1 0,0 1 0,0-1 0,0 1 0,0-1 0,0 1 0,0-1 0,0 1 0,0-1 0,0 0 0,-1 0 0,1 1 0,0-1 0,-1 0 0,1 0 0,0 0 0,-1 0 0,1 0 0,-1 0 0,0 0 0,1 0 0,-1 0 0,0 0 0,1 0 0,-1 0 0,0 0 0,0 0 0,0-1 0,0-5 0,1 1 0,-2-1 0,1 1 0,-1-1 0,0 1 0,0-1 0,-3-6 0,2 5 0,0-1 0,1 1 0,-1-13 0,2 20 0,0 1 0,0-1 0,0 1 0,0-1 0,0 0 0,0 1 0,0-1 0,0 1 0,0-1 0,0 1 0,0-1 0,0 0 0,1 1 0,-1-1 0,0 1 0,1-1 0,-1 1 0,0-1 0,1 1 0,-1-1 0,0 1 0,1-1 0,-1 1 0,1 0 0,-1-1 0,1 1 0,-1 0 0,1-1 0,-1 1 0,1 0 0,-1 0 0,1-1 0,-1 1 0,1 0 0,-1 0 0,1 0 0,0 0 0,-1 0 0,1 0 0,-1 0 0,1 0 0,0 0 0,-1 0 0,1 0 0,-1 0 0,1 0 0,-1 0 0,1 1 0,0-1 0,-1 0 0,1 1 0,6 1 0,-1 1 0,0 0 0,9 7 0,-8-6 0,56 36 0,-36-21 0,44 21 0,-42-31-1365,-16-6-5461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24575,'47'8'0,"-18"-3"0,-1 0 0,1-2 0,0-1 0,40-3 0,-65 1 0,0-1 0,0 0 0,0 0 0,-1-1 0,1 1 0,0-1 0,0 0 0,-1 0 0,1 0 0,-1 0 0,0-1 0,0 1 0,1-1 0,-2 0 0,1 0 0,0 0 0,-1 0 0,1 0 0,-1-1 0,0 1 0,4-8 0,-3 2 0,1 0 0,-1-1 0,0 1 0,-1 0 0,0-1 0,-1 0 0,0 1 0,0-13 0,-2 15 0,0 1 0,0-1 0,0 1 0,-1 0 0,0-1 0,0 1 0,0 0 0,-1 0 0,0 0 0,0 1 0,-6-8 0,8 11 0,-1 0 0,1 0 0,-1 1 0,0-1 0,0 0 0,1 1 0,-1-1 0,0 1 0,-1 0 0,1 0 0,0-1 0,0 2 0,0-1 0,-3-1 0,3 2 0,0 0 0,0 0 0,0 0 0,0 0 0,0 0 0,0 0 0,0 1 0,0-1 0,0 1 0,0-1 0,0 1 0,1 0 0,-1 0 0,0 0 0,0 0 0,1 0 0,-1 0 0,1 0 0,-3 3 0,-1 0 0,1 1 0,-1 0 0,1 0 0,1 0 0,-1 1 0,1-1 0,0 1 0,0-1 0,1 1 0,-1 0 0,1 0 0,1 1 0,-1-1 0,1 0 0,0 0 0,0 12 0,1-8 0,0 0 0,1 0 0,0 0 0,1 0 0,0-1 0,1 1 0,0 0 0,0-1 0,9 18 0,-3-12 0,1 1 0,0-1 0,1-1 0,0 0 0,1 0 0,1-1 0,0-1 0,22 16 0,-26-22 0,1 1 0,0-1 0,0-1 0,0 0 0,1 0 0,0-1 0,0-1 0,0 0 0,0 0 0,1-1 0,-1 0 0,1-1 0,-1-1 0,15 0 0,-21-1-114,-1 0 1,0 0-1,1 0 0,-1 0 0,0-1 1,0 1-1,1-1 0,-1 0 0,-1-1 1,1 1-1,7-6 0,-3 0-6712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0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172 137 24575,'-12'-4'0,"-5"-3"0,-35-7 0,48 13 0,0 0 0,0 0 0,0 1 0,0 0 0,0 0 0,0 0 0,0 0 0,0 1 0,0-1 0,0 1 0,0 0 0,0 0 0,0 1 0,-6 2 0,8-2 0,0-1 0,0 1 0,0 0 0,1 0 0,-1 0 0,0 0 0,1 0 0,-1 0 0,1 1 0,0-1 0,0 0 0,0 1 0,0-1 0,0 1 0,0-1 0,1 1 0,-1-1 0,1 1 0,0 0 0,-1-1 0,1 1 0,0 0 0,1-1 0,0 5 0,0 3 0,1 0 0,1 0 0,-1-1 0,2 1 0,4 9 0,-4-9 0,1-1 0,0-1 0,1 1 0,0-1 0,0 1 0,1-2 0,0 1 0,1-1 0,-1 0 0,17 10 0,-23-16 0,0 0 0,1 0 0,-1 0 0,1 0 0,-1-1 0,1 1 0,-1-1 0,1 1 0,-1-1 0,1 0 0,0 1 0,-1-1 0,1 0 0,-1 0 0,1 0 0,0 0 0,-1 0 0,1-1 0,-1 1 0,4-1 0,-3 0 0,0-1 0,0 1 0,0 0 0,0-1 0,0 1 0,0-1 0,-1 1 0,1-1 0,-1 0 0,1 0 0,-1 0 0,3-4 0,-1-1 0,1 0 0,-2-1 0,1 1 0,-1-1 0,0 0 0,0 0 0,1-11 0,-4-82 0,1 101 0,0 0 0,0 0 0,0 0 0,0 0 0,0 0 0,0 0 0,0 1 0,0-1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 0 0,0 0 0,0 0 0,0 0 0,0 0 0,0-1 0,6 8 0,5 10 0,4 5 0,32 39 0,-39-52 0,1-1 0,-1-1 0,1 1 0,0-1 0,1-1 0,20 11 0,0-3 0,1-1 0,53 14 0,-83-27 0,0 1 0,-1-1 0,1 0 0,0 0 0,0 0 0,-1 1 0,1-1 0,0 0 0,0 0 0,0 0 0,-1 0 0,1 0 0,0 0 0,0 0 0,-1-1 0,1 1 0,0 0 0,0 0 0,-1-1 0,1 1 0,0 0 0,-1-1 0,1 1 0,0 0 0,0-2 0,0 1 0,-1 0 0,0 0 0,0 1 0,0-1 0,1 0 0,-1 0 0,0 0 0,0 0 0,0 0 0,0 0 0,-1 0 0,1 0 0,0 0 0,0 0 0,0 1 0,-1-1 0,0-2 0,-3-5 0,0 0 0,-1 0 0,-5-8 0,9 15 0,-30-42 0,12 18 0,1-1 0,2-1 0,-17-33 0,31 56 0,1-1 0,-1 1 0,1-1 0,0 0 0,0 1 0,0-1 0,0 0 0,1 0 0,0 0 0,0 1 0,0-1 0,1 0 0,1-6 0,-1 8 0,0 0 0,0 0 0,0 0 0,1 0 0,-1 0 0,1 1 0,0-1 0,0 0 0,0 1 0,0-1 0,0 1 0,1 0 0,-1 0 0,1 0 0,0 0 0,-1 0 0,1 1 0,0-1 0,0 1 0,4-2 0,3 0 0,0 0 0,0 1 0,0 0 0,0 0 0,0 1 0,19 1 0,-9 1 0,-1 1 0,32 7 0,-20 1-1365,-21-5-5461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65 24575,'41'137'0,"38"99"0,-66-211 0,19 31 0,-5-10 0,-55-77 0,-9-15 0,2-2 0,3-2 0,1 0 0,-32-76 0,52 100 0,-10-37 0,19 55 0,0 1 0,0-1 0,1 0 0,0 1 0,1-1 0,0 0 0,0 0 0,1 0 0,2-14 0,-2 20 0,-1 1 0,1-1 0,-1 0 0,1 1 0,0-1 0,0 1 0,0-1 0,0 1 0,0 0 0,0-1 0,0 1 0,1 0 0,-1 0 0,0 0 0,1 0 0,-1 0 0,2-1 0,0 0 0,1 1 0,-1 0 0,0 0 0,0 0 0,0 1 0,1-1 0,-1 1 0,5-1 0,2 2 0,-1-1 0,0 1 0,1 1 0,-1 0 0,14 5 0,-5-1 0,-1 1 0,29 17 0,-39-20 0,-1 0 0,1 1 0,-1 0 0,1 0 0,-1 0 0,-1 1 0,1 0 0,8 13 0,-13-18 0,0 1 0,0 0 0,0 0 0,0 0 0,0 0 0,0 0 0,-1 0 0,1 0 0,-1 0 0,1 0 0,-1 0 0,0 0 0,0 0 0,0 1 0,0-1 0,0 0 0,0 0 0,-1 0 0,0 3 0,0-3 0,0 0 0,-1 0 0,1 0 0,0 0 0,-1 0 0,0 0 0,1 0 0,-1-1 0,0 1 0,0 0 0,0-1 0,0 0 0,0 1 0,-1-1 0,-3 2 0,-5 1 0,0 0 0,0-1 0,0-1 0,-1 1 0,1-2 0,-15 1 0,-69-3 0,72-1-341,0-1 0,0-1-1,-27-8 1,35 8-6485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24575,'1'0'0,"-1"0"0,0-1 0,1 1 0,-1-1 0,1 1 0,-1 0 0,1-1 0,-1 1 0,1 0 0,-1-1 0,1 1 0,-1 0 0,1 0 0,0 0 0,-1 0 0,1-1 0,-1 1 0,1 0 0,0 0 0,-1 0 0,1 0 0,-1 0 0,1 0 0,0 1 0,-1-1 0,1 0 0,-1 0 0,1 0 0,-1 0 0,1 1 0,-1-1 0,1 0 0,0 1 0,-1-1 0,0 0 0,1 1 0,-1-1 0,1 1 0,-1-1 0,1 0 0,-1 1 0,0-1 0,1 1 0,-1-1 0,1 2 0,1 2 0,1 1 0,0 0 0,3 10 0,-5-12 0,25 67 0,36 88 0,-37-103 0,3-2 0,51 75 0,-75-123 0,0 0 0,1 0 0,-1 0 0,1 0 0,7 5 0,-11-10 0,0 1 0,-1 0 0,1-1 0,0 1 0,0 0 0,0-1 0,0 1 0,0-1 0,0 0 0,-1 1 0,1-1 0,0 0 0,0 1 0,0-1 0,1 0 0,-1 0 0,0 0 0,0 0 0,0 0 0,0 0 0,0 0 0,0 0 0,0 0 0,0-1 0,0 1 0,0 0 0,0-1 0,0 1 0,0-1 0,-1 1 0,1-1 0,0 1 0,0-1 0,0 0 0,0 1 0,-1-1 0,1 0 0,0 1 0,-1-1 0,1 0 0,-1 0 0,2-1 0,0-3 0,0 0 0,0 0 0,0-1 0,-1 1 0,0-1 0,0 1 0,0-1 0,-1 1 0,1-1 0,-2-6 0,0-11 0,-6-24 0,6 43 0,-15-63 0,16 67 0,0 0 0,0 0 0,0-1 0,0 1 0,0 0 0,0 0 0,0 0 0,0 0 0,0-1 0,0 1 0,0 0 0,0 0 0,0 0 0,0-1 0,0 1 0,0 0 0,0 0 0,0 0 0,0 0 0,0-1 0,0 1 0,0 0 0,0 0 0,1 0 0,-1 0 0,0 0 0,0-1 0,0 1 0,0 0 0,0 0 0,0 0 0,1 0 0,-1 0 0,0 0 0,7 2 0,7 9 0,-13-11 0,78 75 0,11 9 0,-72-69 0,1-1 0,0 0 0,25 12 0,-38-23 17,0 0 0,1 0 1,-1-1-1,0 0 0,1 0 0,13 1 0,-17-2-116,1-1 0,-1 0 0,1 0 0,-1-1 0,1 1 0,-1-1 0,0 0 0,1 0 0,-1 0 0,0 0 0,1 0 0,-1-1 0,0 0 0,5-3 0,5-5-6727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24575,'-5'-3'0,"-1"0"0,0 1 0,0 0 0,0 0 0,0 1 0,0-1 0,0 1 0,-1 1 0,1-1 0,-7 1 0,10 0 0,1 1 0,-1-1 0,0 1 0,1-1 0,-1 1 0,1 0 0,-1 0 0,1 0 0,-1 0 0,1 0 0,-1 1 0,1-1 0,0 1 0,0 0 0,0-1 0,0 1 0,0 0 0,0 0 0,1 0 0,-1 1 0,0-1 0,1 0 0,0 1 0,0-1 0,-2 5 0,1 0 0,0-1 0,1 1 0,0 0 0,0-1 0,1 1 0,0 0 0,0 0 0,0 0 0,1 0 0,0-1 0,0 1 0,1 0 0,0-1 0,0 1 0,1-1 0,0 0 0,0 1 0,0-1 0,0-1 0,1 1 0,0 0 0,1-1 0,-1 0 0,1 0 0,0 0 0,0-1 0,0 0 0,1 1 0,0-2 0,8 6 0,-11-9 0,-1 1 0,0 0 0,0 0 0,0-1 0,1 1 0,-1-1 0,0 0 0,1 0 0,-1 0 0,0 0 0,1 0 0,-1 0 0,0-1 0,1 1 0,-1-1 0,0 1 0,0-1 0,0 0 0,1 0 0,-1 0 0,0 0 0,0 0 0,0-1 0,-1 1 0,1 0 0,0-1 0,0 0 0,-1 1 0,1-1 0,-1 0 0,2-3 0,1 0 0,-1 0 0,0-1 0,0 1 0,0-1 0,-1 0 0,0 0 0,0 0 0,0 0 0,-1 0 0,2-10 0,-4 3 0,1 10 0,0 1 0,0-1 0,0 1 0,0-1 0,0 0 0,0 1 0,0-1 0,1 1 0,0-1 0,-1 1 0,1-1 0,2-2 0,-3 5 0,0 0 0,0 0 0,0 0 0,1 0 0,-1 0 0,0 0 0,0 0 0,1 0 0,-1 0 0,0 0 0,0 0 0,1 0 0,-1 0 0,0 0 0,0 0 0,0 0 0,1 0 0,-1 1 0,0-1 0,0 0 0,0 0 0,1 0 0,-1 0 0,0 0 0,0 1 0,0-1 0,0 0 0,0 0 0,1 0 0,-1 1 0,0-1 0,0 0 0,0 0 0,0 0 0,0 1 0,0-1 0,6 11 0,-6-10 0,11 20-120,-3-3-87,0-1-1,1 0 1,1-1-1,1 0 0,21 24 1,-22-30-6619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3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4 24575,'-1'-1'0,"0"1"0,-1-1 0,1 1 0,0 0 0,0-1 0,0 1 0,-1 0 0,1 0 0,0 0 0,0 0 0,-1 0 0,1 0 0,0 0 0,0 0 0,-1 1 0,1-1 0,0 0 0,0 1 0,-1-1 0,1 1 0,0-1 0,0 1 0,-2 1 0,2-1 0,0 1 0,0-1 0,0 1 0,0 0 0,0-1 0,0 1 0,0 0 0,1 0 0,-1 0 0,0-1 0,1 1 0,0 0 0,-1 4 0,1 2 0,0 0 0,0 0 0,1 0 0,0 0 0,0-1 0,4 13 0,7 10 0,1-1 0,1 0 0,2-2 0,19 28 0,-16-26 0,-18-27 0,1 0 0,-1 1 0,0-1 0,0 0 0,0 0 0,0 1 0,0-1 0,-1 0 0,1 1 0,-1-1 0,0 1 0,1-1 0,-1 3 0,-1-4 0,1 0 0,0 1 0,0-1 0,-1 0 0,1 0 0,-1 0 0,1 0 0,-1 0 0,0 0 0,1 0 0,-1 0 0,0-1 0,1 1 0,-1 0 0,0 0 0,0 0 0,0-1 0,0 1 0,0 0 0,0-1 0,0 1 0,0-1 0,0 1 0,0-1 0,0 0 0,0 0 0,0 1 0,0-1 0,-3 0 0,-4 2 0,-1-1 0,1-1 0,-1 0 0,0 0 0,1 0 0,-1-1 0,1 0 0,-1-1 0,1 0 0,0 0 0,-15-7 0,22 9 0,1 0 0,0 0 0,-1 0 0,1 0 0,0 0 0,0 0 0,-1-1 0,1 1 0,0 0 0,0 0 0,-1 0 0,1 0 0,0-1 0,0 1 0,0 0 0,-1 0 0,1-1 0,0 1 0,0 0 0,0 0 0,0 0 0,0-1 0,-1 1 0,1 0 0,0-1 0,0 1 0,0 0 0,0 0 0,0-1 0,0 1 0,0 0 0,0-1 0,0 1 0,0 0 0,0 0 0,0-1 0,0 1 0,0 0 0,1-1 0,10-7 0,20 0 0,42-3 0,22-4 0,-82 12 0,0-1 0,0 0 0,0 0 0,-1-2 0,13-6 0,-22 10 0,0 0 0,0-1 0,1 1 0,-1-1 0,-1 1 0,1-1 0,0 0 0,-1 0 0,1 0 0,-1-1 0,0 1 0,0-1 0,0 1 0,-1-1 0,1 1 0,-1-1 0,0 0 0,0 0 0,1-7 0,-2 5 0,0 1 0,0-1 0,0 1 0,-1-1 0,1 1 0,-1 0 0,-1-1 0,1 1 0,-1 0 0,0 0 0,0-1 0,-1 2 0,1-1 0,-4-5 0,0 1 0,0 0 0,-1-1 0,1 1 0,-2 1 0,1-1 0,-10-8 0,15 16 0,0-1 0,0 1 0,0 0 0,0-1 0,0 1 0,0 0 0,-1 0 0,1 0 0,0 1 0,0-1 0,-1 1 0,1-1 0,-1 1 0,1 0 0,0-1 0,-1 1 0,1 0 0,0 1 0,-1-1 0,1 0 0,-1 1 0,1-1 0,0 1 0,0 0 0,-1 0 0,1 0 0,0 0 0,0 0 0,0 0 0,-2 2 0,0 0 0,0 0 0,1 0 0,0 0 0,-1 0 0,1 1 0,0-1 0,1 1 0,-1-1 0,1 1 0,-1 0 0,1 0 0,0 0 0,0 1 0,1-1 0,0 0 0,-1 1 0,1-1 0,1 1 0,-1-1 0,1 1 0,0-1 0,0 5 0,0-2 0,1-1 0,0 1 0,1-1 0,0 0 0,0 0 0,0 0 0,0 0 0,1 0 0,0-1 0,0 1 0,1-1 0,-1 1 0,1-1 0,1 0 0,4 5 0,6 2 14,-1-1-1,1-1 0,1 0 0,0-1 1,0 0-1,1-1 0,0-1 1,29 8-1,11-1-756,79 9 1,-115-20-6084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62 24575,'-1'0'0,"0"1"0,-1-1 0,1 0 0,0 1 0,0-1 0,0 1 0,0-1 0,0 1 0,0-1 0,0 1 0,0 0 0,0-1 0,0 1 0,0 0 0,1 0 0,-1 0 0,0-1 0,0 1 0,1 0 0,-1 0 0,1 0 0,-1 0 0,1 1 0,-1-1 0,1 0 0,0 0 0,-1 2 0,0 1 0,0-1 0,0 1 0,0 0 0,1 0 0,0 0 0,0 7 0,1-3 0,1 0 0,0 0 0,1 0 0,0 0 0,0 0 0,0-1 0,1 0 0,0 0 0,1 0 0,0 0 0,0 0 0,0-1 0,0 0 0,8 6 0,-1-1 0,0-1 0,1-1 0,0 0 0,1-1 0,0 0 0,21 8 0,-31-14 0,0-1 0,0 0 0,1 1 0,-1-1 0,1-1 0,-1 1 0,0-1 0,1 0 0,-1 0 0,9-1 0,-12 1 0,1 0 0,0-1 0,-1 0 0,1 1 0,-1-1 0,1 0 0,-1 1 0,1-1 0,-1 0 0,1 0 0,-1 0 0,0-1 0,1 1 0,-1 0 0,0 0 0,0-1 0,0 1 0,0 0 0,0-1 0,0 1 0,-1-1 0,1 1 0,0-1 0,-1 0 0,1 1 0,-1-1 0,0 0 0,1 1 0,-1-1 0,0-3 0,-1-4 0,0 0 0,0 0 0,-1 0 0,0 0 0,0 0 0,-1 1 0,0-1 0,-1 1 0,-6-12 0,2 3 0,59 54 0,-37-29 0,0-1 0,0 0 0,1-1 0,-1-1 0,1 0 0,0-1 0,18 2 0,-26-5 0,1 0 0,-1-1 0,1 0 0,-1 0 0,0-1 0,1 0 0,10-3 0,-14 2 0,1 1 0,-1-1 0,1 0 0,-1 0 0,0-1 0,0 1 0,0-1 0,0 0 0,-1 0 0,1 0 0,-1-1 0,5-5 0,-6 6 0,0 1 0,0-1 0,-1 0 0,1 0 0,-1 1 0,0-1 0,0 0 0,0 0 0,0 0 0,-1-1 0,1 1 0,-1 0 0,0 0 0,0-3 0,0 0 0,-1 1 0,0 0 0,0 0 0,0-1 0,-1 1 0,1 0 0,-6-9 0,2 5 0,0 1 0,-1-1 0,0 1 0,0 0 0,-1 0 0,0 1 0,-1 0 0,-10-8 0,15 12-76,0 1 1,-1 0-1,0 0 0,1 0 0,-1 1 0,0-1 0,0 1 0,0 0 1,0 0-1,0 0 0,0 0 0,-1 1 0,1 0 0,0 0 1,0 0-1,0 0 0,-5 2 0,-4 1-6750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93 279 24575,'9'-22'0,"-1"-1"0,0 0 0,4-26 0,-11 40 0,1 1 0,-2 0 0,1 0 0,-1-1 0,0 1 0,-1-1 0,0 1 0,0 0 0,0 0 0,-1 0 0,-1 0 0,-5-13 0,7 18 0,-1 0 0,0 0 0,0 0 0,0 1 0,0-1 0,0 1 0,0-1 0,-1 1 0,1 0 0,-1 0 0,0 0 0,1 0 0,-1 1 0,0-1 0,0 1 0,0-1 0,-4 0 0,5 2 0,0-1 0,0 1 0,0 0 0,0 0 0,0 0 0,1 0 0,-1 0 0,0 0 0,0 0 0,0 1 0,0-1 0,0 1 0,0-1 0,0 1 0,1 0 0,-1 0 0,0 0 0,1 0 0,-1 0 0,0 0 0,1 0 0,0 1 0,-1-1 0,1 0 0,0 1 0,-1-1 0,1 1 0,0 0 0,-1 2 0,-1 2 0,0 0 0,0 1 0,1 0 0,0-1 0,0 1 0,1 0 0,0 0 0,0 0 0,1 0 0,0 0 0,0 9 0,1-5 0,1 0 0,-1 0 0,2-1 0,-1 1 0,2-1 0,6 16 0,-4-15 0,0 0 0,1-1 0,0 0 0,1 0 0,0-1 0,1 0 0,0 0 0,0-1 0,1 0 0,0-1 0,0 0 0,1 0 0,22 9 0,-13-8 0,0 0 0,1-1 0,0-2 0,0 0 0,1-1 0,-1-1 0,25 1 0,-23-5-163,-1-1-1,0-1 1,40-10-1,-48 10-547,3-1-6115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6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 24575,'-1'2'0,"0"1"0,0 0 0,1 0 0,-1 0 0,1 0 0,0 0 0,0-1 0,0 1 0,0 0 0,0 0 0,1 0 0,-1 0 0,1 0 0,0 0 0,0-1 0,0 1 0,0 0 0,0-1 0,2 3 0,5 8 0,-1-1 0,13 15 0,-19-26 0,21 24 0,1-1 0,1-1 0,36 27 0,-26-23 0,-32-25 0,0-1 0,0 1 0,0-1 0,1 1 0,-1-1 0,0 0 0,0 0 0,1 0 0,-1 0 0,5 1 0,-6-2 0,0 0 0,-1 0 0,1 0 0,-1 0 0,1 0 0,-1 0 0,1 0 0,0-1 0,-1 1 0,1 0 0,-1 0 0,1 0 0,-1-1 0,1 1 0,-1 0 0,1-1 0,-1 1 0,1 0 0,0-1 0,0 0 0,-1 0 0,1 0 0,-1 0 0,1 0 0,-1-1 0,1 1 0,-1 0 0,0 0 0,1 0 0,-1 0 0,0 0 0,0 0 0,0-3 0,0-3 0,-1-1 0,-1 1 0,1 0 0,-1-1 0,-1 1 0,1 0 0,-1 0 0,0 0 0,-1 0 0,-5-7 0,3 3 0,1 0 0,-7-17 0,-4-29 0,15 50 0,0 0 0,0 1 0,0-1 0,1 0 0,0 0 0,1-11 0,-1 17 0,0 0 0,1-1 0,-1 1 0,0 0 0,0 0 0,1-1 0,-1 1 0,1 0 0,-1 0 0,1-1 0,-1 1 0,1 0 0,0 0 0,0 0 0,0 0 0,-1 0 0,1 0 0,0 0 0,0 0 0,0 1 0,0-1 0,0 0 0,1 0 0,-1 1 0,0-1 0,0 1 0,0-1 0,1 1 0,-1 0 0,0-1 0,0 1 0,1 0 0,-1 0 0,0 0 0,1 0 0,-1 0 0,0 0 0,1 0 0,-1 0 0,2 1 0,2 0 0,0 1 0,0 0 0,-1 0 0,1 0 0,0 1 0,-1 0 0,1 0 0,6 6 0,178 145 0,-141-120 0,1-2 0,62 29 0,-101-58 120,-10-3-147,0 1 1,0-1-1,1 0 1,-1 0-1,0 0 1,0 0-1,0 0 1,0 0-1,1 0 1,-1 0-1,0 0 1,0 0-1,0 0 1,0 0-1,0 0 1,1 0-1,-1 0 1,0 0-1,0 0 1,0 0-1,0 0 1,1 0-1,-1-1 1,0 1-1,0 0 1,0 0-1,0 0 0,0 0 1,1 0-1,-1 0 1,0 0-1,0 0 1,0-1-1,0 1 1,0 0-1,0 0 1,0 0-1,0 0 1,0 0-1,0-1 1,1 1-1,-1 0 1,0 0-1,0 0 1,0 0-1,0-1 1,0 1-1,0 0 1,0 0-1,0 0 1,0 0-1,0-1 1,0 1-1,0 0 0,-1 0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2 319 24575,'15'-15'0,"-1"0"0,-1 0 0,0-1 0,-1 0 0,10-19 0,-19 29 0,0-1 0,0 1 0,-1-1 0,0 1 0,0-1 0,0 0 0,-1 0 0,0 0 0,0 0 0,-1 0 0,0 0 0,0 0 0,-1 0 0,1 0 0,-2 1 0,1-1 0,-1 0 0,-2-8 0,0 7 0,0-1 0,0 1 0,-7-11 0,10 17 0,0 0 0,0 0 0,-1 1 0,1-1 0,0 1 0,-1-1 0,1 1 0,-1-1 0,0 1 0,1 0 0,-1 0 0,0 0 0,0 0 0,0 0 0,1 0 0,-1 0 0,0 1 0,0-1 0,0 1 0,0-1 0,-4 1 0,5 0 0,-1 0 0,1 1 0,-1-1 0,1 1 0,-1 0 0,1-1 0,0 1 0,-1 0 0,1 0 0,0 0 0,0 0 0,-1 0 0,1 0 0,0 0 0,0 1 0,0-1 0,0 0 0,0 1 0,1-1 0,-1 0 0,0 1 0,1-1 0,-1 1 0,1-1 0,-1 3 0,-1 3 0,0 0 0,0 0 0,0 15 0,1-6 0,0 1 0,1-1 0,4 25 0,-3-35 0,0-1 0,1 1 0,-1-1 0,1 0 0,0 1 0,1-1 0,-1 0 0,1-1 0,0 1 0,0 0 0,1-1 0,-1 1 0,1-1 0,4 4 0,2-1 0,0 0 0,0 0 0,1 0 0,0-2 0,0 1 0,0-1 0,1-1 0,-1 0 0,1-1 0,0 0 0,0-1 0,1 0 0,-1-1 0,18 0 0,-15-2 0,0 0 0,0 0 0,0-2 0,-1 0 0,1 0 0,-1-2 0,0 0 0,0 0 0,0-1 0,-1-1 0,21-13 0,-29 16 0,-1 1 0,0-1 0,0 0 0,0 0 0,0 0 0,0 0 0,-1-1 0,0 0 0,0 1 0,0-1 0,-1 0 0,4-10 0,-5 11 0,0 0 0,0 0 0,0 0 0,-1 0 0,1 0 0,-1 0 0,0 0 0,-1 0 0,1 0 0,0 0 0,-1 0 0,0 0 0,0 0 0,0 1 0,-1-1 0,1 0 0,-1 0 0,-4-5 0,3 5 0,1 1 0,-1-1 0,-1 1 0,1 0 0,0 0 0,-1 0 0,0 1 0,1-1 0,-1 1 0,0 0 0,0 0 0,0 0 0,-1 1 0,1 0 0,0-1 0,-1 1 0,1 1 0,-1-1 0,-6 0 0,6 1 0,0 0 0,0 0 0,0 1 0,1-1 0,-1 1 0,0 0 0,0 0 0,1 1 0,-1-1 0,1 1 0,-1 0 0,1 0 0,0 1 0,-1-1 0,1 1 0,1 0 0,-8 7 0,8-7 0,0 0 0,1 0 0,0 1 0,-1-1 0,1 1 0,1-1 0,-1 1 0,0 0 0,1 0 0,0 0 0,0 0 0,0 0 0,0 0 0,0 0 0,1 0 0,0 0 0,0 0 0,0 0 0,1 0 0,-1 0 0,2 5 0,0-3 0,0 0 0,0-1 0,1 1 0,0-1 0,0 1 0,0-1 0,1 0 0,-1-1 0,1 1 0,0-1 0,1 1 0,-1-1 0,10 6 0,0-1 0,0-1 0,0 0 0,1-1 0,28 9 0,65 12 0,-79-22 0,27 4-1365,-41-8-5461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125 626 24575,'-5'-1'0,"-10"-2"0,-24-2 0,35 5 0,0 0 0,0 0 0,-1 0 0,1 1 0,0-1 0,0 1 0,0 0 0,0 0 0,0 1 0,-5 2 0,8-4 0,0 1 0,0-1 0,0 1 0,0-1 0,0 1 0,0 0 0,0 0 0,0 0 0,1-1 0,-1 1 0,0 0 0,0 0 0,1 0 0,-1 0 0,1 0 0,-1 0 0,1 0 0,-1 0 0,1 1 0,0-1 0,-1 2 0,1-1 0,0 1 0,0-1 0,1 0 0,-1 0 0,0 0 0,1 1 0,0-1 0,-1 0 0,1 0 0,2 4 0,2 3 0,1-1 0,0 1 0,13 13 0,-18-21 0,8 9 0,0-1 0,1-1 0,0 1 0,0-1 0,1-1 0,22 12 0,-28-17 0,0 0 0,0 0 0,0 0 0,1-1 0,-1 0 0,0 0 0,1 0 0,7-1 0,-9 0 0,-1 0 0,1-1 0,-1 0 0,1 1 0,-1-1 0,0 0 0,1-1 0,-1 1 0,0-1 0,0 1 0,0-1 0,0 0 0,0 0 0,3-3 0,-3 2 0,0-1 0,0 1 0,-1-1 0,1 1 0,-1-1 0,0 0 0,0 0 0,-1 0 0,1 0 0,-1 0 0,0 0 0,0 0 0,1-7 0,0-7 0,-1-33 0,-1 49 0,-2-34 0,-1-1 0,-2 1 0,-2 1 0,-1-1 0,-15-40 0,-7-2 0,-44-84 0,61 135 0,-54-99 0,62 121 0,5 12 0,3 14 0,9 23 0,1 0 0,32 69 0,51 80 0,-56-118 0,-20-35-98,49 102-1169,-61-122-5559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24575,'8'9'0,"-2"1"0,1-1 0,-1 1 0,-1 0 0,0 0 0,0 1 0,5 17 0,-1-4 0,182 370 0,-185-383-341,1-1 0,0 0-1,16 17 1,-15-18-6485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24575,'-28'-8'0,"-11"-2"0,-2 1 0,4 1 0,5 3 0,6 1 0,5 2 0,3 4 0,2 2 0,2-1 0,1 0 0,1-1-8191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37 24575,'-10'-3'0,"0"1"0,-19-3 0,27 5 0,-1 0 0,1 0 0,-1 0 0,1 0 0,-1 0 0,0 1 0,1-1 0,-1 1 0,1-1 0,0 1 0,-1 0 0,1 0 0,-1 0 0,1 0 0,0 1 0,-3 1 0,4-2 0,1 0 0,-1-1 0,1 1 0,-1 0 0,1 0 0,-1 0 0,1-1 0,0 1 0,-1 0 0,1 0 0,0 0 0,0 0 0,0 0 0,0-1 0,-1 1 0,1 0 0,0 0 0,1 0 0,-1 0 0,0 0 0,0 0 0,0 0 0,0 0 0,1-1 0,-1 1 0,0 0 0,1 0 0,-1 0 0,1-1 0,-1 1 0,1 0 0,-1 0 0,1-1 0,0 2 0,4 3 0,-1 0 0,1 0 0,6 5 0,-9-8 0,7 5 0,1 0 0,0-1 0,0 0 0,1 0 0,-1-1 0,1 0 0,0-1 0,0 0 0,1-1 0,-1 0 0,1-1 0,0-1 0,-1 1 0,1-2 0,20 0 0,-30 0 0,-1 0 0,1 0 0,-1-1 0,0 1 0,1 0 0,-1 0 0,1-1 0,-1 1 0,1 0 0,-1-1 0,0 0 0,0 1 0,1-1 0,-1 0 0,0 0 0,0 1 0,0-1 0,1 0 0,-1 0 0,0 0 0,0 0 0,-1-1 0,1 1 0,0 0 0,0 0 0,0-1 0,-1 1 0,1 0 0,-1-1 0,1 1 0,-1 0 0,0-1 0,1 1 0,-1-1 0,0 1 0,0-1 0,0 1 0,0 0 0,0-1 0,0 1 0,0-1 0,-1 1 0,0-3 0,0-2 0,-1 0 0,0 0 0,0 0 0,-1 1 0,0-1 0,0 1 0,0-1 0,-8-8 0,5 8-195,0 0 0,0 0 0,-1 1 0,0-1 0,0 2 0,-13-8 0,6 5-6631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24575,'1'23'0,"0"1"0,2 0 0,0-1 0,2 0 0,0 0 0,11 28 0,5-1 0,53 92 0,-26-54 0,-33-59 0,-5-12 0,-1 0 0,0 1 0,-2 0 0,0 0 0,7 31 0,-14-48 0,0 0 0,0 0 0,1 0 0,-1 0 0,0 0 0,0 0 0,-1 0 0,1-1 0,0 1 0,0 0 0,0 0 0,-1 0 0,1 0 0,0 0 0,-1 0 0,1 0 0,-1-1 0,0 3 0,1-3 0,-1 0 0,1 0 0,0 0 0,0 0 0,0 0 0,0 0 0,-1 0 0,1 1 0,0-1 0,0 0 0,-1 0 0,1 0 0,0 0 0,0 0 0,0 0 0,-1 0 0,1 0 0,0 0 0,0 0 0,-1 0 0,1 0 0,0 0 0,0 0 0,0 0 0,-1 0 0,1-1 0,0 1 0,-8-9 0,4-1 0,-1-1 0,1 0 0,1 0 0,0 0 0,-2-18 0,4 21 0,0 0 0,1 0 0,0-1 0,0 1 0,1 0 0,0 0 0,0 0 0,5-13 0,-6 19 0,1 0 0,0 0 0,1 0 0,-1 0 0,0 0 0,0 0 0,1 0 0,-1 0 0,1 0 0,0 1 0,-1-1 0,1 1 0,0-1 0,0 1 0,0 0 0,3-2 0,-2 2 0,1-1 0,0 1 0,0 0 0,0 0 0,1 0 0,-1 1 0,0-1 0,7 1 0,-1 1 0,-1 0 0,1 0 0,0 1 0,0 0 0,-1 1 0,0 0 0,11 5 0,-4 0 0,-1 0 0,0 1 0,23 19 0,-32-22 0,1-1 0,-1 1 0,-1 0 0,1 0 0,-1 0 0,0 1 0,-1 0 0,0 0 0,0 0 0,3 8 0,-6-13 0,0 0 0,0 1 0,-1-1 0,0 0 0,1 0 0,-1 0 0,0 0 0,0 0 0,0 0 0,0 0 0,0 1 0,-1-1 0,1 0 0,-1 0 0,1 0 0,-1 0 0,0 0 0,0 0 0,-1 3 0,0-3 0,0 1 0,-1-1 0,1 1 0,-1-1 0,1 0 0,-1 0 0,0 0 0,0 0 0,0 0 0,0 0 0,-4 1 0,-3 1 0,-1-1 0,-1 0 0,1-1 0,0 0 0,-1 0 0,-13-1 0,2 0-107,9 0-144,1 0-1,-1-2 0,0 1 1,-24-6-1,29 3-6574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118 180 24575,'32'-34'0,"-24"26"0,0 0 0,-1 0 0,0-1 0,11-17 0,-18 25 0,1 0 0,0 0 0,-1-1 0,1 1 0,-1 0 0,0 0 0,1-1 0,-1 1 0,0 0 0,0-1 0,0 1 0,0 0 0,0-1 0,0 1 0,0 0 0,-1-1 0,1 1 0,0 0 0,-1 0 0,1-1 0,-1 1 0,1 0 0,-1 0 0,0 0 0,0-1 0,1 1 0,-1 0 0,0 0 0,0 0 0,0 0 0,0 0 0,0 1 0,0-1 0,0 0 0,0 0 0,-2 0 0,-5-3 0,1 0 0,-1 1 0,0 0 0,-13-3 0,15 4 0,-12-4 0,-29-7 0,43 12 0,1 0 0,-1 1 0,0 0 0,1 0 0,-1 0 0,1 0 0,-1 0 0,0 1 0,1-1 0,-6 2 0,8-1 0,0-1 0,0 0 0,1 1 0,-1-1 0,0 1 0,0-1 0,0 1 0,0 0 0,1-1 0,-1 1 0,0 0 0,1 0 0,-1-1 0,0 1 0,1 0 0,-1 0 0,1 0 0,-1 0 0,1 0 0,0-1 0,-1 3 0,1-1 0,-1 0 0,1 0 0,0 0 0,0 0 0,1 0 0,-1 0 0,0 0 0,1 0 0,-1 0 0,2 3 0,0 1 0,1 1 0,1-1 0,-1 0 0,1 1 0,5 5 0,3 1 0,0 0 0,0 0 0,1-1 0,1-1 0,0 0 0,1-1 0,0-1 0,0 0 0,1-1 0,0-1 0,0 0 0,1-1 0,0-1 0,0 0 0,1-2 0,-1 0 0,24 1 0,-38-4-91,1 1 0,-1-2 0,1 1 0,-1 0 0,1-1 0,0 1 0,-1-1 0,0 0 0,1 0 0,-1 0 0,0-1 0,1 1 0,-1-1 0,3-2 0,3-2-6735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65 24575,'-22'-10'0,"1"-1"0,0 2 0,-1 0 0,0 1 0,0 2 0,-23-5 0,43 11 0,-1 0 0,1 0 0,-1-1 0,1 1 0,-1 1 0,0-1 0,1 0 0,0 1 0,-1-1 0,1 1 0,-1 0 0,1 0 0,0-1 0,-1 2 0,1-1 0,0 0 0,0 0 0,0 1 0,0-1 0,0 1 0,0 0 0,-2 2 0,3-2 0,0 0 0,0 0 0,0 0 0,0 0 0,0 0 0,0 1 0,1-1 0,-1 0 0,1 0 0,-1 1 0,1-1 0,0 1 0,0-1 0,0 0 0,0 1 0,1-1 0,-1 0 0,1 1 0,-1-1 0,1 0 0,0 0 0,0 1 0,1 2 0,4 6 0,0-1 0,1 1 0,0-1 0,0 0 0,1-1 0,1 0 0,0 0 0,0-1 0,12 9 0,-13-11 0,0-1 0,0 0 0,1 0 0,-1-1 0,1 0 0,0-1 0,0 1 0,1-2 0,-1 1 0,0-1 0,1-1 0,12 1 0,-20-2 0,0 0 0,0 0 0,0 0 0,-1-1 0,1 1 0,0 0 0,0-1 0,-1 1 0,1-1 0,0 0 0,-1 1 0,1-1 0,-1 0 0,1 0 0,-1 0 0,1 0 0,-1 0 0,0-1 0,1 1 0,1-2 0,-2 0 0,0 1 0,1-1 0,-1 1 0,0-1 0,0 0 0,0 0 0,0 0 0,-1 1 0,1-1 0,-1 0 0,0-4 0,0-4 0,-1 1 0,0 0 0,0 0 0,-1 0 0,-1 1 0,-3-12 0,4 17 0,1 2 0,0 0 0,0 0 0,1 1 0,-1-1 0,1 0 0,-1 0 0,1 0 0,-1 0 0,1 0 0,0 0 0,0 0 0,0 0 0,1-2 0,-1 4 0,0 0 0,0 0 0,1 0 0,-1 0 0,0 0 0,0 0 0,1 0 0,-1 0 0,0 0 0,0 0 0,1 0 0,-1 0 0,0 1 0,0-1 0,1 0 0,-1 0 0,0 0 0,0 0 0,0 0 0,1 1 0,-1-1 0,0 0 0,0 0 0,0 0 0,0 1 0,1-1 0,-1 0 0,0 0 0,0 1 0,0-1 0,0 0 0,8 11 0,-7-10 0,6 9-195,0 0 0,-1 0 0,0 1 0,0 0 0,-1 0 0,5 17 0,-7-15-6631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3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24575,'74'208'0,"-8"-66"0,-25-60 0,-31-58 0,-5-61 0,-4 35 0,-1-1 0,1 1 0,0-1 0,0 1 0,0 0 0,0-1 0,0 1 0,0 0 0,1 0 0,-1 0 0,1 0 0,-1 0 0,1 0 0,0 0 0,0 0 0,0 1 0,3-3 0,-2 3 0,0-1 0,0 1 0,0 1 0,0-1 0,0 0 0,0 1 0,0-1 0,0 1 0,0 0 0,0 0 0,0 0 0,5 1 0,3 2 0,-1-1 0,0 2 0,0-1 0,0 1 0,-1 1 0,1 0 0,11 8 0,-10-6 0,1 1 0,-2 1 0,1 0 0,16 18 0,-25-24 0,1 0 0,-1 0 0,0 0 0,-1 0 0,1 0 0,0 1 0,-1-1 0,0 1 0,0-1 0,1 5 0,-2-6 0,1 1 0,-1 0 0,-1-1 0,1 1 0,0-1 0,0 1 0,-1 0 0,0-1 0,1 1 0,-1-1 0,0 1 0,0-1 0,0 0 0,-1 1 0,1-1 0,-2 2 0,-1 0 0,1 0 0,-1 0 0,0 0 0,0-1 0,-1 1 0,1-1 0,-1 0 0,0 0 0,0-1 0,0 1 0,0-1 0,0-1 0,0 1 0,-1 0 0,-8 0 0,-8 1 0,0-1 0,-33-2 0,43 0 0,-15 0 0,-32-5 0,52 4 0,-1 0 0,0-1 0,1 0 0,-1-1 0,1 0 0,0 0 0,0 0 0,-12-8 0,17 10 8,1-1-1,-1 1 0,0-1 1,1 1-1,0-1 1,-1 0-1,1 0 1,0 1-1,0-1 0,0 0 1,0 0-1,0 0 1,1 0-1,-1 0 0,0-4 1,0-1-369,0 0 1,1-1 0,0-7-1,0 15 319,0-13-6784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24575,'-4'-9'0,"3"10"0,4 17 0,15 38 0,32 69 0,-39-104 0,0 0 0,1-1 0,1 0 0,2-1 0,-1 0 0,21 18 0,-18-20 0,1-1 0,1-1 0,29 17 0,-36-25 0,1 0 0,0-1 0,1-1 0,0 0 0,-1 0 0,28 4 0,-38-8 0,1-1 0,0 0 0,-1 0 0,1 0 0,-1 0 0,1 0 0,-1-1 0,1 0 0,-1 1 0,1-1 0,-1 0 0,0-1 0,1 1 0,-1-1 0,0 1 0,0-1 0,0 0 0,0 0 0,0 0 0,4-6 0,-3 4 0,-1 0 0,0 0 0,0 0 0,-1-1 0,1 1 0,-1-1 0,0 0 0,0 0 0,-1 0 0,1 0 0,-1 0 0,0 0 0,0-8 0,0-2 0,-1 0 0,0 0 0,-5-28 0,3 36 0,1 0 0,-1 1 0,0-1 0,-1 0 0,0 1 0,0 0 0,0 0 0,-1-1 0,0 2 0,-6-9 0,9 12 0,-1 1 0,1 0 0,0-1 0,-1 1 0,1 0 0,-1 0 0,0 0 0,1 0 0,-1 0 0,0 0 0,0 0 0,1 1 0,-1-1 0,0 1 0,0-1 0,0 1 0,0 0 0,0-1 0,0 1 0,1 0 0,-1 0 0,0 0 0,0 1 0,0-1 0,0 0 0,0 1 0,0 0 0,-1 0 0,0 0 0,0 1 0,1-1 0,0 1 0,-1-1 0,1 1 0,0 0 0,0 0 0,0 0 0,0 0 0,0 0 0,0 1 0,1-1 0,-1 1 0,1-1 0,0 1 0,0-1 0,0 1 0,-1 3 0,-1 2 0,2 1 0,-1-1 0,1 1 0,1-1 0,-1 1 0,2 0 0,-1-1 0,1 1 0,0-1 0,1 1 0,4 15 0,-2-14 0,1-1 0,-1 1 0,2-1 0,-1 1 0,1-1 0,1-1 0,-1 0 0,1 1 0,10 6 0,1 2 0,0-1 0,2-2 0,0 0 0,0-1 0,2 0 0,-1-2 0,2-1 0,-1 0 0,1-2 0,0-1 0,1-1 0,0 0 0,0-2 0,26 1 0,-44-5-273,-1 1 0,1-2 0,-1 1 0,7-2 0,1-1-6553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24575,'0'0'0,"0"0"0,-1 0 0,1 0 0,-1 1 0,1-1 0,-1 0 0,1 0 0,0 0 0,-1 1 0,1-1 0,-1 0 0,1 0 0,0 1 0,-1-1 0,1 0 0,0 1 0,-1-1 0,1 0 0,0 1 0,0-1 0,-1 1 0,1-1 0,0 1 0,0-1 0,0 0 0,0 1 0,-1-1 0,1 1 0,0-1 0,0 1 0,0-1 0,0 1 0,0-1 0,0 1 0,0 0 0,2 18 0,2-6 0,-1 0 0,2 0 0,0 0 0,9 16 0,30 47 0,-33-59 0,79 140 0,-75-126 0,-2 0 0,0 1 0,9 43 0,-16-48-1365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46 24575,'-30'-5'0,"-15"-2"0,-3 1 0,3 1 0,3-1 0,4 0 0,6 2 0,6 1 0,5 1 0,3 1 0,2 3 0,2 1 0,1 1 0,-1 1 0,0 0 0,3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7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24575,'31'-5'0,"45"-2"0,-61 6 0,0 2 0,0 0 0,0 0 0,0 2 0,16 3 0,-28-5 0,0 0 0,-1 0 0,1 0 0,0 0 0,0 0 0,-1 1 0,1-1 0,-1 1 0,1 0 0,-1 0 0,0 0 0,1 0 0,-1 0 0,0 0 0,0 1 0,-1-1 0,1 0 0,0 1 0,-1 0 0,0-1 0,1 1 0,0 4 0,-1-3 0,-1-1 0,1 1 0,-1-1 0,0 1 0,0-1 0,-1 1 0,1-1 0,-1 1 0,1-1 0,-1 1 0,0-1 0,0 0 0,-1 1 0,1-1 0,-1 0 0,0 0 0,1 0 0,-5 4 0,3-2 0,-1-1 0,0 0 0,-1 0 0,1 0 0,-1-1 0,0 1 0,1-1 0,-1 0 0,-1-1 0,1 1 0,0-1 0,-1 0 0,1 0 0,-1-1 0,1 1 0,-11 0 0,6-1 0,1-1 0,0 0 0,0 0 0,-1-1 0,1-1 0,0 1 0,0-1 0,0-1 0,-16-6 0,22 8 5,1-1 0,0 1 0,-1-1 0,1 0 0,0 0 0,0 0 0,0 0 0,0 0 0,0 0 0,1 0 0,-1-1 0,0 1 0,1-1 0,0 1 0,0-1 0,0 0 0,0 1 0,0-1 0,0 0 0,1 0 0,-1 1 0,1-1 0,0-6 0,0 3-129,0 0 0,0 1 1,1-1-1,0 0 0,0 0 0,0 0 1,1 1-1,0-1 0,0 1 0,0-1 1,4-4-1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24575,'160'358'0,"-154"-347"0,0-1 0,0 1 0,-1 0 0,0 0 0,0 0 0,-2 1 0,1-1 0,2 17 0,-6-27 0,0-1 0,0 1 0,0 0 0,0-1 0,0 1 0,0 0 0,0 0 0,0-1 0,0 1 0,0 0 0,0-1 0,0 1 0,-1 0 0,1-1 0,0 1 0,-1 0 0,1-1 0,0 1 0,-1 0 0,1-1 0,0 1 0,-1-1 0,1 1 0,-2 0 0,2-1 0,-1 0 0,0 0 0,1 0 0,-1 0 0,0 0 0,1 0 0,-1 0 0,0 0 0,0 0 0,1 0 0,-1 0 0,0 0 0,1-1 0,-1 1 0,0 0 0,1 0 0,-1-1 0,1 1 0,-2-1 0,-1-1 0,0 0 0,0 0 0,0-1 0,1 1 0,-1-1 0,0 0 0,1 0 0,-3-3 0,4 3 0,0 1 0,-1 0 0,1-1 0,0 0 0,1 1 0,-1-1 0,0 1 0,1-1 0,-1 0 0,1 0 0,0 1 0,0-1 0,0 0 0,0 0 0,0 1 0,1-1 0,-1 0 0,1 0 0,0 1 0,0-1 0,1-2 0,0 2 0,0 0 0,0 0 0,0 0 0,1 0 0,-1 0 0,1 1 0,0-1 0,0 1 0,0 0 0,0 0 0,0 0 0,0 0 0,1 0 0,-1 1 0,5-2 0,-1 1 0,-1 0 0,1 1 0,0 0 0,-1 0 0,1 0 0,0 1 0,0 0 0,-1 0 0,1 1 0,0 0 0,-1 0 0,9 3 0,-4-1 0,-1 1 0,0 1 0,0 0 0,0 0 0,0 1 0,14 11 0,-21-15 0,0 1 0,0 0 0,-1 0 0,1 0 0,-1 0 0,0 0 0,0 1 0,0-1 0,0 1 0,-1-1 0,1 1 0,-1 0 0,0-1 0,0 1 0,0 0 0,-1 0 0,1 0 0,-1 0 0,0 0 0,0 0 0,0-1 0,-1 1 0,1 0 0,-1 0 0,0 0 0,0 0 0,-1-1 0,1 1 0,-1 0 0,1-1 0,-1 1 0,0-1 0,0 0 0,-1 0 0,1 0 0,-1 0 0,0 0 0,1 0 0,-1-1 0,0 1 0,-1-1 0,-4 3 0,-2 0 0,1-1 0,-1-1 0,0 0 0,0 0 0,0-1 0,-18 2 0,8-3 0,0 0 0,-31-4 0,49 3 4,1 0 1,-1-1-1,1 1 0,0 0 0,-1-1 0,1 1 0,0-1 0,0 1 0,-1-1 1,1 1-1,0-1 0,0 0 0,0 0 0,0 1 0,0-1 0,0 0 0,0 0 1,0 0-1,0 0 0,0 0 0,0-1 0,1 1 0,-1 0 0,0 0 0,1 0 1,-1-1-1,1 1 0,-1-2 0,1 0-139,-1-1 0,1 1 0,0 0 0,0-1 0,0 1 0,0 0 0,1 0 0,-1-1 0,1 1 0,2-5 0,1-3-6691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132 233 24575,'1'11'0,"0"0"0,0 15 0,-1-24 0,0 1 0,0-1 0,0 0 0,-1 1 0,1-1 0,-1 1 0,0-1 0,1 0 0,-1 0 0,0 1 0,0-1 0,0 0 0,-1 0 0,1 0 0,0 0 0,-1 0 0,-2 2 0,4-4 0,-1 1 0,0-1 0,0 0 0,0 1 0,0-1 0,0 0 0,0 1 0,1-1 0,-1 0 0,0 0 0,0 0 0,0 0 0,0 0 0,0 0 0,0 0 0,0 0 0,0-1 0,0 1 0,0 0 0,0 0 0,1-1 0,-1 1 0,0-1 0,0 1 0,0-1 0,0 1 0,1-1 0,-1 1 0,0-1 0,0-1 0,-3-1 0,1 0 0,0 0 0,0-1 0,1 1 0,-4-5 0,-2-7 0,1 1 0,1-1 0,0 0 0,-5-22 0,-10-67 0,14 63 0,6 37 0,0-1 0,0 0 0,1 0 0,0 0 0,0-8 0,0 12 0,0 1 0,0-1 0,1 0 0,-1 1 0,0-1 0,0 0 0,0 1 0,1-1 0,-1 0 0,0 1 0,1-1 0,-1 0 0,0 1 0,1-1 0,-1 1 0,1-1 0,-1 1 0,1-1 0,-1 1 0,1-1 0,-1 1 0,1 0 0,0-1 0,-1 1 0,1 0 0,0-1 0,-1 1 0,1 0 0,0 0 0,-1 0 0,1 0 0,0-1 0,-1 1 0,1 0 0,0 0 0,-1 0 0,1 0 0,0 1 0,-1-1 0,1 0 0,0 0 0,-1 0 0,1 0 0,0 1 0,-1-1 0,1 0 0,0 1 0,-1-1 0,1 1 0,8 4 0,-1 0 0,1 0 0,-1 1 0,-1 0 0,12 11 0,20 16 0,-21-22 0,-1-1 0,1-1 0,1 0 0,-1-1 0,1-1 0,1-1 0,-1-1 0,1 0 0,0-2 0,0 0 0,34 0 0,-51-3 0,0 0 0,0 0 0,1-1 0,-1 1 0,0-1 0,0 0 0,0 0 0,0 0 0,1 0 0,-1 0 0,-1-1 0,1 0 0,0 1 0,0-1 0,4-4 0,-5 3 0,0 1 0,0-1 0,0 0 0,0 0 0,-1 0 0,0 0 0,1 0 0,-1 0 0,0 0 0,0-1 0,-1 1 0,1 0 0,-1-1 0,0 1 0,0-5 0,1 4 0,-1-1 0,-1 1 0,1-1 0,-1 1 0,0-1 0,0 1 0,-3-9 0,4 12 0,-1 1 0,1-1 0,0 0 0,-1 1 0,1-1 0,-1 1 0,1-1 0,-1 0 0,1 1 0,-1-1 0,1 1 0,-1-1 0,0 1 0,1 0 0,-1-1 0,0 1 0,1-1 0,-1 1 0,0 0 0,-1-1 0,1 1 0,-1 0 0,1 1 0,0-1 0,-1 0 0,1 0 0,0 1 0,-1-1 0,1 1 0,0-1 0,0 1 0,0 0 0,-1-1 0,1 1 0,0 0 0,0 0 0,-1 1 0,-1 1 0,0-1 0,0 1 0,0 0 0,0 0 0,1 1 0,-1-1 0,1 0 0,0 1 0,0 0 0,0-1 0,1 1 0,-1 0 0,1 0 0,0 0 0,-1 4 0,2-2 0,0 0 0,0-1 0,0 1 0,0-1 0,1 1 0,0-1 0,0 1 0,1-1 0,0 0 0,2 6 0,2 2 0,0-1 0,1 0 0,1 0 0,0-1 0,1 0 0,0 0 0,0-1 0,12 9 0,-13-12-91,1-1 0,-1 1 0,1-2 0,1 1 0,-1-2 0,1 1 0,-1-1 0,1 0 0,0-1 0,1 0 0,-1-1 0,0 0 0,1-1 0,14 1 0,-12-2-6735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47 24575,'-28'-12'0,"-38"-13"0,57 23 0,1 0 0,0 0 0,-1 0 0,1 1 0,-1 0 0,0 1 0,1 0 0,-1 1 0,-13 1 0,19-1 0,1 0 0,-1 0 0,1 0 0,-1 1 0,1-1 0,-1 0 0,1 1 0,0 0 0,0-1 0,-1 1 0,1 0 0,1 0 0,-1 0 0,0 1 0,0-1 0,1 0 0,-1 1 0,1-1 0,0 1 0,0-1 0,0 1 0,0 0 0,0-1 0,1 1 0,-2 4 0,1 0 0,1 0 0,-1 0 0,1 0 0,0 1 0,0-1 0,1 0 0,0 0 0,4 14 0,-1-11 0,1-1 0,0 1 0,0-1 0,1 1 0,0-2 0,1 1 0,0-1 0,0 0 0,1 0 0,0-1 0,11 9 0,-16-14 0,0 0 0,0 0 0,1 0 0,-1 0 0,1-1 0,-1 1 0,1-1 0,0 0 0,-1 0 0,7 1 0,-8-2 0,0 0 0,-1 0 0,1-1 0,-1 1 0,1 0 0,-1-1 0,1 1 0,-1 0 0,1-1 0,-1 0 0,1 1 0,-1-1 0,1 0 0,-1 0 0,0 0 0,0 0 0,1 0 0,-1 0 0,0 0 0,0 0 0,0 0 0,0-1 0,0 1 0,-1 0 0,1-1 0,0 1 0,1-4 0,0-2 0,1-1 0,-1 0 0,-1 0 0,1 0 0,-1 0 0,-1-12 0,0-2 0,-3-24 0,0 34 0,2 10 0,0 1 0,1-1 0,0 1 0,-1 0 0,1-1 0,0 1 0,0-1 0,-1 1 0,1-1 0,1-1 0,-1 3 0,0-1 0,1 1 0,-1 0 0,0 0 0,1 0 0,-1 0 0,0 0 0,1 0 0,-1 0 0,0 0 0,0 1 0,1-1 0,-1 0 0,0 0 0,1 0 0,-1 0 0,0 0 0,1 0 0,-1 1 0,0-1 0,0 0 0,1 0 0,-1 0 0,0 1 0,0-1 0,0 0 0,1 0 0,-1 1 0,0-1 0,0 0 0,0 1 0,0-1 0,1 0 0,-1 1 0,9 10 0,19 35 0,62 71 0,-60-84-1365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24575,'50'98'0,"47"98"0,-59-102 0,-25-58 0,2-1 0,21 38 0,-21-53-1365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21 24575,'0'0'0,"0"-1"0,0 0 0,0 0 0,1 1 0,-1-1 0,-1 0 0,1 0 0,0 1 0,0-1 0,0 0 0,0 0 0,0 1 0,-1-1 0,1 0 0,0 1 0,0-1 0,-1 0 0,1 1 0,-1-1 0,1 1 0,-1-1 0,1 0 0,-1 1 0,1-1 0,-1 1 0,1-1 0,-1 1 0,0 0 0,1-1 0,-1 1 0,1 0 0,-1-1 0,-1 1 0,1 0 0,0 0 0,0 0 0,-1 0 0,1 1 0,0-1 0,0 0 0,0 1 0,0-1 0,0 1 0,0 0 0,0-1 0,0 1 0,0 0 0,0-1 0,0 1 0,0 0 0,0 0 0,0 0 0,0 0 0,0 1 0,-4 4 0,0 0 0,1 1 0,0-1 0,0 1 0,0 0 0,-3 11 0,6-16 0,1 0 0,-1 1 0,1-1 0,0 0 0,-1 0 0,1 0 0,0 0 0,1 0 0,-1 1 0,0-1 0,0 0 0,1 0 0,0 0 0,-1 0 0,1 0 0,0 0 0,0 0 0,0 0 0,0 0 0,0-1 0,0 1 0,1 0 0,-1-1 0,0 1 0,1-1 0,0 1 0,-1-1 0,4 2 0,2 2 0,1 0 0,0-1 0,0 0 0,0 0 0,0-1 0,9 2 0,56 11 0,-4-2 0,-52-9-118,-2-1-132,0 0 1,-1 1 0,0 0-1,16 10 1,-20-9-6577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24575,'0'1'0,"0"1"0,1 0 0,-1-1 0,1 1 0,-1-1 0,1 1 0,0-1 0,0 1 0,0-1 0,-1 0 0,1 1 0,0-1 0,1 0 0,-1 0 0,2 3 0,23 15 0,-21-15 0,14 9 0,0-1 0,1-1 0,0-1 0,28 11 0,-35-17 0,1 0 0,-1 0 0,1-1 0,0-1 0,0-1 0,0 0 0,0 0 0,16-2 0,-28 1 0,0-1 0,0 1 0,0 0 0,0-1 0,0 0 0,0 1 0,0-1 0,0 0 0,0 0 0,-1 0 0,1 0 0,0 0 0,0 0 0,-1-1 0,1 1 0,-1 0 0,2-3 0,-1 1 0,0 1 0,-1-1 0,1 0 0,-1 0 0,0 0 0,0 0 0,0 0 0,0 0 0,-1 0 0,1-5 0,0 0 0,-1 0 0,-1 0 0,1-1 0,-1 1 0,-1 0 0,0 0 0,-5-15 0,13 33 0,0 0 0,13 15 0,2 5 0,-8-11-682,20 21-1,-22-28-6143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105 166 24575,'55'107'0,"59"167"0,-107-257 0,-5-13 0,0 1 0,0-1 0,-1 1 0,1 0 0,-1-1 0,0 1 0,0 10 0,0-15 0,-1 0 0,0 0 0,0 0 0,0 1 0,0-1 0,0 0 0,0 0 0,0 0 0,0 1 0,-1-1 0,1 0 0,0 0 0,0 0 0,0 0 0,0 1 0,0-1 0,0 0 0,0 0 0,0 0 0,0 0 0,0 0 0,-1 1 0,1-1 0,0 0 0,0 0 0,0 0 0,0 0 0,0 0 0,-1 0 0,1 0 0,0 0 0,0 1 0,0-1 0,0 0 0,-1 0 0,1 0 0,0 0 0,0 0 0,-8-4 0,-6-10 0,-43-61 0,4-1 0,-48-93 0,89 146 0,1-1 0,-11-32 0,19 48 0,1 0 0,0 0 0,0-1 0,1 1 0,0 0 0,1-1 0,-1 1 0,2-1 0,-1 1 0,1-1 0,2-9 0,-2 15 0,0 0 0,1 0 0,-1-1 0,1 1 0,-1 0 0,1 0 0,0 0 0,0 1 0,0-1 0,1 0 0,-1 1 0,1-1 0,4-3 0,-2 3 0,-1 1 0,1-1 0,0 1 0,-1 0 0,1 1 0,0-1 0,0 1 0,8-2 0,-1 2 0,-1 0 0,0 1 0,0 1 0,1-1 0,-1 2 0,0 0 0,22 6 0,8 7 0,-1 1 0,-1 2 0,0 2 0,47 33 0,-64-34 0,-21-19 0,-1 0 0,1 0 0,-1 1 0,0-1 0,1 1 0,-1-1 0,1 0 0,-1 1 0,0-1 0,1 1 0,-1-1 0,0 1 0,0-1 0,1 1 0,-1-1 0,0 1 0,0-1 0,0 1 0,0-1 0,0 1 0,0-1 0,0 1 0,0-1 0,0 1 0,0 0 0,0-1 0,0 1 0,0-1 0,0 1 0,0-1 0,0 1 0,-1-1 0,1 1 0,0-1 0,0 1 0,-1-1 0,1 1 0,0-1 0,-1 0 0,1 1 0,0-1 0,-1 1 0,1-1 0,-1 0 0,1 1 0,-9 2 0,0 0 0,0 0 0,0-1 0,0 0 0,-1 0 0,1-1 0,-13 0 0,9-1 0,-67 3-195,-83-10 0,118 4-780,7 1-5851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24575,'1'18'0,"0"-1"0,1 1 0,1-1 0,1 1 0,0-1 0,2 0 0,0-1 0,11 24 0,48 101 0,94 231 0,-153-353 0,22 67 0,-25-73 0,0 1 0,-1-1 0,-1 1 0,0 20 0,-20-59 0,-91-196-1365,100 198-5461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24575,'7'-2'0,"6"-2"0,2-1 0,2-1 0,0 1 0,2 1 0,1 2 0,-1-2 0,-1 0 0,-1 1 0,-1 0 0,0 2 0,-2-3 0,1 0 0,-3-1 0,-6-4 0,-3-1 0,-4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63 24575,'-11'-21'0,"8"14"0,-1 0 0,0 0 0,0 0 0,-6-7 0,8 16 0,3 4 0,2 9 0,46 106 0,-11-28 0,61 143 0,-95-227 40,1 0 0,7 11 0,-11-18-108,0-1 1,0 1-1,0-1 1,0 1-1,1-1 1,-1 0-1,0 0 1,1 0-1,-1 1 1,0-1-1,1 0 1,0-1-1,-1 1 1,1 0-1,-1 0 1,1-1-1,0 1 1,0-1-1,-1 1 1,1-1-1,2 1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58 24575,'0'-58'0,"-18"193"0,2-13 0,10-84 0,2 1 0,2 1 0,4 48 0,-1-77 0,1 0 0,1 0 0,0 0 0,0 0 0,1-1 0,1 0 0,-1 0 0,2 0 0,-1 0 0,1-1 0,1 0 0,0 0 0,10 10 0,8 6 0,1 0 0,52 36 0,-69-54 0,0-1 0,1 0 0,0 0 0,0-1 0,0 0 0,1-1 0,0 0 0,0-1 0,22 4 0,-21-7-1365,-3-2-5461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24575,'24'-9'0,"78"-34"0,-82 33 0,1-1 0,31-24 0,-50 35 0,-1-1 0,0 1 0,0-1 0,0 0 0,0 0 0,0 0 0,0 1 0,-1-1 0,1 0 0,0 0 0,0 0 0,0-1 0,-1 1 0,1 0 0,-1 0 0,1 0 0,-1 0 0,1 0 0,-1-1 0,0 1 0,0 0 0,1 0 0,-1-1 0,0 1 0,0 0 0,0-1 0,0 1 0,0 0 0,-1 0 0,1-1 0,0 1 0,-1 0 0,1 0 0,-1 0 0,1-1 0,-1 1 0,1 0 0,-1 0 0,0 0 0,1 0 0,-1 0 0,0 0 0,0 0 0,0 0 0,0 1 0,0-1 0,-1-1 0,-4-2 0,1 0 0,0 1 0,-1 0 0,0 0 0,0 0 0,0 0 0,0 1 0,-7-2 0,7 3 0,0-1 0,0 1 0,0 1 0,0-1 0,0 1 0,0 0 0,-1 0 0,-11 3 0,15-2 0,0 0 0,0 0 0,-1 1 0,1-1 0,0 1 0,0 0 0,0 0 0,1 0 0,-1 0 0,0 0 0,1 0 0,-1 1 0,1 0 0,0-1 0,0 1 0,0 0 0,-2 4 0,1-1 0,-1 0 0,2 0 0,-1 0 0,1 1 0,0 0 0,0-1 0,0 1 0,1 0 0,-1 14 0,3-17 0,-1 1 0,0 0 0,1 0 0,0-1 0,0 1 0,1-1 0,-1 1 0,1-1 0,0 1 0,0-1 0,0 0 0,1 0 0,-1 0 0,1 0 0,4 4 0,10 12 0,1-2 0,1 0 0,1-1 0,31 21 0,-41-33 0,-1 0 0,1-1 0,0 0 0,0 0 0,0-1 0,1 0 0,-1-1 0,1 0 0,-1-1 0,19 0 0,33 5 16,-50-4-189,0-1 1,-1 0-1,1 0 0,0-1 1,0-1-1,0 0 1,15-3-1,-17 1-6653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24575,'-1'0'0,"1"0"0,-1 0 0,1 0 0,-1 0 0,1 0 0,-1 0 0,1 0 0,-1 1 0,1-1 0,-1 0 0,1 0 0,-1 0 0,1 1 0,-1-1 0,1 0 0,0 0 0,-1 1 0,1-1 0,-1 0 0,1 1 0,0-1 0,-1 1 0,1-1 0,0 0 0,0 1 0,-1-1 0,1 1 0,0-1 0,0 1 0,0-1 0,-1 1 0,1-1 0,0 1 0,0-1 0,0 1 0,0-1 0,0 1 0,0-1 0,0 1 0,0-1 0,0 1 0,0-1 0,0 1 0,1-1 0,-1 1 0,0-1 0,0 1 0,0-1 0,1 1 0,12 26 0,-13-26 0,157 229 0,-15-24 0,-138-199 0,0 0 0,0 0 0,-1 0 0,4 16 0,-6-22 0,-1 0 0,0 0 0,1 0 0,-1 1 0,0-1 0,0 0 0,0 0 0,0 0 0,0 1 0,-1-1 0,1 0 0,0 0 0,-1 0 0,1 1 0,0-1 0,-1 0 0,0 1 0,0-1 0,0 0 0,0-1 0,0 1 0,1 0 0,-1-1 0,0 1 0,0-1 0,0 0 0,-1 1 0,1-1 0,0 0 0,0 1 0,0-1 0,0 0 0,0 0 0,0 0 0,0 0 0,0 0 0,0 0 0,-1 0 0,1 0 0,0-1 0,-1 1 0,-12-4 0,0-1 0,0 0 0,0 0 0,0-2 0,1 1 0,-15-11 0,5 2 0,1-1 0,-34-32 0,46 38 0,1 1 0,0-2 0,0 0 0,1 0 0,1 0 0,0-1 0,-7-17 0,13 27 0,0 0 0,0-1 0,0 1 0,0 0 0,1-1 0,-1 1 0,1-1 0,0 1 0,0-1 0,0 1 0,0-1 0,0 1 0,0-1 0,1 1 0,-1 0 0,1-1 0,0 1 0,-1-1 0,1 1 0,0 0 0,1 0 0,1-3 0,-1 2 0,1 0 0,0 0 0,0 0 0,0 1 0,0-1 0,0 1 0,0 0 0,1 0 0,-1 0 0,1 1 0,0-1 0,-1 1 0,6-2 0,1 2 30,-1-1 0,1 1 0,16 0 0,-17 1-401,0 0 0,0-1-1,17-3 1,-16 1-6455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24575,'3'-13'0,"0"-1"0,0 4 0,0 6 0,-2 7 0,1 4 0,-2 5 0,0 2 0,0-1-8191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46 111 24575,'-13'-6'0,"10"5"0,0-1 0,0 1 0,0-1 0,0 1 0,-1 0 0,1 0 0,0 1 0,-4-1 0,7 1 0,0 0 0,0 0 0,0 1 0,-1-1 0,1 0 0,0 0 0,0 1 0,0-1 0,0 0 0,0 0 0,0 1 0,0-1 0,0 0 0,0 0 0,0 1 0,1-1 0,-1 0 0,0 1 0,0-1 0,0 0 0,0 0 0,0 0 0,0 1 0,1-1 0,-1 0 0,0 0 0,0 1 0,0-1 0,0 0 0,1 0 0,-1 0 0,0 0 0,1 1 0,6 8 0,9 7 0,1-1 0,0-1 0,1 0 0,24 13 0,-34-22 0,1 0 0,1-1 0,-1 0 0,0-1 0,1 0 0,0 0 0,0-1 0,0 0 0,0-1 0,0 0 0,18-1 0,-25-1 0,0 1 0,0-1 0,-1 0 0,1 0 0,0 0 0,-1 0 0,1 0 0,-1-1 0,1 1 0,-1-1 0,0 0 0,1 1 0,-1-1 0,0 0 0,0-1 0,0 1 0,-1 0 0,1 0 0,1-3 0,0 1 0,-2 3 0,0 0 0,0 0 0,0 0 0,0 0 0,0 1 0,0-1 0,0 0 0,0 1 0,0-1 0,1 1 0,-1-1 0,0 1 0,0-1 0,1 1 0,-1 0 0,0 0 0,0 0 0,1-1 0,-1 1 0,0 0 0,1 1 0,-1-1 0,2 0 0,4 2 0,0 0 0,0 0 0,8 4 0,2 1 0,-5-4 0,0 0 0,0-1 0,1 0 0,-1-1 0,21 0 0,-24-2 0,0 0 0,-1 0 0,1 0 0,-1-1 0,1 0 0,-1-1 0,0 0 0,0 0 0,8-5 0,-14 6 0,1 1 0,0-1 0,-1 0 0,0 0 0,1 0 0,-1 0 0,0-1 0,0 1 0,0 0 0,0-1 0,-1 0 0,1 1 0,-1-1 0,1 0 0,-1 0 0,0 0 0,0 0 0,0 0 0,-1 0 0,1 0 0,-1 0 0,0 0 0,1 0 0,-1 0 0,-1 0 0,1 0 0,0 0 0,-1 0 0,1 0 0,-1 0 0,0 0 0,0 0 0,-2-4 0,0 1 0,0 0 0,0 0 0,0 1 0,-1-1 0,0 1 0,0 0 0,0-1 0,-1 2 0,1-1 0,-1 1 0,0-1 0,-1 1 0,1 1 0,-11-7 0,-4 2-1365,1 2-5461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6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24575,'163'180'-1028,"-135"-143"1002,-2 1 1,-1 1 0,24 53-1,-29-47 340,26 88 0,-38-101-188,-1 1-1,-1-1 1,2 57-1,-8-82-125,0 0 0,-1 0 0,1 0 0,-1 0 0,-1 0 0,1 0 0,-1-1 0,0 1 0,-1-1 0,-3 8 0,4-10 0,-1 1 0,-1-1 0,1 0 0,0 0 0,-1 0 0,0 0 0,0-1 0,0 1 0,0-1 0,-1 0 0,1 0 0,-1-1 0,-8 4 0,-7 1-341,1-1 0,-1 0-1,-25 2 1,26-5-6485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24575,'-3'7'0,"0"6"0,0 2 0,0 2 0,4-2 0,1-2 0,0 0 0,3-2 0,3-1 0,2-1 0,0-4-8191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3 0,2 5 0,1 4 0,1 1 0,-2-1-8191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24575,'-2'1'0,"1"1"0,0 0 0,0 0 0,0-1 0,-1 1 0,2 0 0,-1 0 0,0 0 0,0 0 0,1 0 0,-1 0 0,1 0 0,-1 0 0,1 0 0,0 1 0,0-1 0,0 0 0,0 0 0,0 0 0,0 0 0,1 0 0,-1 0 0,1 0 0,0 0 0,-1 0 0,1 0 0,0 0 0,0 0 0,2 3 0,0 0 0,0 0 0,1-1 0,-1 1 0,1-1 0,0 1 0,1-1 0,-1 0 0,1 0 0,6 4 0,-4-5 0,0 1 0,-1-1 0,1 0 0,0-1 0,0 1 0,1-1 0,-1-1 0,12 2 0,-16-3 0,0 0 0,1 0 0,-1 0 0,0 0 0,0-1 0,0 1 0,1-1 0,-1 0 0,0 0 0,0 0 0,0 0 0,0-1 0,0 1 0,0-1 0,-1 1 0,1-1 0,0 0 0,-1 0 0,1-1 0,-1 1 0,3-4 0,3-5 0,-6 8 0,0 0 0,0 0 0,0 0 0,1 0 0,0 0 0,0 0 0,3-2 0,-5 4 0,1 1 0,-1-1 0,1 1 0,-1-1 0,1 1 0,-1-1 0,1 1 0,-1 0 0,1 0 0,-1 0 0,1 0 0,0 0 0,-1 0 0,1 0 0,-1 0 0,1 1 0,-1-1 0,1 1 0,-1-1 0,1 1 0,-1-1 0,2 2 0,82 46 0,-17-8 0,-57-33-1365,-3-2-5461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24575,'1'-1'0,"-1"0"0,1 0 0,-1 1 0,1-1 0,-1 0 0,1 0 0,0 1 0,-1-1 0,1 1 0,0-1 0,-1 1 0,1-1 0,0 1 0,0-1 0,0 1 0,-1 0 0,1-1 0,0 1 0,0 0 0,0 0 0,0 0 0,0-1 0,0 1 0,0 0 0,0 0 0,0 1 0,1-1 0,0 1 0,0-1 0,0 1 0,0 0 0,0 0 0,0 0 0,0 0 0,0 0 0,-1 1 0,4 2 0,2 3 0,0 1 0,-1 0 0,10 15 0,7 18 0,-1 2 0,-3 0 0,-1 1 0,-2 1 0,16 74 0,-27-90-341,-1 0 0,-2 0-1,-1 51 1,-2-68-6485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62 24575,'-33'-8'0,"-15"-2"0,-5-2 0,1 1 0,5 3 0,6 2 0,4 2 0,6 2 0,3 2 0,4 2 0,4 2 0,2 0 0,5 1 0,2 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1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48 24575,'-3'0'0,"-1"-1"0,1 1 0,0-1 0,-1 1 0,1 0 0,-1 0 0,-6 2 0,9-2 0,0 0 0,1 0 0,-1 1 0,0-1 0,0 0 0,0 1 0,1-1 0,-1 1 0,0-1 0,1 1 0,-1-1 0,0 1 0,1-1 0,-1 1 0,1 0 0,-1-1 0,1 1 0,-1 0 0,1 0 0,-1-1 0,1 1 0,0 0 0,-1 0 0,1 0 0,0-1 0,0 1 0,0 0 0,-1 0 0,1 0 0,0 0 0,0-1 0,0 1 0,0 0 0,1 0 0,-1 0 0,0 0 0,1 1 0,0 4 0,2 0 0,-1 1 0,1-1 0,0 0 0,0 0 0,0 0 0,1-1 0,0 1 0,0-1 0,1 0 0,9 9 0,6 4 0,35 23 0,-52-40 0,10 8 0,1 0 0,0-1 0,27 10 0,-32-15 0,1 0 0,0 0 0,-1-1 0,1 0 0,0-1 0,0 0 0,13 0 0,-20-1 0,-1-1 0,1 1 0,-1 0 0,0-1 0,1 1 0,-1-1 0,0 1 0,0-1 0,1 0 0,-1 0 0,0 0 0,0-1 0,0 1 0,0 0 0,0-1 0,-1 1 0,1-1 0,0 0 0,-1 1 0,1-1 0,-1 0 0,1 0 0,1-3 0,-2 1 0,0 1 0,0-1 0,0 1 0,0-1 0,0 0 0,-1 1 0,0-1 0,0 0 0,0 1 0,0-1 0,0 0 0,-1 1 0,1-1 0,-3-5 0,-1-6 0,-2 0 0,0 0 0,0 0 0,-1 1 0,-1 0 0,-13-19 0,16 27 0,0 0 0,0 1 0,-1 0 0,1-1 0,-1 2 0,-12-9 0,14 11 0,-1 0 0,1 0 0,-1 0 0,0 0 0,1 1 0,-1 0 0,0 0 0,0 0 0,0 0 0,0 1 0,-7 0 0,5 1-124,0 1 0,0 0 0,0 0 0,0 0 0,1 1 0,-1 0-1,1 0 1,-1 1 0,1 0 0,-7 6 0,1 0-6702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49 24575,'0'-4'0,"0"0"0,0 0 0,0 1 0,0-1 0,-1 0 0,0 0 0,1 1 0,-1-1 0,-1 0 0,1 1 0,-2-5 0,3 8 0,-1 0 0,1 0 0,0 0 0,0 0 0,0 0 0,0 0 0,0 0 0,-1 0 0,1 0 0,0 0 0,0 1 0,0-1 0,0 0 0,-1 0 0,1 0 0,0 0 0,0 0 0,0 0 0,0 0 0,0 0 0,0 0 0,-1 1 0,1-1 0,0 0 0,0 0 0,0 0 0,0 0 0,0 0 0,0 0 0,0 1 0,0-1 0,0 0 0,0 0 0,0 0 0,0 0 0,0 1 0,-1-1 0,1 0 0,0 0 0,0 0 0,1 0 0,-1 1 0,0-1 0,0 0 0,0 0 0,0 0 0,0 0 0,0 1 0,-2 9 0,1 196 0,2-107 0,7 66 0,-1-5 0,-6-142 0,-1-2 0,0-1 0,0 0 0,-1 0 0,-1 0 0,-1 0 0,-4 15 0,16-62-682,6-48-1,-13 65-6143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56 24575,'-41'-56'0,"266"371"0,-177-250 0,8 22 0,-40-60 0,1 0 0,1-1 0,1-2 0,23 24 0,-41-47-39,0 0-27,0 0-1,0 1 1,1-1 0,-1 0-1,0 0 1,1 1 0,-1-1 0,1 0-1,0-1 1,-1 1 0,1 0-1,0 0 1,-1-1 0,1 1-1,0-1 1,0 1 0,-1-1 0,1 0-1,3 0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60 24575,'-71'-13'0,"-124"-19"0,162 29 0,-131-9 0,83 13-1365,66-1-5461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65 24575,'0'-2'0,"1"-3"0,-1 0 0,0 0 0,-1-1 0,1 1 0,-1 0 0,0 0 0,0 0 0,-1 0 0,-2-7 0,4 12 0,-1-1 0,1 1 0,0 0 0,0-1 0,-1 1 0,1 0 0,0-1 0,-1 1 0,1 0 0,-1 0 0,1 0 0,0-1 0,-1 1 0,1 0 0,-1 0 0,1 0 0,0 0 0,-1 0 0,1 0 0,-1 0 0,1 0 0,-1 0 0,1 0 0,0 0 0,-1 0 0,1 0 0,-1 0 0,1 0 0,-1 0 0,1 0 0,0 0 0,-1 1 0,1-1 0,-1 0 0,1 0 0,0 1 0,-1-1 0,1 0 0,0 0 0,-1 1 0,1-1 0,0 0 0,0 1 0,-1 0 0,-13 16 0,-1 13 0,1 1 0,-15 45 0,24-58 0,0 1 0,1-1 0,0 1 0,2 0 0,0 0 0,2 0 0,0 0 0,1 0 0,4 27 0,2-13 0,1 0 0,2 0 0,1-1 0,21 43 0,-8-26 0,42 68 0,-57-103 0,1 0 0,0-1 0,1-1 0,0 0 0,1 0 0,0-2 0,1 1 0,0-1 0,20 11 0,-4-9-1365,-16-9-5461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91 24575,'-1'-1'0,"-1"0"0,1 0 0,0 0 0,-1 1 0,1-1 0,-1 1 0,1-1 0,-1 1 0,1-1 0,-1 1 0,1 0 0,-1-1 0,0 1 0,-2 0 0,4 0 0,-1 1 0,1-1 0,0 0 0,0 0 0,-1 0 0,1 0 0,0 0 0,0 0 0,-1 1 0,1-1 0,0 0 0,0 0 0,-1 0 0,1 1 0,0-1 0,0 0 0,0 0 0,0 0 0,-1 1 0,1-1 0,0 0 0,0 0 0,0 1 0,0-1 0,0 0 0,0 1 0,0-1 0,0 1 0,0 0 0,0 0 0,0 0 0,0 1 0,0-1 0,1 0 0,-1 0 0,1 0 0,-1 1 0,1-1 0,-1 0 0,1 1 0,8 11 0,0 1 0,1-2 0,1 1 0,-1-2 0,2 1 0,19 14 0,-2-4 0,57 32 0,-73-48 0,-1 1 0,24 7 0,-33-13 0,0 0 0,0 0 0,1 0 0,-1 0 0,0-1 0,0 0 0,0 1 0,0-1 0,1 0 0,-1 0 0,0-1 0,0 1 0,0-1 0,0 0 0,0 0 0,0 0 0,0 0 0,5-2 0,-6 1 0,0 0 0,-1 0 0,1 0 0,0 0 0,-1 0 0,1 0 0,-1-1 0,1 1 0,-1 0 0,0-1 0,0 1 0,0-1 0,-1 1 0,1-1 0,-1 1 0,1-1 0,-1 0 0,0 1 0,0-1 0,0-3 0,0-1 0,-1-1 0,0 1 0,0-1 0,-1 1 0,-5-14 0,4 12 0,-1 1 0,1-1 0,0 0 0,-2-11 0,5 20 0,0 0 0,0-1 0,0 1 0,0 0 0,0 0 0,0 0 0,0 0 0,0 0 0,0 0 0,0 0 0,0 0 0,1-1 0,-1 1 0,0 0 0,0 0 0,0 0 0,0 0 0,0 0 0,0 0 0,0 0 0,0 0 0,0 0 0,0 0 0,0 0 0,1 0 0,-1-1 0,0 1 0,0 0 0,0 0 0,0 0 0,0 0 0,0 0 0,0 0 0,1 0 0,-1 0 0,0 0 0,0 0 0,0 0 0,0 0 0,0 0 0,0 0 0,0 0 0,0 0 0,1 0 0,-1 1 0,0-1 0,0 0 0,0 0 0,0 0 0,0 0 0,0 0 0,0 0 0,0 0 0,0 0 0,1 0 0,-1 0 0,0 0 0,0 0 0,0 1 0,0-1 0,0 0 0,0 0 0,0 0 0,0 0 0,0 0 0,0 0 0,0 0 0,9 8 0,-8-7 0,26 23 0,52 34 0,-67-50 0,-1-2 0,1 1 0,1-2 0,-1 1 0,1-2 0,0 0 0,26 5 0,-37-9 0,0 1 0,0-1 0,0 0 0,1 0 0,-1 0 0,0 0 0,0 0 0,0 0 0,1-1 0,-1 1 0,0-1 0,0 1 0,0-1 0,0 0 0,0 0 0,0 0 0,0 0 0,0 0 0,0-1 0,0 1 0,-1 0 0,1-1 0,0 0 0,-1 1 0,1-1 0,-1 0 0,0 1 0,0-1 0,1 0 0,-1 0 0,0 0 0,-1 0 0,1 0 0,0-1 0,-1 1 0,1 0 0,-1 0 0,1-5 0,-1 0 0,1 0 0,-1-1 0,-1 1 0,1-1 0,-1 1 0,-1 0 0,1-1 0,-1 1 0,-1 0 0,-4-11 0,0 4 24,-1 2 0,0-1 0,0 1 0,-20-21 0,23 27-148,-1 1 0,1 0 1,-1 0-1,-1 0 0,1 1 0,-1 0 1,0 0-1,1 1 0,-2 0 0,1 0 1,-8-2-1,0 2-6702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24575,'25'6'0,"0"1"0,-1 1 0,0 2 0,0 0 0,-1 1 0,-1 1 0,0 2 0,0 0 0,-2 1 0,0 1 0,0 1 0,-2 0 0,0 2 0,-1 0 0,21 31 0,-9-8 0,-2 1 0,25 57 0,-43-79 0,0 0 0,-2 1 0,0-1 0,-2 2 0,0-1 0,-2 0 0,2 32 0,-6-43-62,0 1 0,0-1 0,-1 0 0,-1 1 0,0-1 0,0 0 0,-1 0 0,-1-1 0,1 1 0,-2-1 0,1 0 0,-2-1-1,1 1 1,-1-1 0,-1 0 0,1-1 0,-2 0 0,1 0 0,-1 0 0,0-1 0,-11 6 0,3-3-6764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123 108 24575,'-1'24'0,"2"0"0,1 0 0,1 0 0,0-1 0,2 0 0,15 43 0,-17-59 0,0 0 0,1-1 0,0 1 0,0-1 0,1 0 0,-1-1 0,1 1 0,1-1 0,5 5 0,-11-10 0,0 0 0,0 0 0,0 0 0,0 0 0,0 0 0,0 0 0,0 0 0,0 0 0,0-1 0,0 1 0,0 0 0,0 0 0,0 0 0,0 0 0,1 0 0,-1 0 0,0 0 0,0 0 0,0 0 0,0 0 0,0 0 0,0 0 0,0 0 0,0 0 0,0 0 0,0-1 0,0 1 0,0 0 0,0 0 0,1 0 0,-1 0 0,0 0 0,0 0 0,0 0 0,0 0 0,0 0 0,0 0 0,0 0 0,0 0 0,0 0 0,0 0 0,1 0 0,-1 0 0,0 1 0,0-1 0,0 0 0,0 0 0,0 0 0,0 0 0,0 0 0,0 0 0,0 0 0,0 0 0,0 0 0,0 0 0,0 0 0,0 0 0,1 0 0,-1 0 0,0 0 0,0 0 0,0 1 0,0-1 0,0 0 0,0 0 0,0 0 0,-4-10 0,-7-12 0,-120-149 0,101 136 0,21 25 0,-15-19 0,75 62 0,-35-21 0,0-2 0,1 0 0,0 0 0,1-2 0,-1 0 0,2-1 0,-1-1 0,1-1 0,-1 0 0,2-2 0,-1 0 0,0-1 0,21 0 0,-33-2 0,0-1 0,0 0 0,0 0 0,-1-1 0,1 1 0,0-1 0,-1-1 0,1 1 0,-1-1 0,9-6 0,-11 7 0,-1-1 0,1 1 0,-1-1 0,0 0 0,0 0 0,-1 0 0,1 0 0,0-1 0,-1 1 0,0-1 0,0 1 0,0-1 0,0 0 0,-1 0 0,1 0 0,-1 0 0,0 0 0,1-6 0,-2 4 0,1 0 0,-1 0 0,0 0 0,0 0 0,-1 0 0,1 0 0,-1 0 0,-1 0 0,1 0 0,-1 0 0,0 1 0,0-1 0,-1 1 0,0-1 0,0 1 0,0 0 0,-1 0 0,1 0 0,-1 1 0,0-1 0,-6-4 0,10 8 0,-1 1 0,0-1 0,0 0 0,0 1 0,0-1 0,1 1 0,-1-1 0,0 1 0,0 0 0,0-1 0,0 1 0,0 0 0,0 0 0,0 0 0,0 0 0,0-1 0,0 1 0,0 1 0,0-1 0,0 0 0,0 0 0,0 0 0,0 0 0,0 1 0,-1 0 0,0 0 0,0 0 0,1 0 0,-1 0 0,1 1 0,0-1 0,-1 1 0,1-1 0,0 1 0,0-1 0,0 1 0,0 0 0,-1 2 0,-1 3 0,1-1 0,0 1 0,0 0 0,1-1 0,0 1 0,-1 11 0,3-7 0,0-1 0,1 0 0,0 0 0,0 0 0,1 0 0,0-1 0,1 1 0,0-1 0,1 0 0,0 0 0,0 0 0,1-1 0,0 1 0,0-1 0,12 11 0,-4-6 0,1 0 0,-1-1 0,2-1 0,0 0 0,0-1 0,1-1 0,25 11 0,-28-15 0,0-1 0,1 0 0,20 3 0,-27-6 0,0 0 0,1 0 0,-1-1 0,1 0 0,-1-1 0,1 0 0,10-3 0,-5-2-1365,-3-1-5461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270 558 24575,'-9'-4'0,"-97"-38"0,83 35 0,1 1 0,-43-7 0,63 12 0,0 1 0,-1 0 0,1 0 0,0 0 0,0 0 0,-1 0 0,1 0 0,0 1 0,0-1 0,0 1 0,-1-1 0,1 1 0,0 0 0,-3 2 0,4-3 0,0 1 0,1 0 0,-1 0 0,0 0 0,1 0 0,-1 0 0,0 0 0,1 0 0,-1 0 0,1 0 0,-1 0 0,1 0 0,0 0 0,0 1 0,-1-1 0,1 0 0,0 0 0,0 0 0,0 0 0,0 1 0,0-1 0,0 0 0,1 0 0,-1 0 0,0 0 0,1 1 0,-1-1 0,1 2 0,2 3 0,0 1 0,0-1 0,1 0 0,-1 0 0,1 0 0,1 0 0,-1-1 0,1 1 0,0-1 0,0 0 0,1-1 0,8 7 0,8 3 0,0-1 0,26 11 0,-40-20 0,-1-1 0,0 0 0,0-1 0,1 1 0,-1-1 0,0-1 0,1 1 0,14 0 0,-20-2 0,0 0 0,-1 0 0,1 0 0,0 0 0,0-1 0,-1 1 0,1 0 0,0-1 0,0 1 0,-1-1 0,1 0 0,0 1 0,-1-1 0,1 0 0,-1 0 0,1 0 0,-1 0 0,1 0 0,-1 0 0,0-1 0,0 1 0,1 0 0,-1-1 0,0 1 0,0-1 0,0 1 0,-1-1 0,1 0 0,0 1 0,0-1 0,-1 0 0,1 1 0,-1-1 0,0 0 0,1 0 0,-1 1 0,0-1 0,0-3 0,-1-1 0,0 0 0,0 0 0,0 0 0,-1 0 0,0 1 0,0-1 0,0 0 0,-1 1 0,0-1 0,0 1 0,0 0 0,0 0 0,-8-8 0,10 12 0,1 1 0,-1-1 0,1 1 0,-1-1 0,1 1 0,-1-1 0,0 1 0,1-1 0,-1 1 0,0 0 0,1-1 0,-1 1 0,0 0 0,0-1 0,-1 1 0,2 0 0,0 0 0,0 0 0,-1 0 0,1 0 0,0 0 0,0 0 0,-1 1 0,1-1 0,0 0 0,-1 0 0,1 0 0,0 0 0,0 0 0,0 1 0,-1-1 0,1 0 0,0 0 0,0 1 0,0-1 0,-1 0 0,1 0 0,0 0 0,0 1 0,0-1 0,0 0 0,0 1 0,0-1 0,-1 2 0,1 0 0,-1 0 0,1 0 0,0 0 0,0 0 0,0 0 0,0 0 0,0 0 0,1 0 0,0 2 0,0 1 0,1-1 0,0 1 0,0 0 0,1-1 0,-1 0 0,1 1 0,0-1 0,0 0 0,0-1 0,1 1 0,-1 0 0,1-1 0,0 0 0,0 0 0,0 0 0,1 0 0,6 3 0,-2-2 0,0 0 0,1-1 0,-1 0 0,1 0 0,0-1 0,0-1 0,19 2 0,-20-3 0,-1 0 0,0 0 0,1-1 0,-1 0 0,1 0 0,-1-1 0,12-5 0,-16 6 0,0-1 0,0 0 0,-1 0 0,0-1 0,1 1 0,-1-1 0,0 1 0,0-1 0,0 0 0,0 0 0,-1-1 0,1 1 0,-1 0 0,0-1 0,0 1 0,0-1 0,2-6 0,0-2 0,-1 0 0,0-1 0,-1 1 0,0-1 0,0-12 0,-3-66 0,0 82 0,0-20 0,-2 1 0,-2-1 0,0 0 0,-2 1 0,-1 0 0,-1 1 0,-2 0 0,0 0 0,-2 1 0,-1 1 0,-1 0 0,-32-40 0,47 64 0,-1-1 0,0 1 0,0 0 0,0 0 0,0 0 0,0 1 0,0-1 0,0 0 0,0 0 0,-1 0 0,1 1 0,0-1 0,0 1 0,-1-1 0,1 1 0,-2-1 0,2 1 0,1 0 0,0 0 0,-1 0 0,1 0 0,0 0 0,-1 1 0,1-1 0,0 0 0,-1 0 0,1 0 0,0 0 0,-1 1 0,1-1 0,0 0 0,-1 0 0,1 1 0,0-1 0,0 0 0,-1 0 0,1 1 0,0-1 0,0 1 0,-4 13 0,4 0 0,1 1 0,0-1 0,1 0 0,0 0 0,6 18 0,2-2 0,17 38 0,-13-38 0,1-1 0,2-1 0,0-1 0,2 0 0,1-1 0,1-2 0,2 0 0,0-1 0,1-1 0,1-1 0,1-1 0,1-2 0,1 0 0,0-2 0,47 19 0,-21-15-1365,-41-17-5461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9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24575,'13'17'0,"1"-1"0,1 0 0,0-1 0,27 20 0,-8-7 0,72 55 0,-82-66 0,-1-2 0,46 21 0,-68-35 0,0-1 0,0 1 0,0-1 0,0 1 0,0-1 0,1 0 0,-1 1 0,0-1 0,0 0 0,0 0 0,0 0 0,0 0 0,1 0 0,-1 0 0,0 0 0,0 0 0,0-1 0,2 0 0,-2 1 0,-1-1 0,1 1 0,0-1 0,-1 1 0,1-1 0,-1 1 0,1-1 0,-1 0 0,0 1 0,1-1 0,-1 0 0,1 1 0,-1-1 0,0 0 0,0 0 0,1 0 0,-1 1 0,0-1 0,0 0 0,0-1 0,0-3 0,0 0 0,-1 0 0,1 0 0,-1 0 0,0 0 0,-3-9 0,-44-99 0,-3-12 0,51 124 0,-1 0 0,1-1 0,0 1 0,0 0 0,0 0 0,-1-1 0,1 1 0,0 0 0,0 0 0,1-3 0,2 2 0,4 8 0,8 15-1365,-7-12-5461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252 554 24575,'-50'-25'0,"-25"-10"0,65 31 0,0 0 0,0 1 0,-1 0 0,1 1 0,-15-1 0,23 3 0,0-1 0,0 1 0,1 0 0,-1 0 0,0 0 0,0 0 0,0 0 0,0 1 0,1-1 0,-1 1 0,0-1 0,0 1 0,1-1 0,-1 1 0,1 0 0,-1 0 0,0 0 0,1 0 0,-1 0 0,1 0 0,0 0 0,-1 1 0,1-1 0,0 0 0,0 1 0,0-1 0,0 1 0,0 0 0,0-1 0,0 1 0,1-1 0,-1 1 0,0 0 0,1 0 0,-1-1 0,1 1 0,0 3 0,-1 0 0,1 0 0,1 0 0,-1 0 0,1 0 0,0-1 0,0 1 0,0 0 0,1 0 0,-1-1 0,1 1 0,0-1 0,5 9 0,1-2 0,1-1 0,0 0 0,0 0 0,1 0 0,0-1 0,22 15 0,-24-19 0,-1-1 0,1 0 0,-1 0 0,1 0 0,1-1 0,-1-1 0,0 1 0,1-1 0,-1-1 0,1 1 0,16-1 0,-22-1 0,0 0 0,0 0 0,-1-1 0,1 1 0,0-1 0,-1 0 0,1 0 0,-1 0 0,1 0 0,-1 0 0,1 0 0,-1-1 0,0 1 0,0-1 0,1 0 0,-1 0 0,0 0 0,-1 0 0,1 0 0,0 0 0,-1 0 0,1 0 0,-1-1 0,1 1 0,-1-1 0,1-3 0,0 2 0,-1 0 0,0-1 0,0 1 0,-1-1 0,0 1 0,1-1 0,-1 1 0,-1-1 0,1 1 0,-1-1 0,1 1 0,-1-1 0,-1 1 0,1-1 0,-3-4 0,-1-5 0,3 9 0,0 0 0,0 0 0,-1 0 0,1 0 0,-1 1 0,0-1 0,-7-7 0,10 12 0,0 0 0,0 0 0,0 0 0,0 0 0,0 0 0,0 0 0,0-1 0,0 1 0,-1 0 0,1 0 0,0 0 0,0 0 0,0 0 0,0 0 0,0 0 0,0 0 0,0 0 0,0 0 0,-1 0 0,1 0 0,0 0 0,0 0 0,0 0 0,0 0 0,0 0 0,0 0 0,0 0 0,0 0 0,0 0 0,-1 0 0,1 0 0,0 0 0,0 0 0,0 0 0,0 1 0,0-1 0,0 0 0,0 0 0,0 0 0,0 0 0,0 0 0,0 0 0,-1 0 0,1 0 0,0 0 0,0 0 0,0 0 0,0 1 0,0-1 0,0 0 0,0 0 0,-1 8 0,2 9 0,1-10 0,0-1 0,0 0 0,1 1 0,0-1 0,1 0 0,-1-1 0,1 1 0,0-1 0,0 0 0,1 1 0,-1-2 0,11 9 0,-4-4 0,2 0 0,-1-1 0,1 0 0,24 11 0,-29-16 0,0 0 0,0-1 0,0 0 0,0 0 0,0-1 0,1 0 0,-1 0 0,0-1 0,1 0 0,-1 0 0,10-3 0,-15 3 0,1-1 0,0 0 0,-1 0 0,1 0 0,-1-1 0,1 1 0,-1-1 0,1 0 0,-1 0 0,0 0 0,0 0 0,0-1 0,0 1 0,0-1 0,-1 0 0,1 1 0,-1-1 0,0-1 0,0 1 0,0 0 0,0 0 0,0-1 0,-1 1 0,0-1 0,1 1 0,0-8 0,0-2 0,-1 0 0,0-1 0,-1 1 0,0 0 0,-1-1 0,-4-17 0,-22-79 0,12 64 0,-34-71 0,-32-40 0,64 125 0,10 19 0,6 9 0,-1 0 0,0 1 0,0-1 0,0 0 0,0 1 0,-1 0 0,0-1 0,1 1 0,-6-4 0,8 7 0,0 0 0,-1 0 0,1 0 0,0-1 0,0 1 0,-1 0 0,1 0 0,0 0 0,0 0 0,-1 0 0,1 0 0,0 0 0,-1 0 0,1 0 0,0 0 0,0 0 0,-1 0 0,1 0 0,0 0 0,0 0 0,-1 1 0,1-1 0,0 0 0,0 0 0,-1 0 0,1 0 0,0 0 0,0 1 0,-1-1 0,1 0 0,0 0 0,0 0 0,0 0 0,0 1 0,-1-1 0,1 0 0,0 0 0,0 1 0,0-1 0,0 0 0,0 0 0,0 1 0,0-1 0,0 0 0,0 0 0,0 1 0,-1-1 0,1 0 0,0 1 0,1-1 0,-4 17 0,3-15 0,0 20 0,0 1 0,2-1 0,7 38 0,22 68 0,-19-86 0,-2-4 0,2-2 0,1 1 0,2-2 0,1 0 0,2-1 0,30 43 0,-41-68 0,0-1 0,1 0 0,0 0 0,0 0 0,1-1 0,0 0 0,0-1 0,0 0 0,14 6 0,-18-10 0,0 0 0,1 0 0,-1 0 0,1-1 0,0 0 0,0 0 0,-1 0 0,11-1 0,-12 0 0,0 0 0,0-1 0,0 0 0,0 0 0,0 0 0,0 0 0,-1-1 0,1 0 0,0 1 0,-1-1 0,1 0 0,-1-1 0,5-3 0,-4 1 0,0 1 0,0-1 0,0 0 0,-1 0 0,0 0 0,0 0 0,0-1 0,-1 1 0,1-1 0,-1 0 0,-1 0 0,3-11 0,-2 6 0,-1 0 0,0 0 0,-1 0 0,0 0 0,0 0 0,-4-14 0,-4-6 0,8 29 0,-1 1 0,1 0 0,-1-1 0,1 1 0,-1 0 0,1 0 0,-1-1 0,0 1 0,0 0 0,1 0 0,-1 0 0,0 0 0,0 0 0,0 0 0,0 0 0,0 1 0,0-1 0,-1 0 0,1 0 0,-2 0 0,2 1 0,1 0 0,-1 0 0,1 0 0,-1 0 0,1 1 0,-1-1 0,1 0 0,-1 0 0,1 1 0,0-1 0,-1 0 0,1 0 0,-1 1 0,1-1 0,0 0 0,-1 1 0,1-1 0,0 1 0,-1-1 0,1 1 0,0-1 0,0 0 0,-1 1 0,1-1 0,0 1 0,0-1 0,0 1 0,0-1 0,0 1 0,0-1 0,0 2 0,-3 17 0,3-17 0,0 2 0,0 1 0,0-1 0,0 1 0,1-1 0,-1 0 0,1 1 0,0-1 0,0 0 0,1 0 0,-1 0 0,1 0 0,0 0 0,0 0 0,1 0 0,-1-1 0,1 1 0,-1-1 0,6 6 0,0-3 0,0 0 0,0 0 0,1 0 0,0-1 0,0 0 0,19 6 0,-10-3 0,0-2 0,21 5 0,-34-10 0,0 0 0,0 0 0,1-1 0,-1 0 0,0 0 0,1 0 0,-1 0 0,0-1 0,1 0 0,-1 0 0,0 0 0,9-4 0,-13 4 0,1 0 0,0 0 0,-1-1 0,1 1 0,-1 0 0,1-1 0,-1 0 0,0 1 0,1-1 0,-1 0 0,0 0 0,0 1 0,0-1 0,-1 0 0,1 0 0,0 0 0,-1 0 0,1 0 0,-1 0 0,0-1 0,1 1 0,-1 0 0,0 0 0,0 0 0,-1 0 0,1-3 0,-2-5 0,1 1 0,-1-1 0,-1 1 0,-4-12 0,9 25 0,0 0 0,0 0 0,1 0 0,-1 0 0,1-1 0,0 1 0,0-1 0,0 0 0,0 0 0,4 3 0,8 4 0,18 12 0,-16-12 0,-16-10-21,61 36-1323,-50-31-5482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190 354 24575,'3'-35'0,"-2"0"0,-1 0 0,-5-36 0,4 59 0,-1 0 0,-1-1 0,0 1 0,-1 0 0,0 1 0,-1-1 0,0 1 0,-1 0 0,0 0 0,0 0 0,-16-18 0,20 27 0,1 0 0,-1 1 0,0-1 0,1 1 0,-1-1 0,0 1 0,0 0 0,1 0 0,-1 0 0,0 0 0,0 0 0,-1 0 0,1 0 0,0 1 0,0-1 0,0 1 0,0-1 0,0 1 0,-1 0 0,1 0 0,0 0 0,0 0 0,-1 0 0,1 1 0,0-1 0,0 1 0,0-1 0,-3 2 0,2 0 0,0 0 0,0 0 0,0 0 0,0 0 0,0 0 0,0 1 0,0-1 0,1 1 0,0 0 0,-1 0 0,1 0 0,0 0 0,0 0 0,1 1 0,-1-1 0,-1 5 0,-1 3 0,1 0 0,0 0 0,0 0 0,-1 20 0,4-27 0,0-1 0,0 1 0,0-1 0,0 1 0,1 0 0,0-1 0,0 1 0,0-1 0,0 1 0,1-1 0,-1 0 0,1 0 0,0 1 0,0-1 0,0 0 0,0-1 0,0 1 0,1 0 0,2 2 0,7 5 0,-1-1 0,2-1 0,-1 0 0,2-1 0,-1 0 0,0 0 0,1-2 0,0 0 0,1 0 0,-1-2 0,1 1 0,0-2 0,0 0 0,0-1 0,22-1 0,-19 0-1365,-3-1-5461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146 396 24575,'-6'3'0,"-1"1"0,1 0 0,1-1 0,-1 2 0,1-1 0,-1 1 0,1 0 0,1 0 0,-1 0 0,-7 12 0,10-14 0,0 0 0,1 1 0,-1 0 0,1-1 0,0 1 0,-1 0 0,2 0 0,-1-1 0,0 1 0,1 0 0,0 0 0,0 0 0,0 0 0,0 0 0,0 0 0,1 0 0,0-1 0,0 1 0,0 0 0,3 6 0,1 2 0,1 0 0,1-1 0,0 0 0,0 0 0,1-1 0,1 0 0,0 0 0,0-1 0,17 13 0,-25-21 0,0 0 0,0 0 0,0 0 0,1-1 0,-1 1 0,0 0 0,1-1 0,-1 1 0,1-1 0,-1 1 0,1-1 0,-1 0 0,1 1 0,-1-1 0,1 0 0,-1 0 0,1 0 0,-1 0 0,1 0 0,-1-1 0,1 1 0,-1 0 0,0-1 0,1 1 0,1-2 0,-1 1 0,0-1 0,0 1 0,0-1 0,0 1 0,-1-1 0,1 0 0,-1 0 0,1 0 0,-1 0 0,0 0 0,0 0 0,1 0 0,-2-1 0,1 1 0,1-4 0,0-5 0,0 0 0,0 0 0,-2 0 0,1 0 0,-1 0 0,-1 0 0,0 0 0,0 0 0,-4-12 0,-3-7 0,-1 1 0,-13-30 0,-95-170 0,94 187 0,14 27 0,-18-36 0,25 46 0,0 0 0,0-1 0,0 1 0,1-1 0,-1 1 0,1-1 0,0-7 0,1 13 0,0 0 0,0 0 0,0 0 0,0 1 0,1-1 0,-1 0 0,0 0 0,0 0 0,0 0 0,0 0 0,0 0 0,0 0 0,0 0 0,1 1 0,-1-1 0,0 0 0,0 0 0,0 0 0,0 0 0,0 0 0,1 0 0,-1 0 0,0 0 0,0 0 0,0 0 0,0 0 0,0 0 0,1 0 0,-1 0 0,0 0 0,0 0 0,0 0 0,0 0 0,0 0 0,1 0 0,-1 0 0,0 0 0,0 0 0,0 0 0,0 0 0,0-1 0,1 1 0,-1 0 0,0 0 0,0 0 0,0 0 0,0 0 0,0 0 0,0 0 0,0-1 0,0 1 0,1 0 0,-1 0 0,0 0 0,0 0 0,0 0 0,0 0 0,0-1 0,0 1 0,0 0 0,0 0 0,0 0 0,0 0 0,0-1 0,9 12 0,72 130 0,-48-78 0,-8-19-116,168 275-1133,-183-307-5577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51 24575,'-3'-10'0,"2"7"0,0-1 0,0 1 0,0 0 0,0-1 0,-1 1 0,1 0 0,-1 0 0,0 0 0,0 0 0,0 0 0,-2-3 0,1 8 0,3 4 0,1 10 0,-1-15 0,6 33 0,1 0 0,2-1 0,23 58 0,-6-31 0,37 60 0,35 31 0,-23-38 0,-72-110 0,-1 1 0,0 0 0,0 0 0,-1 0 0,0 1 0,2 5 0,-3-10 0,0 1 0,0-1 0,1 1 0,-1 0 0,0-1 0,0 1 0,0-1 0,-1 1 0,1-1 0,0 1 0,0-1 0,0 1 0,0-1 0,0 1 0,-1-1 0,1 1 0,0-1 0,0 1 0,-1-1 0,1 1 0,0-1 0,-1 1 0,1-1 0,-1 1 0,0-1 0,0 0 0,0 0 0,0 1 0,0-1 0,0 0 0,0 0 0,0 0 0,0 0 0,1 0 0,-1 0 0,0-1 0,0 1 0,0 0 0,0 0 0,0-1 0,0 1 0,0 0 0,0-1 0,-8-3-227,1-1-1,1 0 1,-1 0-1,0 0 1,-9-11-1,6 6-6598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24575,'20'-10'0,"12"-5"0,3-2 0,0 1 0,0 3 0,-5 1 0,-1 3 0,-1 0 0,-3 1 0,-3 3 0,0-1 0,-1 1 0,-3 1 0,0 2 0,-5 3 0,-3 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8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24575,'-2'1'0,"0"0"0,1 0 0,-1 0 0,0 0 0,1 1 0,-1-1 0,1 1 0,-1-1 0,1 1 0,0-1 0,-1 1 0,1 0 0,0 0 0,0 0 0,0-1 0,1 1 0,-1 0 0,0 0 0,1 0 0,-1 1 0,1-1 0,0 0 0,-1 0 0,1 0 0,0 0 0,0 0 0,1 0 0,0 4 0,0-1 0,0 0 0,0-1 0,1 1 0,-1 0 0,1-1 0,1 1 0,-1-1 0,1 1 0,-1-1 0,1 0 0,4 4 0,11 12 0,-10-11 0,1 1 0,-1-1 0,18 12 0,-26-21-3,0 0 1,0 1-1,0-1 0,1 0 0,-1 0 1,0 0-1,0 1 0,0-1 0,1 0 0,-1 0 1,0 0-1,0 0 0,1 0 0,-1 0 0,0 0 1,1 0-1,-1 0 0,0 0 0,0 0 0,1 0 1,-1 0-1,0 0 0,0 0 0,1 0 0,-1 0 1,0 0-1,0 0 0,1 0 0,-1 0 1,1 0-1,-1-9 188,-7-13-1196,7 21 558,-5-11-6373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9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24575,'0'2'0,"-2"2"0,-1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0 142 24575,'1'5'0,"-1"0"0,1 0 0,0 0 0,0 0 0,1 0 0,-1-1 0,1 1 0,0 0 0,1-1 0,-1 0 0,1 1 0,4 4 0,6 7 0,24 24 0,-25-28 0,4 3 0,30 23 0,-41-33 0,1-1 0,0 0 0,1-1 0,-1 0 0,1 0 0,-1 0 0,1-1 0,0 1 0,8 0 0,-14-3 0,0 0 0,0 1 0,1-1 0,-1 0 0,0-1 0,0 1 0,0 0 0,0 0 0,0 0 0,0-1 0,0 1 0,0 0 0,0-1 0,0 1 0,0-1 0,0 1 0,0-1 0,0 0 0,0 1 0,0-1 0,0 0 0,-1 0 0,1 0 0,0 1 0,-1-1 0,1 0 0,0 0 0,-1 0 0,1 0 0,-1 0 0,0 0 0,1 0 0,-1 0 0,0 0 0,1-2 0,0-4 0,0 0 0,-1 0 0,1 0 0,-2-10 0,1 8 0,-2-6 0,-5-31 0,4 35 0,1 0 0,0-1 0,1 1 0,0-22 0,1 33 0,0-1 0,0 1 0,0 0 0,0 0 0,0 0 0,0 0 0,0-1 0,0 1 0,0 0 0,0 0 0,0 0 0,0 0 0,1-1 0,-1 1 0,0 0 0,0 0 0,0 0 0,0 0 0,0 0 0,0-1 0,0 1 0,0 0 0,1 0 0,-1 0 0,0 0 0,0 0 0,0 0 0,0-1 0,0 1 0,1 0 0,-1 0 0,0 0 0,0 0 0,0 0 0,0 0 0,1 0 0,-1 0 0,0 0 0,8 4 0,8 15 0,-13-16 0,14 16 0,32 28 0,-41-40 0,1-1 0,-1 0 0,1 0 0,1-1 0,-1-1 0,20 8 0,-28-12 0,0 1 0,0-1 0,1 1 0,-1-1 0,0 0 0,1 0 0,-1 1 0,0-1 0,1 0 0,-1 0 0,0 0 0,1-1 0,-1 1 0,0 0 0,1 0 0,-1-1 0,0 1 0,0-1 0,1 1 0,1-2 0,-2 1 0,0 0 0,-1 0 0,1 0 0,0 0 0,0 0 0,-1 0 0,1 0 0,-1 0 0,1 0 0,-1 0 0,0-1 0,1 1 0,-1 0 0,0 0 0,0-1 0,0 1 0,0 0 0,0-2 0,0-1 0,0-1 0,-1 0 0,0 1 0,0-1 0,0 1 0,-1-1 0,0 1 0,0-1 0,0 1 0,-4-7 0,5 10 0,0 0 0,0-1 0,0 1 0,0 0 0,1-1 0,-1 1 0,0-1 0,1 1 0,-1-3 0,1 4 0,0 0 0,0-1 0,0 1 0,0 0 0,0 0 0,0 0 0,0 0 0,0 0 0,0-1 0,0 1 0,0 0 0,0 0 0,0 0 0,0 0 0,0 0 0,0 0 0,1 0 0,-1-1 0,0 1 0,0 0 0,0 0 0,0 0 0,0 0 0,0 0 0,0 0 0,0 0 0,0 0 0,1 0 0,-1-1 0,0 1 0,0 0 0,0 0 0,0 0 0,0 0 0,1 0 0,-1 0 0,0 0 0,11 4 0,30 18 0,55 26 0,-84-43 0,1-1 0,0 0 0,0-1 0,0 0 0,0-1 0,15 0 0,11 0 0,39-5 0,-74 2 0,1 0 0,-1 0 0,0 0 0,1-1 0,-1 0 0,0 0 0,0 0 0,0 0 0,-1-1 0,1 1 0,0-1 0,-1 0 0,0 0 0,1 0 0,-1-1 0,-1 1 0,1-1 0,0 1 0,-1-1 0,0 0 0,2-5 0,1 0 0,-1 0 0,-1-1 0,1 0 0,-2 1 0,1-1 0,-2 0 0,1-1 0,-1-12 0,-1 20 0,1-8 0,-2 0 0,1 0 0,-4-17 0,3 26 0,1-1 0,-1 1 0,0-1 0,0 1 0,0-1 0,0 1 0,0-1 0,-1 1 0,1 0 0,-1 0 0,1 0 0,-1 0 0,0 0 0,0 0 0,0 0 0,0 0 0,0 1 0,0-1 0,-1 1 0,-2-2 0,3 2 0,1 1 0,-1 0 0,1-1 0,-1 1 0,1 0 0,-1 0 0,0 0 0,1 0 0,-1 0 0,1 0 0,-1 0 0,0 0 0,1 1 0,-1-1 0,1 1 0,-1-1 0,1 1 0,-1 0 0,1-1 0,0 1 0,-1 0 0,1 0 0,0 0 0,0 0 0,-1 0 0,1 0 0,0 0 0,0 1 0,0-1 0,0 0 0,0 1 0,-1 1 0,-1 3 0,1-1 0,-1 0 0,1 1 0,-1 0 0,2 0 0,-1-1 0,-1 9 0,2-4 0,0 1 0,0-1 0,1 1 0,1-1 0,0 1 0,0-1 0,4 16 0,-3-19 0,1 0 0,-1-1 0,1 1 0,1-1 0,-1 0 0,1 0 0,0 0 0,0-1 0,1 1 0,-1-1 0,1 0 0,7 5 0,-4-3 0,0-1 0,1 0 0,0-1 0,0 0 0,0 0 0,1-1 0,12 4 0,-17-7 0,0 1 0,0-1 0,1 0 0,-1-1 0,0 1 0,0-1 0,1 0 0,-1-1 0,0 1 0,1-1 0,-1 0 0,0 0 0,0-1 0,0 0 0,0 0 0,5-2 0,-7 2-68,-1 1 0,0-1-1,0 0 1,0 1 0,0-1 0,0 0-1,0 0 1,-1 0 0,1-1 0,-1 1-1,1 0 1,-1-1 0,0 1 0,0-1-1,0 1 1,0-1 0,0 1 0,0-1-1,-1-3 1,2-6-6758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8 24575,'-3'-1'0,"-1"-1"0,0 1 0,1 0 0,-1 0 0,0 1 0,0-1 0,0 1 0,1 0 0,-9 0 0,11 0 0,0 0 0,0 1 0,0-1 0,-1 1 0,1-1 0,0 1 0,0-1 0,0 1 0,0-1 0,0 1 0,0 0 0,0 0 0,0 0 0,0 0 0,0-1 0,0 1 0,0 0 0,1 1 0,-1-1 0,0 0 0,1 0 0,-1 0 0,1 0 0,-1 0 0,1 1 0,0-1 0,-1 0 0,1 0 0,0 1 0,0-1 0,0 0 0,0 0 0,0 3 0,1 4 0,-1-1 0,2 1 0,-1 0 0,1-1 0,0 1 0,1-1 0,0 1 0,6 10 0,35 54 0,23 16 0,-24-35 0,-32-41 0,-9-9 0,1-1 0,-1 0 0,0 1 0,0-1 0,0 1 0,1 3 0,-3-5 0,0-1 0,0 1 0,0-1 0,0 1 0,-1-1 0,1 1 0,0-1 0,0 1 0,-1-1 0,1 0 0,0 1 0,-1-1 0,1 1 0,-1-1 0,1 0 0,0 1 0,-1-1 0,1 0 0,-1 0 0,1 1 0,-1-1 0,1 0 0,-1 0 0,1 0 0,-1 1 0,1-1 0,-1 0 0,0 0 0,-17 4 0,-16 0 0,-1-1 0,-59-4 0,34 0 0,8 0-1365,33 1-5461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18 181 24575,'29'6'0,"0"-1"0,0-2 0,1-1 0,-1-2 0,0 0 0,1-2 0,45-9 0,-71 11 0,-1-1 0,0 0 0,0 0 0,0 0 0,0-1 0,0 1 0,0-1 0,0 1 0,0-1 0,-1 0 0,1 0 0,-1 0 0,1 0 0,-1-1 0,0 1 0,4-6 0,-5 6 0,0-1 0,0 1 0,0 0 0,-1-1 0,1 1 0,-1-1 0,1 1 0,-1-1 0,0 0 0,0 1 0,0-1 0,0 1 0,0-1 0,-1 1 0,1-1 0,-1 1 0,0-1 0,0 1 0,0 0 0,0-1 0,0 1 0,-1-3 0,-4-3 0,0-1 0,0 1 0,0 0 0,-1 0 0,0 1 0,0 0 0,-1 0 0,-13-8 0,17 12 0,1 1 0,-1 1 0,-1-1 0,1 1 0,0-1 0,0 1 0,0 0 0,-1 1 0,-7-1 0,-45 2 0,27 1 0,22-2 0,0 0 0,0 1 0,0 1 0,0-1 0,0 1 0,1 0 0,-1 1 0,1 0 0,-8 3 0,12-4 0,-1 0 0,1 0 0,0 1 0,0-1 0,0 0 0,0 1 0,1 0 0,-1 0 0,0 0 0,1 0 0,0 0 0,0 0 0,0 1 0,0-1 0,1 1 0,-1-1 0,1 1 0,0-1 0,0 1 0,-1 6 0,0 16 0,1 0 0,5 40 0,-4-59 0,1-1 0,0 0 0,1 1 0,-1-1 0,1 0 0,1 0 0,-1 0 0,1 0 0,0-1 0,5 8 0,-5-9 0,0 0 0,1 0 0,-1-1 0,1 1 0,0-1 0,0 0 0,0 0 0,1-1 0,-1 1 0,0-1 0,1 0 0,0 0 0,7 2 0,65 17 0,116 16 0,-188-37-101,3 1-80,-1 0 1,1 0-1,-1-1 1,1 0-1,-1-1 1,9-1-1,-6-1-6645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24575,'0'15'0,"2"0"0,0 0 0,0-1 0,1 1 0,9 22 0,32 69 0,-22-58 0,9 19 0,-13-31 0,15 44 0,-31-74 0,-1-1 0,1 0 0,-1 0 0,0 0 0,-1 1 0,1 8 0,-1-13 0,0 0 0,0 0 0,-1 1 0,1-1 0,0 0 0,-1 0 0,1 0 0,0 0 0,-1 0 0,0 0 0,1 0 0,-1 0 0,1 0 0,-1 0 0,0 0 0,0 0 0,0 0 0,1-1 0,-1 1 0,0 0 0,0-1 0,0 1 0,0 0 0,0-1 0,0 1 0,0-1 0,0 0 0,-1 1 0,1-1 0,0 0 0,0 1 0,0-1 0,0 0 0,0 0 0,-1 0 0,0 0 0,-7-1 0,0-1 0,0 0 0,0 0 0,1 0 0,-1-1 0,1-1 0,0 1 0,-14-9 0,8 4 0,-7-2 0,-29-21 0,41 25 0,0-1 0,1 0 0,0 0 0,1-1 0,-12-13 0,18 19 0,0 1 0,0-1 0,0 0 0,0 1 0,0-1 0,1 0 0,-1 0 0,0 0 0,1 1 0,-1-1 0,1 0 0,0 0 0,-1-3 0,2 4 0,-1 0 0,0 0 0,0 1 0,1-1 0,-1 0 0,0 0 0,1 0 0,-1 0 0,1 1 0,-1-1 0,1 0 0,0 0 0,-1 1 0,1-1 0,0 1 0,-1-1 0,1 0 0,0 1 0,0-1 0,-1 1 0,1 0 0,0-1 0,0 1 0,0 0 0,0-1 0,0 1 0,-1 0 0,1 0 0,0 0 0,1 0 0,18-2 0,-1 1 0,0 0 0,30 4 0,-39-2 0,27 5-35,7 0 158,-41-5-285,1-1 1,0 0-1,0 0 1,0-1 0,-1 1-1,1-1 1,0 0-1,6-2 1,1-3-6665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77 24575,'-7'-20'0,"-3"-5"0,2 6 0,4 7 0,2 12 0,1 7 0,4 6 0,0 3 0,1-1-8191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27 24575,'-3'-3'0,"0"0"0,0 0 0,-1 0 0,1 1 0,-1-1 0,1 1 0,-8-3 0,10 5 0,0-1 0,0 1 0,-1-1 0,1 1 0,0 0 0,0 0 0,-1 0 0,1 0 0,0 0 0,0 0 0,-1 0 0,1 0 0,0 1 0,0-1 0,-1 0 0,1 1 0,0-1 0,0 1 0,0-1 0,0 1 0,0-1 0,0 1 0,0 0 0,0 0 0,0-1 0,0 1 0,0 0 0,0 0 0,0 0 0,0 2 0,-3 3 0,0 0 0,1 0 0,0 1 0,0-1 0,0 1 0,-2 13 0,-6 45 0,6-31 0,1-9 0,1 1 0,1 0 0,1 0 0,1 0 0,2 0 0,8 46 0,-7-58 0,1 0 0,0 0 0,2 0 0,-1 0 0,2-1 0,0 0 0,0 0 0,1-1 0,0 0 0,2 0 0,-1-1 0,1 0 0,15 13 0,-17-17 0,0-1 0,1 0 0,-1 0 0,1 0 0,0-1 0,1 0 0,-1-1 0,1 0 0,0-1 0,14 4 0,-9-4-1365,-3 0-5461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269 651 24575,'0'1'0,"0"0"0,1 0 0,-1 0 0,0 1 0,0-1 0,-1 0 0,1 0 0,0 0 0,0 0 0,0 0 0,-1 0 0,1 0 0,0 0 0,-1 0 0,1 0 0,-1 0 0,0 0 0,1 0 0,-1 0 0,0 0 0,1 0 0,-1 0 0,0-1 0,0 1 0,0 0 0,0 0 0,0-1 0,-1 2 0,0-2 0,1 0 0,-1 0 0,1 0 0,-1 0 0,1-1 0,-1 1 0,1 0 0,-1-1 0,1 1 0,-1 0 0,1-1 0,0 0 0,-1 1 0,1-1 0,0 0 0,-1 0 0,1 0 0,0 0 0,0 0 0,0 0 0,-1-1 0,-9-10 0,0 0 0,1-1 0,1-1 0,-12-19 0,-26-63 0,29 56 0,-65-159 0,79 181 0,1 1 0,0-1 0,1 0 0,1 1 0,2-36 0,0 20 0,-1 30 0,0 0 0,0 0 0,1 0 0,-1-1 0,1 1 0,-1 0 0,1 0 0,0 0 0,0 0 0,0 0 0,1 1 0,-1-1 0,1 0 0,0 1 0,0-1 0,3-3 0,-3 4 0,1 0 0,0-1 0,0 1 0,0 1 0,1-1 0,-1 0 0,0 1 0,1 0 0,-1 0 0,1 0 0,-1 0 0,1 0 0,7 0 0,-4 1 0,1 0 0,-1 1 0,0 0 0,1 0 0,-1 0 0,0 1 0,0 0 0,0 1 0,0-1 0,9 6 0,-8-4 0,0 1 0,0 0 0,0 1 0,0 0 0,-1 0 0,0 0 0,10 12 0,-16-16 0,1-1 0,-1 1 0,0 0 0,0 0 0,0-1 0,0 1 0,0 0 0,0 0 0,0 0 0,0 0 0,-1 0 0,1 0 0,-1 0 0,0 0 0,1 1 0,-1-1 0,0 0 0,0 0 0,-1 0 0,1 4 0,-1-4 0,0 0 0,-1 0 0,1 0 0,0 0 0,-1 0 0,1 0 0,-1 0 0,1 0 0,-1 0 0,0-1 0,0 1 0,0-1 0,0 1 0,0-1 0,0 0 0,0 0 0,-4 2 0,0-1 0,1-1 0,-1 1 0,1-1 0,-1 0 0,-6 0 0,5 0 0,1-1 0,0 1 0,-10 3 0,15-3 0,1-1 0,-1 0 0,0 0 0,1 1 0,-1-1 0,1 0 0,-1 1 0,0-1 0,1 1 0,-1-1 0,1 0 0,-1 1 0,1-1 0,-1 1 0,1 0 0,-1-1 0,1 1 0,0-1 0,-1 1 0,1 0 0,0-1 0,-1 1 0,1 0 0,0 0 0,0 1 0,0-1 0,0 0 0,0 1 0,0-1 0,0 1 0,1-1 0,-1 0 0,1 0 0,-1 1 0,1-1 0,-1 0 0,2 2 0,2 3 0,1 1 0,-1-1 0,10 9 0,-12-13 0,15 14 0,26 18 0,-30-24 0,1 1 0,-2 0 0,0 1 0,13 15 0,-24-26 0,1 1 0,-1 0 0,1 0 0,-1 0 0,0 0 0,0 0 0,0 0 0,0 0 0,-1 0 0,1 0 0,0 1 0,-1-1 0,0 0 0,1 0 0,-1 1 0,0-1 0,0 0 0,0 0 0,0 1 0,-2 3 0,1-4 0,0 0 0,0 0 0,0 1 0,-1-2 0,1 1 0,-1 0 0,0 0 0,1 0 0,-1-1 0,0 1 0,0-1 0,0 1 0,0-1 0,0 0 0,0 0 0,0 0 0,-1 0 0,1 0 0,-3 1 0,-9 1-52,0 0-1,0-1 1,0-1 0,-1 0-1,-26-3 1,17 2-999,11 0-5775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24575,'0'0'0,"0"0"0,0 0 0,0 0 0,0 0 0,1 0 0,-1 0 0,0 0 0,0 0 0,0 0 0,0 0 0,1 0 0,-1 0 0,0 0 0,0 0 0,0 0 0,0 0 0,0 0 0,1 0 0,-1 0 0,0 0 0,0 0 0,0 0 0,0 0 0,0 0 0,1 0 0,-1 0 0,0 0 0,0 0 0,0 0 0,0 0 0,0-1 0,0 1 0,1 0 0,-1 0 0,0 0 0,0 0 0,0 0 0,0 0 0,0-1 0,0 1 0,0 0 0,0 0 0,0 0 0,0 0 0,0 0 0,0-1 0,0 1 0,0 0 0,0 0 0,0 0 0,0 0 0,0-1 0,0 1 0,0 0 0,0 0 0,0 0 0,0 0 0,0 0 0,0-1 0,0 1 0,0 0 0,0 0 0,0 0 0,-10-7 0,-1 6 0,0-1 0,0 2 0,0-1 0,-1 2 0,1-1 0,0 2 0,-15 2 0,12-1 0,0-1 0,0-1 0,0 0 0,-17-2 0,15 0-109,-125-10-1147,126 10-5570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24575,'0'0'0,"1"0"0,-1 0 0,1 0 0,-1 1 0,0-1 0,1 0 0,-1 0 0,1 1 0,-1-1 0,0 0 0,0 1 0,1-1 0,-1 1 0,0-1 0,1 0 0,-1 1 0,0-1 0,0 1 0,0-1 0,0 1 0,1-1 0,-1 0 0,0 1 0,0-1 0,0 1 0,0-1 0,0 1 0,0-1 0,0 1 0,0-1 0,0 1 0,0-1 0,-1 1 0,-1 22 0,1-17 0,-1 37 0,1-25 0,-5 32 0,5-44 0,0 0 0,-1 0 0,0 0 0,-1 0 0,1 0 0,-1 0 0,0-1 0,-1 0 0,-3 6 0,2-5 0,0 0 0,-1 0 0,1-1 0,-1 1 0,0-1 0,-1-1 0,1 1 0,-1-1 0,0 0 0,-11 4 0,13-6 0,0-1 0,0 0 0,0 0 0,0 0 0,0-1 0,0 1 0,0-1 0,0 0 0,0-1 0,1 1 0,-1-1 0,0 0 0,0 0 0,0-1 0,0 0 0,1 1 0,-9-6 0,7 4 0,0-1 0,0 0 0,0 0 0,1-1 0,0 1 0,0-1 0,0 0 0,0-1 0,1 1 0,-7-12 0,9 14 0,0-1 0,1 1 0,-1 0 0,1-1 0,0 1 0,0-1 0,0 0 0,1 1 0,-1-1 0,1 0 0,0 1 0,0-1 0,0 0 0,0 0 0,1 1 0,-1-1 0,1 1 0,0-1 0,0 0 0,1 1 0,-1 0 0,3-5 0,-3 6 0,1-1 0,-1 1 0,1 0 0,-1 0 0,1 0 0,0 0 0,0 0 0,0 0 0,0 1 0,0-1 0,0 1 0,0-1 0,0 1 0,1 0 0,-1 0 0,6-2 0,-5 3 0,1-1 0,0 1 0,0-1 0,-1 1 0,1 1 0,0-1 0,0 0 0,-1 1 0,1 0 0,6 2 0,4 3 0,1 0 0,-1 2 0,0-1 0,18 15 0,-25-17 0,21 14 0,45 33 0,-66-46 0,0 0 0,0 1 0,-1-1 0,0 2 0,0-1 0,-1 1 0,6 9 0,-10-15-136,0 0-1,0 1 1,0-1-1,0 0 1,0 1-1,-1-1 1,1 0-1,-1 1 0,0 3 1,-1 3-6690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24575,'0'3'0,"-1"0"0,1 1 0,-1-1 0,0 0 0,-2 5 0,-2 10 0,3-7 0,1-1 0,0 1 0,0 0 0,3 18 0,-1-24 0,0 0 0,0 0 0,0 0 0,1 1 0,0-1 0,0-1 0,1 1 0,-1 0 0,1-1 0,0 1 0,4 5 0,6 5 0,-1-1 0,2 0 0,0-1 0,1 0 0,0-1 0,22 13 0,-33-23 0,1 0 0,0 0 0,0 0 0,0-1 0,0 0 0,0 0 0,0 0 0,1 0 0,-1-1 0,0 0 0,0 0 0,1 0 0,-1-1 0,0 0 0,0 0 0,7-2 0,-9 2 0,0-1 0,1 1 0,-1-1 0,0 1 0,0-1 0,0 0 0,-1 0 0,1-1 0,0 1 0,-1 0 0,1-1 0,-1 0 0,0 1 0,0-1 0,0 0 0,0 0 0,0 0 0,-1 0 0,0-1 0,1 1 0,-1 0 0,0-1 0,0 1 0,0-7 0,-1 6 0,0 1 0,1 0 0,-1 0 0,1 0 0,-1 0 0,1 0 0,1-4 0,-2 7 0,1 0 0,-1-1 0,0 1 0,0 0 0,0 0 0,1-1 0,-1 1 0,0 0 0,0 0 0,0-1 0,1 1 0,-1 0 0,0 0 0,1 0 0,-1 0 0,0-1 0,0 1 0,1 0 0,-1 0 0,0 0 0,1 0 0,-1 0 0,0 0 0,1 0 0,0 0 0,0 0 0,0 0 0,0 1 0,0-1 0,0 0 0,-1 1 0,1-1 0,0 1 0,0-1 0,-1 1 0,1-1 0,0 1 0,0 0 0,10 8 0,0-1 0,0 0 0,1-1 0,0-1 0,0 0 0,0 0 0,1-2 0,0 1 0,0-1 0,0-1 0,0-1 0,1 0 0,-1 0 0,1-1 0,16-1 0,-26-1 0,0 1 0,-1-1 0,1 1 0,0-1 0,0 0 0,-1-1 0,1 1 0,0-1 0,-1 1 0,0-1 0,1 0 0,-1 0 0,0-1 0,0 1 0,0-1 0,3-3 0,-4 4 0,0-1 0,-1 1 0,1-1 0,0 1 0,-1-1 0,0 0 0,0 1 0,0-1 0,0 0 0,0 0 0,0 0 0,-1 0 0,1 0 0,-1 0 0,0 0 0,0 0 0,0 0 0,-1 0 0,1 0 0,-2-6 0,1 4 9,-1 0-1,0-1 1,0 1-1,0 1 1,-1-1 0,0 0-1,0 0 1,0 1-1,0 0 1,-1 0-1,0 0 1,1 0-1,-7-4 1,2 2-257,-1 0 1,0 1-1,0 0 1,-1 1-1,-18-6 1,11 4-6579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24575,'1'-2'0,"0"0"0,0 0 0,1 0 0,-1 0 0,1 0 0,-1 1 0,1-1 0,-1 1 0,1-1 0,0 1 0,0 0 0,0-1 0,0 1 0,0 0 0,0 0 0,0 0 0,0 1 0,0-1 0,0 0 0,1 1 0,-1 0 0,0-1 0,0 1 0,1 0 0,-1 0 0,0 0 0,0 0 0,1 1 0,-1-1 0,0 1 0,0-1 0,0 1 0,1 0 0,-1 0 0,0 0 0,4 2 0,3 3 0,0 1 0,0 0 0,0 1 0,-1 0 0,15 17 0,0 3 0,-2 0 0,0 1 0,-2 1 0,-2 1 0,18 43 0,-30-63-52,-2 1-1,1-1 1,-2 1-1,0 0 1,0 1-1,-1-1 1,0 0-1,-1 0 1,-1 0-1,0 1 1,0-1-1,-1 0 1,-1 0-1,0-1 1,-1 1-1,0 0 1,-1-1-1,0 0 1,0 0-1,-1-1 0,-1 1 1,0-1-1,0 0 1,-1-1-1,-10 10 1,-1-1-6774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6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846 5 24575,'0'0'0,"0"0"0,1 0 0,-1 0 0,0 0 0,0 0 0,0 0 0,0 0 0,0 0 0,0 0 0,0 0 0,0 0 0,1 0 0,-1 0 0,0 0 0,0 0 0,0 0 0,0 0 0,0 0 0,0-1 0,0 1 0,0 0 0,0 0 0,0 0 0,0 0 0,0 0 0,0 0 0,0 0 0,1 0 0,-1-1 0,0 1 0,0 0 0,0 0 0,0 0 0,0 0 0,0 0 0,0 0 0,0 0 0,0-1 0,0 1 0,0 0 0,-1 0 0,1 0 0,0 0 0,0 0 0,0 0 0,0 0 0,0 0 0,0-1 0,0 1 0,0 0 0,0 0 0,0 0 0,0 0 0,0 0 0,0 0 0,-1 0 0,-8 1 0,-11 6 0,-85 52 0,72-41 0,1 1 0,1 2 0,1 1 0,-28 26 0,21-16 0,-46 32 0,39-36 0,-36 27 0,-60 43 0,131-92 0,6-4 0,-82 49 0,83-50-54,1-1-1,-1 1 0,0 0 1,0 0-1,1-1 1,-1 0-1,0 1 0,0-1 1,0 0-1,0 0 1,0 0-1,0 0 0,1 0 1,-1 0-1,0 0 0,0-1 1,0 1-1,0-1 1,1 1-1,-1-1 0,0 0 1,0 1-1,1-1 1,-3-2-1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7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61 24575,'23'-15'0,"-5"4"0,26-23 0,-114 52 0,61-16 0,-15 2 0,-1 0 0,0-2 0,0 0 0,-27-3 0,-99-15 0,150 16 0,-14-3 0,14 3 0,0 0 0,1 0 0,-1 0 0,1 0 0,-1 0 0,0 0 0,1 0 0,-1-1 0,1 1 0,-1 0 0,1 0 0,-1-1 0,1 1 0,-1 0 0,1-1 0,-1 1 0,1-1 0,-1 1 0,1 0 0,0-1 0,-1 0 0,2 0 0,0 0 0,0 1 0,1-1 0,-1 1 0,0-1 0,1 1 0,-1-1 0,0 1 0,1 0 0,-1 0 0,1-1 0,-1 1 0,0 0 0,3 1 0,-2-1 0,183-2 0,-93 4 0,41 9 0,-94-7 0,-36-4 0,0 1 0,1-1 0,-1 1 0,1 0 0,-1 0 0,0 0 0,1 0 0,-1 0 0,0 1 0,0 0 0,5 3 0,-7-4 0,0 0 0,0 0 0,-1 0 0,1 0 0,0 0 0,0 1 0,-1-1 0,1 0 0,-1 0 0,1 1 0,-1-1 0,0 0 0,1 1 0,-1-1 0,0 1 0,0-1 0,0 0 0,0 1 0,0-1 0,0 0 0,-1 1 0,1-1 0,0 0 0,-1 1 0,1-1 0,-1 0 0,1 1 0,-1-1 0,0 0 0,1 0 0,-2 2 0,-31 56 0,-44 90 0,72-135-1365,1-1-5461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85 24575,'4'-22'0,"-3"19"0,-6 14 0,-12 41 0,-13 69 0,0 55 0,-7 29 0,35-195 0,0 1 0,-1-1 0,-1 0 0,1-1 0,-10 17 0,13-25 0,0-1 0,0 0 0,0 0 0,0 0 0,0 0 0,0 0 0,0 0 0,0 0 0,-1 1 0,1-1 0,0 0 0,0 0 0,0 0 0,0 0 0,0 0 0,0 0 0,0 0 0,0 0 0,0 0 0,0 0 0,-1 0 0,1 0 0,0 1 0,0-1 0,0 0 0,0 0 0,0 0 0,0 0 0,0 0 0,-1 0 0,1 0 0,0 0 0,0 0 0,0 0 0,0 0 0,0 0 0,0 0 0,0 0 0,-1 0 0,1 0 0,0 0 0,0-1 0,0 1 0,0 0 0,0 0 0,-3-6 0,2-11 0,3-264 0,0 254 0,0 0 0,2 0 0,2 0 0,16-52 0,-2 28 0,39-72 0,-56 116 0,-1 3 0,0 0 0,0 0 0,0 0 0,4-5 0,-6 9 0,1-1 0,-1 1 0,0 0 0,1-1 0,-1 1 0,0 0 0,1-1 0,-1 1 0,0 0 0,1-1 0,-1 1 0,0 0 0,1 0 0,-1 0 0,1-1 0,-1 1 0,1 0 0,-1 0 0,1 0 0,-1 0 0,0 0 0,1 0 0,-1 0 0,1 0 0,-1 0 0,1 0 0,-1 0 0,1 0 0,-1 0 0,1 0 0,-1 0 0,0 1 0,1-1 0,-1 0 0,1 0 0,-1 0 0,0 1 0,1-1 0,-1 0 0,1 1 0,-1-1 0,0 0 0,1 1 0,-1-1 0,0 0 0,0 1 0,1-1 0,-1 0 0,0 1 0,0 0 0,7 10 0,-1 1 0,0 0 0,4 13 0,5 11 0,18 31 0,3-2 0,54 73 0,-57-94 0,2-1 0,2-2 0,70 61 0,-100-96 0,7 5 0,-1 1 0,13 14 0,-23-20 0,-9-6 0,-9-8 0,-69-48 0,44 28 0,-54-29 0,65 41 0,13 7 0,-1 1 0,-27-11 0,40 18 0,-1-1 0,0 1 0,0 0 0,0 0 0,0 1 0,0 0 0,0-1 0,0 2 0,0-1 0,0 0 0,0 1 0,0 0 0,0 0 0,-5 3 0,-19 7-1365,17-7-5461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22 24575,'14'-16'0,"-9"10"0,-13 20 0,-15 23 0,2 2 0,-23 56 0,38-79 0,1 1 0,0 0 0,2 0 0,0 0 0,0 1 0,2-1 0,0 1 0,3 33 0,3-15 0,1 0 0,2-1 0,1 0 0,2-1 0,2 0 0,1 0 0,1-2 0,2 1 0,32 45 0,-41-67 0,1 0 0,-1-1 0,2-1 0,0 1 0,0-2 0,16 12 0,-24-19-114,-1 0 1,1 0-1,0 0 0,-1 0 0,1-1 1,0 1-1,-1 0 0,1-1 0,0 0 1,0 1-1,2-1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24575,'40'1'0,"-12"-1"0,0 0 0,36-5 0,-56 4 0,0-1 0,0 0 0,0 0 0,-1 0 0,1-1 0,-1-1 0,1 1 0,-1-1 0,0 0 0,0-1 0,-1 0 0,9-7 0,-12 9 0,0 0 0,0-1 0,0 1 0,-1 0 0,0-1 0,0 1 0,0-1 0,0 0 0,0 1 0,-1-1 0,0 0 0,1 0 0,-1 0 0,-1 0 0,1-1 0,-1 1 0,1 0 0,-2-8 0,0 7 0,1 1 0,-2-1 0,1 0 0,0 1 0,-1-1 0,0 1 0,0-1 0,-1 1 0,1 0 0,-1 0 0,0 0 0,0 0 0,0 0 0,0 1 0,-7-6 0,4 4 0,0 1 0,0 0 0,0 0 0,-1 0 0,0 1 0,0-1 0,0 2 0,0-1 0,0 1 0,0 0 0,-11-1 0,14 3 0,1-1 0,-1 1 0,0 0 0,1 1 0,-1-1 0,1 1 0,-1-1 0,1 1 0,-1 0 0,1 0 0,-1 1 0,1-1 0,0 1 0,0-1 0,-1 1 0,1 0 0,1 0 0,-1 1 0,0-1 0,0 1 0,1-1 0,0 1 0,-1 0 0,1 0 0,-3 5 0,1 0 0,1 0 0,0 0 0,0 0 0,0 0 0,1 1 0,1-1 0,0 1 0,-1 10 0,1 5 0,5 41 0,-2-46 0,1 0 0,9 28 0,-10-42 0,0 0 0,1-1 0,-1 1 0,1-1 0,0 0 0,0 0 0,0 0 0,1 0 0,-1 0 0,1-1 0,0 1 0,0-1 0,0 0 0,8 4 0,8 3 0,0-1 0,24 8 0,-17-7 0,-11-3 0,60 20 0,-67-24 0,0-1 0,1-1 0,-1 0 0,0 0 0,1-1 0,14 0 0,-12-3-1365,-3 0-5461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24575,'-3'-3'0,"-1"1"0,1 0 0,-1-1 0,0 2 0,0-1 0,-7-2 0,11 4 0,-1-1 0,0 1 0,0 0 0,1 0 0,-1 0 0,0 0 0,1 0 0,-1 0 0,0 0 0,0 0 0,1 0 0,-1 0 0,0 0 0,0 0 0,1 1 0,-1-1 0,0 0 0,1 1 0,-1-1 0,0 0 0,1 1 0,-1-1 0,1 1 0,-1-1 0,1 1 0,-1-1 0,1 1 0,-1-1 0,1 1 0,-1-1 0,1 1 0,0 0 0,-1-1 0,1 1 0,0 0 0,-1-1 0,1 1 0,0 0 0,0-1 0,0 1 0,0 0 0,0 0 0,0-1 0,0 1 0,0 0 0,0 0 0,0 0 0,0 13 0,1 1 0,0-1 0,1 0 0,7 25 0,23 54 0,27 31 0,-2-8 0,-57-114 0,1 0 0,0 0 0,0 0 0,-1 0 0,1 0 0,-1 1 0,0-1 0,0 0 0,0 0 0,0 0 0,0 3 0,0-5 0,0 1 0,-1 0 0,1-1 0,0 1 0,-1-1 0,1 1 0,-1 0 0,1-1 0,-1 1 0,1-1 0,-1 1 0,1-1 0,-1 0 0,1 1 0,-1-1 0,0 1 0,1-1 0,-1 0 0,0 0 0,1 1 0,-1-1 0,0 0 0,1 0 0,-1 0 0,0 0 0,0 0 0,1 0 0,-1 0 0,0 0 0,1 0 0,-1 0 0,0 0 0,0 0 0,1 0 0,-1-1 0,0 1 0,-10-3 0,0 0 0,1 0 0,0-1 0,0 0 0,0-1 0,-15-9 0,2-1 0,-30-27 0,48 38 0,1 0 0,0 0 0,0 0 0,0-1 0,1 0 0,-4-5 0,6 9 0,1 0 0,0 0 0,-1 1 0,1-1 0,-1 0 0,1 0 0,0 0 0,0 0 0,0 0 0,0 0 0,0 0 0,0 0 0,0 0 0,0 0 0,0 0 0,0 0 0,0 1 0,1-3 0,-1 3 0,1-1 0,0 0 0,-1 0 0,1 0 0,0 1 0,0-1 0,-1 0 0,1 1 0,0-1 0,0 1 0,0-1 0,0 1 0,0-1 0,0 1 0,0-1 0,0 1 0,0 0 0,0 0 0,0 0 0,2-1 0,96-5 0,-69 3-103,-19 2-55,1 0 1,-1 0-1,1-1 0,-1-1 0,0 0 0,0 0 1,17-8-1,-14 2-6668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24575,'13'-7'0,"4"-1"0,-1 4 0,-4 6 0,-2 4 0,-7 4 0,-4 3 0,-1-1-8191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55 117 24575,'-2'-1'0,"0"1"0,-1-1 0,1 1 0,0 0 0,-1 0 0,1 0 0,-1 0 0,1 0 0,0 0 0,-1 1 0,1-1 0,0 1 0,-1-1 0,1 1 0,0 0 0,-2 1 0,3-1 0,0 0 0,0 0 0,0 0 0,0 0 0,0 0 0,0 0 0,0 0 0,0 0 0,1 0 0,-1 0 0,0 0 0,1 0 0,-1 1 0,1-1 0,0 0 0,-1 0 0,1 1 0,0-1 0,0 0 0,0 1 0,0-1 0,0 0 0,0 1 0,0-1 0,0 0 0,0 0 0,1 1 0,-1-1 0,0 0 0,1 2 0,2 4 0,0 0 0,0 0 0,1-1 0,0 0 0,0 1 0,0-1 0,1 0 0,0-1 0,0 1 0,1-1 0,-1 0 0,13 8 0,-7-6 0,0 0 0,0-1 0,1-1 0,0 1 0,0-2 0,21 6 0,-30-9 0,0-1 0,0 1 0,-1-1 0,1 1 0,0-1 0,0 0 0,-1 0 0,1-1 0,0 1 0,0-1 0,-1 1 0,1-1 0,0 0 0,-1 0 0,1 0 0,0 0 0,-1 0 0,0-1 0,1 1 0,-1-1 0,0 1 0,0-1 0,0 0 0,0 0 0,0 0 0,0 0 0,0 0 0,2-5 0,-1 2 0,-1 1 0,0-1 0,-1 0 0,1 1 0,-1-1 0,0 0 0,0 0 0,0 0 0,-1 0 0,0 0 0,0 0 0,0-1 0,0 1 0,-1 0 0,-1-5 0,-15-38 0,17 48 0,0 0 0,0 0 0,0 0 0,0 0 0,0-1 0,0 1 0,0 0 0,0 0 0,0 0 0,0 0 0,0-1 0,0 1 0,0 0 0,0 0 0,0 0 0,0 0 0,0-1 0,0 1 0,0 0 0,0 0 0,0 0 0,1 0 0,-1 0 0,0 0 0,0-1 0,0 1 0,0 0 0,0 0 0,0 0 0,1 0 0,-1 0 0,0 0 0,0 0 0,0 0 0,0 0 0,1 0 0,-1 0 0,0 0 0,0 0 0,0 0 0,0 0 0,1 0 0,-1 0 0,0 0 0,0 0 0,0 0 0,0 0 0,0 0 0,1 0 0,-1 0 0,0 0 0,0 0 0,0 0 0,0 0 0,1 0 0,-1 0 0,0 0 0,0 0 0,0 1 0,0-1 0,0 0 0,0 0 0,0 0 0,1 0 0,-1 1 0,12 7 0,-10-7 0,18 13 0,42 22 0,-54-32 0,0-1 0,1 0 0,-1 0 0,0-1 0,1 0 0,0 0 0,-1-1 0,1 0 0,9-1 0,-15 0 0,0 0 0,0 0 0,0-1 0,0 1 0,0-1 0,0 0 0,0 0 0,0 0 0,0 0 0,-1-1 0,1 1 0,0-1 0,-1 1 0,1-1 0,-1 0 0,0 0 0,1 0 0,-1-1 0,0 1 0,0 0 0,-1-1 0,1 1 0,0-1 0,-1 0 0,0 1 0,1-1 0,-1 0 0,0 0 0,0 0 0,-1 0 0,1-4 0,0 1 0,0 0 0,-1 0 0,0 0 0,0 0 0,0 0 0,-1 0 0,0 0 0,0 0 0,-1 0 0,1 1 0,-1-1 0,0 0 0,-1 1 0,0-1 0,-3-5 0,3 7-124,0 0 0,-1 0 0,1 0 0,-1 1 0,0-1 0,1 1-1,-2 0 1,1 0 0,0 1 0,-6-4 0,-3 1-6702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5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24575,'2'-4'0,"-1"0"0,1 1 0,-1 0 0,1-1 0,0 1 0,0 0 0,0 0 0,1 0 0,-1 0 0,5-4 0,-5 6 0,-1 0 0,1-1 0,-1 1 0,1 0 0,0 1 0,0-1 0,-1 0 0,1 0 0,0 1 0,0-1 0,0 1 0,0 0 0,0-1 0,-1 1 0,1 0 0,0 0 0,0 0 0,0 0 0,0 1 0,0-1 0,0 1 0,3 0 0,2 3 0,0-1 0,0 1 0,0 0 0,0 1 0,-1 0 0,1 0 0,-1 0 0,7 9 0,41 52 0,-51-62 0,33 46 0,-2 1 0,-1 1 0,34 79 0,-60-112 0,0-1 0,-1 2 0,-1-1 0,0 1 0,-2-1 0,0 1 0,-2 0 0,0 0 0,-4 40 0,2-47 0,-2 0 0,1 0 0,-2 0 0,0 0 0,0 0 0,-1-1 0,-1 0 0,0 0 0,0 0 0,-1-1 0,-1 0 0,0 0 0,-1-1 0,0 0 0,-17 15 0,2-7 35,-33 18 0,17-11-1470,22-13-5391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 24575,'4'-19'0,"-5"15"0,-3 13 0,1 1 0,0 1 0,0 0 0,1 0 0,1 0 0,0 0 0,0 0 0,1 0 0,3 21 0,3 3 0,16 50 0,-14-58 0,-1 0 0,-1 1 0,2 35 0,-8-60-90,1-2 29,-1 1 0,0-1 0,0 0 1,0 1-1,0-1 0,0 1 1,0-1-1,0 1 0,0-1 1,-1 0-1,1 1 0,-1-1 1,1 1-1,-1-1 0,1 0 0,-1 0 1,0 1-1,1-1 0,-1 0 1,-2 2-1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24575,'14'-12'0,"1"1"0,1 1 0,0 0 0,1 1 0,26-10 0,-32 15 0,1 0 0,1 1 0,-1 1 0,0 0 0,1 0 0,-1 2 0,1-1 0,-1 1 0,16 3 0,-3 1 0,-1 2 0,0 0 0,0 1 0,-1 2 0,0 0 0,-1 2 0,28 16 0,-24-10 0,-1 1 0,0 1 0,-1 0 0,-1 2 0,28 34 0,-42-45 0,0 1 0,-1 1 0,0-1 0,-1 1 0,0 1 0,-1-1 0,7 21 0,-12-27 0,1-1 0,-1 1 0,0 0 0,0 0 0,-1-1 0,0 1 0,0 0 0,0 0 0,-1 0 0,0-1 0,0 1 0,-1 0 0,1-1 0,-1 1 0,0-1 0,-1 1 0,1-1 0,-1 0 0,0 0 0,-6 7 0,0-1 0,-1 0 0,-1-1 0,0 0 0,0 0 0,-1-1 0,0-1 0,-1 0 0,0-1 0,-22 9 0,7-5 0,0-1 0,-1-2 0,-51 8 0,39-11-455,0-2 0,-48-4 0,77 1-6371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24575,'27'122'0,"-14"-58"0,40 118 0,-52-179-109,-1-2 19,0 0 1,1 0-1,-1 0 0,0-1 0,1 1 1,-1 0-1,1 0 0,-1 0 1,1-1-1,-1 1 0,1 0 0,0-1 1,0 2-1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46 24575,'-33'-7'0,"-15"-3"0,-6 0 0,3 3 0,4 1 0,5 3 0,5 1 0,4 4 0,2 1 0,-1 3 0,0 0 0,0 2 0,1 0 0,3-2 0,1 0 0,3 0 0,3-1 0,5-2-8191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24575,'12'58'0,"-3"-14"0,1 0 0,2-1 0,24 56 0,-5-35 0,-67-126-1365,24 46-5461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24575,'9'-10'0,"84"-76"0,-81 76 0,0 1 0,0 1 0,1 0 0,0 1 0,1 0 0,18-6 0,-21 10 0,0 0 0,0 1 0,0 1 0,1 0 0,-1 0 0,0 1 0,0 1 0,17 2 0,-13 3 0,-13-1 0,-8 0 0,-6 0-6,1 0-1,0-1 1,-1-1 0,-22 4-1,5-1-1326,6 0-5493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24575,'15'9'0,"0"-1"0,1-1 0,32 11 0,-40-16 0,0-1 0,0 1 0,0-1 0,0-1 0,0 1 0,0-1 0,0-1 0,1 0 0,-1 0 0,12-3 0,0-1-218,1 2 1,-1 0-1,1 1 0,37 2 0,-53 1-58,8-1-6550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0,-1 0 0,1 1 0,-1-1 0,1 0 0,-1 0 0,1 1 0,-1-1 0,1 0 0,-1 1 0,1-1 0,-1 0 0,1 1 0,-1-1 0,0 1 0,1 0 0,2 2 0,0 0 0,0 0 0,-1 0 0,0 1 0,4 6 0,62 140 0,9 17 0,-66-141 0,-18-33 85,-4-7-1535,3 2-5376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635 125 24575,'1'-19'0,"-1"4"0,-1-22 0,0 33 0,1 1 0,-1 0 0,1 0 0,-1-1 0,0 1 0,0 0 0,-1 0 0,1 0 0,-1 0 0,1 0 0,-1 0 0,-3-3 0,4 5 0,0 0 0,0 0 0,0 0 0,-1 0 0,1 1 0,0-1 0,-1 0 0,1 1 0,-1-1 0,1 1 0,0-1 0,-1 1 0,1 0 0,-1 0 0,1 0 0,-1 0 0,0 0 0,1 0 0,-1 0 0,1 0 0,-3 1 0,-5 1 0,1 1 0,-15 6 0,5-2 0,-10 0 0,0-1 0,0-2 0,-39 2 0,50-5 0,-274 13 0,255-12-1365,5 0-5461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36 24575,'-13'-29'0,"10"22"0,10 22 0,88 177 0,-40-78 0,59 143 0,-111-251 0,-1 0 0,0 0 0,-1 0 0,1 1 0,-1-1 0,0 1 0,0 10 0,-2-17 1,1 0 1,0 0-1,0 0 0,0 0 0,0-1 1,0 1-1,0 0 0,0 0 0,0 0 1,-1 0-1,1 0 0,0 0 0,0 0 1,0 0-1,0 0 0,0-1 0,-1 1 0,1 0 1,0 0-1,0 0 0,0 0 0,0 0 1,0 0-1,-1 0 0,1 0 0,0 0 1,0 0-1,0 0 0,0 0 0,-1 0 0,1 0 1,0 0-1,0 0 0,0 1 0,0-1 1,0 0-1,-1 0 0,1 0 0,0 0 1,0 0-1,0 0 0,0 0 0,0 0 0,0 0 1,-1 1-1,1-1 0,0 0 0,0 0 1,0 0-1,0 0 0,0 0 0,0 1 1,0-1-1,0 0 0,0 0 0,0 0 0,0 0 1,0 0-1,0 1 0,0-1 0,0 0 1,0 0-1,0 0 0,0 1 0,-8-14-1001,7 12 555,-4-9-6381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55 24575,'-30'-5'0,"-15"-1"0,-5-1 0,1 0 0,4 0 0,4 1 0,5 3 0,3 0 0,5 0 0,4-1 0,4 1 0,3 3 0,2 2 0,3 3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0,1 1 0,0-1 0,-1 0 0,1 0 0,5 8 0,2 6 0,94 203 0,-65-150 0,-33-61 0,2-1 0,-1-1 0,1 1 0,1-1 0,10 9 0,-18-17 0,0 0 0,0 0 0,0 0 0,0 0 0,0 0 0,0 1 0,1-1 0,-1 0 0,0 0 0,0 0 0,0 0 0,0 0 0,0 0 0,1 0 0,-1 0 0,0 0 0,0 0 0,0 0 0,0 0 0,0 0 0,1 0 0,-1 0 0,0 0 0,0 0 0,0 0 0,0 0 0,0 0 0,1 0 0,-1 0 0,0-1 0,0 1 0,0 0 0,0 0 0,0 0 0,0 0 0,1 0 0,-1 0 0,0 0 0,0 0 0,0-1 0,0 1 0,0 0 0,0 0 0,0 0 0,0 0 0,0 0 0,0-1 0,0 1 0,0 0 0,0 0 0,0 0 0,1-1 0,2-13 0,-3 12 0,0 0 0,0 0 0,1 0 0,-1 0 0,1 0 0,0 0 0,1-3 0,-1 4 0,0 0 0,1 0 0,-1 0 0,0 0 0,1 0 0,-1 0 0,1 0 0,-1 0 0,1 1 0,-1-1 0,1 1 0,0-1 0,-1 1 0,1 0 0,-1-1 0,1 1 0,0 0 0,-1 0 0,1 0 0,0 0 0,-1 1 0,1-1 0,0 0 0,-1 1 0,4 0 0,3 2 0,1 1 0,-1 0 0,11 6 0,-14-7 0,190 113 0,-191-114 0,0 1 0,-1-2 0,1 1 0,1 0 0,-1-1 0,7 2 0,-11-3 0,1 0 0,0 0 0,-1 0 0,1 0 0,0 0 0,-1 0 0,1 0 0,0 0 0,-1 0 0,1 0 0,0-1 0,-1 1 0,1 0 0,0-1 0,-1 1 0,1 0 0,-1-1 0,1 1 0,0-1 0,0 0 0,-1 0 0,1 0 0,-1 1 0,1-1 0,-1 0 0,0 0 0,1 0 0,-1 0 0,0 0 0,0 0 0,0 0 0,1 0 0,-1 0 0,0 0 0,0 0 0,-1 0 0,1-2 0,-2-10-1365,0 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24575,'0'0'0,"-20"0"0,-28 4 0,43-4 0,0 1 0,1 0 0,-1 0 0,1 0 0,-1 1 0,1 0 0,0 0 0,-1 0 0,1 0 0,0 1 0,0-1 0,-3 4 0,6-5 0,0 0 0,0 0 0,0 1 0,0-1 0,0 0 0,1 0 0,-1 0 0,0 1 0,1-1 0,-1 0 0,1 1 0,-1-1 0,1 1 0,0-1 0,0 0 0,0 1 0,0-1 0,0 2 0,0 0 0,0 0 0,1 0 0,0 0 0,0-1 0,-1 1 0,2 0 0,-1 0 0,2 3 0,2 1 0,-1 0 0,2 0 0,-1-1 0,1 0 0,8 8 0,-8-9 0,1 0 0,0 0 0,0 0 0,1-1 0,0 0 0,-1-1 0,1 1 0,0-2 0,0 1 0,12 1 0,-18-3 0,1-1 0,-1 0 0,1 1 0,-1-1 0,1 0 0,-1 0 0,1-1 0,-1 1 0,1 0 0,-1-1 0,1 0 0,-1 0 0,0 1 0,1-1 0,-1 0 0,0-1 0,0 1 0,0 0 0,0-1 0,0 1 0,0-1 0,0 0 0,0 1 0,-1-1 0,1 0 0,-1 0 0,1 0 0,-1 0 0,0-1 0,1 1 0,-1 0 0,0 0 0,-1-1 0,1 1 0,0-1 0,-1 1 0,1 0 0,-1-5 0,1-49 0,-1 56 0,0 0 0,0 0 0,0 0 0,0 0 0,0 0 0,0-1 0,0 1 0,0 0 0,0 0 0,0 0 0,0 0 0,0 0 0,0 0 0,0 0 0,0 0 0,0 0 0,0-1 0,1 1 0,-1 0 0,0 0 0,0 0 0,0 0 0,0 0 0,0 0 0,0 0 0,0 0 0,0 0 0,0 0 0,0 0 0,0 0 0,0 0 0,0 0 0,1 0 0,-1 0 0,0 0 0,0-1 0,0 1 0,0 0 0,0 0 0,0 0 0,0 0 0,0 0 0,0 0 0,0 0 0,1 0 0,-1 0 0,0 0 0,0 1 0,0-1 0,0 0 0,0 0 0,0 0 0,0 0 0,0 0 0,0 0 0,1 0 0,5 6 0,5 9 0,-10-15 0,22 31 0,43 43 0,-27-32 0,-31-33-1365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24575,'94'320'0,"-69"-257"0,56 100 0,-69-141 0,-4-8-1365,-1-3-5461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97 24575,'-25'-18'0,"-11"-5"0,-1 1 0,-1 4 0,5 7 0,5 7 0,3 5 0,2 6 0,1 1 0,-2 2 0,2 2 0,-1 1 0,-2-1 0,1-1 0,5-1-8191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24575,'5'18'0,"4"8"0,3 2 0,0-1 0,0-5 0,0-4 0,-1-2 0,-1-5 0,-1 0 0,0-4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53 24575,'-2'-15'0,"-2"-2"0,4 3 0,0 8 0,4 7 0,3 8 0,1 5 0,1 5 0,0 3 0,0-1 0,-2-1 0,-1-5-8191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24575,'-32'-29'0,"30"28"0,-1-1 0,1 1 0,0 0 0,0-1 0,-1 1 0,1 0 0,-1 0 0,1 1 0,-1-1 0,1 0 0,-1 1 0,1 0 0,-6-1 0,7 2 0,0-1 0,0 1 0,0-1 0,0 1 0,0-1 0,0 1 0,0-1 0,0 1 0,0 0 0,0 0 0,0 0 0,0-1 0,0 1 0,1 0 0,-1 0 0,0 0 0,1 0 0,-1 0 0,1 1 0,-1-1 0,1 0 0,-1 0 0,1 0 0,0 0 0,-1 0 0,1 1 0,0-1 0,0 0 0,0 0 0,0 2 0,0 5 0,0-1 0,0 1 0,2 10 0,0-6 0,1 1 0,0 0 0,1-1 0,9 20 0,27 44 0,3 5 0,-42-80 0,-1 0 0,1 0 0,-1 0 0,1 1 0,-1-1 0,1 0 0,-1 0 0,0 1 0,1-1 0,-1 0 0,0 1 0,0-1 0,0 0 0,0 0 0,0 1 0,0-1 0,-1 0 0,1 1 0,0-1 0,-1 0 0,1 0 0,-1 1 0,1-1 0,-2 2 0,0-2 0,1 1 0,-1-1 0,0 0 0,1 0 0,-1 0 0,0 0 0,0-1 0,0 1 0,0 0 0,0-1 0,0 1 0,0-1 0,0 0 0,0 0 0,-3 0 0,-83-1 81,43 0-1527,25 1-5380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109 217 24575,'28'121'0,"-40"-166"0,-26-62 0,30 90 0,0 0 0,-1 0 0,-1 1 0,0 0 0,-1 1 0,-20-21 0,53 64 0,-3-13 0,0 0 0,1-2 0,1 0 0,24 11 0,-28-16 0,1-1 0,0 0 0,1-1 0,-1-1 0,35 5 0,-38-8 0,-1-1 0,1 0 0,0-1 0,0-1 0,0-1 0,-1 0 0,1-1 0,16-5 0,-27 7 0,0-1 0,0 1 0,0-1 0,0-1 0,0 1 0,0 0 0,0-1 0,-1 0 0,1 0 0,-1 0 0,0 0 0,0-1 0,0 1 0,0-1 0,-1 1 0,0-1 0,1 0 0,2-7 0,-4 7 0,0 0 0,0 0 0,0 0 0,-1 0 0,1 0 0,-1 0 0,0 0 0,0 1 0,0-1 0,-1 0 0,1 0 0,-1 0 0,0 0 0,0 0 0,-1 0 0,1 1 0,-1-1 0,1 0 0,-1 1 0,0 0 0,-4-5 0,3 4 0,0 0 0,-1 0 0,1 1 0,-1-1 0,0 1 0,0 0 0,0 0 0,0 1 0,-9-5 0,11 6 0,0 0 0,0 0 0,0 1 0,0-1 0,0 1 0,0 0 0,0-1 0,0 1 0,0 0 0,0 0 0,0 0 0,0 1 0,0-1 0,0 0 0,0 1 0,0-1 0,0 1 0,0 0 0,0-1 0,0 1 0,1 0 0,-1 0 0,0 1 0,1-1 0,-1 0 0,-2 3 0,0 0 0,0 1 0,1 0 0,0 0 0,0 0 0,0 0 0,1 1 0,-1-1 0,1 1 0,1-1 0,-1 1 0,1 0 0,0 0 0,0 0 0,1 0 0,-1-1 0,1 1 0,2 12 0,-1-10 0,0 0 0,1 0 0,0 0 0,0 0 0,1 0 0,0 0 0,0 0 0,1-1 0,0 0 0,0 0 0,1 0 0,7 8 0,-3-5 14,0-1-1,1 0 0,0-1 0,1 0 1,0-1-1,0 0 0,0 0 1,15 5-1,-17-9-119,-1 0 0,1-1 0,-1 0 0,1 0 0,0-1 0,0 0-1,-1-1 1,1 1 0,0-2 0,0 1 0,0-1 0,0-1 0,8-2 0,-4 0-6720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183 462 24575,'-33'3'0,"-37"4"0,63-6 0,0 0 0,0 1 0,0 0 0,0 1 0,0-1 0,-13 8 0,19-9 0,0 0 0,0-1 0,0 1 0,0 0 0,0 0 0,0-1 0,0 1 0,0 0 0,0 0 0,0 0 0,0 0 0,1 0 0,-1 0 0,0 1 0,1-1 0,-1 0 0,1 0 0,-1 0 0,1 1 0,0-1 0,-1 0 0,1 0 0,0 1 0,0 0 0,0 0 0,1 0 0,-1 0 0,1 0 0,0 0 0,-1-1 0,1 1 0,0 0 0,0-1 0,0 1 0,1 0 0,-1-1 0,0 1 0,0-1 0,3 2 0,5 4 0,0 0 0,1-1 0,0 0 0,11 6 0,-10-7 0,1 0 0,0 0 0,12 2 0,-18-5 0,-1-1 0,0 0 0,0-1 0,1 1 0,-1-1 0,0 0 0,1 0 0,-1-1 0,10-1 0,-13 1 0,-1 0 0,1 0 0,0 0 0,0 0 0,-1 0 0,1 0 0,-1-1 0,1 1 0,-1 0 0,0-1 0,1 1 0,-1-1 0,0 1 0,0-1 0,0 0 0,0 1 0,0-1 0,-1 0 0,1 0 0,0 0 0,-1 0 0,1 0 0,-1 1 0,0-1 0,0 0 0,0 0 0,0 0 0,0 0 0,0 0 0,0 0 0,0 0 0,-1 0 0,1 0 0,-1 0 0,0 0 0,1 1 0,-1-1 0,0 0 0,0 0 0,0 1 0,0-1 0,0 1 0,-1-1 0,1 1 0,0-1 0,-2 0 0,2 1 0,1 1 0,0 0 0,-1-1 0,1 1 0,0 0 0,-1 0 0,1-1 0,-1 1 0,1 0 0,-1 0 0,1 0 0,0-1 0,-1 1 0,1 0 0,-1 0 0,1 0 0,-1 0 0,1 0 0,-1 0 0,1 0 0,-1 0 0,1 0 0,-1 0 0,1 0 0,0 0 0,-1 0 0,1 1 0,-1-1 0,1 0 0,-1 0 0,1 0 0,0 1 0,-1-1 0,1 0 0,-1 1 0,1-1 0,-1 1 0,1 0 0,0-1 0,-1 1 0,1 0 0,0-1 0,0 1 0,0 0 0,-1-1 0,1 1 0,0 0 0,0 0 0,0-1 0,0 1 0,0 0 0,0-1 0,1 1 0,-1 0 0,0 0 0,0-1 0,0 1 0,1 0 0,0 2 0,1 0 0,-1 0 0,1-1 0,0 1 0,-1-1 0,1 1 0,0-1 0,1 0 0,-1 0 0,0 0 0,1 0 0,-1 0 0,4 2 0,-1-2 0,0 1 0,0-1 0,1 0 0,-1-1 0,0 1 0,1-1 0,5 1 0,-2-2 0,0 1 0,0-1 0,0 0 0,1-1 0,-1 0 0,0-1 0,-1 0 0,18-6 0,-21 6 0,0 0 0,0-1 0,-1 0 0,1 0 0,-1 0 0,1 0 0,-1-1 0,0 0 0,0 1 0,-1-2 0,1 1 0,3-6 0,-3 2 0,0 1 0,0-1 0,-1 1 0,0-1 0,-1 0 0,0 0 0,2-12 0,-2-1 0,-1-1 0,-1 1 0,-1 0 0,-1-1 0,-6-29 0,-1 9 0,-2 1 0,-1 1 0,-19-40 0,23 61 0,0 1 0,-2 0 0,-12-17 0,22 35 0,-1-1 0,1 0 0,-1 0 0,1 1 0,-1-1 0,1 0 0,-1 1 0,0-1 0,0 1 0,1-1 0,-1 1 0,0-1 0,0 1 0,1-1 0,-1 1 0,-1-1 0,2 1 0,-1 0 0,1 0 0,0 1 0,-1-1 0,1 0 0,0 0 0,0 0 0,-1 0 0,1 0 0,0 1 0,-1-1 0,1 0 0,0 0 0,0 0 0,-1 1 0,1-1 0,0 0 0,0 0 0,0 1 0,-1-1 0,1 0 0,0 0 0,0 1 0,0-1 0,0 0 0,0 1 0,0-1 0,-1 1 0,1 2 0,-1 0 0,1 1 0,0-1 0,-1 0 0,1 1 0,1-1 0,0 4 0,3 18 0,2-1 0,15 38 0,25 44 0,-24-61 0,2-1 0,37 51 0,-40-67 0,1 0 0,1-2 0,54 47 0,-70-67-136,-1-1-1,2 1 1,-1-1-1,0-1 1,1 1-1,0-2 1,0 1-1,0-1 0,13 4 1,-9-6-6690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73 24575,'-28'-12'0,"-14"-5"0,-4 1 0,2 3 0,4 4 0,6 4 0,5 4 0,3 3 0,5 4 0,3 0 0,4 0-8191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24575,'10'21'0,"0"-1"0,0 1 0,1-2 0,1 1 0,26 30 0,-19-29 0,2-1 0,24 20 0,-37-34 0,0 0 0,1-1 0,0 0 0,0 0 0,0 0 0,0-2 0,1 1 0,0-1 0,14 3 0,-21-6 0,-1 1 0,1-1 0,0 0 0,-1 0 0,1 0 0,0 0 0,-1 0 0,1-1 0,-1 1 0,1-1 0,-1 0 0,1 0 0,-1 0 0,1 0 0,-1 0 0,0 0 0,1 0 0,-1-1 0,0 1 0,0-1 0,3-3 0,-3 2 0,0 0 0,0 1 0,0-1 0,-1 0 0,1 0 0,-1 0 0,0-1 0,0 1 0,0 0 0,0 0 0,-1-1 0,1 1 0,-1 0 0,0 0 0,0-1 0,-1-6 0,-3-12 0,0 1 0,-2-1 0,-10-24 0,10 29 0,0-1 0,1 1 0,0-1 0,2-1 0,-2-24 0,5 41-24,0 5 80,0 5-1453,1 2-5429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10 24575,'-9'-3'0,"0"1"0,0 0 0,-1 1 0,1 0 0,0 1 0,-13 0 0,20 1 0,0-1 0,0 0 0,0 1 0,0-1 0,0 1 0,0-1 0,0 1 0,0 0 0,0 0 0,0 0 0,0 0 0,0 0 0,1 1 0,-1-1 0,0 0 0,1 1 0,-1-1 0,1 1 0,0 0 0,0 0 0,-1-1 0,1 1 0,0 0 0,0 0 0,0 0 0,1 0 0,-1 0 0,0 0 0,1 0 0,0 0 0,-1 0 0,1 0 0,0 3 0,0 2 0,0 0 0,1 0 0,-1-1 0,2 1 0,-1 0 0,1 0 0,0-1 0,0 1 0,1-1 0,-1 0 0,8 12 0,-8-15 0,0 0 0,0 0 0,0 0 0,1 0 0,-1-1 0,1 1 0,-1-1 0,1 1 0,0-1 0,0 0 0,0 0 0,0 0 0,0-1 0,0 1 0,1-1 0,-1 0 0,0 0 0,1 0 0,-1 0 0,1 0 0,-1-1 0,1 1 0,0-1 0,5-1 0,-7 1 0,0 0 0,-1-1 0,1 1 0,0-1 0,0 1 0,-1-1 0,1 0 0,0 0 0,-1 0 0,1 0 0,-1 0 0,1 0 0,-1 0 0,0 0 0,1-1 0,0-1 0,0 0 0,0 0 0,0 0 0,0 0 0,-1 0 0,1 0 0,-1-1 0,2-5 0,-1-4 0,0 0 0,-1 0 0,0-19 0,-2 16 0,0-9 0,2 19 0,1 10 0,3 10 0,0 0 0,1 0 0,1-1 0,0 0 0,1 0 0,0 0 0,1-1 0,0 0 0,1-1 0,0 0 0,15 12 0,-21-20 0,0-1 0,-1 1 0,1-1 0,0 1 0,0-1 0,0 0 0,1-1 0,-1 1 0,0-1 0,1 1 0,-1-2 0,1 1 0,7 0 0,-10-1 0,1 0 0,-1 0 0,0 0 0,1-1 0,-1 1 0,1-1 0,-1 0 0,0 0 0,0 1 0,0-1 0,1-1 0,-1 1 0,0 0 0,0-1 0,0 1 0,-1-1 0,1 1 0,0-1 0,-1 0 0,1 0 0,-1 1 0,1-1 0,-1 0 0,0-1 0,0 1 0,0 0 0,1-3 0,5-23-1365,-6 14-5461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208 710 24575,'10'-17'0,"-1"-1"0,-2 0 0,1 0 0,-2 0 0,7-32 0,-11 37 0,-1 0 0,0-1 0,0 1 0,-2-1 0,0 1 0,0-1 0,-1 1 0,-7-26 0,-6-1 0,-2 1 0,-35-62 0,33 66 0,-76-142 0,93 174 0,0-1 0,0 0 0,-1 0 0,0 0 0,-4-5 0,7 9 0,0-1 0,-1 1 0,1 0 0,0-1 0,-1 1 0,1 0 0,0-1 0,-1 1 0,1 0 0,-1 0 0,1 0 0,-1-1 0,1 1 0,0 0 0,-1 0 0,1 0 0,-1 0 0,1 0 0,-1 0 0,1 0 0,-1 0 0,0 0 0,0 1 0,1-1 0,-1 0 0,1 1 0,-1-1 0,1 1 0,-1-1 0,1 1 0,-1-1 0,1 1 0,-1-1 0,1 1 0,0-1 0,-1 1 0,1 0 0,0-1 0,0 1 0,0 0 0,-1 1 0,-3 14 0,0 0 0,1 1 0,-2 30 0,4 52 0,2-56 0,-1-21 0,1-1 0,1 1 0,1-1 0,1 0 0,1 0 0,0 0 0,11 24 0,-11-33 0,1-1 0,0 0 0,0-1 0,1 0 0,0 0 0,1 0 0,0-1 0,1 0 0,0-1 0,0 1 0,1-2 0,0 0 0,0 0 0,12 6 0,-11-8 0,1-1 0,-1-1 0,1 1 0,0-2 0,-1 0 0,1 0 0,0-1 0,0-1 0,0 0 0,0 0 0,0-1 0,21-5 0,-27 5 0,-1-1 0,1 0 0,-1-1 0,1 1 0,-1-1 0,0 0 0,0-1 0,-1 1 0,1-1 0,-1 0 0,1 0 0,-1 0 0,0-1 0,-1 1 0,5-8 0,-5 8 0,0-1 0,0 0 0,-1 0 0,1 0 0,-1 0 0,-1-1 0,1 1 0,-1 0 0,0-1 0,0 1 0,0-1 0,-1 1 0,0-1 0,0 1 0,0-1 0,-2-8 0,2 13 0,-1 0 0,1-1 0,0 1 0,-1 0 0,1 0 0,-1 0 0,1 0 0,-1 0 0,0 0 0,1 0 0,-2-1 0,1 2 0,1-1 0,0 1 0,0 0 0,-1 0 0,1 0 0,0-1 0,0 1 0,-1 0 0,1 0 0,0 0 0,-1 0 0,1 0 0,0 0 0,-1 0 0,1 0 0,0 0 0,-1 0 0,1 0 0,0 0 0,-1 0 0,1 0 0,0 0 0,0 0 0,-1 0 0,1 0 0,-1 0 0,0 1 0,0 0 0,1 0 0,-1 0 0,0-1 0,0 1 0,1 0 0,-1 0 0,1 0 0,-1 0 0,1 0 0,-1 0 0,1 0 0,0 0 0,-1 0 0,1 0 0,0 0 0,0 1 0,0-1 0,0 0 0,0 0 0,0 0 0,0 2 0,1 5 0,1 0 0,0-1 0,0 1 0,0-1 0,1 1 0,0-1 0,1 0 0,-1 0 0,2 0 0,-1 0 0,1-1 0,0 0 0,11 12 0,-8-11 0,0 1 0,1-1 0,0 0 0,0-1 0,0 0 0,1 0 0,0-1 0,0 0 0,16 4 0,-23-8 0,-1-1 0,1 1 0,0-1 0,0 1 0,0-1 0,0 0 0,0 0 0,0-1 0,0 1 0,0-1 0,-1 1 0,1-1 0,0 0 0,0 0 0,-1 0 0,1 0 0,0-1 0,-1 1 0,1-1 0,-1 1 0,0-1 0,1 0 0,2-3 0,1-2 0,-1 1 0,0-1 0,0 0 0,-1 0 0,0 0 0,0-1 0,2-7 0,-5 13 0,-1 0 0,1 1 0,-1-1 0,1 1 0,0-1 0,0 1 0,0 0 0,0-1 0,0 1 0,2-2 0,-2 2 0,0 1 0,0 0 0,-1-1 0,1 1 0,0 0 0,0 0 0,0 0 0,-1 0 0,1 0 0,0 0 0,0 0 0,-1 0 0,1 0 0,0 0 0,0 0 0,0 0 0,-1 0 0,1 1 0,0-1 0,0 0 0,-1 1 0,1-1 0,0 1 0,-1-1 0,2 1 0,21 13 0,0-1 0,1-1 0,0-1 0,1-1 0,49 13 0,-37-15 0,0-2 0,38 2 0,-65-7 0,0-1 0,0 0 0,0-1 0,-1 0 0,1 0 0,0-1 0,-1-1 0,1 1 0,-1-2 0,0 1 0,0-1 0,0 0 0,10-7 0,-16 8 0,1 0 0,-1 0 0,1 0 0,-1 0 0,0-1 0,0 1 0,-1-1 0,1 0 0,-1 0 0,0 0 0,0 0 0,0 0 0,0 0 0,-1-1 0,0 1 0,1-1 0,-2 1 0,2-6 0,-2 4 0,0 0 0,0-1 0,-1 1 0,0-1 0,0 1 0,-1 0 0,1-1 0,-1 1 0,0 0 0,-1 0 0,0 0 0,-4-6 0,-4-6 0,-1 0 0,-20-24 0,28 37 0,0 1 0,0 0 0,0 0 0,-1 0 0,1 0 0,-1 1 0,0 0 0,0 0 0,0 0 0,0 1 0,0-1 0,-1 1 0,1 1 0,-9-3 0,12 4 0,0 0 0,0 1 0,0-1 0,0 0 0,0 1 0,0-1 0,0 1 0,1-1 0,-1 1 0,0 0 0,0 0 0,1 0 0,-1 0 0,0 0 0,1 1 0,-1-1 0,1 0 0,0 1 0,-1-1 0,1 1 0,0-1 0,0 1 0,0-1 0,0 1 0,0 0 0,0 0 0,0 0 0,0 2 0,-2 3 0,1 0 0,0 1 0,0-1 0,0 1 0,1-1 0,0 9 0,1-5 0,1 1 0,0-1 0,1 1 0,0-1 0,1 0 0,1 0 0,-1 0 0,2 0 0,-1-1 0,7 11 0,3 3 0,2 0 0,35 41 0,-50-63-41,10 11 124,18 15 0,-26-25-218,0 0-1,0-1 1,1 1-1,-1-1 1,1 0-1,0 0 1,0 0-1,0-1 1,0 1-1,8 1 1,0-2-6691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213 529 24575,'-22'-12'0,"-52"-26"0,65 34 0,0 0 0,-1 1 0,1 0 0,-1 1 0,-19-3 0,27 5 0,0 0 0,0 0 0,0 0 0,1 0 0,-1 0 0,0 0 0,0 0 0,1 1 0,-1-1 0,0 1 0,1-1 0,-1 1 0,1 0 0,-1 0 0,0-1 0,-2 3 0,3-2 0,0 0 0,1 0 0,-1 1 0,0-1 0,0 0 0,1 0 0,-1 0 0,1 1 0,-1-1 0,1 0 0,0 1 0,-1-1 0,1 0 0,0 1 0,0-1 0,0 0 0,0 2 0,0 3 0,1 0 0,0-1 0,1 1 0,-1-1 0,1 1 0,0-1 0,0 0 0,6 9 0,7 11 0,35 44 0,-39-57 0,0 0 0,1 0 0,1-1 0,25 18 0,-36-28 0,-1 0 0,1 0 0,0 0 0,0 0 0,0 0 0,0 0 0,0 0 0,0-1 0,0 1 0,0-1 0,0 0 0,0 1 0,0-1 0,1 0 0,-1 0 0,0 0 0,0-1 0,0 1 0,0 0 0,4-2 0,-4 1 0,1-1 0,-1 1 0,0-1 0,0 0 0,0 1 0,0-1 0,0 0 0,0 0 0,-1 0 0,1 0 0,0-1 0,-1 1 0,0 0 0,0-1 0,0 1 0,2-4 0,0-6 0,0 0 0,0 1 0,-1-1 0,0 0 0,-1 0 0,-1-15 0,-1 5 0,0 1 0,-8-35 0,-8-5 0,-2 1 0,-47-99 0,1 2 0,48 103 0,16 115 0,4-41 0,0 0 0,1 0 0,1 0 0,1 0 0,1-1 0,13 26 0,65 107 0,-77-138 0,45 63 32,-34-52-497,-2 0-1,27 54 0,-39-68-6360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24575,'-3'0'0,"0"3"0,2 3 0,2 3 0,3 2 0,3 3 0,1 3 0,1-1 0,2-1 0,1 0 0,-1-1 0,0-2 0,-2 0 0,0-4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24575,'2'-10'0,"2"-1"0,-1 4 0,-1 8 0,0 7 0,-1 1-8191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431 299 24575,'-40'-48'0,"-2"2"0,-2 1 0,-63-49 0,89 81 0,-29-17 0,40 26 0,0 1 0,0 0 0,-1 0 0,1 1 0,-1 0 0,1 0 0,-16-2 0,21 4 0,0 0 0,1 0 0,-1 0 0,0 1 0,0-1 0,0 0 0,0 1 0,1-1 0,-1 1 0,0-1 0,0 1 0,1 0 0,-1 0 0,0 0 0,1 0 0,-1 0 0,-1 2 0,1-1 0,0 0 0,0 1 0,1-1 0,-1 1 0,0-1 0,1 1 0,0 0 0,0-1 0,-2 6 0,0 5 0,1 0 0,0 0 0,1 26 0,0-31 0,2 50 0,2 0 0,3 0 0,2-1 0,3 0 0,34 104 0,26 45 0,-44-139 0,35 64 0,-60-126 0,10 19 0,-12-23 0,1 0 0,-1 0 0,0 0 0,1 0 0,-1 0 0,0 0 0,0 0 0,0-1 0,0 1 0,0 0 0,0 0 0,0 0 0,0 0 0,0 0 0,0 0 0,-1 0 0,1 0 0,0 0 0,0 0 0,-1-1 0,1 1 0,-2 2 0,-3-1-1365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89 24575,'-27'-13'0,"-15"-4"0,-5 1 0,1 1 0,3 3 0,3 3 0,5 3 0,2 6 0,2 2 0,4 1 0,6 0-8191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90 24575,'-8'-7'0,"-1"1"0,1 0 0,-1 1 0,-1 0 0,1 0 0,-14-4 0,-4-4 0,12 7 0,-1 0 0,0 1 0,0 0 0,0 1 0,0 1 0,0 1 0,-1 0 0,1 1 0,-18 2 0,18-1 0,-3 0 0,-25 3 0,37-1 0,0-1 0,0 1 0,1 0 0,-1 0 0,1 1 0,-1 0 0,-6 4 0,9-4 0,0-1 0,1 0 0,-1 1 0,1 0 0,-1 0 0,1 0 0,0 1 0,1-1 0,-1 1 0,0-1 0,1 1 0,0 0 0,-4 8 0,4-4 0,0 0 0,1 0 0,-1 0 0,1 1 0,1-1 0,0 13 0,0-9 0,1 0 0,0 0 0,0 0 0,4 12 0,-4-20 0,1 0 0,-1-1 0,0 1 0,1-1 0,0 1 0,0-1 0,0 0 0,0 0 0,0 0 0,1 0 0,-1 0 0,1 0 0,0-1 0,0 1 0,0-1 0,7 4 0,-2 0 0,1-2 0,0 1 0,1-1 0,-1 0 0,1-1 0,0 0 0,0-1 0,0 0 0,17 1 0,-20-3 0,1 0 0,-1 0 0,0-1 0,0 0 0,1 0 0,-1-1 0,13-4 0,-16 4 0,0 0 0,-1 0 0,1 0 0,-1-1 0,0 1 0,0-1 0,0 0 0,0 0 0,0 0 0,0 0 0,-1 0 0,0-1 0,1 1 0,-1-1 0,2-5 0,-1 0 0,0 0 0,-1 0 0,0 0 0,-1 0 0,0 0 0,0 0 0,-1 0 0,0-10 0,1-22 0,-1 41 0,0-1 0,0 1 0,0-1 0,0 1 0,0-1 0,0 0 0,0 1 0,0-1 0,0 1 0,0-1 0,1 0 0,-1 1 0,0-1 0,0 1 0,1-1 0,-1 1 0,0-1 0,1 1 0,-1-1 0,1 1 0,0-1 0,-1 1 0,0 0 0,1 0 0,-1 0 0,1 0 0,-1 0 0,1 0 0,-1 0 0,1 0 0,-1 0 0,0 1 0,1-1 0,-1 0 0,1 0 0,-1 0 0,0 0 0,1 1 0,-1-1 0,0 0 0,1 1 0,-1-1 0,0 0 0,1 1 0,19 25 0,-15-19 0,5 4 0,1-1 0,0 0 0,0 0 0,1-1 0,20 12 0,-26-19-1365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41 24575,'-9'-7'0,"0"1"0,-1 0 0,-14-6 0,20 10 0,1 0 0,-1 1 0,0 0 0,0 0 0,0 0 0,1 0 0,-1 1 0,0-1 0,0 1 0,0 0 0,0 0 0,0 1 0,-5 0 0,8-1 0,0 1 0,0-1 0,0 0 0,0 1 0,0-1 0,0 1 0,0-1 0,0 1 0,1-1 0,-1 1 0,0 0 0,0-1 0,0 1 0,1 0 0,-1 0 0,0 0 0,1 0 0,-1-1 0,1 1 0,-1 0 0,0 2 0,1-1 0,-1 0 0,1 0 0,0 0 0,-1 1 0,1-1 0,0 0 0,0 0 0,1 1 0,0 3 0,1 4 0,2-1 0,-1 1 0,8 14 0,-10-21 0,8 17 0,-1 1 0,-1 1 0,7 39 0,4 70 0,-15-104 0,18 175 0,-7-123 0,-14-78 0,0 0 0,1 0 0,-1 0 0,0 0 0,1-1 0,-1 1 0,0 0 0,1 0 0,-1 0 0,1 0 0,0-1 0,-1 1 0,1 0 0,0 0 0,-1-1 0,1 1 0,0-1 0,0 1 0,0 0 0,-1-1 0,1 1 0,0-1 0,0 0 0,0 1 0,0-1 0,0 0 0,0 0 0,0 1 0,0-1 0,0 0 0,0 0 0,0 0 0,0 0 0,0 0 0,0 0 0,0-1 0,0 1 0,0 0 0,8-2 0,-1 0 0,0-1 0,13-5 0,-9 4 0,2 0 0,0 0 0,0 2 0,0 0 0,0 0 0,21 1 0,9 0 0,-31-1-1365,-4-1-5461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24575,'-1'-8'0,"1"0"0,1 14 0,1 2 0,0 0 0,0 0 0,0 0 0,1 0 0,0-1 0,1 1 0,0-1 0,0 0 0,0 0 0,1 0 0,0-1 0,0 0 0,1 0 0,0 0 0,7 6 0,-11-11 0,-1 0 0,0 0 0,0 0 0,1-1 0,-1 1 0,0 0 0,1-1 0,-1 1 0,1-1 0,-1 0 0,1 1 0,-1-1 0,1 0 0,-1 0 0,1 0 0,-1 0 0,1 0 0,-1 0 0,1 0 0,-1-1 0,1 1 0,1-1 0,-1 0 0,0 0 0,0-1 0,0 1 0,0 0 0,-1-1 0,1 0 0,0 1 0,-1-1 0,0 0 0,1 0 0,-1 0 0,0 0 0,2-2 0,0-5 0,1 1 0,-1-1 0,-1 0 0,0 0 0,0 0 0,1-12 0,-3 3 0,-1 15 0,1 0 0,0 0 0,0-1 0,0 1 0,0 0 0,0 0 0,1 0 0,0 0 0,-1 0 0,1 0 0,0 1 0,0-1 0,0 0 0,3-3 0,-4 5 0,1 1 0,-1 0 0,1-1 0,-1 1 0,1 0 0,-1 0 0,1-1 0,-1 1 0,1 0 0,-1 0 0,1 0 0,-1 0 0,1 0 0,-1 0 0,1 0 0,0 0 0,-1 0 0,1 0 0,-1 0 0,1 0 0,-1 0 0,1 0 0,-1 0 0,1 1 0,-1-1 0,1 0 0,-1 0 0,1 1 0,-1-1 0,1 0 0,0 1 0,15 14 0,-13-12 0,16 15 0,12 14 0,37 28 0,-62-55-115,13 9 359,-18-13-306,-1-1 0,1 1-1,0-1 1,-1 1 0,1-1 0,-1 1-1,1-1 1,-1 1 0,0 0 0,1-1-1,-1 1 1,0 0 0,1-1 0,-1 1-1,0 0 1,0-1 0,1 1-1,-1 0 1,0 0 0,0-1 0,0 1-1,0 0 1,0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24575,'14'-6'0,"1"1"0,0 1 0,0 0 0,0 1 0,1 1 0,-1 1 0,27 0 0,-33 1 0,1 2 0,0-1 0,-1 1 0,1 1 0,-1 0 0,0 0 0,0 1 0,0 0 0,0 0 0,-1 1 0,0 0 0,0 1 0,11 9 0,-15-12 0,-1 0 0,1 0 0,-1 0 0,0 1 0,0 0 0,0-1 0,-1 1 0,1 0 0,-1 0 0,0 1 0,0-1 0,0 0 0,-1 1 0,1-1 0,-1 1 0,0-1 0,-1 1 0,1 0 0,-1-1 0,0 1 0,0 0 0,0-1 0,-1 1 0,1 0 0,-1-1 0,0 1 0,-1-1 0,1 1 0,-3 5 0,-6 12 0,5-14 0,1 0 0,1 1 0,0 0 0,0-1 0,0 1 0,1 0 0,-1 13 0,3-12 0,-1 0 0,1 0 0,1 0 0,0 0 0,1 1 0,0-2 0,0 1 0,1 0 0,0 0 0,1-1 0,0 1 0,0-1 0,1 0 0,0-1 0,7 9 0,-7-10 0,16 20 0,-1 2 0,27 51 0,-46-79 0,0 0 0,-1 0 0,1 0 0,-1 0 0,0 1 0,1-1 0,-1 0 0,0 0 0,0 0 0,0 0 0,0 1 0,1-1 0,-2 0 0,1 0 0,0 0 0,0 1 0,0-1 0,0 0 0,-1 0 0,1 0 0,-1 0 0,1 0 0,-1 2 0,-1-2 0,1 1 0,0-1 0,-1 0 0,1 0 0,-1 1 0,0-1 0,1 0 0,-1-1 0,0 1 0,1 0 0,-1 0 0,0-1 0,-2 1 0,-6 2 0,-1-2 0,0 1 0,-20-1 0,30-1 0,-189-2-1365,173 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1 24575,'-74'-1'0,"-82"2"0,130 2 66,-40 9 1,-11 2-1565,63-13-5328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45 24575,'-30'-8'0,"-12"-2"0,-5 1 0,1 1 0,4 2 0,6 3 0,4 4 0,3 1 0,3 4 0,2 0 0,-1 0 0,2 0 0,2 0 0,5-1-8191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24575,'105'115'0,"-69"-72"0,3-1 0,78 66 0,-114-107 0,0 2 0,-1-1 0,1 0 0,-1 0 0,1 1 0,-1-1 0,3 6 0,-5-8 0,1 1 0,-1 0 0,0 0 0,1 0 0,-1 0 0,0 0 0,0-1 0,0 1 0,0 0 0,0 0 0,0 0 0,0 0 0,0 0 0,0 0 0,0 0 0,0-1 0,-1 1 0,1 0 0,0 0 0,-1 0 0,1 0 0,0-1 0,-1 1 0,1 0 0,-1 0 0,1-1 0,-1 1 0,0 0 0,1-1 0,-1 1 0,0 0 0,1-1 0,-3 1 0,-6 6 0,-1-2 0,-1 0 0,1 0 0,-1-1 0,1 0 0,-17 4 0,-5 1 0,-71 30 71,-36 12-1507,120-46-5390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14 24575,'3'-12'0,"-5"10"0,-3 7 0,-12 17 0,-1-1 0,-1-1 0,0 0 0,-2-2 0,0 0 0,-1-2 0,-1 0 0,0-2 0,-1 0 0,-47 19 0,69-33 0,0 1 0,1 0 0,-1-1 0,1 1 0,-1 0 0,1 0 0,-1 0 0,1 0 0,-1 1 0,1-1 0,0 0 0,-1 0 0,1 1 0,0-1 0,0 1 0,0-1 0,0 1 0,0-1 0,1 1 0,-2 3 0,2-3 0,0 0 0,-1 1 0,1-1 0,0 1 0,1-1 0,-1 0 0,0 1 0,1-1 0,-1 0 0,1 1 0,0-1 0,0 0 0,2 4 0,1 1 0,0 0 0,1 0 0,0-1 0,1 1 0,-1-1 0,1 0 0,0-1 0,8 6 0,13 5 0,0-1 0,2-1 0,-1-1 0,45 12 0,34 16 0,-88-33-58,-12-6-129,-1 1 0,0-1 1,0 1-1,-1 0 0,1 1 1,6 4-1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7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24 24575,'0'-1'0,"-1"-1"0,0 0 0,1 0 0,-1 1 0,0-1 0,0 0 0,0 1 0,0-1 0,-1 1 0,1-1 0,0 1 0,-2-2 0,2 3 0,1 0 0,0 0 0,-1-1 0,1 1 0,-1 0 0,1 0 0,0 0 0,-1 0 0,1 0 0,-1-1 0,1 1 0,-1 0 0,1 0 0,0 0 0,-1 0 0,1 0 0,-1 0 0,1 1 0,0-1 0,-1 0 0,1 0 0,-1 0 0,0 1 0,0-1 0,1 1 0,-1-1 0,0 1 0,1 0 0,-1 0 0,0-1 0,1 1 0,-1 0 0,1 0 0,-1-1 0,1 1 0,-1 2 0,-6 16 0,1 0 0,2 1 0,0 0 0,-3 38 0,3-22 0,-6 100 0,7-83 0,-13 81 0,11-113 0,3-13 0,0-1 0,1 1 0,0-1 0,-1 10 0,13-34 0,32-59 0,-4-2 0,30-82 0,-63 141 0,-1 1 0,-1 0 0,-1-1 0,-1 0 0,0 0 0,-1 0 0,-1 0 0,-4-24 0,4 42 0,0 0 0,0 1 0,0-1 0,0 0 0,0 1 0,0-1 0,0 0 0,0 0 0,-1 1 0,1-1 0,0 0 0,0 1 0,-1-1 0,1 0 0,-1 1 0,1-1 0,-1 0 0,1 1 0,-1-1 0,1 1 0,-1-1 0,0 1 0,1 0 0,-1 1 0,1-1 0,-1 0 0,1 1 0,-1-1 0,1 1 0,0-1 0,-1 1 0,1-1 0,-1 1 0,1-1 0,0 1 0,0-1 0,-1 1 0,1-1 0,0 1 0,0-1 0,0 1 0,0 0 0,0-1 0,0 1 0,-1-1 0,1 1 0,1-1 0,-1 1 0,0 1 0,0 6 0,0 0 0,0 1 0,1-1 0,0 0 0,1 0 0,0 0 0,0 1 0,1-2 0,0 1 0,0 0 0,1-1 0,0 1 0,7 9 0,8 10 0,1-2 0,25 25 0,-3-6 0,3-2 0,74 53 0,-118-94 0,1 0 0,-1 0 0,0 0 0,1 0 0,-1 0 0,0 0 0,0 1 0,0-1 0,0 0 0,0 1 0,1 2 0,-2-4 0,0 0 0,0 0 0,0 1 0,1-1 0,-1 0 0,0 0 0,-1 0 0,1 1 0,0-1 0,0 0 0,0 0 0,0 0 0,0 0 0,0 1 0,0-1 0,0 0 0,0 0 0,0 0 0,0 0 0,0 0 0,0 1 0,-1-1 0,1 0 0,0 0 0,0 0 0,0 0 0,0 0 0,0 0 0,0 0 0,-1 0 0,1 1 0,0-1 0,0 0 0,0 0 0,0 0 0,-1 0 0,-13-1 0,-148-43 0,103 26 0,-89-16 0,99 30-1365,37 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81 24575,'-2'-17'0,"1"9"0,0 0 0,0 0 0,-1 0 0,0 0 0,0 1 0,-4-9 0,6 16 0,0 0 0,0 1 0,0-1 0,0 0 0,-1 1 0,1-1 0,0 0 0,0 0 0,0 1 0,0-1 0,0 0 0,0 0 0,0 0 0,-1 1 0,1-1 0,0 0 0,0 0 0,0 0 0,0 1 0,-1-1 0,1 0 0,0 0 0,0 0 0,0 0 0,-1 1 0,1-1 0,0 0 0,0 0 0,-1 0 0,1 0 0,0 0 0,0 0 0,-1 0 0,1 0 0,0 0 0,0 0 0,-1 0 0,1 0 0,0 0 0,-1 0 0,1 0 0,0 0 0,0 0 0,-1 0 0,1 0 0,0 0 0,0 0 0,-1-1 0,1 1 0,0 0 0,0 0 0,0 0 0,-1 0 0,1-1 0,0 1 0,0 0 0,0 0 0,0 0 0,-1-1 0,1 1 0,0 0 0,0 0 0,0-1 0,0 1 0,0 0 0,0 0 0,0-1 0,0 1 0,-7 22 0,7-21 0,-8 42 0,-5 69 0,12-89 0,2 0 0,0-1 0,1 1 0,10 42 0,-4-37 60,19 48 0,-23-66-225,0-1 0,1 1 0,1-1 0,0 0 0,0 0 0,0-1 0,1 0 0,10 9 0,-9-11-6661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119 294 24575,'4'-7'0,"40"-89"0,-39 82 0,0 0 0,-1 0 0,-1 0 0,0-1 0,1-17 0,-4 27 0,0 1 0,0 0 0,-1 0 0,1 0 0,-1 0 0,0 0 0,0 0 0,-1 0 0,1 0 0,-1 1 0,0-1 0,0 0 0,0 1 0,0 0 0,-4-5 0,4 6 0,1 0 0,-1 0 0,0 1 0,0-1 0,0 0 0,0 1 0,-1 0 0,1-1 0,0 1 0,-1 0 0,1 0 0,-1 0 0,1 1 0,-1-1 0,1 0 0,-1 1 0,1 0 0,-1 0 0,1 0 0,-1 0 0,0 0 0,1 0 0,-1 0 0,-4 2 0,1 0 0,1 1 0,-1-1 0,1 1 0,-1 0 0,1 0 0,0 1 0,0-1 0,1 1 0,-1 0 0,1 1 0,0-1 0,0 1 0,-4 5 0,4-3 0,0-1 0,0 1 0,0 0 0,1 0 0,0 0 0,1 1 0,-1-1 0,1 1 0,-2 13 0,4-15 0,0-1 0,0 1 0,1-1 0,-1 1 0,1-1 0,0 0 0,1 1 0,-1-1 0,1 0 0,0 0 0,3 6 0,-1-4 0,1 0 0,0 0 0,0 0 0,0-1 0,1 1 0,11 8 0,-6-6 0,0-1 0,0-1 0,1 0 0,0 0 0,0-1 0,1-1 0,0 0 0,24 6 0,-21-8 0,1-1 0,0-1 0,0 0 0,-1-1 0,20-3 0,-35 3-35,1 0 0,-1 0 0,0 0 0,1-1 0,-1 1 0,0-1 0,1 1 0,-1-1 0,0 1 0,0-1 0,0 0 0,0 0 0,1 0 0,-1 0 0,0 1 0,0-1 0,-1 0 0,1-1 0,0 1 0,0 0 0,0 0 0,-1 0 0,1 0 0,0-1 0,-1 1 0,1 0 0,-1-1 0,0 1 0,1 0 0,-1-1 0,0 1 0,0 0 0,0-1 0,0 1 0,0 0 0,0-1 0,0 1 0,-1-2 0,-2-7-6791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24575,'46'131'0,"58"146"0,-101-270 0,0 0 0,0-1 0,1 1 0,0-1 0,0 1 0,7 6 0,-45-55 0,10 22-273,0 2 0,-1 0 0,0 2 0,-39-19 0,51 29-6553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24575,'-2'-13'0,"-2"-1"0,-1 4 0,-1 6 0,1 7 0,-1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24575,'18'28'0,"-12"-17"0,1 0 0,1 0 0,-1 0 0,1-1 0,15 14 0,-19-19 0,0-2 0,0 1 0,1 0 0,0-1 0,-1 0 0,1 0 0,0 0 0,0-1 0,1 1 0,-1-1 0,0-1 0,1 1 0,0-1 0,-1 0 0,7 1 0,-10-2 0,-1 0 0,1 0 0,0-1 0,0 1 0,-1 0 0,1-1 0,0 1 0,-1-1 0,1 1 0,-1-1 0,1 0 0,0 1 0,-1-1 0,0 0 0,1 0 0,-1 0 0,1-1 0,-1 1 0,1-1 0,0-1 0,-1 1 0,1 0 0,-1-1 0,0 1 0,0-1 0,0 1 0,0-1 0,0 1 0,-1-1 0,1 0 0,0-3 0,-1 0 0,0 0 0,0 1 0,0-1 0,-1 0 0,0 0 0,0 0 0,0 0 0,-1 1 0,0-1 0,-4-8 0,0-2 0,7 11 0,8 9 0,19 15 0,-11-7 0,29 15 0,-30-19 0,23 11 0,-36-18 0,0 0 0,0 0 0,0-1 0,-1 1 0,1-1 0,0 1 0,0-1 0,0 0 0,0 0 0,0 0 0,4-1 0,-6 1 0,0 0 0,0-1 0,0 1 0,0 0 0,0-1 0,0 1 0,-1-1 0,1 1 0,0-1 0,0 0 0,0 1 0,-1-1 0,1 0 0,0 0 0,0 1 0,-1-1 0,1 0 0,-1 0 0,1 0 0,-1 0 0,1 0 0,-1 0 0,0 1 0,1-1 0,-1 0 0,0 0 0,0 0 0,0 0 0,0 0 0,0-1 0,0 1 0,0 0 0,0 0 0,0 0 0,0 0 0,0 0 0,-1 0 0,1 0 0,0 1 0,-1-3 0,-2-2 0,1-1 0,0 0 0,-1 1 0,0 0 0,-5-7 0,-7-6-682,-21-21-1,23 26-6143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24575,'29'41'0,"-1"1"0,-3 1 0,21 49 0,-33-61 0,-1 1 0,-2 1 0,-1 0 0,-2 0 0,5 48 0,-10-57 0,-1-1 0,-1 1 0,0 0 0,-2-1 0,-6 28 0,6-42 0,-1 0 0,0 0 0,0 0 0,-1 0 0,0-1 0,-10 15 0,10-18 0,0 0 0,0 0 0,-1 0 0,0 0 0,0-1 0,0 0 0,0 0 0,-1 0 0,0-1 0,-10 5 0,-5 0-92,-1-2 0,0 0-1,-1-1 1,-31 2 0,31-4-812,4-1-5922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4 0,0 1 0,0 1 0,0 1 0,3-1 0,0 1 0,3-1 0,0 1 0,1-1 0,3 0 0,-1-1 0,1-1 0,-2-7 0,1-6 0,-2-6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 24575,'-2'-8'0,"-2"1"0,1 3 0,1 5 0,0 5 0,1 4 0,0 1-8191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3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31 24575,'1'0'0,"-1"0"0,0 0 0,0 0 0,0 0 0,0 1 0,1-1 0,-1 0 0,0 0 0,0 0 0,1 0 0,-1 0 0,0-1 0,0 1 0,0 0 0,1 0 0,-1 0 0,0 0 0,0 0 0,0 0 0,0 0 0,1 0 0,-1 0 0,0 0 0,0-1 0,0 1 0,0 0 0,1 0 0,-1 0 0,0 0 0,0 0 0,0-1 0,0 1 0,0 0 0,0 0 0,0 0 0,1 0 0,-1-1 0,-5-6 0,-12-5 0,13 10 0,-1 1 0,0-1 0,0 1 0,0 0 0,0 1 0,0-1 0,0 1 0,0 0 0,0 0 0,-1 0 0,1 1 0,-9 2 0,12-2 0,-1 0 0,1 0 0,-1 0 0,1 0 0,-1 1 0,1-1 0,0 1 0,-1-1 0,1 1 0,0 0 0,0 0 0,0 0 0,1 0 0,-1 0 0,0 1 0,1-1 0,0 0 0,-1 1 0,1-1 0,0 1 0,0-1 0,0 1 0,1 0 0,-2 5 0,1-3 0,1 0 0,0 0 0,0 1 0,0-1 0,0 0 0,1 1 0,0-1 0,0 0 0,0 0 0,1 0 0,2 5 0,-1-2 0,1-1 0,0 0 0,1 0 0,0-1 0,0 1 0,8 8 0,7 2 0,0 0 0,1-2 0,33 19 0,-47-29 0,39 20 0,-26-15 0,21 15 0,-40-24 0,0-1 0,0 1 0,0 0 0,0 0 0,0-1 0,0 1 0,0 0 0,0 0 0,-1 0 0,1 0 0,0 0 0,0 0 0,-1 0 0,1 0 0,-1 0 0,1 0 0,-1 0 0,0 0 0,1 0 0,-1 0 0,0 0 0,0 1 0,0-1 0,0 0 0,0 0 0,0 0 0,0 1 0,0-1 0,0 1 0,-1 0 0,0 0 0,0-1 0,0 1 0,0-1 0,0 1 0,-1-1 0,1 1 0,0-1 0,-1 0 0,1 1 0,-1-1 0,1 0 0,-1 0 0,0 0 0,1 0 0,-1 0 0,-2 0 0,-6 3 0,0-1 0,0-1 0,-1 1 0,1-2 0,-15 2 0,-53-4 0,-3 1 0,51 5-1365,17-2-5461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60 209 24575,'14'21'0,"0"0"0,-2 0 0,-1 1 0,0 1 0,-2-1 0,11 41 0,-19-61 0,-1-1 0,0 1 0,1-1 0,-1 1 0,1 0 0,-1-1 0,1 1 0,0-1 0,0 1 0,1 0 0,-2-2 0,0 0 0,0 1 0,0-1 0,0 0 0,0 0 0,0 0 0,0 0 0,0 0 0,1 0 0,-1 0 0,0 0 0,0 0 0,0 0 0,0 0 0,0 0 0,0 0 0,0 0 0,0 0 0,0 0 0,1-1 0,-1 1 0,0 0 0,0 0 0,0 0 0,0 0 0,0 0 0,0 0 0,0 0 0,0 0 0,0 0 0,0 0 0,0 0 0,0 0 0,1 0 0,-1 0 0,0-1 0,0 1 0,0 0 0,0 0 0,0 0 0,0 0 0,0 0 0,0 0 0,0 0 0,0 0 0,0-1 0,2-11 0,-2 3 0,1 1 0,-2-1 0,1 0 0,-1 0 0,-1 1 0,1-1 0,-1 0 0,-1 1 0,0 0 0,0-1 0,0 1 0,-9-12 0,-4-8 0,-1 1 0,-1 0 0,-2 2 0,-43-44 0,75 77 0,0 1 0,0-1 0,0-1 0,1 0 0,0-1 0,1-1 0,0 0 0,-1 0 0,1-1 0,1-1 0,23 2 0,-19-3 0,0-1 0,1 0 0,-1-2 0,0 0 0,1-2 0,-1 0 0,0-1 0,31-10 0,-43 11 0,1-1 0,-1 1 0,0-1 0,0-1 0,0 1 0,0-1 0,-1-1 0,9-8 0,-13 12 0,0 0 0,0 0 0,-1 0 0,1 0 0,-1-1 0,1 1 0,-1 0 0,0-1 0,0 1 0,0-1 0,0 1 0,0-1 0,0 0 0,-1 1 0,0-1 0,1 0 0,-1 0 0,0 1 0,0-1 0,0 0 0,-1 0 0,1 1 0,-1-1 0,1 0 0,-1 1 0,0-1 0,0 1 0,-3-5 0,3 5 0,0 0 0,-1-1 0,1 1 0,-1 0 0,0 0 0,0 1 0,0-1 0,0 0 0,0 0 0,0 1 0,0 0 0,0-1 0,-1 1 0,1 0 0,0 0 0,-1 0 0,1 0 0,-1 1 0,0-1 0,1 1 0,-1-1 0,1 1 0,-1 0 0,0 0 0,1 0 0,-1 0 0,1 1 0,-1-1 0,0 1 0,-2 0 0,0 1 0,0 0 0,-1 0 0,1 0 0,0 1 0,1-1 0,-1 1 0,0 0 0,1 1 0,-1-1 0,1 1 0,0 0 0,0 0 0,-3 5 0,3-4 0,1 0 0,0 0 0,0 0 0,1 0 0,-1 0 0,1 0 0,0 1 0,0-1 0,1 1 0,0 0 0,0-1 0,0 1 0,1 0 0,-1 0 0,1-1 0,1 1 0,-1 0 0,1 0 0,0-1 0,0 1 0,1 0 0,0-1 0,0 0 0,0 1 0,0-1 0,1 0 0,5 7 0,0-1 0,0-1 0,0 0 0,1 0 0,1-1 0,-1 0 0,2-1 0,14 10 0,0-3 0,1 0 0,33 12 0,-47-22 0,0 0 0,1-2 0,0 1 0,13 1 0,-19-4 0,-1-1 0,1 1 0,0-1 0,0-1 0,0 1 0,0-1 0,0 0 0,-1 0 0,11-4 0,-15 4-170,1 0-1,-1-1 0,0 1 1,1-1-1,-1 1 0,0-1 1,4-3-1,1-3-6655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214 556 24575,'-32'-6'0,"-40"-7"0,62 12 0,0 1 0,-1-1 0,1 2 0,-18 1 0,26-2 0,0 1 0,0-1 0,1 1 0,-1-1 0,0 1 0,0-1 0,0 1 0,1 0 0,-1 0 0,0 0 0,1 0 0,-1 0 0,0 0 0,1 1 0,0-1 0,-1 0 0,1 1 0,0-1 0,-1 1 0,1-1 0,0 1 0,0 0 0,1 0 0,-1-1 0,0 1 0,0 0 0,1 0 0,-1 0 0,1 0 0,-1 2 0,1-1 0,0 0 0,1 1 0,-1-1 0,1 0 0,-1 1 0,1-1 0,0 0 0,0 0 0,0 0 0,1 0 0,-1 1 0,1-2 0,-1 1 0,1 0 0,0 0 0,4 4 0,2 0 0,0 1 0,1-1 0,0 0 0,0 0 0,0-1 0,1-1 0,0 0 0,11 5 0,-16-8 0,0-1 0,0 1 0,0-1 0,0 0 0,0-1 0,0 1 0,0-1 0,10-1 0,-12 1 0,0-1 0,1 0 0,-1 0 0,0 0 0,0 0 0,0 0 0,0-1 0,0 1 0,-1-1 0,1 0 0,0 0 0,-1 0 0,1 0 0,-1 0 0,3-3 0,-3 2 0,0 0 0,-1-1 0,1 1 0,0-1 0,-1 1 0,0-1 0,0 1 0,0-1 0,0 0 0,-1 0 0,1 1 0,-1-1 0,0 0 0,-1-7 0,1 4 0,-1-1 0,0 1 0,-1 0 0,1-1 0,-2 1 0,-3-11 0,5 18 0,1-1 0,0 0 0,-1 0 0,1 1 0,0-1 0,-1 0 0,1 1 0,-1-1 0,1 0 0,-1 1 0,1-1 0,-1 1 0,1-1 0,-1 1 0,0-1 0,1 1 0,-2-1 0,2 1 0,-1 0 0,1 0 0,0 0 0,-1 0 0,1 0 0,0 1 0,-1-1 0,1 0 0,0 0 0,0 0 0,-1 0 0,1 1 0,0-1 0,0 0 0,0 0 0,-1 1 0,1-1 0,0 0 0,0 0 0,0 1 0,-1-1 0,1 0 0,0 1 0,0-1 0,0 0 0,0 1 0,0-1 0,-1 4 0,0 0 0,0 0 0,1 0 0,0 0 0,-1 6 0,2-5 0,-1-1 0,1 1 0,0 0 0,1 0 0,-1 0 0,1-1 0,-1 1 0,1-1 0,1 1 0,-1-1 0,1 0 0,0 0 0,-1 0 0,2 0 0,3 4 0,-2-4 0,0 1 0,1-1 0,0 0 0,0 0 0,0-1 0,0 1 0,1-2 0,-1 1 0,1-1 0,7 3 0,-6-4 0,0 1 0,1-1 0,-1 0 0,1-1 0,-1 0 0,1 0 0,-1-1 0,12-2 0,-14 2 0,0-1 0,-1 1 0,1-1 0,0-1 0,-1 1 0,0-1 0,1 0 0,-1 0 0,0-1 0,-1 1 0,9-9 0,-7 6 0,-2-1 0,1 1 0,-1-1 0,0 0 0,0 0 0,-1 0 0,0 0 0,0-1 0,-1 1 0,0-1 0,0 0 0,0-10 0,0-10 0,-1 0 0,-2-31 0,0 51 0,-3-40 0,-3-1 0,-2 1 0,-21-65 0,24 94 0,0 0 0,-1 0 0,-1 1 0,-1 0 0,-1 1 0,-16-24 0,24 39 0,0-1 0,0 1 0,-1 0 0,1 0 0,0 0 0,-1 0 0,1 1 0,-4-3 0,5 4 0,1-1 0,-1 1 0,0 0 0,0 0 0,1-1 0,-1 1 0,0 0 0,0 0 0,0 0 0,1 0 0,-1 0 0,0 0 0,0 0 0,0 0 0,0 0 0,1 0 0,-1 1 0,0-1 0,0 0 0,1 0 0,-1 1 0,0-1 0,0 1 0,1-1 0,-1 0 0,1 1 0,-1 0 0,0-1 0,1 1 0,-1-1 0,1 1 0,-1 0 0,1-1 0,-1 1 0,1 0 0,-4 6 0,1 0 0,0 0 0,0 0 0,1 0 0,0 1 0,1-1 0,-1 1 0,1-1 0,1 1 0,-1 12 0,3 10 0,6 37 0,-3-32 0,3 0 0,0-1 0,3 0 0,0 0 0,2-1 0,2-1 0,1 0 0,1-1 0,2-1 0,1-1 0,1 0 0,2-2 0,30 30 0,-38-44-170,0 0-1,0-2 0,2 1 1,-1-2-1,1 0 0,1-1 1,36 13-1,-35-17-6655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87 24575,'-25'-15'0,"0"1"0,-1 1 0,-1 1 0,1 1 0,-34-8 0,58 19 0,-1-1 0,1 0 0,-1 1 0,1 0 0,-1-1 0,1 1 0,-1 0 0,1 0 0,-1 0 0,1 1 0,-1-1 0,1 1 0,-1-1 0,1 1 0,-1 0 0,1 0 0,0 0 0,0 0 0,-1 0 0,1 0 0,0 1 0,0-1 0,0 1 0,0 0 0,1-1 0,-1 1 0,0 0 0,1 0 0,-1 0 0,1 0 0,-1 0 0,1 1 0,0-1 0,0 0 0,0 1 0,1-1 0,-1 0 0,0 1 0,1-1 0,-1 4 0,0-1 0,0 1 0,1 0 0,0 0 0,0 0 0,0 0 0,0-1 0,1 1 0,0 0 0,0 0 0,1-1 0,-1 1 0,1 0 0,1-1 0,-1 0 0,4 6 0,-1-3 0,1 0 0,1 0 0,-1 0 0,1-1 0,1 0 0,-1 0 0,17 11 0,-9-9 0,0 0 0,0 0 0,30 11 0,-37-18 0,-1 1 0,1-1 0,0 0 0,0-1 0,0 1 0,0-2 0,0 1 0,0-1 0,0 0 0,12-3 0,-17 3 0,0-1 0,0 0 0,0 0 0,0 0 0,0 0 0,0-1 0,-1 1 0,1-1 0,0 0 0,-1 0 0,0 0 0,1 0 0,-1 0 0,0 0 0,0 0 0,3-5 0,-3 3 0,0-1 0,0 1 0,0-1 0,0 1 0,-1-1 0,1 0 0,-1 0 0,-1 0 0,2-8 0,-2 2 0,-1 1 0,1-1 0,-2 1 0,1-1 0,-2 1 0,1-1 0,-1 1 0,-1 0 0,-4-10 0,6 17 0,-15-28 0,16 29 0,0 0 0,0 0 0,-1 1 0,1-1 0,0 1 0,-1-1 0,1 1 0,-1-1 0,1 1 0,-1 0 0,0 0 0,1 0 0,-5-2 0,6 3 0,-1 0 0,0 0 0,1 0 0,-1 0 0,0 0 0,1 0 0,-1 0 0,0 0 0,1 1 0,-1-1 0,0 0 0,1 0 0,-1 1 0,0-1 0,1 0 0,-1 1 0,1-1 0,-1 0 0,1 1 0,-1-1 0,1 1 0,-1-1 0,1 1 0,-1-1 0,1 1 0,0 0 0,-1-1 0,1 1 0,0-1 0,0 1 0,-1 0 0,1-1 0,0 1 0,0 0 0,0-1 0,0 1 0,0 0 0,0 0 0,0 0 0,-1 3 0,1 0 0,0-1 0,0 1 0,0 0 0,2 6 0,0-2 0,1-1 0,0 1 0,0-1 0,1 0 0,-1-1 0,2 1 0,-1 0 0,1-1 0,0 0 0,0 0 0,1-1 0,-1 1 0,8 4 0,2 1 0,1 0 0,0-1 0,1-1 0,23 10 0,-34-17 0,1 1 0,-1-1 0,1-1 0,0 1 0,-1-1 0,1 0 0,0 0 0,0-1 0,0 0 0,0 0 0,0-1 0,12-2 0,-15 2 0,-1 0 0,1 0 0,-1-1 0,0 0 0,1 1 0,-1-1 0,0 0 0,0 0 0,0-1 0,0 1 0,0-1 0,-1 1 0,1-1 0,-1 0 0,0 0 0,1 0 0,-1 0 0,-1 0 0,1-1 0,0 1 0,-1-1 0,0 1 0,0-1 0,2-6 0,-2 3 0,0 0 0,-1 0 0,0 1 0,-1-10 0,1 14 0,0 0 0,0 0 0,0 0 0,-1 0 0,1 0 0,0 0 0,-1 0 0,0 0 0,0 0 0,1 1 0,-1-1 0,0 0 0,0 1 0,-1-1 0,1 0 0,0 1 0,0 0 0,-1-1 0,-1 0 0,3 1 0,0 1 0,0 0 0,0 0 0,0 0 0,-1 0 0,1 0 0,0 0 0,0 0 0,0 0 0,0-1 0,0 1 0,0 0 0,-1 0 0,1 0 0,0 0 0,0 0 0,0 0 0,0 0 0,0 0 0,0 0 0,-1 0 0,1 0 0,0 0 0,0 0 0,0 0 0,0 0 0,0 0 0,-1 0 0,1 0 0,0 0 0,0 0 0,0 0 0,0 0 0,0 1 0,-1-1 0,1 0 0,0 0 0,0 0 0,0 0 0,0 0 0,0 0 0,0 0 0,1 8 0,7 7 0,0-6 0,1-1 0,-1 0 0,2-1 0,-1 0 0,1 0 0,-1-1 0,2 0 0,14 5 0,-18-7 0,1-1 0,0-1 0,0 1 0,0-1 0,0-1 0,0 0 0,0 0 0,0 0 0,1-1 0,-1 0 0,0-1 0,14-2 0,-20 2 0,0 1 0,0-1 0,-1 0 0,1 0 0,0 1 0,-1-1 0,1 0 0,0-1 0,-1 1 0,1 0 0,-1 0 0,0-1 0,1 1 0,-1-1 0,0 1 0,0-1 0,0 1 0,0-1 0,0 0 0,0 1 0,-1-1 0,1 0 0,0-3 0,1 3 0,-2 1 0,0 1 0,1-1 0,-1 1 0,0-1 0,1 1 0,-1-1 0,1 1 0,-1-1 0,1 1 0,-1 0 0,1-1 0,0 1 0,-1 0 0,1 0 0,-1-1 0,1 1 0,0 0 0,-1 0 0,1 0 0,-1 0 0,1 0 0,0 0 0,-1 0 0,1 0 0,0 0 0,-1 0 0,1 0 0,0 0 0,-1 0 0,1 0 0,-1 1 0,1-1 0,0 0 0,-1 0 0,1 1 0,0 0 0,27 15 0,-20-11 0,12 5-341,0-1 0,1-1-1,35 9 1,-42-13-6485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105 567 24575,'-8'5'0,"0"0"0,1 0 0,-1 1 0,1 0 0,1 1 0,-1 0 0,1 0 0,0 0 0,-7 12 0,10-14 0,1 0 0,-1 0 0,1 0 0,0 0 0,1 1 0,-1-1 0,1 0 0,0 1 0,0-1 0,1 1 0,0-1 0,0 1 0,0-1 0,1 1 0,-1-1 0,1 1 0,3 7 0,-4-11 0,1 1 0,0-1 0,0 0 0,0 0 0,0 0 0,0 0 0,1 0 0,-1 0 0,0 0 0,1 0 0,0 0 0,-1-1 0,1 1 0,0-1 0,0 1 0,0-1 0,0 0 0,0 1 0,0-1 0,0 0 0,0-1 0,5 2 0,-5-1 0,0-1 0,0 0 0,0 0 0,0 0 0,0 0 0,0-1 0,0 1 0,0 0 0,0-1 0,-1 0 0,1 1 0,0-1 0,0 0 0,0 0 0,0 0 0,-1 0 0,1 0 0,0 0 0,-1-1 0,1 1 0,-1-1 0,0 1 0,1-1 0,-1 1 0,0-1 0,0 0 0,1-1 0,3-8 0,0 1 0,-1-1 0,0 0 0,0 1 0,-2-2 0,1 1 0,-1 0 0,0-14 0,-2-95 0,0 104 0,-4-33 0,-1 1 0,-3 0 0,-14-50 0,-54-136 0,74 228 0,1 3 0,0 0 0,0 1 0,0-1 0,0 0 0,0 1 0,-1-1 0,1 1 0,-4-5 0,5 7 0,0 0 0,-1 0 0,1 0 0,0 0 0,0 0 0,0 1 0,0-1 0,-1 0 0,1 0 0,0 0 0,0 0 0,0 0 0,0 0 0,-1 0 0,1 0 0,0 1 0,0-1 0,0 0 0,0 0 0,0 0 0,0 0 0,-1 1 0,1-1 0,0 0 0,0 0 0,0 0 0,0 0 0,0 1 0,0-1 0,0 0 0,0 0 0,0 0 0,0 1 0,0-1 0,0 0 0,0 0 0,0 0 0,0 1 0,0-1 0,0 0 0,0 0 0,-1 12 0,2 5 0,0 0 0,1 0 0,0 0 0,9 29 0,28 65 0,-16-59 0,1-2 0,3 0 0,2-1 0,1-2 0,3-1 0,2-2 0,78 77 0,-96-105-1365,-3-3-5461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7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99 328 24575,'25'-32'0,"33"-44"0,-52 66 0,-1 1 0,1-1 0,-2 0 0,1 0 0,-2 0 0,5-17 0,-7 23 0,-1 0 0,0 0 0,0 0 0,0-1 0,0 1 0,0 0 0,-1 0 0,0 0 0,0-1 0,0 1 0,-1 0 0,1 0 0,-1 1 0,0-1 0,0 0 0,0 0 0,0 1 0,-1-1 0,0 1 0,1 0 0,-1 0 0,-1 0 0,-2-3 0,0 2 0,0-1 0,0 1 0,0 0 0,-1 1 0,1 0 0,-1 0 0,0 0 0,1 1 0,-1 0 0,-1 0 0,1 0 0,-12 0 0,13 2 0,0-1 0,1 2 0,-1-1 0,0 1 0,-9 2 0,13-3 0,1 1 0,-1 0 0,0-1 0,0 1 0,1 0 0,-1 0 0,0 0 0,1 1 0,-1-1 0,1 0 0,0 1 0,-1-1 0,1 0 0,0 1 0,0 0 0,0-1 0,0 1 0,0 0 0,0-1 0,-1 4 0,0 1 0,0 1 0,1 0 0,-1-1 0,1 1 0,1 0 0,-1 0 0,1 0 0,0 0 0,1 0 0,-1 0 0,1 0 0,1 0 0,-1-1 0,6 13 0,-3-10 0,0 0 0,1 0 0,0-1 0,1 0 0,0 0 0,0-1 0,1 1 0,-1-1 0,2-1 0,8 8 0,4 1 0,1-1 0,0-1 0,43 19 0,-50-26 0,0-1 0,0 0 0,0-2 0,0 1 0,0-2 0,1 0 0,0-1 0,14 0 0,-24-1-45,-1-1-1,1 0 1,-1 0-1,1 0 1,-1 0-1,1-1 1,-1 1-1,0-1 1,0 0-1,0-1 1,0 1-1,0-1 1,-1 1-1,1-1 1,-1 0-1,1 0 1,-1-1-1,0 1 1,0-1-1,-1 0 1,1 0-1,-1 1 1,0-2-1,0 1 0,0 0 1,0 0-1,-1-1 1,0 1-1,1-6 1,0-3-6781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24575,'0'-1'0,"0"0"0,1 0 0,-1-1 0,0 1 0,1 0 0,-1 0 0,1 0 0,-1 0 0,1 0 0,0 0 0,0 0 0,-1 0 0,1 0 0,0 1 0,0-1 0,0 0 0,0 0 0,0 1 0,0-1 0,0 0 0,0 1 0,0-1 0,0 1 0,0-1 0,0 1 0,0 0 0,1 0 0,-1-1 0,0 1 0,0 0 0,0 0 0,0 0 0,1 0 0,-1 0 0,0 0 0,0 1 0,0-1 0,1 0 0,-1 1 0,0-1 0,0 0 0,0 1 0,0 0 0,1 0 0,6 4 0,0-1 0,-1 2 0,1-1 0,9 11 0,-13-13 0,1 2 0,62 56 0,81 57 0,-134-108 0,27 13 0,-35-21 0,0 1 0,0-1 0,0 0 0,0-1 0,0 1 0,0-1 0,0 0 0,7 0 0,-12-1 0,1 0 0,-1-1 0,0 1 0,1 0 0,-1-1 0,0 1 0,1 0 0,-1-1 0,0 0 0,0 1 0,0-1 0,1 0 0,-1 1 0,0-1 0,0 0 0,0 0 0,0 0 0,0 0 0,0 0 0,-1 0 0,1 0 0,0-1 0,0 1 0,-1 0 0,1 0 0,-1 0 0,1-1 0,-1 1 0,0 0 0,1-1 0,-1 1 0,0-3 0,1-5 0,0 0 0,-1 0 0,-2-16 0,2 19 0,-5-29 0,-1 0 0,-2 1 0,-2 0 0,-26-65 0,36 98 8,-1 0 0,1 0 0,-1 0 0,1 1 0,-1-1 0,1 0 0,-1 0 0,1 0 0,-1 0 0,0 0 0,0 1 0,1-1 0,-1 0 0,-2 0 0,3 0-48,0 1 0,-1 0-1,1 0 1,-1 0 0,1 1 0,-1-1 0,1 0 0,0 0 0,-1 0 0,1 0-1,-1 0 1,1 0 0,0 1 0,-1-1 0,1 0 0,0 0 0,-1 1-1,1-1 1,0 0 0,-1 0 0,1 1 0,0-1 0,0 0 0,-1 1 0,1-1-1,0 0 1,0 1 0,-1-1 0,1 1 0,0-1 0,0 0 0,0 1-1,0-1 1,0 1 0,0-1 0,0 1 0,-3 9-6786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150 110 24575,'-40'-59'0,"35"53"0,0 1 0,-1-1 0,1 1 0,-1 0 0,0 0 0,-1 0 0,-6-3 0,12 7 0,0 0 0,-1 1 0,1-1 0,0 1 0,0-1 0,-1 1 0,1-1 0,0 1 0,-1 0 0,1 0 0,-1-1 0,1 1 0,0 0 0,-1 0 0,1 1 0,-1-1 0,1 0 0,0 0 0,-1 1 0,1-1 0,-3 1 0,3 1 0,-1-1 0,1 0 0,0 0 0,-1 0 0,1 1 0,0-1 0,0 1 0,0-1 0,0 1 0,0-1 0,0 1 0,0 0 0,0 0 0,0 2 0,-1 3 0,0 0 0,1 1 0,0 0 0,0-1 0,1 1 0,1 14 0,-1-16 0,1 1 0,1-1 0,-1 1 0,1-1 0,0 0 0,1 1 0,-1-1 0,1 0 0,0 0 0,1-1 0,-1 1 0,1-1 0,1 0 0,-1 1 0,0-2 0,1 1 0,6 4 0,3 3 0,1 0 0,0-1 0,1 0 0,1-1 0,-1-1 0,21 7 0,-26-11 0,0-2 0,0 1 0,0-2 0,1 1 0,0-2 0,-1 1 0,1-2 0,0 1 0,-1-2 0,1 1 0,13-4 0,-20 3 0,1-1 0,-1 1 0,0-1 0,0 0 0,-1 0 0,1-1 0,0 1 0,-1-1 0,1 0 0,-1-1 0,0 1 0,0-1 0,-1 0 0,1 1 0,-1-2 0,1 1 0,3-8 0,-4 7 0,0-1 0,0 0 0,-1 0 0,0 0 0,0 0 0,-1-1 0,1 1 0,-2 0 0,1-1 0,-1 1 0,1 0 0,-2-1 0,1 1 0,-2-10 0,-17-52 0,19 68 0,0 0 0,0 0 0,0 0 0,1 0 0,-1 0 0,0 0 0,0 0 0,0 0 0,0 0 0,0 0 0,0 0 0,0 0 0,0 0 0,0 0 0,0 0 0,0 0 0,0 0 0,0 0 0,0 0 0,1 0 0,-1 0 0,0 0 0,0 0 0,0 0 0,0 0 0,0 0 0,0 0 0,0 0 0,0 0 0,0 0 0,0 0 0,0 0 0,0 0 0,0 0 0,0 0 0,0-1 0,0 1 0,0 0 0,0 0 0,0 0 0,0 0 0,0 0 0,0 0 0,0 0 0,0 0 0,0 0 0,0 0 0,0 0 0,0 0 0,0 0 0,0 0 0,0-1 0,0 1 0,0 0 0,0 0 0,0 0 0,0 0 0,0 0 0,0 0 0,0 0 0,7 6 0,8 12 0,5 6 0,40 39 0,-47-51 0,0-1 0,1-1 0,0 0 0,28 15 0,-37-23 0,-1 0 0,1-1 0,0 1 0,0-1 0,-1 0 0,1 0 0,0 0 0,0-1 0,0 1 0,0-1 0,0-1 0,7 0 0,-10 0 0,1 1 0,0-1 0,-1 0 0,1 0 0,-1 0 0,1 0 0,-1-1 0,1 1 0,-1-1 0,0 1 0,0-1 0,0 0 0,0 0 0,0 0 0,0 0 0,-1 0 0,1-1 0,0 1 0,-1 0 0,0-1 0,0 1 0,1-1 0,0-3 0,2-10 0,-1-1 0,0 1 0,1-29 0,-2 25 0,-2 19 0,0 0 0,0 0 0,0 0 0,0-1 0,0 1 0,0 0 0,1 0 0,-1 0 0,0 0 0,1 0 0,-1 0 0,1 0 0,-1 0 0,1 0 0,0 0 0,-1 0 0,1 0 0,0 0 0,0 0 0,-1 1 0,1-1 0,0 0 0,0 0 0,1 0 0,0 1 0,-1 0 0,1-1 0,-1 1 0,1 0 0,-1 0 0,1 0 0,-1 1 0,1-1 0,-1 0 0,0 1 0,1-1 0,-1 0 0,1 1 0,-1 0 0,0-1 0,1 1 0,-1 0 0,2 1 0,26 19 0,0 2 0,31 31 0,-4-3 0,-6-6-1365,-37-33-5461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5 24575,'-42'-4'0,"-68"3"0,87 3 0,0 1 0,0 0 0,0 2 0,-35 11 0,57-15 0,0-1 0,0 0 0,-1 1 0,1-1 0,0 0 0,0 1 0,0 0 0,0-1 0,0 1 0,0 0 0,0-1 0,0 1 0,0 0 0,0 0 0,0 0 0,0 0 0,1 0 0,-1 0 0,0 0 0,1 0 0,-1 0 0,1 0 0,-1 0 0,1 1 0,-1-1 0,1 0 0,0 0 0,0 0 0,0 1 0,-1-1 0,1 0 0,0 0 0,1 1 0,-1-1 0,0 0 0,0 0 0,0 1 0,1-1 0,-1 0 0,1 0 0,-1 0 0,1 0 0,0 2 0,2 2 0,0 0 0,0-1 0,0 1 0,1-1 0,0 0 0,0 0 0,0-1 0,8 6 0,16 8 0,1-1 0,46 17 0,-46-21 0,-1 1 0,51 32 0,-77-44 0,0 0 0,0 1 0,0-1 0,-1 1 0,1-1 0,0 1 0,-1 0 0,1-1 0,-1 1 0,0 0 0,0 0 0,0 0 0,0 0 0,0 0 0,0 0 0,0 0 0,-1 1 0,1-1 0,-1 0 0,1 3 0,-1-2 0,-1-1 0,1 0 0,0 0 0,-1 0 0,0 0 0,1-1 0,-1 1 0,0 0 0,0 0 0,0 0 0,0 0 0,0-1 0,-1 1 0,1-1 0,0 1 0,-1-1 0,1 1 0,-1-1 0,0 0 0,1 0 0,-1 0 0,-3 2 0,-4 1 0,0 1 0,0-2 0,-1 1 0,1-2 0,-18 4 0,-52 3 0,37-5 0,33-3 17,0 0 0,1-1 1,-1 0-1,0 0 0,1-1 0,-14-2 0,20 2-72,-1 0 0,1 0 0,0 0 0,-1 0 0,1 0 0,0 0 0,0 0 0,0-1 0,0 1 0,0-1 0,0 1 0,0-1 0,1 0 0,-1 0 0,0 0 0,1 0 0,0 0 0,-1 0 0,1 0 0,0-1 0,0 1 0,0 0 0,1 0 0,-1-1 0,0 1 0,0-5 0,0-6-6771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24575,'-2'0'0,"1"1"0,-1-1 0,1 1 0,-1-1 0,1 1 0,-1 0 0,1 0 0,0 0 0,-1 0 0,1 0 0,0 0 0,0 0 0,0 0 0,0 0 0,0 1 0,0-1 0,-1 2 0,1-1 0,1-1 0,-1 0 0,1 1 0,0-1 0,0 0 0,0 1 0,0-1 0,0 0 0,0 1 0,0-1 0,0 0 0,0 1 0,1-1 0,-1 0 0,0 1 0,2 1 0,0 1 0,0-1 0,0 1 0,0-1 0,1 0 0,-1 0 0,1 0 0,0 0 0,0 0 0,0-1 0,0 1 0,0-1 0,1 0 0,3 2 0,11 3 0,1 0 0,0-1 0,0-2 0,0 1 0,0-2 0,1-1 0,-1 0 0,1-2 0,-1 0 0,22-3 0,-38 3 0,0-1 0,0 1 0,0-1 0,0 0 0,0 0 0,-1 0 0,1 0 0,0 0 0,-1-1 0,1 1 0,-1-1 0,1 1 0,-1-1 0,0 0 0,1 0 0,-1 0 0,0-1 0,-1 1 0,1 0 0,0-1 0,-1 1 0,1-1 0,-1 1 0,0-1 0,0 0 0,0 0 0,0 0 0,0 1 0,-1-1 0,1 0 0,-1 0 0,0 0 0,1 0 0,-2 0 0,1 0 0,0 0 0,0 0 0,-1 0 0,0 0 0,0 1 0,1-1 0,-3-4 0,3 7 0,0 0 0,0 0 0,0 0 0,0 0 0,0 0 0,0-1 0,0 1 0,0 0 0,0 0 0,0 0 0,0 0 0,0-1 0,0 1 0,0 0 0,0 0 0,0 0 0,0 0 0,0 0 0,-1-1 0,1 1 0,0 0 0,0 0 0,0 0 0,0 0 0,0 0 0,0 0 0,0-1 0,-1 1 0,1 0 0,0 0 0,0 0 0,0 0 0,0 0 0,0 0 0,-1 0 0,1 0 0,0 0 0,0 0 0,0 0 0,0 0 0,0 0 0,-1 0 0,1 0 0,0 0 0,0 0 0,0 0 0,0 0 0,-1 0 0,1 0 0,0 0 0,0 0 0,0 0 0,0 0 0,-4 12 0,2 17 0,3-9 0,1 0 0,2 0 0,0 0 0,1 0 0,8 21 0,45 93 0,-49-114 0,-3-6 0,1-1 0,0 0 0,1 0 0,13 16 0,-21-28 0,1-1 0,0 1 0,0 0 0,-1 0 0,1 0 0,-1-1 0,1 1 0,-1 0 0,1 0 0,-1 0 0,1 0 0,-1 2 0,0-3 0,0 0 0,0 0 0,0 1 0,0-1 0,0 0 0,0 0 0,-1 0 0,1 0 0,0 0 0,0 1 0,0-1 0,0 0 0,-1 0 0,1 0 0,0 0 0,0 0 0,0 0 0,-1 0 0,1 0 0,0 0 0,0 0 0,0 0 0,-1 0 0,1 0 0,0 0 0,0 0 0,-1 0 0,1 0 0,0 0 0,0 0 0,0 0 0,-1 0 0,1 0 0,0 0 0,0 0 0,-29-11 0,25 9 0,-44-20 0,0-3 0,2-1 0,-74-56 0,106 70-1365,4 3-5461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24575,'4'1'0,"0"1"0,-1-1 0,1 0 0,-1 1 0,0 0 0,1-1 0,-1 1 0,0 1 0,0-1 0,4 4 0,4 2 0,-6-4 0,16 11 0,36 19 0,-51-30 0,1-1 0,1 0 0,-1-1 0,0 0 0,0 0 0,1 0 0,0-1 0,-1 0 0,15-1 0,-20 1 0,-1-1 0,0 0 0,0 0 0,0 0 0,0-1 0,0 1 0,0 0 0,1 0 0,-1-1 0,0 1 0,0 0 0,0-1 0,0 1 0,0-1 0,0 1 0,0-1 0,0 0 0,0 1 0,-1-1 0,1 0 0,0 0 0,0 0 0,0 0 0,-1 1 0,1-1 0,-1 0 0,1 0 0,0 0 0,-1 0 0,0 0 0,1-1 0,-1 1 0,0 0 0,1 0 0,-1 0 0,0 0 0,0-2 0,0-3 0,-1 0 0,0 0 0,-1 0 0,1 0 0,-5-11 0,-1-10 0,7 27 0,-1 0 0,1-1 0,0 1 0,0 0 0,0-1 0,0 1 0,0 0 0,0-1 0,1 1 0,-1 0 0,0-1 0,0 1 0,0 0 0,0-1 0,0 1 0,0 0 0,0 0 0,1-1 0,-1 1 0,0 0 0,0-1 0,1 1 0,-1 0 0,0 0 0,0 0 0,1-1 0,-1 1 0,0 0 0,0 0 0,1 0 0,-1-1 0,13 2 0,14 10 0,-25-10 0,42 21 0,-17-8 0,0 0 0,40 12 0,-63-25 0,-1 0 0,1 0 0,0-1 0,-1 1 0,1-1 0,0 0 0,-1 0 0,6-1 0,-8 1 0,-1 0 0,1 0 0,0 0 0,0-1 0,0 1 0,0 0 0,0-1 0,0 1 0,0-1 0,-1 1 0,1-1 0,0 0 0,0 1 0,-1-1 0,1 0 0,0 1 0,-1-1 0,1 0 0,-1 0 0,1 0 0,-1 0 0,1 1 0,-1-1 0,0 0 0,1 0 0,-1 0 0,0 0 0,0 0 0,0 0 0,1 0 0,-1 0 0,0 0 0,0 0 0,0 0 0,-1-1 0,1-3 0,-1 0 0,0 0 0,-1 0 0,-1-5 0,-3-10 0,6 20 0,0 0 0,0 0 0,0-1 0,0 1 0,0 0 0,0 0 0,0 0 0,0 0 0,0 0 0,0-1 0,0 1 0,0 0 0,0 0 0,0 0 0,0 0 0,0 0 0,0 0 0,1 0 0,-1-1 0,0 1 0,0 0 0,0 0 0,0 0 0,0 0 0,0 0 0,0 0 0,0 0 0,0 0 0,0-1 0,1 1 0,-1 0 0,0 0 0,0 0 0,0 0 0,0 0 0,0 0 0,0 0 0,1 0 0,-1 0 0,8 1 0,9 5 0,-15-5 0,66 31 0,18 6 0,-5-7-1365,-67-24-5461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24575,'0'0'0,"0"0"0,0 0 0,0 0 0,0-1 0,0 1 0,0 0 0,0 0 0,0 0 0,0 0 0,0 0 0,0 0 0,0 0 0,0 0 0,0 0 0,0-1 0,1 1 0,-1 0 0,0 0 0,0 0 0,0 0 0,0 0 0,0 0 0,0 0 0,0 0 0,0 0 0,1 0 0,-1 0 0,0 0 0,0 0 0,0 0 0,0 0 0,0 0 0,0 0 0,0 0 0,1 0 0,-1 0 0,0 0 0,0 0 0,0 0 0,0 0 0,0 0 0,0 0 0,9 3 0,8 6 0,-1 2 0,0-2 0,0 0 0,1 0 0,1-2 0,24 8 0,-41-15 0,0 1 0,1-1 0,-1 0 0,0 0 0,0 1 0,1-1 0,-1 0 0,0 0 0,1 0 0,-1 0 0,0-1 0,0 1 0,1 0 0,-1 0 0,0-1 0,0 1 0,0-1 0,1 1 0,-1-1 0,0 0 0,0 1 0,2-2 0,-2 0 0,0 1 0,0-1 0,0 0 0,0 1 0,0-1 0,0 0 0,-1 1 0,1-1 0,-1 0 0,1 0 0,-1 0 0,0 0 0,1-3 0,-2-4 0,1 1 0,-1-1 0,0 0 0,-1 1 0,-4-15 0,0 9 0,1 1 0,7 13 0,6 7 0,4 7 0,1-1 0,0-1 0,18 13 0,-25-21 0,0 0 0,1 0 0,-1-1 0,1 0 0,-1 0 0,1-1 0,0 0 0,0 0 0,0-1 0,0 1 0,9-1 0,-8-1 0,0 1 0,1-1 0,0 0 0,-1 0 0,1-1 0,9-2 0,-16 2 0,0 1 0,0-1 0,-1 0 0,1 0 0,0 0 0,0 1 0,-1-2 0,1 1 0,0 0 0,-1 0 0,1 0 0,-1-1 0,0 1 0,1-1 0,-1 1 0,0-1 0,0 1 0,0-1 0,0 0 0,0 0 0,0 0 0,-1 1 0,1-1 0,0 0 0,-1 0 0,0 0 0,1-4 0,-1-15 0,0 17 0,0 0 0,0 0 0,0 0 0,0 0 0,1 0 0,1-6 0,-2 9 0,1 1 0,-1-1 0,0 1 0,1-1 0,-1 1 0,1-1 0,-1 1 0,1-1 0,-1 1 0,1 0 0,-1-1 0,1 1 0,-1 0 0,1-1 0,-1 1 0,1 0 0,0 0 0,-1 0 0,1-1 0,0 1 0,-1 0 0,1 0 0,-1 0 0,1 0 0,0 0 0,-1 0 0,1 0 0,0 0 0,-1 0 0,1 1 0,-1-1 0,1 0 0,0 0 0,-1 0 0,1 1 0,-1-1 0,1 0 0,-1 1 0,2 0 0,25 16 0,-24-15 0,76 59-1365,-68-51-5461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78 173 24575,'2'-10'0,"11"-59"0,-13 62 0,1 0 0,-1 0 0,0 0 0,-1 0 0,0 0 0,0 0 0,-3-11 0,3 16 0,1 1 0,-1-1 0,1 1 0,-1-1 0,0 1 0,0-1 0,1 1 0,-1 0 0,0-1 0,0 1 0,0 0 0,-1 0 0,1-1 0,0 1 0,0 0 0,-1 0 0,-1 0 0,2 0 0,0 1 0,0 0 0,0-1 0,0 1 0,0 0 0,0 0 0,0 0 0,0 0 0,-1 0 0,1 0 0,0 0 0,0 1 0,0-1 0,0 0 0,0 0 0,0 1 0,0-1 0,0 1 0,-1 0 0,-1 1 0,-1 0 0,1 1 0,1-1 0,-1 1 0,0 0 0,1-1 0,-1 1 0,1 1 0,0-1 0,0 0 0,0 0 0,0 1 0,-1 3 0,1-2 0,0 1 0,1-1 0,0 1 0,0-1 0,0 1 0,0-1 0,1 1 0,0-1 0,0 1 0,1 0 0,-1-1 0,1 1 0,0-1 0,1 1 0,0-1 0,-1 0 0,2 1 0,-1-1 0,4 5 0,-2-4 0,0 0 0,1 0 0,0 0 0,0-1 0,1 0 0,-1 0 0,1-1 0,0 1 0,0-1 0,1-1 0,-1 1 0,1-1 0,0 0 0,7 2 0,2-1 0,-1 0 0,1-1 0,0-1 0,0 0 0,0-1 0,0-1 0,0-1 0,0 0 0,-1-1 0,1 0 0,0-2 0,24-7 0,-37 10-114,0-1 1,0 1-1,0-1 0,0 0 0,-1 1 1,1-1-1,0 0 0,-1-1 0,1 1 1,-1 0-1,4-5 0,0-4-6712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24575,'21'92'0,"3"-1"0,59 139 0,-76-210 0,1 0 0,1-1 0,1 1 0,1-2 0,19 26 0,-28-42-114,0 0 1,0 0-1,0 0 0,1 0 0,-1 0 1,1-1-1,-1 1 0,1-1 0,0 0 1,-1 1-1,6 0 0,4 1-6712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494 137 24575,'-61'-33'0,"-85"-33"0,123 58 0,0 1 0,-1 0 0,0 2 0,0 1 0,0 1 0,-1 1 0,-32 1 0,28 2 0,1 0 0,22 0 0,11-1 0,21 0-1365,-13 0-5461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0 165 24575,'64'25'0,"-43"-16"0,0-1 0,0-1 0,27 5 0,-47-11 0,1-1 0,-1 0 0,1 0 0,-1 1 0,0-1 0,1 0 0,-1 0 0,1-1 0,-1 1 0,1 0 0,-1 0 0,0-1 0,1 1 0,-1-1 0,0 1 0,3-2 0,-3 1 0,-1 0 0,1 1 0,-1-1 0,1 0 0,-1 0 0,1 0 0,-1 0 0,1 1 0,-1-1 0,0 0 0,0 0 0,1 0 0,-1 0 0,0 0 0,0 0 0,0 0 0,0 0 0,0 0 0,0 0 0,0 0 0,0 0 0,-1 0 0,1 0 0,-1-1 0,-2-8 0,-1-1 0,0 1 0,-12-18 0,10 17 0,-1-1 0,-7-23 0,12 31 0,1 1 0,1 0 0,-1-1 0,1 1 0,-1-1 0,1 1 0,0-1 0,0 1 0,0-1 0,1 1 0,-1-1 0,1 1 0,0-1 0,0 1 0,2-5 0,-3 7 0,1 0 0,0-1 0,-1 1 0,1 0 0,0-1 0,0 1 0,0 0 0,0 0 0,0 0 0,0 0 0,0 0 0,1 0 0,-1 0 0,0 0 0,1 1 0,-1-1 0,0 0 0,1 1 0,2-2 0,-2 2 0,1 0 0,-1 0 0,1-1 0,-1 2 0,1-1 0,-1 0 0,1 0 0,-1 1 0,1-1 0,4 3 0,0 0 0,1 0 0,-1 1 0,0 0 0,-1 0 0,1 1 0,8 8 0,71 75 0,-73-75 0,-5-4 0,1 0 0,-2 0 0,1 1 0,-1 0 0,7 13 0,-14-22-37,1 0 0,-1-1 1,0 1-1,1-1 0,-1 1 0,0 0 0,0 0 0,0-1 0,0 1 0,0 0 0,1-1 0,-1 1 1,0 0-1,0 0 0,-1-1 0,1 1 0,0 0 0,0-1 0,0 1 0,0 0 0,-1-1 0,1 1 1,0 0-1,-1-1 0,1 1 0,0 0 0,-1-1 0,1 1 0,-1-1 0,1 1 0,-1-1 0,1 1 1,-1-1-1,1 1 0,-1-1 0,0 1 0,-7 2-6789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 24575,'0'-5'0,"0"1"0,-2 3 0,-1 5 0,-1 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24575,'-11'-1'0,"0"2"0,0-1 0,1 1 0,-1 1 0,1 0 0,-18 6 0,25-7 0,1 0 0,-1 0 0,0 1 0,0 0 0,1-1 0,-1 1 0,1 0 0,0 0 0,-1 0 0,1 0 0,0 0 0,0 1 0,1-1 0,-1 1 0,0-1 0,1 1 0,-1 0 0,1 0 0,0-1 0,0 1 0,0 0 0,0 0 0,1 0 0,-1 0 0,1 0 0,0 0 0,0 5 0,0 0 0,1-1 0,1 0 0,-1 1 0,1-1 0,1 0 0,-1 0 0,1 0 0,0 0 0,1-1 0,-1 1 0,1-1 0,1 0 0,7 9 0,3 1 0,0 0 0,2-1 0,23 17 0,-31-26 17,0 0 0,1 0 1,-1-1-1,1-1 0,0 1 0,19 4 0,-21-7-152,0-1 0,-1 1 0,1-2 0,0 1 0,0-1 0,0 0 0,0 0 0,0-1 0,-1 0 0,9-3 0,-6 1-6691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77 24575,'-34'-16'0,"-71"-25"0,87 36 0,0 0 0,0 2 0,0 0 0,-1 1 0,0 1 0,-18 1 0,32 0 0,0 1 0,0-1 0,0 1 0,0 1 0,1-1 0,-1 0 0,0 1 0,1 0 0,-1 0 0,1 1 0,0-1 0,0 1 0,0 0 0,0 0 0,0 0 0,-5 6 0,7-6 0,0 0 0,0 0 0,0 0 0,1 0 0,-1 0 0,1 0 0,-1 0 0,1 0 0,0 1 0,1-1 0,-1 0 0,0 1 0,1-1 0,0 1 0,0-1 0,0 1 0,0-1 0,0 0 0,1 1 0,0-1 0,-1 1 0,1-1 0,1 0 0,1 4 0,1 1 0,0 0 0,1-1 0,0 0 0,0 0 0,1 0 0,0-1 0,0 1 0,1-1 0,-1-1 0,1 1 0,1-1 0,-1-1 0,16 8 0,3 0 0,1-2 0,53 15 0,-53-19 0,0-1 0,0-1 0,1-1 0,51-1 0,-75-2 0,-1-1 0,0 1 0,1 0 0,-1-1 0,0 0 0,1 0 0,-1 0 0,0 0 0,0 0 0,0-1 0,0 1 0,0-1 0,4-3 0,-5 3 0,-1 0 0,1 1 0,-1-1 0,1-1 0,-1 1 0,0 0 0,0 0 0,0 0 0,0 0 0,0-1 0,0 1 0,-1-1 0,1 1 0,-1 0 0,0-1 0,1 1 0,-1-1 0,0 1 0,-1-4 0,-1-4 0,0 0 0,0 0 0,-1 0 0,0 0 0,-1 0 0,0 1 0,-1-1 0,0 1 0,0 0 0,-1 0 0,-10-12 0,15 21 0,1 0 0,0-1 0,0 1 0,-1-1 0,1 1 0,0 0 0,0-1 0,-1 1 0,1 0 0,0-1 0,-1 1 0,1 0 0,-1-1 0,1 1 0,0 0 0,-1 0 0,1 0 0,-1-1 0,1 1 0,0 0 0,-1 0 0,1 0 0,-1 0 0,1 0 0,-1 0 0,1 0 0,-1 0 0,0 0 0,1 0 0,-1 1 0,1 0 0,0-1 0,0 1 0,0 0 0,0 0 0,0-1 0,-1 1 0,1 0 0,0-1 0,1 1 0,-1 0 0,0 0 0,0-1 0,0 2 0,9 30 0,-3-17-170,1 0-1,0 0 0,1 0 1,0-1-1,2-1 0,-1 1 1,18 17-1,-17-21-6655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24575,'0'2'0,"0"-1"0,1 0 0,-1 0 0,0 0 0,1 0 0,-1 1 0,1-1 0,0 0 0,-1 0 0,1 0 0,0 0 0,0 0 0,-1-1 0,3 3 0,14 11 0,-13-11 0,14 11 0,0 0 0,1-2 0,0 0 0,1-1 0,33 13 0,-52-23 0,0-1 0,0 1 0,1-1 0,-1 1 0,0-1 0,0 0 0,0 0 0,1 1 0,-1-1 0,0 0 0,0 0 0,1 0 0,-1 0 0,0-1 0,1 1 0,-1 0 0,0 0 0,0-1 0,0 1 0,1-1 0,-1 1 0,0-1 0,0 0 0,0 1 0,0-1 0,0 0 0,0 0 0,0 1 0,0-1 0,0 0 0,-1 0 0,1 0 0,0 0 0,0 0 0,-1-1 0,1 1 0,-1 0 0,1 0 0,-1 0 0,1 0 0,-1-3 0,2-5 0,-1 0 0,0 0 0,-1 0 0,-1-18 0,1 5 0,0 21 0,0 0 0,0 0 0,0-1 0,0 1 0,0 0 0,0 0 0,1 0 0,-1 0 0,0 0 0,0 0 0,1 0 0,-1 0 0,1 0 0,-1 0 0,1 0 0,0 1 0,-1-1 0,1 0 0,0 0 0,-1 0 0,2 0 0,-1 0 0,0 1 0,0 0 0,0 0 0,0-1 0,0 1 0,0 0 0,0 0 0,0 0 0,0 0 0,0 0 0,0 0 0,0 0 0,0 0 0,0 1 0,0-1 0,0 0 0,2 1 0,4 3 0,0 0 0,0 0 0,0 1 0,8 7 0,-11-9 0,28 21 0,0 0 0,64 33 0,-90-53-82,-4-3-46,0 0 0,0 0-1,0 0 1,0 0 0,0 0-1,0 0 1,0-1 0,0 1-1,4 0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24575,'3'4'0,"-1"0"0,0 0 0,0 0 0,0 0 0,0 1 0,-1-1 0,1 1 0,-1-1 0,0 6 0,3 5 0,16 47 0,2-1 0,32 61 0,-47-109 0,0 0 0,1-1 0,0 0 0,21 21 0,-8-12 0,33 26 0,-52-46 0,0 1 0,0-1 0,0 1 0,-1-1 0,1 1 0,-1 0 0,1 0 0,1 3 0,-3-5 0,0 0 0,0 0 0,0 1 0,0-1 0,0 0 0,0 1 0,0-1 0,0 0 0,0 0 0,1 1 0,-2-1 0,1 0 0,0 1 0,0-1 0,0 0 0,0 1 0,0-1 0,0 0 0,0 0 0,0 1 0,0-1 0,0 0 0,-1 0 0,1 1 0,0-1 0,0 0 0,-1 1 0,0 0 0,0-1 0,0 0 0,0 1 0,1-1 0,-1 1 0,0-1 0,0 0 0,0 0 0,0 1 0,0-1 0,-2 0 0,-8 1 0,0-1 0,0 0 0,0-1 0,0 0 0,0 0 0,-18-6 0,21 5 0,0-1 0,0 0 0,0-1 0,0 0 0,0 0 0,1 0 0,0-1 0,0 0 0,-7-7 0,11 10 0,1 0 0,0-1 0,0 1 0,0-1 0,0 1 0,0-1 0,0 0 0,1 0 0,-1 0 0,1 0 0,0 0 0,0 0 0,0 0 0,0 0 0,1-1 0,0 1 0,-1 0 0,1 0 0,0-1 0,0 1 0,1-4 0,0 4 0,0 1 0,0-1 0,0 0 0,0 0 0,0 1 0,1-1 0,-1 0 0,1 1 0,0-1 0,0 1 0,0 0 0,0 0 0,0 0 0,1 0 0,-1 0 0,0 0 0,1 1 0,-1-1 0,1 1 0,0-1 0,0 1 0,5-2 0,3 0 0,1 1 0,-1 0 0,1 1 0,0 0 0,19 1 0,59 10 0,-49-1 0,-1 1 0,41 18 0,-35-12 0,-42-15 0,1 1 0,-1 0 0,1 0 0,-1 0 0,0 1 0,0-1 0,7 7 0,-9-7 0,0 0 0,0 0 0,-1 0 0,1 0 0,0 1 0,-1-1 0,0 1 0,0-1 0,1 1 0,-1 0 0,-1-1 0,1 1 0,0 0 0,0 4 0,0 6-119,1 3-192,0 0-1,1 0 1,7 21-1,-6-27-6514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7 24575,'-3'-5'0,"0"3"0,0 5 0,-3 4 0,1 4 0,1-1-8191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 24575,'-11'1'0,"-1"0"0,0 0 0,1 1 0,-1 1 0,1 0 0,0 1 0,0 0 0,-12 6 0,22-9 0,-1 0 0,1 0 0,-1 0 0,1 0 0,0 0 0,-1 0 0,1 0 0,0 1 0,0-1 0,0 0 0,0 1 0,0-1 0,0 1 0,0-1 0,1 1 0,-1-1 0,0 1 0,1 0 0,-1-1 0,1 4 0,0-2 0,0-1 0,0 1 0,0 0 0,1 0 0,-1-1 0,1 1 0,0 0 0,0-1 0,0 1 0,0-1 0,3 5 0,3 3 0,0 1 0,1-1 0,1-1 0,12 12 0,20 15 0,48 32 0,-85-65 0,-1 0 0,1 0 0,-1 0 0,0 0 0,4 5 0,-7-8 0,1 1 0,-1-1 0,1 1 0,-1-1 0,0 1 0,1-1 0,-1 1 0,0-1 0,0 1 0,1 0 0,-1-1 0,0 1 0,0 0 0,0-1 0,0 1 0,0 0 0,0-1 0,0 1 0,0-1 0,0 1 0,0 0 0,0-1 0,0 1 0,0 0 0,-1-1 0,1 1 0,0-1 0,0 1 0,-1 0 0,1-1 0,0 1 0,-1-1 0,1 1 0,-1-1 0,1 1 0,-1-1 0,1 1 0,-1-1 0,1 0 0,-1 1 0,1-1 0,-1 0 0,1 1 0,-2-1 0,-5 4 0,-1-2 0,0 1 0,0-1 0,0 0 0,0 0 0,0-1 0,0-1 0,0 1 0,-12-2 0,-11-1 0,-33-7 0,58 8 0,-40-7 0,-56-11 0,100 19-136,0-1-1,0 0 1,0 1-1,0-1 1,0 0-1,0 0 1,0 0-1,0 0 0,-2-2 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24575,'-1'0'0,"-1"1"0,1-1 0,-1 1 0,1 0 0,-1-1 0,1 1 0,0 0 0,-1 0 0,1 0 0,0 0 0,0 0 0,-1 0 0,1 0 0,0 0 0,0 1 0,-1 1 0,2-2 0,0 0 0,-1 0 0,1 0 0,0 0 0,0 0 0,0 0 0,0 0 0,0 0 0,0 0 0,0 0 0,1 0 0,-1 0 0,0 0 0,1 0 0,-1 0 0,0 0 0,1 0 0,-1 0 0,1-1 0,-1 1 0,1 0 0,0 0 0,-1 0 0,1-1 0,0 1 0,1 1 0,6 4 0,0 1 0,0-1 0,0-1 0,1 0 0,0 0 0,0 0 0,0-2 0,1 1 0,-1-1 0,1 0 0,0-1 0,11 2 0,6-1 0,0-1 0,0-1 0,36-4 0,-57 3 0,1-1 0,0 0 0,0-1 0,0 0 0,-1 0 0,9-3 0,-13 4 0,1 0 0,-1 0 0,0-1 0,1 1 0,-1-1 0,0 0 0,0 1 0,0-1 0,0 0 0,0 0 0,-1 0 0,1 0 0,-1-1 0,1 1 0,-1 0 0,0-1 0,0 1 0,2-4 0,-4 3 0,-1 5 0,-4 6 0,2 1 0,1 0 0,1 0 0,-1 0 0,1 0 0,1 0 0,0 0 0,0 10 0,1 4 0,4 39 0,-1-46 0,0-1 0,1 1 0,0-1 0,11 22 0,31 54 0,-2-5 0,-41-81 0,-1 0 0,0 0 0,-1 0 0,1 0 0,-1 1 0,1 10 0,-2-15 0,0 0 0,0 0 0,0 0 0,0 0 0,0 0 0,0 1 0,-1-1 0,1 0 0,0 0 0,-1 0 0,1 0 0,-1 0 0,1 0 0,-1 0 0,1 0 0,-1 0 0,0 0 0,0 0 0,1 0 0,-1-1 0,0 1 0,0 0 0,0-1 0,0 1 0,0 0 0,0-1 0,0 1 0,0-1 0,0 1 0,0-1 0,0 0 0,0 1 0,0-1 0,0 0 0,0 0 0,-1 0 0,1 0 0,-2 0 0,-4 0 0,0 0 0,0-1 0,0 0 0,0 0 0,1-1 0,-12-4 0,-40-19 0,42 17 0,-112-60 120,114 60-332,0-2 0,1 0 0,1 0-1,-1-2 1,2 1 0,-18-23 0,19 20-6614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12 24575,'-1'0'0,"1"0"0,-1-1 0,1 1 0,-1 0 0,1-1 0,-1 1 0,1 0 0,-1 0 0,1-1 0,-1 1 0,1 0 0,-1 0 0,1 0 0,-1 0 0,1 0 0,-1 0 0,1 0 0,-1 0 0,0 0 0,1 0 0,-1 0 0,1 0 0,-1 0 0,1 0 0,-1 1 0,0-1 0,1 1 0,0-1 0,0 1 0,0 0 0,-1-1 0,1 1 0,1 0 0,-1-1 0,0 1 0,0 0 0,0-1 0,0 1 0,0 0 0,1-1 0,-1 1 0,0 0 0,0-1 0,1 2 0,19 27 0,-7-14 0,1 0 0,1-2 0,0 0 0,1 0 0,0-1 0,1-1 0,18 9 0,-31-18 0,0-1 0,0 1 0,-1-1 0,2 0 0,-1 0 0,0 0 0,0-1 0,0 1 0,0-1 0,0 0 0,0 0 0,5-1 0,-7 0 0,-1 1 0,1-1 0,-1 1 0,1-1 0,-1 1 0,0-1 0,1 0 0,-1 0 0,1 0 0,-1 0 0,0 0 0,0 0 0,0 0 0,0 0 0,1 0 0,-1 0 0,-1-1 0,1 1 0,0 0 0,0-1 0,0 1 0,-1-1 0,1 1 0,-1-1 0,1 1 0,-1-1 0,0 1 0,1-1 0,-1 0 0,0 1 0,0-1 0,0 1 0,-1-4 0,0-5 0,0 0 0,-1 0 0,-1 0 0,0 0 0,-7-18 0,-5-12 0,15 39 0,0 1 0,-1 0 0,1-1 0,0 1 0,0 0 0,0-1 0,0 1 0,0-1 0,0 1 0,-1-1 0,1 1 0,0 0 0,0-1 0,0 1 0,0-1 0,1 1 0,-1-1 0,0 1 0,0 0 0,0-1 0,0 1 0,0-1 0,0 1 0,1 0 0,-1-1 0,0 1 0,1-1 0,-1 1 0,1 0 0,-1 0 0,1 0 0,-1 0 0,1 0 0,-1 0 0,1 0 0,-1 0 0,1 1 0,-1-1 0,1 0 0,-1 0 0,1 0 0,-1 1 0,1-1 0,-1 0 0,1 1 0,22 18 0,-22-18 0,6 5 0,80 72 0,-73-68 0,0 0 0,1-1 0,-1 0 0,30 11 0,-43-19 0,1 0 0,-1-1 0,1 1 0,0 0 0,-1-1 0,1 0 0,-1 1 0,1-1 0,0 0 0,-1 0 0,1 0 0,-1 0 0,1 0 0,0 0 0,-1-1 0,1 1 0,-1 0 0,1-1 0,2-1 0,-2 1 0,-1 0 0,0-1 0,0 1 0,0 0 0,0-1 0,0 1 0,0-1 0,-1 1 0,1-1 0,0 1 0,-1-1 0,1 1 0,-1-1 0,1 0 0,-1 1 0,0-1 0,0 0 0,0 1 0,0-3 0,-2-36 0,1 32 0,1 0 0,-1 0 0,1 0 0,1-1 0,2-14 0,-3 22 0,0 1 0,0-1 0,1 1 0,-1-1 0,0 1 0,1-1 0,-1 1 0,0-1 0,1 1 0,-1-1 0,0 1 0,1 0 0,-1-1 0,1 1 0,-1 0 0,1-1 0,-1 1 0,1 0 0,-1-1 0,1 1 0,-1 0 0,1 0 0,-1 0 0,1 0 0,-1-1 0,1 1 0,0 0 0,-1 0 0,1 0 0,-1 0 0,1 0 0,0 0 0,-1 1 0,1-1 0,-1 0 0,1 0 0,-1 0 0,1 0 0,-1 1 0,1-1 0,0 1 0,25 13 0,-22-11 0,28 18-114,5 3-512,63 51 1,-87-62-6201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24575,'5'1'0,"-1"0"0,0 1 0,0-1 0,0 1 0,0-1 0,0 1 0,-1 0 0,1 1 0,0-1 0,5 6 0,-1-2 0,22 16 0,-15-10 0,0-1 0,0-1 0,32 15 0,-46-24 0,1 0 0,-1-1 0,1 1 0,-1-1 0,1 1 0,0-1 0,-1 1 0,1-1 0,0 0 0,0 0 0,-1 0 0,1 0 0,0 0 0,-1 0 0,1-1 0,0 1 0,-1 0 0,1-1 0,0 1 0,-1-1 0,1 0 0,-1 0 0,1 1 0,-1-1 0,3-2 0,-2 1 0,0-1 0,-1 1 0,1 0 0,-1-1 0,0 1 0,1-1 0,-1 0 0,0 1 0,0-1 0,-1 0 0,1 0 0,-1 1 0,1-1 0,-1-5 0,0-4 0,-1 1 0,0-1 0,-1 1 0,0 0 0,-1 0 0,-4-13 0,2 9 0,5 15 0,0-1 0,0 1 0,-1 0 0,1 0 0,0-1 0,0 1 0,0 0 0,0-1 0,0 1 0,0 0 0,0-1 0,0 1 0,0 0 0,0-1 0,0 1 0,0 0 0,0-1 0,0 1 0,0 0 0,0-1 0,0 1 0,0 0 0,0-1 0,0 1 0,0 0 0,1-1 0,-1 1 0,0 0 0,0 0 0,0-1 0,1 1 0,-1 0 0,11 2 0,18 18 0,-25-17 0,63 41 0,-58-39 0,0 0 0,1-1 0,-1 0 0,1-1 0,16 4 0,-23-6 0,0-1 0,0 0 0,-1 0 0,1 0 0,0-1 0,-1 1 0,1 0 0,0-1 0,-1 0 0,1 0 0,-1 0 0,1 0 0,-1 0 0,5-3 0,2 0 0,-7 3 0,-1 1 0,1-1 0,0 1 0,0 0 0,0 0 0,0 0 0,0 0 0,-1 0 0,1 0 0,0 0 0,0 1 0,0-1 0,-1 1 0,1-1 0,0 1 0,0 0 0,-1-1 0,1 1 0,-1 0 0,1 0 0,2 2 0,5 4 0,0 1 0,10 10 0,-12-11 0,41 32-1365,-39-32-5461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108 171 24575,'-3'-27'0,"-7"-26"0,8 43 0,0 1 0,-1 0 0,-1 0 0,1 1 0,-1-1 0,-7-10 0,10 18 0,1 0 0,-1 0 0,0 0 0,1 0 0,-1 0 0,0 0 0,0 0 0,0 0 0,1 0 0,-1 0 0,0 0 0,0 1 0,0-1 0,0 0 0,0 1 0,-1-1 0,1 1 0,0-1 0,0 1 0,0 0 0,0-1 0,-1 1 0,1 0 0,0 0 0,0 0 0,0 0 0,-1 0 0,1 0 0,0 0 0,-3 1 0,3 0 0,-1 0 0,0 0 0,1 0 0,-1 0 0,1 1 0,-1-1 0,1 1 0,-1-1 0,1 1 0,0-1 0,0 1 0,0 0 0,0 0 0,0 0 0,0-1 0,1 1 0,-2 3 0,0 3 0,0 0 0,0-1 0,1 1 0,0 0 0,1 0 0,0 0 0,0-1 0,0 1 0,1 0 0,0 0 0,1-1 0,0 1 0,0 0 0,0-1 0,1 0 0,0 1 0,1-1 0,-1-1 0,1 1 0,1 0 0,-1-1 0,1 0 0,0 0 0,1 0 0,-1-1 0,1 0 0,0 0 0,1 0 0,-1-1 0,13 7 0,-4-3 30,1-1 0,1-1 0,25 8 0,-36-13-144,1 1 0,0-1-1,-1-1 1,1 1 0,-1-1 0,1 0-1,0-1 1,-1 1 0,1-1 0,-1-1-1,1 1 1,8-4 0,-2-1-6712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24575,'11'30'0,"4"18"0,4 8 0,0 2 0,0-4 0,-1-4 0,-1-4 0,-3-4 0,-2-3 0,-3-6 0,0-4 0,-2-4 0,1-1 0,-2-2 0,-1-3 0,1-4 0,-1-2 0,-1-4-8191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226 101 24575,'-10'-17'0,"-6"-7"0,-2 2 0,-2 4 0,1 5 0,1 8 0,1 4 0,1 2 0,1 4 0,0 1 0,0 0 0,0-2 0,3 1 0,1 0 0,2-3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24575,'167'103'0,"-189"-118"0,1-2 0,-21-20 0,31 26 0,1 0 0,0 0 0,0-2 0,1 1 0,-12-24 0,19 33 0,1 0 0,0 0 0,-1-1 0,1 1 0,1 0 0,-1-1 0,0 1 0,1-1 0,0 1 0,0-7 0,0 9 0,0-1 0,1 1 0,-1 0 0,0-1 0,1 1 0,-1 0 0,1-1 0,0 1 0,-1 0 0,1-1 0,0 1 0,0 0 0,0 0 0,0 0 0,0 0 0,0 0 0,0 0 0,0 0 0,0 0 0,0 0 0,1 1 0,-1-1 0,0 0 0,1 1 0,-1-1 0,0 1 0,3-1 0,3 0-72,-1 0 1,0 1-1,0 0 0,1 0 0,-1 0 0,0 1 0,0 0 0,0 0 1,0 1-1,0-1 0,0 1 0,0 1 0,0-1 0,-1 1 0,1 0 1,-1 0-1,0 1 0,7 4 0,0 2-6754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24575,'2'3'0,"4"0"0,0 3 0,0 2 0,1 3 0,-1 2 0,2 1 0,-1 1 0,0 0 0,0 0 0,1 0 0,-1 1 0,1-1 0,-1-3-8191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24575,'3'-2'0,"0"1"0,0 3 0,0 5 0,-1 5 0,-1 4 0,0-2-8191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 24575,'-3'-1'0,"1"-1"0,-1 2 0,0-1 0,1 0 0,-1 1 0,0-1 0,0 1 0,1 0 0,-1 0 0,0 0 0,0 0 0,0 0 0,0 0 0,1 1 0,-1 0 0,-4 1 0,5-1 0,1 0 0,-1 0 0,1 0 0,-1 0 0,1 1 0,0-1 0,-1 0 0,1 1 0,0-1 0,0 1 0,0-1 0,0 1 0,0 0 0,0-1 0,1 1 0,-1 0 0,0 0 0,1-1 0,-1 1 0,1 0 0,0 0 0,0 0 0,0 0 0,0 0 0,0-1 0,0 4 0,1 6 0,1 0 0,0 0 0,0 0 0,1 0 0,1-1 0,0 1 0,0-1 0,1 0 0,0 0 0,12 17 0,-11-19 0,-1-1 0,1 0 0,1 0 0,-1 0 0,1-1 0,1 0 0,-1 0 0,1-1 0,0 0 0,0 0 0,0-1 0,1 0 0,11 4 0,-10-6-151,-1 0-1,1 0 0,0-1 0,-1-1 1,1 0-1,0 0 0,0-1 1,16-2-1,-14-1-6674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0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 24575,'-4'3'0,"0"1"0,0-1 0,1 1 0,0 0 0,0 0 0,0 0 0,0 1 0,1-1 0,0 1 0,0-1 0,0 1 0,0 0 0,1 0 0,-1 0 0,0 10 0,2-6 0,0 1 0,1-1 0,0 1 0,1-1 0,0 1 0,0-1 0,1 0 0,7 16 0,0-2 0,2-1 0,16 24 0,-17-31 0,19 19 0,-20-24 0,-2 0 0,1 0 0,-1 1 0,8 14 0,-16-24 0,1 0 0,-1 0 0,1 0 0,-1 0 0,1-1 0,-1 1 0,0 0 0,0 0 0,1 0 0,-1 0 0,0 0 0,0 0 0,0 0 0,0 0 0,0 1 0,0-2 0,-1 1 0,1-1 0,0 0 0,0 0 0,0 0 0,-1 0 0,1 0 0,0 1 0,-1-1 0,1 0 0,0 0 0,0 0 0,-1 0 0,1 0 0,0 0 0,0 0 0,-1 0 0,1 0 0,0 0 0,-1 0 0,1 0 0,0 0 0,0 0 0,-1 0 0,1 0 0,0-1 0,0 1 0,-1 0 0,1 0 0,0 0 0,-1 0 0,-24-17 0,11 7-1365,0 1-5461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1 24575,'-30'0'0,"-15"0"0,-5 0 0,3 0 0,8 0 0,5 0 0,6 0 0,5 0 0,4 2 0,0 2 0,1-1 0,4-1-8191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24575,'0'4'0,"0"1"0,1 0 0,-1-1 0,1 1 0,0-1 0,0 1 0,0-1 0,1 0 0,0 1 0,0-1 0,0 0 0,0 0 0,0 0 0,1 0 0,5 5 0,-3-4 0,1 0 0,-1 0 0,1-1 0,0 0 0,1 0 0,-1 0 0,1-1 0,-1 0 0,10 3 0,-1-1 0,1-1 0,-1-1 0,31 4 0,-39-6 0,1-1 0,-1 0 0,1 0 0,0-1 0,-1 0 0,1 0 0,-1-1 0,0 0 0,1 0 0,8-4 0,-14 4 0,1 1 0,-1-1 0,0 0 0,0 0 0,0 0 0,0 0 0,0 0 0,0 0 0,0 0 0,-1-1 0,1 1 0,-1 0 0,0-1 0,1 0 0,-1 1 0,0-1 0,-1 0 0,1 1 0,0-1 0,-1-4 0,1 1 0,-1 0 0,0 0 0,0 1 0,0-1 0,-1 0 0,0 0 0,0 1 0,-1-1 0,-2-6 0,4 12 0,0 0 0,0 0 0,0-1 0,0 1 0,0 0 0,0 0 0,0 0 0,0-1 0,0 1 0,0 0 0,0 0 0,0-1 0,0 1 0,0 0 0,0 0 0,0 0 0,0 0 0,-1-1 0,1 1 0,0 0 0,0 0 0,0 0 0,0 0 0,0-1 0,-1 1 0,1 0 0,0 0 0,0 0 0,0 0 0,-1 0 0,1 0 0,0 0 0,0 0 0,0 0 0,-1-1 0,1 1 0,0 0 0,0 0 0,0 0 0,-1 0 0,-2 10 0,1 17 0,2-27 0,0 20 0,1 0 0,1 1 0,0-1 0,2 0 0,0-1 0,1 1 0,2-1 0,-1 0 0,13 23 0,92 182 0,-108-219 0,-1 1 0,1-1 0,-1 1 0,0 0 0,1 8 0,-3-13 0,0 0 0,0 0 0,0 0 0,0 0 0,0-1 0,0 1 0,0 0 0,0 0 0,0 0 0,0 0 0,-1 0 0,1 0 0,0 0 0,-1 0 0,1-1 0,0 1 0,-1 0 0,1 0 0,-1 0 0,0-1 0,1 1 0,-1 0 0,1-1 0,-1 1 0,0 0 0,0-1 0,1 1 0,-1-1 0,0 1 0,0-1 0,0 0 0,0 1 0,1-1 0,-1 0 0,0 1 0,0-1 0,0 0 0,0 0 0,0 0 0,0 0 0,0 0 0,0 0 0,-1 0 0,-2 0 0,0-1 0,0 0 0,1 1 0,-1-1 0,0-1 0,0 1 0,1 0 0,-1-1 0,1 0 0,-1 0 0,-3-2 0,-36-30 0,34 26 0,-3-2 0,2 1 0,-1-1 0,1-1 0,1 0 0,0 0 0,-10-17 0,17 25 0,1-1 0,-1 1 0,0-1 0,1 0 0,-1 1 0,1-1 0,0 0 0,1 0 0,-1 0 0,1 0 0,-1 1 0,1-1 0,0 0 0,0 0 0,1 0 0,-1 0 0,1 0 0,0 0 0,0 0 0,1 1 0,-1-1 0,1 0 0,-1 1 0,1-1 0,0 1 0,0 0 0,5-6 0,0 0-1365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114 225 24575,'6'12'0,"16"39"0,2-2 0,44 66 0,-54-100 0,-14-15 0,0 0 0,1 0 0,-1 1 0,0-1 0,0 0 0,1 0 0,-1 0 0,0 1 0,0-1 0,1 0 0,-1 0 0,0 0 0,1 0 0,-1 0 0,0 0 0,0 0 0,1 0 0,-1 0 0,0 0 0,1 0 0,-1 0 0,0 0 0,1 0 0,-1 0 0,0 0 0,0 0 0,1 0 0,-1 0 0,0 0 0,1 0 0,-1 0 0,0-1 0,0 1 0,1 0 0,-1 0 0,0 0 0,0-1 0,0 1 0,1 0 0,-1 0 0,0 0 0,0-1 0,0 1 0,1 0 0,-1-1 0,0 1 0,0 0 0,0 0 0,0-1 0,0 1 0,0 0 0,0-1 0,0 1 0,0 0 0,0 0 0,0-1 0,0 1 0,0 0 0,0-1 0,0-3 0,-1 0 0,1 0 0,-1 0 0,0 0 0,0 0 0,-1 0 0,1 0 0,-1 0 0,0 1 0,0-1 0,-4-6 0,-1-1 0,-18-34 0,-3-4 0,2 0 0,-34-94 0,58 136 0,0 0 0,0 0 0,1-1 0,0 1 0,0-1 0,1 1 0,0-10 0,0 15 0,1 0 0,-1 0 0,0 0 0,1 0 0,-1 0 0,1 1 0,0-1 0,0 0 0,-1 0 0,1 1 0,0-1 0,1 0 0,-1 1 0,0-1 0,0 1 0,1-1 0,-1 1 0,1 0 0,-1 0 0,1 0 0,-1-1 0,1 1 0,0 1 0,0-1 0,-1 0 0,1 0 0,0 1 0,0-1 0,0 1 0,0-1 0,0 1 0,2 0 0,6-1 0,0 1 0,1 1 0,-1 0 0,0 0 0,0 1 0,0 0 0,0 1 0,0 0 0,-1 0 0,1 1 0,-1 0 0,10 7 0,-13-7 0,0 0 0,0 0 0,0 1 0,-1-1 0,0 1 0,0 1 0,0-1 0,4 7 0,-7-8 0,1 0 0,-1 0 0,0 1 0,0-1 0,-1 1 0,1-1 0,-1 1 0,0 0 0,0-1 0,0 1 0,-1 0 0,0 8 0,0-10 0,0-1 0,-1 1 0,1-1 0,-1 0 0,0 1 0,1-1 0,-1 0 0,0 1 0,0-1 0,0 0 0,-1 0 0,1 0 0,-1 0 0,-2 3 0,0-2 0,1 0 0,0 0 0,-1-1 0,0 1 0,0-1 0,1 0 0,-9 3 0,1-1 0,-1-1 0,-1 0 0,1-1 0,-24 1 0,-53-2 0,77-1 0,0-1 0,0-1 0,0 0 0,0-1 0,-15-5 0,26 7-62,0 1 0,-1 0 0,1-1 0,-1 1 0,1-1 0,0 0 0,-1 1 0,1-1 0,0 0 0,0 0 0,0 0 0,0 0-1,0 0 1,0 0 0,0 0 0,0 0 0,0-1 0,0 1 0,0 0 0,1 0 0,-1-2 0,0-6-6764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0 236 24575,'5'-1'0,"18"-8"0,0 0 0,26-15 0,-44 21 0,0 0 0,0 0 0,0 0 0,0-1 0,-1 0 0,0 0 0,0 0 0,0 0 0,0 0 0,0-1 0,-1 0 0,0 0 0,0 0 0,0 0 0,2-8 0,-4 9 0,-1 0 0,1 1 0,-1-1 0,0 0 0,0 1 0,0-1 0,-1 0 0,1 0 0,-1 1 0,0-1 0,0 1 0,0-1 0,-1 1 0,1-1 0,-1 1 0,0 0 0,0 0 0,0-1 0,0 1 0,-3-3 0,2 2 0,-1 1 0,1-1 0,-1 1 0,0 0 0,0 0 0,0 0 0,0 0 0,-1 1 0,1-1 0,-1 1 0,1 0 0,-1 1 0,0-1 0,-7-1 0,11 3 0,-1 0 0,1 0 0,0 0 0,-1 0 0,1 0 0,0 0 0,-1 0 0,1 1 0,0-1 0,-1 0 0,1 1 0,0-1 0,-1 1 0,1 0 0,0-1 0,0 1 0,0 0 0,0 0 0,0 0 0,-2 1 0,2 0 0,-1 0 0,0 1 0,1-1 0,-1 0 0,1 1 0,0-1 0,0 1 0,0 0 0,-1 4 0,1 0 0,-1 0 0,2 0 0,-1 1 0,1-1 0,0 1 0,2 13 0,0-11 0,1 0 0,0 1 0,1-1 0,0 0 0,0-1 0,1 1 0,0-1 0,1 0 0,10 12 0,-7-9 0,1-2 0,1 0 0,0 0 0,0-1 0,1 0 0,18 10 0,-11-9 0,1-1 0,0 0 0,1-1 0,0-1 0,0-2 0,1 0 0,-1-1 0,1-1 0,26 1 0,-42-4-85,1 0 0,-1 0-1,0 0 1,0-1 0,0 0-1,0 0 1,0 0 0,0-1-1,0 0 1,0 0 0,0 0-1,-1-1 1,1 0 0,-1 0-1,8-7 1,-2-1-6741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24575,'5'18'0,"4"22"0,-7-26 0,1 0 0,1 0 0,8 22 0,-3-18 40,1 0 0,13 20 0,-17-30-252,0 0 0,0-1 0,1 1-1,0-2 1,0 1 0,13 9 0,-9-10-6614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71 24575,'-30'-13'0,"-13"-4"0,-1 1 0,5 4 0,5 3 0,7 5 0,5 7 0,4 5 0,3 4 0,3-1-8191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8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1 24575,'-25'2'0,"-11"2"0,-2-1 0,3-1 0,6 0 0,4-1 0,4 0 0,1-1 0,1 0 0,4 0-8191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24575,'-10'12'0,"-6"7"0,0 3 0,2 0 0,5-1 0,0-2 0,2-2 0,2-3-8191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24575,'2'10'0,"4"5"0,3 7 0,0 0 0,1 3 0,2-1 0,-2-2 0,0 0 0,1-1 0,1-1 0,1 0 0,-1 0 0,-1-1 0,0-2 0,-1 0 0,0-4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24575,'18'22'0,"8"13"0,5 6 0,-1-3 0,-3-1 0,-3-6 0,-3-2 0,-3-4 0,-5-4 0,-1-3 0,-3-4-8191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660 146 24575,'-66'-31'0,"3"1"0,-79-27 0,120 50 0,1 1 0,-1 1 0,-1 1 0,1 1 0,-1 1 0,1 1 0,-43 4 0,-83 22-1365,128-20-5461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6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485 14 24575,'-28'-2'0,"-13"-1"0,-6-1 0,1 2 0,0 0 0,3 3 0,4 2 0,4 3 0,-1-1 0,2 3 0,2-1 0,0-1 0,6-2-8191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6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24575,'5'5'0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7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24575,'-1'3'0,"0"-1"0,0 1 0,1 0 0,-1 0 0,1-1 0,0 1 0,-1 0 0,1 0 0,0-1 0,1 1 0,-1 0 0,1-1 0,0 4 0,13 38 0,-9-32 0,6 13 0,0 0 0,19 28 0,7 15 0,-36-66-62,0-1 0,0 0 0,0 1 0,-1-1 0,1 1 0,-1-1 0,1 0 0,-1 1 0,0 0 0,1-1 0,-1 1 0,0-1-1,0 1 1,0-1 0,0 1 0,0-1 0,0 1 0,-1-1 0,1 1 0,-1 0 0,0 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83 24575,'24'-11'0,"0"1"0,1 1 0,1 1 0,40-6 0,105-7 0,-145 19 0,-23 2 0,0 0 0,-1-1 0,1 1 0,0-1 0,0 1 0,-1-1 0,5-2 0,-8 2 0,-5 1 0,-8 0 0,-52 12-1365,45-8-5461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24575,'27'0'0,"13"0"0,1 0 0,-4-3 0,-6 0 0,-7 2 0,-9 2-8191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24575,'5'25'0,"4"11"0,0 2 0,2-3 0,1-3 0,2-4 0,-3-4 0,0-4 0,1-3 0,-2-1 0,-1-4 0,0-1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9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77 224 24575,'2'0'0,"0"1"0,1-1 0,-1 1 0,0-1 0,0 1 0,0 0 0,0 0 0,0 0 0,0 0 0,0 0 0,0 0 0,0 0 0,-1 1 0,1-1 0,0 1 0,-1-1 0,1 1 0,-1 0 0,0 0 0,2 2 0,3 6 0,0 0 0,7 18 0,-7-14 0,68 119 0,-61-114 0,-6-8 0,-17-25 0,-51-54 0,3 3 0,35 37 0,-31-54 0,49 73 0,0 0 0,1-1 0,0 0 0,0 0 0,1 0 0,0 0 0,1-1 0,0 1 0,0-1 0,1-15 0,1 22 0,0 0 0,1 0 0,-1 1 0,1-1 0,0 0 0,0 1 0,0-1 0,0 0 0,1 1 0,0 0 0,-1-1 0,1 1 0,0 0 0,1 0 0,-1 0 0,1 0 0,-1 0 0,4-2 0,-2 2 0,1 0 0,-1 0 0,1 1 0,0 0 0,0 0 0,0 0 0,0 0 0,0 1 0,0-1 0,1 2 0,-1-1 0,7 0 0,0 1 0,1 0 0,-1 1 0,1 0 0,-1 1 0,1 0 0,-1 1 0,13 5 0,-16-5 0,0 1 0,0 0 0,-1 0 0,0 1 0,0 0 0,0 1 0,-1-1 0,1 1 0,-1 1 0,6 7 0,-11-12 0,0 0 0,-1 1 0,1-1 0,-1 0 0,1 0 0,-1 1 0,0-1 0,0 1 0,0-1 0,0 1 0,-1-1 0,1 1 0,-1-1 0,1 1 0,-1 0 0,0-1 0,0 1 0,0 0 0,0-1 0,-1 1 0,1-1 0,-1 1 0,1 0 0,-3 4 0,1-3 0,-1 1 0,0-1 0,0 0 0,0 0 0,0 0 0,-1 0 0,1 0 0,-1-1 0,0 0 0,0 0 0,-9 5 0,-17 7 0,23-12 0,0 0 0,0 0 0,0 1 0,-9 7 0,15-11 0,1 1 0,-1-1 0,1 1 0,-1-1 0,1 1 0,-1 0 0,1-1 0,-1 1 0,1 0 0,-1-1 0,1 1 0,0 0 0,-1 0 0,1-1 0,0 1 0,0 0 0,0 0 0,-1-1 0,1 1 0,0 0 0,0 0 0,0 0 0,0-1 0,1 2 0,-1 0 0,1-1 0,-1 1 0,1-1 0,0 1 0,0-1 0,0 1 0,0-1 0,0 0 0,0 0 0,0 1 0,2 0 0,3 3 0,0-1 0,0 1 0,0-1 0,8 3 0,9 3 0,0-1 0,37 10 0,50 5 0,-105-23 0,57 10 18,46 10-1401,-96-17-5443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24575,'14'28'0,"15"57"-67,-12-26-3597,12 83 0,-20-79 4821,-3 0 3951,-4-40-4732,0-1 1,10 40 0,-11-61-381,-1 1 1,1 0-1,-1-1 0,1 1 0,0-1 0,-1 1 0,1-1 1,0 0-1,0 1 0,0-1 0,0 0 0,0 1 0,1-1 1,-1 0-1,0 0 0,0 0 0,1 0 0,-1 0 0,1 0 1,1 0-1,0 0 19,-1-1 1,0 1-1,1-1 0,-1 0 1,0 0-1,0 0 1,1 0-1,-1 0 0,0-1 1,1 1-1,-1-1 1,4-1-1,5-2-312,-1-1 0,-1-1 0,1 0 0,15-11 0,-15 9-6529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21 24575,'-28'-5'0,"-11"-2"0,-2 1 0,6 3 0,7 6 0,5 3 0,7 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2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16 24575,'0'0'0,"0"0"0,0 0 0,0 0 0,0 0 0,0 0 0,0 0 0,0 0 0,0 0 0,0 0 0,0 0 0,0 0 0,0 0 0,0 0 0,0 0 0,0 0 0,-1 0 0,1 0 0,0 0 0,0 0 0,0 0 0,0 0 0,0 0 0,0 0 0,0 0 0,0 0 0,0 0 0,0 0 0,0 0 0,0 0 0,0 0 0,0 0 0,0 0 0,0 0 0,-1 0 0,1 0 0,0 0 0,0 0 0,0 0 0,0 0 0,0 0 0,0 0 0,0 1 0,0-1 0,0 0 0,0 0 0,0 0 0,0 0 0,0 0 0,0 0 0,0 0 0,0 0 0,0 0 0,0 0 0,0 0 0,0 0 0,0 0 0,0 0 0,0 1 0,0-1 0,0 0 0,0 0 0,0 0 0,0 0 0,0 0 0,0 0 0,6 4 0,7 4 0,8 1 0,28 7 0,-21-7 0,-26-8 0,0-1 0,0 1 0,0 0 0,0-1 0,0 0 0,1 1 0,-1-1 0,0 0 0,0 0 0,0 0 0,0 0 0,1 0 0,-1-1 0,0 1 0,2-1 0,-3 0 0,1 0 0,-1 0 0,0 0 0,0 0 0,0 0 0,0 0 0,0 0 0,-1-1 0,1 1 0,0 0 0,0 0 0,-1-1 0,1 1 0,-1 0 0,1-1 0,-1 1 0,1-1 0,-1 1 0,0 0 0,0-1 0,0 1 0,0-1 0,0-1 0,0-1 0,2-18 0,-2 22 0,0 0 0,1-1 0,-1 1 0,0-1 0,0 1 0,0 0 0,0-1 0,0 1 0,0 0 0,0-1 0,0 1 0,1 0 0,-1 0 0,0-1 0,0 1 0,1 0 0,-1-1 0,0 1 0,0 0 0,1 0 0,-1 0 0,0-1 0,0 1 0,1 0 0,-1 0 0,0 0 0,1 0 0,-1-1 0,0 1 0,1 0 0,-1 0 0,0 0 0,1 0 0,-1 0 0,0 0 0,1 0 0,-1 0 0,0 0 0,1 0 0,-1 0 0,1 0 0,-1 0 0,0 0 0,1 1 0,-1-1 0,0 0 0,0 0 0,1 0 0,-1 0 0,0 1 0,1-1 0,5 6 0,0 0 0,0 0 0,-1 1 0,0-1 0,0 1 0,0 0 0,5 12 0,1 1 0,108 184 0,-92-152 0,-2 0 0,18 60 0,-43-111 0,16 57 0,-15-52 0,0 0 0,0 0 0,0 0 0,-1-1 0,0 1 0,0 0 0,-1 0 0,-1 6 0,2-10 0,-1-1 0,1 1 0,-1-1 0,1 1 0,-1-1 0,0 1 0,0-1 0,0 0 0,0 1 0,0-1 0,0 0 0,0 0 0,0 0 0,0 1 0,-1-1 0,1-1 0,0 1 0,-3 2 0,0-2 0,1 0 0,0 0 0,0 0 0,-1-1 0,1 1 0,0-1 0,-1 1 0,-5-1 0,-2-1 0,-1-1 0,0 0 0,1 0 0,-14-6 0,0-1 0,2 0 0,-1-2 0,1-1 0,1 0 0,0-2 0,1 0 0,1-2 0,-26-24 0,43 37 0,0 0 0,0-1 0,0 0 0,0 0 0,0 0 0,1 0 0,0 0 0,0 0 0,0 0 0,0-1 0,1 1 0,-2-9 0,2 10 0,1 1 0,0-1 0,0 1 0,0 0 0,1-1 0,-1 1 0,0 0 0,1-1 0,0 1 0,-1 0 0,1 0 0,0 0 0,0-1 0,0 1 0,0 0 0,1 0 0,-1 1 0,1-1 0,-1 0 0,1 0 0,-1 1 0,1-1 0,0 1 0,0-1 0,0 1 0,0 0 0,2-2 0,9-3-25,0 1 0,0 1 0,0 0 0,1 0 0,-1 1 1,17-1-1,0-1-1166,-12 1-5635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3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57 100 24575,'47'132'0,"-35"-102"0,2 0 0,23 35 0,-28-48 0,-7-13 0,0 0 0,0 0 0,1 0 0,-1 0 0,5 4 0,-16-29 0,-43-58 0,6 8 0,23 34 0,13 23 0,0-1 0,2 0 0,-1 0 0,2-1 0,-10-32 0,16 47 0,1-1 0,0 0 0,-1 0 0,1 0 0,0 0 0,0 0 0,0 1 0,0-1 0,0 0 0,1 0 0,-1 0 0,1 0 0,-1 0 0,1 1 0,-1-1 0,1 0 0,0 1 0,0-1 0,0 0 0,0 1 0,0-1 0,0 1 0,1-1 0,-1 1 0,0 0 0,1 0 0,-1-1 0,1 1 0,-1 0 0,1 0 0,0 0 0,-1 1 0,1-1 0,0 0 0,0 1 0,-1-1 0,3 0 0,3 0 0,0 0 0,0 0 0,0 0 0,0 1 0,0 0 0,0 0 0,0 1 0,12 2 0,-10-1 0,1 1 0,-1 0 0,0 1 0,0 0 0,14 8 0,-19-9 0,0-1 0,0 1 0,-1 0 0,1 0 0,-1 0 0,1 1 0,-1-1 0,0 1 0,-1 0 0,1 0 0,-1 0 0,1 0 0,2 8 0,-4-10 0,-1 0 0,1 0 0,-1 0 0,0 0 0,0 0 0,1 0 0,-1 0 0,-1 0 0,1 0 0,0 0 0,0 0 0,-1 0 0,1 0 0,-1 0 0,0 0 0,0 0 0,-1 3 0,0-2 0,0-1 0,0 1 0,-1 0 0,1-1 0,-1 1 0,1-1 0,-1 0 0,0 0 0,-5 3 0,1-1 0,-1 0 0,1-1 0,-1 0 0,0 0 0,0-1 0,-1 0 0,-14 1 0,-16-3 0,94 0 0,-1-2 0,97-18 0,-122 15 0,29-11 0,-47 13 0,0-2 0,0 1 0,0-1 0,0-1 0,13-9 0,-21 12 0,-1 1 0,1-1 0,-1 0 0,0 0 0,0 0 0,0 0 0,0 0 0,0-1 0,0 1 0,-1 0 0,0-1 0,0 1 0,0-1 0,0 0 0,0 1 0,-1-1 0,1-5 0,-1 8 0,0-1 0,0 0 0,0 0 0,0 1 0,0-1 0,-1 0 0,1 0 0,0 1 0,-1-1 0,0 0 0,1 1 0,-1-1 0,0 1 0,0-1 0,1 1 0,-1-1 0,0 1 0,-1-1 0,1 1 0,0 0 0,0 0 0,-1 0 0,1-1 0,0 1 0,-1 0 0,1 1 0,-1-1 0,1 0 0,-1 0 0,0 1 0,1-1 0,-1 1 0,0-1 0,1 1 0,-1 0 0,0 0 0,-3-1 0,3 1 0,1 0 0,-1 1 0,0-1 0,0 0 0,1 0 0,-1 1 0,0-1 0,0 1 0,1 0 0,-1-1 0,1 1 0,-1 0 0,1 0 0,-1 0 0,1 0 0,-1 0 0,1 0 0,-2 2 0,1 0 0,0-1 0,1 1 0,-1-1 0,1 1 0,-1 0 0,1 0 0,0 0 0,0 0 0,-1 6 0,1-5 0,0 1 0,0 0 0,1 0 0,0 0 0,0 0 0,0-1 0,1 1 0,0 0 0,0 0 0,0-1 0,0 1 0,1 0 0,3 6 0,0-3 0,1 0 0,0-1 0,0 0 0,1-1 0,0 1 0,0-1 0,1 0 0,0-1 0,0 0 0,0 0 0,15 6 0,-7-5 0,1 0 0,0-1 0,0 0 0,0-1 0,26 2 0,-41-6-55,4 1-132,1-1 0,-1 0 0,1 0 0,-1 0-1,1-1 1,9-1 0,-7-2-6639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24575,'-1'1'0,"1"0"0,-1 0 0,1 0 0,-1 0 0,1 0 0,-1 0 0,1 0 0,0 0 0,0 0 0,0 0 0,-1 0 0,1 0 0,0 0 0,1 2 0,1 19 0,-2-19 0,4 14 17,-1-1 0,2 0 1,0 0-1,1 0 0,1 0 0,12 21 0,1-5-760,43 54 1,-56-78-6084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24575,'-2'0'0,"1"0"0,1 2 0,3 4 0,4 6 0,0 3 0,2 1 0,1 1 0,0 0 0,0 0 0,-1-1 0,0-1 0,1 1 0,1-1 0,-1-1 0,-2 1 0,0 0 0,-2-3-8191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24575,'2'5'0,"1"4"0,3 6 0,0 2 0,2 2 0,1-1 0,0 0 0,1-1 0,1-1 0,-2-1 0,1 0 0,-2 0 0,-1-1 0,-3 1 0,-2-3-8191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77 24575,'-30'-13'0,"-15"-4"0,-5 1 0,4 4 0,4 2 0,5 5 0,3 2 0,3 4 0,1 2 0,-2 4 0,0-1 0,-2 0 0,-1 1 0,-1-1 0,0-1 0,3 0 0,8 1-8191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43 24575,'-27'-5'0,"-221"-32"0,228 36 9,0 1-1,0 2 1,0-1-1,0 2 1,0 1-1,-22 7 0,-34 5-1432,54-12-5402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 24575,'-20'12'0,"-7"8"0,-1 1 0,2 1 0,5-1 0,4-5 0,1-1 0,5-5-8191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24575,'3'5'0,"2"4"0,2 6 0,1 2 0,2 2 0,0 2 0,0 0 0,1 1 0,1 0 0,-1-2 0,0-1 0,-3 1 0,1-1 0,-1 0 0,0-2 0,-1-1 0,-2-3-8191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24575,'5'7'0,"1"1"0,-1 0 0,0-1 0,-1 2 0,7 16 0,0-1 0,-2-8 0,1 0 0,1 0 0,0-1 0,1 0 0,0-1 0,2 0 0,-1-1 0,2-1 0,-1 0 0,2-1 0,30 17 0,-42-25 0,1-1 0,-1 0 0,0 0 0,1-1 0,-1 1 0,1-1 0,6 1 0,-10-2 0,-1-1 0,1 1 0,0 0 0,-1 0 0,1-1 0,-1 1 0,1 0 0,-1-1 0,1 1 0,-1-1 0,1 1 0,-1 0 0,1-1 0,-1 1 0,0-1 0,1 0 0,-1 1 0,0-1 0,1 1 0,-1-1 0,0 1 0,1-2 0,4-16 0,-5 15 0,4-21 0,-1-1 0,-1 0 0,-1 1 0,-3-31 0,1 1 0,1 40 0,0 8 0,1-1 0,-2 0 0,1 0 0,-3-9 0,2 14 0,1-1 0,-1 1 0,0 0 0,0 0 0,0 0 0,0 0 0,0 0 0,-1 0 0,1 0 0,-1 0 0,1 1 0,-1-1 0,0 1 0,0-1 0,1 1 0,-1-1 0,-2 0 0,-9-4-1365,0 1-5461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554 31 24575,'-25'-5'0,"-13"-1"0,-9-1 0,-2 2 0,1 1 0,1 2 0,2 1 0,0 0 0,4 1 0,0 3 0,3 1 0,2 2 0,5 0 0,8-1-8191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497 0 24575,'-30'0'0,"-12"0"0,-5 3 0,4 0 0,4 0 0,6 2 0,3 0 0,3 0 0,0 0 0,0 1 0,-3 1 0,-2-1 0,0 2 0,1-1 0,4-2-8191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24575,'-3'11'0,"1"-1"0,0 1 0,1 0 0,0-1 0,1 1 0,0 0 0,1 0 0,0 0 0,0-1 0,1 1 0,1-1 0,-1 1 0,2-1 0,7 16 0,17 34 0,55 82 0,-67-113-1365,-12-18-5461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1 128 24575,'30'-17'0,"12"-7"0,5 0 0,-4 2 0,-6 6 0,-8 6 0,-5 4 0,-5 3 0,-5 0 0,-3 0 0,-6 3 0,-6 2 0,-5 3 0,-5 1 0,1-2-8191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24575,'28'5'0,"11"1"0,2 1 0,-7-5 0,-5-1 0,-6-5 0,-7-3 0,-9-1 0,-5-1 0,-5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24575,'10'20'0,"6"12"0,3 3 0,-2-2 0,-2-2 0,-2-3 0,-2-5 0,-3-3 0,-2-2 0,-2-2 0,0-4 0,0-1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118 195 24575,'69'82'0,"-56"-66"0,-2 2 0,0-1 0,10 22 0,-10-6 0,-10-31 0,-1 0 0,1 0 0,-1 0 0,0 0 0,0 0 0,0 0 0,0 0 0,0 0 0,0 0 0,-1 0 0,1 0 0,0 0 0,-2 4 0,1-6 0,1 1 0,0-1 0,0 1 0,-1-1 0,1 0 0,-1 1 0,1-1 0,0 0 0,-1 1 0,1-1 0,-1 0 0,1 1 0,-1-1 0,1 0 0,-1 0 0,1 1 0,-1-1 0,1 0 0,-1 0 0,1 0 0,-1 0 0,1 0 0,-1 0 0,0 0 0,-16-5 0,-13-13 0,6-1 0,1 0 0,1-2 0,1 0 0,0-2 0,2 0 0,-25-40 0,41 58 0,0 1 0,1-1 0,0 0 0,0 0 0,0 0 0,1 0 0,-1-1 0,1 1 0,1 0 0,-1 0 0,1-1 0,0 1 0,0 0 0,0-1 0,1 1 0,2-11 0,-1 10 0,0 0 0,1 1 0,-1-1 0,1 0 0,1 1 0,-1-1 0,1 1 0,0 0 0,0 0 0,0 1 0,1-1 0,0 1 0,10-7 0,-5 4 0,1 1 0,0 0 0,0 1 0,1 0 0,-1 1 0,1 0 0,0 1 0,0 0 0,1 1 0,20-1 0,-15 3 0,-1 0 0,1 1 0,-1 1 0,1 1 0,-1 0 0,33 12 0,-48-14 0,-1-1 0,1 0 0,-1 1 0,1 0 0,0-1 0,-1 1 0,1 0 0,-1 0 0,0 0 0,1 0 0,-1 0 0,0 0 0,1 0 0,-1 0 0,0 1 0,0-1 0,0 0 0,0 1 0,0-1 0,-1 1 0,1-1 0,0 1 0,-1-1 0,1 1 0,-1 0 0,1-1 0,-1 1 0,0 0 0,1-1 0,-1 1 0,0 0 0,0-1 0,0 1 0,-1 0 0,1 0 0,0-1 0,-1 1 0,0 2 0,-1 1 0,-1 0 0,1 0 0,-1 0 0,0 0 0,0 0 0,-1-1 0,1 1 0,-1-1 0,0 0 0,-6 4 0,-14 10 0,11-8 0,0 1 0,-14 13 0,24-21 0,0 0 0,0 0 0,1 1 0,0-1 0,-1 1 0,1-1 0,0 1 0,1 0 0,-1 0 0,1 0 0,-1 0 0,1 0 0,-1 7 0,2-8 0,1-1 0,-1 1 0,0-1 0,1 1 0,0-1 0,-1 1 0,1-1 0,0 1 0,0-1 0,0 0 0,1 1 0,-1-1 0,1 0 0,-1 0 0,1 0 0,0 0 0,-1 0 0,1-1 0,0 1 0,0 0 0,0-1 0,1 1 0,-1-1 0,0 0 0,4 2 0,6 2 0,0 0 0,0-1 0,22 5 0,193 31 0,-176-30-1365,-38-8-5461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24575,'11'5'0,"-18"-3"0,-21-4 0,-5-1 0,1 1 0,0 1 0,-1 2 0,-51 8 0,80-9 0,-7 2 0,0 1 0,0 0 0,-11 4 0,19-6 0,0 1 0,0-1 0,0 1 0,0 0 0,1 0 0,-1 0 0,1 0 0,-1 0 0,1 0 0,-1 1 0,1-1 0,0 1 0,0 0 0,-2 5 0,2-4 0,-1 1 0,2-1 0,-1 1 0,1 0 0,-1-1 0,1 1 0,0 0 0,1 0 0,-1 0 0,1 6 0,1-8 0,-1 1 0,1-1 0,0 1 0,0-1 0,0 1 0,1-1 0,-1 0 0,1 0 0,-1 0 0,1 0 0,0 0 0,1 0 0,-1 0 0,5 5 0,7 4 0,0-1 0,0 0 0,1-1 0,25 13 0,69 26 0,-51-24 0,-33-15 0,-6-2 0,19 10 0,-34-16 0,0 1 0,0-1 0,0 1 0,0 0 0,0 0 0,-1 0 0,1 1 0,-1-1 0,0 1 0,3 4 0,-6-7 0,1 0 0,0 0 0,-1 0 0,1 0 0,-1 0 0,0 0 0,1 0 0,-1 1 0,0-1 0,1 0 0,-1 0 0,0 0 0,0 0 0,0 1 0,0-1 0,0 0 0,0 0 0,-1 0 0,1 0 0,0 1 0,-1-1 0,0 1 0,0 0 0,0-1 0,0 1 0,0-1 0,0 0 0,0 0 0,-1 1 0,1-1 0,-1 0 0,1 0 0,-1 0 0,1 0 0,-1 0 0,-1 0 0,-6 2 0,1 0 0,-1-1 0,0 0 0,-13 1 0,-36 5 0,-1-3 0,-97-4 0,152-2-170,0 1-1,-1-1 0,1 0 1,0 0-1,-1 0 0,1-1 1,-7-3-1,2-1-6655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24575,'0'2'0,"-1"-1"0,1 1 0,0 0 0,0-1 0,0 1 0,-1-1 0,2 1 0,-1 0 0,0-1 0,0 1 0,0 0 0,1-1 0,-1 1 0,1-1 0,-1 1 0,1-1 0,0 1 0,-1-1 0,1 1 0,0-1 0,0 1 0,0-1 0,2 2 0,4 4 0,-1 0 0,13 10 0,-6-7 0,0-1 0,1 0 0,0-1 0,0 0 0,24 8 0,-26-12 0,-1 0 0,1-1 0,0 0 0,0-1 0,0 0 0,1-1 0,22-1 0,-32 0 0,-1-1 0,0 1 0,0-1 0,0 1 0,0-1 0,0 0 0,0 1 0,0-1 0,0 0 0,0-1 0,0 1 0,0 0 0,0 0 0,-1-1 0,1 1 0,-1-1 0,1 0 0,-1 1 0,1-1 0,-1 0 0,0 0 0,0 0 0,0 0 0,0 0 0,0 0 0,0 0 0,-1 0 0,1 0 0,-1 0 0,1 0 0,-1-1 0,0 1 0,0-3 0,0-3 0,0 0 0,0 1 0,-1-1 0,0 1 0,-1-1 0,0 0 0,0 1 0,-4-11 0,6 17 0,-1 1 0,1-1 0,0 0 0,0 1 0,-1-1 0,1 0 0,0 1 0,-1-1 0,1 0 0,-1 1 0,1-1 0,-1 1 0,1-1 0,-1 1 0,1-1 0,-1 1 0,1-1 0,-1 1 0,0-1 0,0 1 0,1 0 0,-1 1 0,1-1 0,0 0 0,0 0 0,-1 1 0,1-1 0,0 0 0,-1 0 0,1 1 0,0-1 0,0 0 0,0 1 0,-1-1 0,1 0 0,0 1 0,0-1 0,0 1 0,0-1 0,0 0 0,-1 1 0,1-1 0,0 0 0,0 1 0,-1 5 0,1-1 0,-1 1 0,1 9 0,3 6 0,1 0 0,0 0 0,2 0 0,0-1 0,13 27 0,54 94 0,-10-44 0,-8-13 0,-54-82 0,1 0 0,-1-1 0,0 1 0,0 0 0,0 0 0,-1 0 0,1 0 0,0 0 0,-1 0 0,1 0 0,-1 0 0,0 0 0,0 4 0,0-5 0,-1 0 0,1 0 0,-1 0 0,1 0 0,-1 0 0,1 0 0,-1-1 0,0 1 0,0 0 0,1 0 0,-1-1 0,0 1 0,0 0 0,0-1 0,0 1 0,0-1 0,0 1 0,0-1 0,0 0 0,0 1 0,0-1 0,0 0 0,0 0 0,0 1 0,0-1 0,0 0 0,0 0 0,0 0 0,-1-1 0,-11 2 0,1-2 0,-1 0 0,1 0 0,0-1 0,-1-1 0,1 0 0,0 0 0,0-1 0,1-1 0,-1 0 0,-14-9 0,-1-3 0,0-1 0,1-1 0,-29-28 0,51 43 0,0 1 0,1-1 0,-1 1 0,1-1 0,0 0 0,1 0 0,-1-1 0,0 1 0,-3-10 0,6 12 0,-1 0 0,1-1 0,-1 1 0,1 0 0,0-1 0,0 1 0,0 0 0,0-1 0,1 1 0,-1-1 0,0 1 0,1 0 0,0 0 0,0-1 0,-1 1 0,1 0 0,1 0 0,-1 0 0,0 0 0,0 0 0,1 0 0,2-3 0,19-15-1365,-12 12-5461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24575,'1'2'0,"-1"0"0,1 0 0,-1-1 0,1 1 0,0-1 0,-1 1 0,1 0 0,0-1 0,0 1 0,0-1 0,2 2 0,16 18 0,-15-17 0,14 13 0,1 0 0,0-1 0,1-1 0,33 19 0,-49-32 0,0 0 0,0 0 0,0 0 0,0-1 0,0 0 0,8 2 0,-12-3 0,1 0 0,0 0 0,0 0 0,-1 0 0,1 0 0,0 0 0,0 0 0,-1 0 0,1 0 0,0-1 0,-1 1 0,1 0 0,0 0 0,-1-1 0,1 1 0,0-1 0,-1 1 0,2-1 0,-2 0 0,1 0 0,-1 0 0,1 0 0,-1 1 0,1-1 0,-1 0 0,0 0 0,1 0 0,-1 0 0,0 0 0,0 0 0,0 0 0,0 0 0,0 0 0,0 0 0,0 0 0,0-2 0,-2-6 0,0 0 0,0-1 0,-1 1 0,0 0 0,-1 1 0,-6-13 0,5 12 0,1 1 0,1-1 0,-1 0 0,1 0 0,0-1 0,-1-11 0,4 20 0,0 1 0,0-1 0,-1 0 0,1 1 0,0-1 0,0 0 0,0 1 0,0-1 0,1 0 0,-1 1 0,0-1 0,0 0 0,0 1 0,0-1 0,1 0 0,-1 1 0,0-1 0,1 0 0,-1 1 0,0-1 0,1 1 0,-1-1 0,1 1 0,-1-1 0,1 0 0,0 1 0,0 0 0,0 0 0,-1-1 0,1 1 0,0 0 0,0 0 0,0 0 0,0 0 0,0 0 0,-1 0 0,1 1 0,0-1 0,0 0 0,0 0 0,-1 0 0,3 1 0,3 2 0,-1 0 0,1 1 0,10 7 0,-4-1 0,18 21 0,-20-20 0,0-1 0,20 16 0,-11-11 0,-11-8 0,0-1 0,13 9 0,-19-14 0,0 0 0,0 0 0,0 0 0,1 0 0,-1 0 0,0-1 0,0 1 0,0-1 0,1 1 0,-1-1 0,0 0 0,1 0 0,-1 0 0,0 0 0,0-1 0,4 0 0,-5 1 0,0 0 0,0-1 0,1 1 0,-1-1 0,0 0 0,0 1 0,0-1 0,0 0 0,0 0 0,0 0 0,0 0 0,0 0 0,-1 0 0,1 0 0,0 0 0,0 0 0,-1 0 0,1 0 0,-1 0 0,1 0 0,-1-1 0,1 1 0,-1-2 0,1-4 0,0 1 0,0-1 0,-1-11 0,-1 13 0,1 0 0,1 1 0,-1-1 0,2-8 0,-2 12 0,0 0 0,1 0 0,-1 1 0,0-1 0,1 0 0,-1 0 0,1 1 0,-1-1 0,0 1 0,1-1 0,0 0 0,-1 1 0,1-1 0,-1 1 0,1-1 0,0 1 0,-1-1 0,1 1 0,0 0 0,-1-1 0,1 1 0,0 0 0,1-1 0,-1 1 0,1 0 0,0 0 0,0 0 0,-1 0 0,1 0 0,0 0 0,-1 1 0,1-1 0,0 0 0,2 2 0,3 1 0,0 0 0,0 1 0,10 6 0,-17-9 0,35 22-101,90 64-1163,-112-77-5562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24575,'9'9'0,"55"50"0,-37-36 0,-14-11 0,1 0 0,1-2 0,0 1 0,16 7 0,-30-17 0,0-1 0,0 1 0,0-1 0,0 1 0,0-1 0,0 0 0,1 0 0,-1 1 0,0-1 0,0 0 0,0 0 0,0 0 0,0 0 0,0 0 0,0 0 0,0-1 0,0 1 0,0 0 0,0 0 0,1-1 0,-1 1 0,1-2 0,0 1 0,-1 0 0,0 0 0,1-1 0,-1 1 0,0-1 0,0 1 0,0-1 0,0 1 0,0-1 0,0 0 0,0 1 0,0-3 0,1-5 0,0 1 0,0-1 0,-1 1 0,1-16 0,-3-9 0,0 22 0,1 1 0,1-21 0,-1 31 0,0 0 0,0 0 0,0 0 0,1 0 0,-1 0 0,0-1 0,0 1 0,0 0 0,0 0 0,0 0 0,0 0 0,0 0 0,0-1 0,1 1 0,-1 0 0,0 0 0,0 0 0,0 0 0,0 0 0,0 0 0,1 0 0,-1 0 0,0 0 0,0 0 0,0 0 0,0 0 0,1 0 0,-1 0 0,0 0 0,0 0 0,0 0 0,0 0 0,1 0 0,-1 0 0,0 0 0,0 0 0,0 0 0,0 0 0,1 0 0,-1 0 0,0 0 0,0 0 0,0 0 0,0 0 0,0 0 0,1 1 0,-1-1 0,0 0 0,0 0 0,0 0 0,0 0 0,0 0 0,0 0 0,0 1 0,10 7 0,-10-7 0,20 18 0,-6-3 0,2 0 0,0-2 0,1 0 0,0 0 0,29 16 0,-45-29 0,0-1 0,1 1 0,-1 0 0,0-1 0,1 1 0,-1-1 0,0 1 0,1-1 0,-1 0 0,0 0 0,1 1 0,-1-1 0,1 0 0,-1 0 0,0 0 0,1-1 0,-1 1 0,1 0 0,-1 0 0,0-1 0,1 1 0,1-2 0,-1 1 0,-1 0 0,0-1 0,0 1 0,0 0 0,0-1 0,0 1 0,0-1 0,-1 1 0,1-1 0,0 0 0,-1 1 0,1-1 0,-1 0 0,1 1 0,-1-1 0,0 0 0,0 0 0,0-2 0,-2-13 0,1 15 0,1-1 0,-1 1 0,1 0 0,0 0 0,0 0 0,0-1 0,0 1 0,0 0 0,0 0 0,0-1 0,1 1 0,1-4 0,-2 5 0,1 1 0,-1 0 0,1-1 0,-1 1 0,1 0 0,-1 0 0,1 0 0,0-1 0,-1 1 0,1 0 0,-1 0 0,1 0 0,0 0 0,-1 0 0,1 0 0,0 0 0,-1 0 0,1 0 0,-1 0 0,1 0 0,0 0 0,-1 1 0,1-1 0,-1 0 0,1 0 0,0 1 0,20 10 0,-15-8 0,18 11 63,39 30-1,-7-5-1552,-47-33-5336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57 183 24575,'9'-14'0,"30"-53"0,-36 60 0,0 1 0,0-1 0,-1 0 0,0 0 0,0 0 0,-1 0 0,0-1 0,1-8 0,-2 15 0,0 0 0,0 0 0,-1 0 0,1-1 0,0 1 0,0 0 0,0 0 0,-1 0 0,1 0 0,-1-1 0,1 1 0,-1 0 0,1 0 0,-1 0 0,0 0 0,1 0 0,-1 0 0,0 0 0,0 1 0,0-1 0,-1-1 0,0 1 0,0 0 0,1 0 0,-1 1 0,0-1 0,0 1 0,0-1 0,0 1 0,1-1 0,-1 1 0,0 0 0,0 0 0,-3 0 0,1 1 0,0-1 0,0 1 0,0 0 0,0 0 0,0 0 0,0 0 0,1 1 0,-1 0 0,0-1 0,1 2 0,-1-1 0,-3 3 0,4-2 0,0 1 0,0-1 0,0 1 0,1-1 0,-1 1 0,1 0 0,0 0 0,0 0 0,1 0 0,-1 0 0,1 1 0,0-1 0,0 0 0,0 1 0,0-1 0,1 1 0,0-1 0,0 1 0,0-1 0,1 1 0,-1-1 0,1 0 0,0 1 0,0-1 0,1 0 0,-1 0 0,1 1 0,0-1 0,0 0 0,0-1 0,1 1 0,-1 0 0,1-1 0,0 1 0,0-1 0,0 0 0,0 0 0,1 0 0,-1 0 0,1-1 0,7 4 0,7 3 0,1 0 0,0-2 0,0 0 0,1-2 0,24 5 0,103 8 0,-141-17 0,84 4-1365,-68-5-5461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24575,'2'50'0,"2"-1"0,2 0 0,2 0 0,2-1 0,2 0 0,3-1 0,1 0 0,3-2 0,37 68 0,-42-89-682,17 24-1,-23-38-6143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62 24575,'-30'-10'0,"-13"-4"0,-3 2 0,3 1 0,6 4 0,5 2 0,5 3 0,4 1 0,5 1 0,2 1 0,1-1 0,1 1 0,0-1 0,3 3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61 230 24575,'65'43'0,"-75"-52"0,0-1 0,0 0 0,1 0 0,0-1 0,1 0 0,0 0 0,-8-17 0,9 15 0,0-1 0,1 0 0,0-1 0,1 1 0,1-1 0,0 0 0,-2-21 0,6 34-76,0 0 1,-1 0-1,1 0 0,0 0 0,0 0 0,1 0 0,-1 0 0,0 0 1,0 0-1,1 0 0,0 0 0,-1 0 0,1 0 0,0 0 1,0 0-1,0 1 0,1-3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24575,'-2'2'0,"0"1"0,0-1 0,0 1 0,0 0 0,0-1 0,1 1 0,-1 0 0,1 0 0,0 0 0,0 0 0,0 0 0,0 0 0,0 0 0,1 1 0,-1-1 0,1 0 0,0 0 0,0 0 0,0 1 0,1-1 0,-1 0 0,1 0 0,-1 0 0,1 1 0,2 4 0,0-2 0,0 0 0,0-1 0,0 1 0,1 0 0,0-1 0,0 0 0,0 0 0,0 0 0,1 0 0,0-1 0,10 7 0,-12-9 0,1 0 0,-1 0 0,0-1 0,0 1 0,1-1 0,-1 0 0,1 0 0,-1-1 0,1 1 0,0-1 0,-1 1 0,1-1 0,0 0 0,-1-1 0,1 1 0,-1-1 0,1 1 0,-1-1 0,1 0 0,-1 0 0,1-1 0,-1 1 0,0-1 0,1 1 0,-1-1 0,0 0 0,0 0 0,-1-1 0,1 1 0,0 0 0,-1-1 0,4-4 0,10-27 0,-14 28 0,1-1 0,0 1 0,4-7 0,-7 13 0,0-1 0,0 1 0,0 0 0,0 0 0,0 0 0,0-1 0,1 1 0,-1 0 0,0 0 0,0 0 0,0 0 0,0 0 0,0-1 0,1 1 0,-1 0 0,0 0 0,0 0 0,0 0 0,1 0 0,-1 0 0,0 0 0,0 0 0,0 0 0,1 0 0,-1-1 0,0 1 0,0 0 0,0 0 0,1 0 0,-1 0 0,0 0 0,0 0 0,0 1 0,1-1 0,-1 0 0,0 0 0,0 0 0,6 8 0,0 14 0,-5-22 0,30 170 0,4 9 0,31 84 0,-66-261 0,2 4 0,-1-1 0,0 0 0,-1 1 0,1-1 0,-1 10 0,-1-14 0,1 0 0,0 0 0,0 0 0,0 0 0,-1 0 0,1 0 0,-1 0 0,1 0 0,0 0 0,-1 0 0,0-1 0,1 1 0,-1 0 0,0 0 0,1 0 0,-1 0 0,0-1 0,0 1 0,0 0 0,1-1 0,-1 1 0,0-1 0,0 1 0,0-1 0,0 1 0,0-1 0,0 0 0,0 1 0,0-1 0,0 0 0,0 0 0,0 0 0,-1 0 0,1 0 0,-1 0 0,-4 0 0,1-1 0,-1 0 0,1 0 0,0-1 0,-1 1 0,1-1 0,0 0 0,0 0 0,-8-6 0,-7-4 0,-17-15 0,21 15 0,-7-5 0,-47-37 0,63 48 0,1 0 0,0 0 0,1-1 0,-1 0 0,1 0 0,1 0 0,-9-15 0,13 20 0,-1 1 0,0-1 0,1 0 0,-1 1 0,1-1 0,-1 0 0,1 1 0,0-1 0,0 0 0,0 1 0,0-1 0,0 0 0,0 0 0,0 1 0,0-1 0,1 0 0,-1 1 0,1-1 0,-1 0 0,1 1 0,0-1 0,-1 1 0,1-1 0,1-1 0,0 1 0,0 1 0,0-1 0,0 0 0,1 1 0,-1 0 0,0-1 0,0 1 0,1 0 0,-1 0 0,1 0 0,-1 1 0,1-1 0,-1 0 0,1 1 0,3 0 0,4-1-195,1 0 0,0 1 0,-1 1 0,1 0 0,-1 0 0,20 6 0,-8 0-6631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449 123 24575,'-193'-86'0,"169"78"0,-1 0 0,0 2 0,0 1 0,-1 1 0,0 1 0,-29 0 0,53 3 0,-1 0 0,1 0 0,0 1 0,-1-1 0,1 0 0,0 1 0,-1 0 0,1-1 0,0 1 0,0 0 0,0 0 0,0 0 0,0 0 0,0 1 0,0-1 0,0 1 0,-3 2 0,4-3 0,0 1 0,0 0 0,0-1 0,1 1 0,-1 0 0,0-1 0,1 1 0,-1 0 0,1 0 0,0 0 0,0-1 0,0 1 0,-1 0 0,1 0 0,1 0 0,-1 0 0,0-1 0,0 1 0,1 0 0,-1 0 0,1 0 0,0-1 0,1 4 0,1 0 0,-1 0 0,2 1 0,-1-1 0,1-1 0,0 1 0,0 0 0,0-1 0,6 5 0,40 28 0,-24-21 0,0-2 0,1 0 0,0-2 0,1 0 0,0-3 0,1 0 0,0-1 0,55 6 0,-76-14 0,-1 1 0,0-1 0,12-1 0,-17 1 0,0-1 0,0 1 0,0 0 0,0-1 0,0 1 0,0-1 0,0 0 0,-1 0 0,1 0 0,0 0 0,0 0 0,-1 0 0,1 0 0,-1 0 0,1 0 0,-1-1 0,3-2 0,-4 3 0,1 1 0,-1 0 0,0-1 0,0 1 0,1 0 0,-1-1 0,0 1 0,0-1 0,0 1 0,0-1 0,1 1 0,-1 0 0,0-1 0,0 1 0,0-1 0,0 1 0,0-1 0,0 1 0,0-1 0,0 1 0,0 0 0,0-1 0,-1 1 0,1-1 0,0 1 0,0-1 0,0 1 0,0 0 0,-1-1 0,1 1 0,0-1 0,0 1 0,-1 0 0,1-1 0,0 1 0,-1 0 0,1 0 0,0-1 0,-1 1 0,1 0 0,-1 0 0,1-1 0,0 1 0,-1 0 0,1 0 0,-1 0 0,1 0 0,0-1 0,-1 1 0,1 0 0,-1 0 0,1 0 0,-1 0 0,1 0 0,-1 0 0,1 0 0,-1 1 0,1-1 0,0 0 0,-1 0 0,1 0 0,-1 0 0,1 0 0,0 1 0,-1-1 0,1 0 0,-1 1 0,-2 1 0,1 1 0,0-1 0,-1 1 0,1 0 0,0 0 0,0 0 0,1 0 0,-1 0 0,1 0 0,0 1 0,-1-1 0,1 4 0,-3 5 0,2 0 0,-2 14 0,4-11 0,0 0 0,1 0 0,0 0 0,1 0 0,1 0 0,0 0 0,1 0 0,11 25 0,8 10 0,29 50 0,-46-90 0,2 2 0,-6-9 0,0 1 0,0-1 0,0 1 0,0 0 0,0-1 0,-1 1 0,0 0 0,2 6 0,-3-10 0,0 1 0,0-1 0,0 1 0,0-1 0,0 1 0,0-1 0,0 1 0,-1-1 0,1 1 0,0-1 0,0 0 0,0 1 0,0-1 0,-1 1 0,1-1 0,0 1 0,0-1 0,-1 0 0,1 1 0,0-1 0,-1 0 0,1 1 0,0-1 0,-1 0 0,1 1 0,0-1 0,-1 0 0,1 0 0,-1 0 0,1 1 0,-1-1 0,1 0 0,-1 0 0,1 0 0,0 0 0,-1 0 0,1 0 0,-1 0 0,1 0 0,-1 0 0,1 0 0,-1 0 0,1 0 0,-1 0 0,0 0 0,-23-7 0,-22-12 0,1-3 0,-54-34 0,89 50 0,-57-37 0,58 36 0,0 0 0,0-1 0,1 0 0,-13-15 0,18 19-195,1 1 0,0 0 0,0-1 0,0 0 0,1 1 0,-2-6 0,0-3-6631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24575,'0'10'0,"0"6"0,0 3 0,2 0 0,2 0 0,-1-1 0,0-1 0,1-1 0,0-1 0,3-2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6 0,0 5 0,0 3 0,0 4 0,0 2 0,0 1 0,0-4-8191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24575,'44'53'0,"66"70"0,-109-121 0,1-1 0,-1 1 0,1-1 0,-1 0 0,1 1 0,0-1 0,-1 0 0,1 0 0,0 0 0,0-1 0,0 1 0,0 0 0,0-1 0,0 1 0,0-1 0,0 0 0,0 0 0,0 1 0,0-1 0,0-1 0,0 1 0,0 0 0,0 0 0,0-1 0,0 1 0,0-1 0,0 0 0,0 1 0,0-1 0,0 0 0,-1 0 0,1 0 0,3-3 0,-1 1 0,0-1 0,0 0 0,-1 1 0,0-1 0,1-1 0,-1 1 0,0 0 0,-1-1 0,1 1 0,-1-1 0,0 0 0,2-7 0,2-13-273,-1-1 0,-1 0 0,-1 0 0,-1-30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136 167 24575,'-8'-22'0,"0"1"0,-1 0 0,-1 1 0,-1 0 0,-20-28 0,30 47 0,0 0 0,1 0 0,-1 0 0,0 0 0,0 0 0,0 0 0,0 0 0,0 0 0,-1 0 0,1 1 0,0-1 0,0 0 0,0 1 0,-1-1 0,1 1 0,0 0 0,-1-1 0,1 1 0,0 0 0,-1 0 0,1-1 0,0 1 0,-3 1 0,2-1 0,1 1 0,0-1 0,-1 1 0,1 0 0,0 0 0,0 0 0,-1 0 0,1 0 0,0 0 0,0 0 0,0 0 0,0 0 0,0 0 0,1 1 0,-1-1 0,0 0 0,0 1 0,1-1 0,-1 0 0,1 1 0,-1 1 0,-1 3 0,1 0 0,0 0 0,0 0 0,0 0 0,1 0 0,0 0 0,0-1 0,0 1 0,1 0 0,0 0 0,0 0 0,1 0 0,0 0 0,-1-1 0,2 1 0,5 10 0,-3-7 0,1-1 0,0 1 0,0-1 0,1 0 0,0 0 0,1-1 0,0 0 0,16 11 0,-3-4 60,33 16 0,-45-26-272,1 0 0,0 0 0,0-1-1,1 0 1,-1-1 0,13 1 0,-11-2-6614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24575,'-16'0'0,"0"0"0,0 1 0,0 1 0,-16 5 0,29-7 0,-1 1 0,0 0 0,1 0 0,-1 1 0,1-1 0,-1 1 0,1 0 0,0 0 0,-1 0 0,1 0 0,0 0 0,0 1 0,1-1 0,-1 1 0,1 0 0,-1 0 0,1 0 0,0 0 0,0 0 0,0 1 0,0-1 0,-2 7 0,4-6 0,-1 0 0,1-1 0,0 1 0,0 0 0,0-1 0,0 1 0,1 0 0,-1-1 0,1 1 0,0 0 0,0-1 0,1 1 0,-1-1 0,3 5 0,4 6 0,0-1 0,12 14 0,-11-15 0,-2-3 0,0-1 0,1 0 0,11 9 0,-10-10 0,0 1 0,12 14 0,-20-21 0,0 0 0,0 0 0,-1 0 0,1 1 0,0-1 0,-1 0 0,1 0 0,0 0 0,-1 0 0,1 1 0,-1-1 0,0 0 0,1 0 0,-1 1 0,0-1 0,0 0 0,0 1 0,0-1 0,0 0 0,0 1 0,0-1 0,-1 2 0,0-2 0,0 1 0,1-1 0,-1 1 0,0-1 0,0 0 0,-1 0 0,1 0 0,0 1 0,0-1 0,-1 0 0,1 0 0,0-1 0,-1 1 0,1 0 0,-3 0 0,-5 3 0,0-1 0,-1-1 0,0 1 0,-15 0 0,-32 2-1365,32-5-5461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252 149 24575,'1'-3'0,"-1"1"0,1-1 0,-1 1 0,1 0 0,-1-1 0,0 1 0,0-1 0,0 1 0,0-1 0,0 1 0,0-1 0,-1 1 0,1 0 0,-1-1 0,0 1 0,-1-4 0,0 3 0,0 0 0,0 0 0,0 0 0,-1 0 0,1 0 0,-1 1 0,1-1 0,-1 1 0,0 0 0,-4-3 0,-5-1 0,-1 0 0,0 0 0,0 1 0,-22-6 0,31 10 0,-1 0 0,1 0 0,-1 1 0,0-1 0,1 1 0,-1 0 0,0 0 0,0 1 0,1-1 0,-1 1 0,1 0 0,-1 1 0,1-1 0,-1 1 0,1-1 0,0 1 0,-1 1 0,1-1 0,0 0 0,1 1 0,-1 0 0,0 0 0,1 0 0,-1 0 0,1 1 0,0 0 0,0-1 0,-2 5 0,4-6 0,0 0 0,-1 0 0,1 0 0,0 0 0,0 0 0,1 0 0,-1 0 0,0 0 0,1 0 0,-1 0 0,1 1 0,0-1 0,-1 0 0,1 0 0,0 1 0,1-1 0,-1 0 0,0 0 0,1 3 0,1-2 0,-1 0 0,0 0 0,1 0 0,0 0 0,0 0 0,0 0 0,0-1 0,0 1 0,0-1 0,1 0 0,4 4 0,6 2 0,0 0 0,0 0 0,1-1 0,20 6 0,-32-12 0,7 2 0,0 0 0,1-1 0,12 2 0,-17-3 0,-1-1 0,1 1 0,-1-1 0,1 0 0,-1-1 0,1 1 0,-1-1 0,1 0 0,5-2 0,-8 3 0,-1-1 0,0 0 0,1 0 0,-1-1 0,0 1 0,0 0 0,0 0 0,1 0 0,-1-1 0,0 1 0,-1-1 0,1 1 0,0-1 0,0 1 0,-1-1 0,1 1 0,-1-1 0,1 0 0,-1 1 0,0-1 0,1 0 0,-1-1 0,0-6 0,1 0 0,-3-16 0,2 22 0,3 19 0,0 0 0,1-1 0,1 1 0,0-1 0,9 16 0,44 80 0,24 15 0,-13-22 0,-65-99 0,-1 1 0,0 0 0,-1-1 0,0 1 0,1 0 0,-2 0 0,3 13 0,-4-18 0,1 1 0,-1 0 0,0-1 0,0 1 0,0 0 0,-1-1 0,1 1 0,0 0 0,0-1 0,-1 1 0,1-1 0,-1 1 0,0-1 0,1 1 0,-1-1 0,0 1 0,0-1 0,0 0 0,0 1 0,0-1 0,0 0 0,0 0 0,0 0 0,-1 1 0,1-1 0,0-1 0,-1 1 0,1 0 0,0 0 0,-1 0 0,0-1 0,1 1 0,-1-1 0,1 1 0,-2-1 0,-7 2 0,0 0 0,0-1 0,1-1 0,-1 1 0,0-2 0,0 1 0,0-1 0,1-1 0,-1 0 0,1 0 0,-1-1 0,1 0 0,0-1 0,0 0 0,0 0 0,-10-7 0,15 8 0,1 0 0,0 0 0,0 0 0,1-1 0,-1 1 0,1-1 0,-1 0 0,1 1 0,0-1 0,1 0 0,-1 0 0,1 0 0,-1 0 0,1-1 0,0 1 0,0-7 0,0-6 0,0-1 0,4-30 0,-3 46 0,1-6 0,0 1 0,0-1 0,1 1 0,0-1 0,0 1 0,1 0 0,0 0 0,0 0 0,0 0 0,8-9 0,-4 6 0,1 2 0,0-1 0,0 1 0,1 0 0,0 1 0,13-8 0,77-42 0,-35 23 0,-55 29 0,-1 0 0,-1-1 0,1 1 0,-1-1 0,0-1 0,0 1 0,0-1 0,7-12 0,-12 16 0,0 0 0,0 0 0,0-1 0,-1 1 0,1-1 0,-1 1 0,0-1 0,0 1 0,0-1 0,-1 0 0,1 1 0,-1-1 0,0 0 0,0 0 0,0 1 0,-1-1 0,1 0 0,-1 0 0,0 1 0,0-1 0,0 1 0,0-1 0,-1 1 0,-2-5 0,0 1 0,-1 0 0,0 0 0,-1 1 0,1-1 0,-1 1 0,-1 0 0,1 1 0,-15-10 0,12 9 0,0 1 0,-1 0 0,1 0 0,-1 1 0,0 1 0,-19-5 0,27 8 0,-1-1 0,1 1 0,-1-1 0,1 1 0,-1 0 0,0 0 0,1 1 0,-1-1 0,1 0 0,-1 1 0,1-1 0,-1 1 0,1 0 0,0 0 0,-3 1 0,3-1 0,1 1 0,-1-1 0,1 0 0,0 1 0,-1-1 0,1 1 0,0-1 0,0 1 0,0 0 0,0 0 0,0-1 0,0 1 0,0 0 0,1 0 0,-1 0 0,1 0 0,-1 0 0,1 0 0,0 0 0,0 2 0,-1 6 0,1 1 0,1 0 0,0-1 0,0 1 0,1-1 0,0 1 0,1-1 0,1 0 0,-1 0 0,1 0 0,1 0 0,0 0 0,0-1 0,1 0 0,0 0 0,1-1 0,0 0 0,0 0 0,1 0 0,-1-1 0,2 0 0,-1-1 0,1 0 0,13 7 0,-4-4 0,0 0 0,0-2 0,30 8 0,-37-12 0,0 0 0,1-2 0,-1 1 0,0-1 0,1-1 0,-1 0 0,19-3 0,-26 3 0,0-1 0,1-1 0,-1 1 0,0 0 0,0-1 0,0 0 0,0 0 0,-1 0 0,1-1 0,-1 1 0,1-1 0,-1 0 0,0 0 0,0 0 0,0 0 0,0-1 0,-1 1 0,1-1 0,-1 1 0,0-1 0,0 0 0,0 0 0,0 0 0,-1 0 0,0 0 0,2-7 0,-1-2 0,-1 1 0,0-1 0,0 0 0,-1 0 0,-1 0 0,0 0 0,-5-21 0,6 32 0,-3-17 0,3 19 0,0-1 0,0 1 0,0 0 0,0 0 0,0 0 0,1 0 0,-1 0 0,0 0 0,0 0 0,0 0 0,0-1 0,0 1 0,0 0 0,0 0 0,0 0 0,0 0 0,0 0 0,0 0 0,0 0 0,1 0 0,-1 0 0,0 0 0,0 0 0,0 0 0,0 0 0,0 0 0,0 0 0,0 0 0,0 0 0,1 0 0,-1 0 0,0 0 0,0 0 0,0 0 0,0 0 0,0 0 0,0 0 0,0 0 0,1 0 0,-1 0 0,0 0 0,0 0 0,0 0 0,0 0 0,10 8 0,17 20 0,42 39 0,-56-56 0,1 0 0,0-1 0,26 14 0,-33-21 0,32 15 0,-37-17 0,1 0 0,0 0 0,0-1 0,0 1 0,0 0 0,0-1 0,1 0 0,-1 0 0,0 0 0,6-1 0,-8 1 0,0 0 0,-1-1 0,1 1 0,0-1 0,0 1 0,0 0 0,0-1 0,0 0 0,0 1 0,0-1 0,-1 0 0,1 1 0,0-1 0,-1 0 0,1 0 0,0 1 0,-1-1 0,1 0 0,0-1 0,0-1 0,0 1 0,-1 0 0,1-1 0,-1 1 0,1-1 0,-1 1 0,0-5 0,-1-2 0,0-1 0,0 2 0,-4-13 0,-1 0 0,4 15 0,0 0 0,0-1 0,0 1 0,1-1 0,-1-12 0,2 18 0,0 1 0,0-1 0,0 1 0,0 0 0,1-1 0,-1 1 0,0 0 0,0 0 0,0-1 0,0 1 0,0 0 0,1-1 0,-1 1 0,0 0 0,0 0 0,1-1 0,-1 1 0,0 0 0,0 0 0,1-1 0,-1 1 0,0 0 0,1 0 0,-1 0 0,0 0 0,1 0 0,-1-1 0,0 1 0,1 0 0,-1 0 0,0 0 0,1 0 0,-1 0 0,0 0 0,1 0 0,-1 0 0,0 0 0,1 0 0,-1 0 0,0 0 0,1 1 0,-1-1 0,0 0 0,1 0 0,-1 0 0,0 0 0,1 0 0,-1 1 0,0-1 0,0 0 0,1 1 0,19 11 0,-18-10 0,22 17 0,42 42 0,-45-39 0,1-2 0,24 19 0,-43-37-105,-1-1 0,1 1 0,-1 0 0,1-1 0,0 1 0,0-1 0,0 0 0,0 0 0,0 0 0,0 0 0,0-1 0,4 1 0,2-2-6721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24575,'34'-6'0,"51"-11"0,-76 14 0,1 0 0,-1 0 0,1-1 0,-1-1 0,-1 1 0,13-10 0,-18 13 0,-1-1 0,0 0 0,0 0 0,0 0 0,0 0 0,0 0 0,-1 0 0,1 0 0,-1-1 0,1 1 0,-1-1 0,0 1 0,0-1 0,0 1 0,0-1 0,0 0 0,0-3 0,-1 2 0,0 0 0,0 0 0,0 0 0,-1 0 0,1 0 0,-1 0 0,0 0 0,0 0 0,-1 1 0,-2-7 0,-3-3 0,0 1 0,-1 1 0,0-1 0,-1 1 0,-17-16 0,17 18 0,0 1 0,-1 0 0,-14-9 0,22 15 0,-1 0 0,1 1 0,-1-1 0,0 1 0,1 0 0,-1 0 0,0 0 0,0 0 0,0 0 0,0 1 0,0-1 0,0 1 0,0 0 0,0 0 0,1 0 0,-1 0 0,0 1 0,0-1 0,-6 2 0,8-1 0,-1 0 0,0 1 0,1-1 0,-1 0 0,1 1 0,0-1 0,-1 1 0,1-1 0,0 1 0,0 0 0,0-1 0,0 1 0,0 0 0,0 0 0,1 0 0,-1 0 0,1 0 0,-1 0 0,1 0 0,0-1 0,-1 4 0,1 6 0,0 0 0,1 16 0,-1-26 0,2 9 0,0 0 0,0 0 0,1-1 0,0 1 0,1-1 0,0 1 0,0-1 0,1 0 0,0-1 0,1 1 0,0-1 0,0 0 0,1 0 0,14 12 0,-8-8 0,1-1 0,0-1 0,0 0 0,1-1 0,1-1 0,-1 0 0,32 10 0,-18-10 0,-1 0 0,32 3 0,-48-10 0,0 0 0,0 0 0,0-1 0,0-1 0,0 0 0,0-1 0,21-5 0,-30 6 0,0 0 0,1 0 0,-1 0 0,0-1 0,0 0 0,0 0 0,-1 1 0,1-2 0,0 1 0,-1 0 0,1 0 0,-1-1 0,0 1 0,1-1 0,-1 0 0,-1 0 0,1 0 0,0 0 0,-1 0 0,1 0 0,-1 0 0,0-1 0,0 1 0,0 0 0,0-7 0,-1 3 0,1-1 0,-2 1 0,1 0 0,-1 0 0,0-1 0,-1 1 0,1 0 0,-1 0 0,-1 0 0,1 0 0,-6-8 0,-19-25 0,-1-1 0,25 37 0,1 0 0,1 1 0,-1-1 0,1 0 0,-1 0 0,1 0 0,0 0 0,1-1 0,-1-4 0,1 8 0,0-1 0,0 0 0,0 0 0,1 0 0,-1 0 0,0 1 0,1-1 0,0 0 0,-1 0 0,1 1 0,0-1 0,0 1 0,0-1 0,0 1 0,0-1 0,2-1 0,0 0 0,0 1 0,0-1 0,0 1 0,0 0 0,0 0 0,1 0 0,4-2 0,4 0 0,1 0 0,-1 1 0,23-4 0,-18 5 0,0 0 0,0 1 0,1 1 0,-1 1 0,0 0 0,1 1 0,-1 1 0,0 1 0,-1 0 0,23 9 0,-35-11-227,0 0-1,0 1 1,0-1-1,0 1 1,6 5-1,-1 2-6598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121 561 24575,'-7'-6'0,"-1"1"0,1 0 0,-1 1 0,-1 0 0,1 0 0,-11-3 0,16 6 0,1 1 0,0-1 0,0 1 0,0 0 0,0 0 0,-1 0 0,1 0 0,0 0 0,0 0 0,0 0 0,0 1 0,-1-1 0,-2 2 0,4-1 0,-1 0 0,1 0 0,0 0 0,-1 0 0,1 0 0,0 0 0,0 0 0,0 1 0,0-1 0,0 0 0,0 1 0,0-1 0,0 1 0,1-1 0,-1 1 0,0-1 0,1 1 0,-1-1 0,1 1 0,-1 2 0,1 1 0,0 0 0,0-1 0,0 1 0,0 0 0,1 0 0,0 0 0,0-1 0,0 1 0,0 0 0,1-1 0,0 1 0,0-1 0,0 1 0,0-1 0,1 0 0,0 0 0,3 4 0,-2-3 0,-1-1 0,1 0 0,0 0 0,0-1 0,0 1 0,1-1 0,-1 0 0,1 0 0,-1 0 0,1-1 0,0 1 0,0-1 0,1 0 0,-1-1 0,6 2 0,-10-3 0,1 0 0,0 1 0,0-1 0,0 0 0,-1 0 0,1-1 0,0 1 0,0 0 0,-1 0 0,1-1 0,0 1 0,0-1 0,-1 0 0,1 0 0,0 1 0,-1-1 0,1 0 0,-1 0 0,1 0 0,-1 0 0,0-1 0,1 1 0,-1 0 0,2-3 0,0-2 0,0 0 0,0 0 0,-1 0 0,0 0 0,3-10 0,-3 9 0,0 0 0,0 0 0,5-8 0,-7 14 0,0 1 0,0 0 0,0 0 0,0 0 0,0 0 0,0 0 0,0-1 0,1 1 0,-1 0 0,0 0 0,0 0 0,0 0 0,0 0 0,0 0 0,1 0 0,-1-1 0,0 1 0,0 0 0,0 0 0,1 0 0,-1 0 0,0 0 0,0 0 0,0 0 0,0 0 0,1 0 0,-1 0 0,0 0 0,0 0 0,0 0 0,1 0 0,-1 0 0,0 0 0,0 0 0,0 0 0,1 1 0,7 6 0,7 14 0,-12-18 0,8 13 0,0 0 0,28 28 0,-35-40 0,1 0 0,-1 0 0,0-1 0,1 0 0,0 1 0,0-2 0,0 1 0,0 0 0,0-1 0,1 0 0,-1 0 0,1-1 0,-1 0 0,12 2 0,-16-3 0,1 0 0,-1 0 0,1 0 0,0-1 0,-1 1 0,1 0 0,-1-1 0,0 1 0,1-1 0,-1 1 0,1-1 0,-1 0 0,0 0 0,1 0 0,-1 1 0,0-1 0,0 0 0,2-2 0,-2 1 0,1 0 0,-1 0 0,1 0 0,-1-1 0,0 1 0,0-1 0,0 1 0,0-1 0,1-4 0,0-2 0,-1 0 0,-1-1 0,1 1 0,-3-19 0,-12-82 0,-51-183 0,25 165 0,17 58 0,13 45 0,9 25 0,1-1 0,0 1 0,-1-1 0,1 0 0,-1 1 0,1-1 0,-1 1 0,1-1 0,-1 1 0,1 0 0,-1-1 0,1 1 0,-1 0 0,0-1 0,0 1 0,1 0 0,-1 0 0,1 0 0,0 0 0,-1 0 0,1 0 0,0 0 0,-1 0 0,1 0 0,-1 1 0,1-1 0,0 0 0,-1 0 0,1 0 0,0 1 0,0-1 0,-1 0 0,1 0 0,0 1 0,-1-1 0,1 0 0,0 1 0,0-1 0,0 0 0,-1 1 0,1-1 0,0 0 0,0 1 0,0-1 0,0 1 0,-2 4 0,0 1 0,0-1 0,1 1 0,0 0 0,0-1 0,1 1 0,0 0 0,0 5 0,6 49 0,-6-53 0,7 31 0,1-1 0,2 0 0,1 0 0,2-1 0,1-1 0,2 0 0,2-1 0,32 47 0,-35-60 0,1-1 0,28 28 0,-34-39 0,1 1 0,0-2 0,1 1 0,0-1 0,0-1 0,15 7 0,-24-13 0,1 1 0,0-1 0,0 1 0,0-1 0,0 0 0,1-1 0,-1 1 0,0-1 0,0 0 0,0 0 0,0 0 0,1 0 0,6-2 0,-8 1 0,0-1 0,1 1 0,-1-1 0,0 0 0,0 0 0,0 0 0,0 0 0,0 0 0,-1 0 0,1-1 0,-1 0 0,1 1 0,-1-1 0,0 0 0,0 0 0,1-3 0,5-9 0,-1 1 0,-1-1 0,-1 0 0,0 0 0,4-25 0,-9 45 0,0 1 0,0-1 0,1 1 0,0-1 0,0 1 0,0-1 0,1 1 0,2 5 0,21 49 0,-20-48 0,2 0 0,0 0 0,0 0 0,1-1 0,0 0 0,1-1 0,17 16 0,-17-18-1365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24575,'5'-6'0,"1"2"0,1 6 0,0 6 0,0 5 0,-1 4 0,-2 4 0,-2 1 0,2-1 0,-1-2 0,0-3-8191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24575,'4'-10'0,"0"0"0,1 0 0,0 0 0,0 1 0,1 0 0,0 0 0,9-9 0,-12 14 0,1 1 0,0-1 0,0 1 0,0 0 0,0 0 0,0 1 0,1-1 0,-1 1 0,1 0 0,0 0 0,0 1 0,-1-1 0,1 1 0,0 0 0,0 0 0,0 1 0,8-1 0,-2 2 0,0 0 0,0 1 0,0 1 0,0-1 0,-1 1 0,1 1 0,-1 0 0,0 1 0,0 0 0,13 8 0,-11-4 0,0-1 0,0 2 0,-1-1 0,0 2 0,-1-1 0,0 1 0,10 16 0,-15-19 0,0-1 0,-1 1 0,-1 0 0,1 0 0,-1 0 0,0 0 0,-1 1 0,0-1 0,-1 1 0,0 0 0,0-1 0,0 12 0,-2-8 0,0 0 0,-1 0 0,0 0 0,-1 0 0,-1-1 0,1 0 0,-2 1 0,-7 14 0,11-25 0,-3 7 0,-1 0 0,2 0 0,-1 1 0,1 0 0,-2 10 0,4-16 0,1-1 0,0 0 0,0 0 0,0 0 0,0 0 0,0 0 0,0 0 0,1 1 0,-1-1 0,1 0 0,-1 0 0,1 0 0,0 0 0,0 0 0,0 0 0,0-1 0,0 1 0,0 0 0,0 0 0,1-1 0,-1 1 0,0 0 0,1-1 0,0 0 0,-1 1 0,1-1 0,0 0 0,2 1 0,3 2 0,1-1 0,-1 0 0,1 0 0,-1-1 0,13 3 0,42 2 0,-56-6 0,17 1 40,0-1 0,25-2 0,-40 1-175,0-1 0,-1 0 0,1-1 0,-1 0 0,0 0 0,0 0 0,0-1 0,0 0 0,0-1 0,8-4 0,-5 0-6691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24575,'12'-3'0,"10"-3"0,3 0 0,3 0 0,1 2 0,1 1 0,-3 1 0,1 1 0,-1 1 0,0 0 0,-1 0 0,-1 1 0,-2-1 0,-2 0 0,-5-2 0,-7-2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24575,'19'2'0,"257"11"0,-268-13 0,1-1 0,0 0 0,0 0 0,0 0 0,-1-1 0,1-1 0,-1 0 0,0 0 0,9-4 0,-14 5 0,0 0 0,0 0 0,0 0 0,0 0 0,-1-1 0,1 1 0,-1-1 0,0 1 0,1-1 0,-1 0 0,-1 0 0,1 0 0,0 0 0,-1 0 0,1-1 0,-1 1 0,0 0 0,0-1 0,0 1 0,-1 0 0,1-1 0,-1 1 0,0-1 0,0 1 0,0-6 0,-1 4 0,0 0 0,0 0 0,-1 0 0,1 1 0,-1-1 0,0 0 0,0 1 0,-1-1 0,1 1 0,-1 0 0,0 0 0,0 0 0,-7-7 0,0 2 0,-1 0 0,1 0 0,-23-13 0,24 16 0,-1 1 0,-1 0 0,-10-4 0,19 8 0,-2 0 0,1 0 0,0 0 0,0 1 0,0-1 0,0 1 0,0 0 0,0 0 0,-1 0 0,1 0 0,0 0 0,0 1 0,0-1 0,0 1 0,-5 2 0,6-2 0,0 0 0,1 1 0,-1-1 0,1 0 0,0 1 0,-1-1 0,1 1 0,0-1 0,0 1 0,0 0 0,0 0 0,0-1 0,0 1 0,0 0 0,1 0 0,-1 0 0,1 0 0,-1 0 0,1 0 0,0 0 0,-1 2 0,1 4 0,0-1 0,0 0 0,0 0 0,3 13 0,0-9 0,1 1 0,0-1 0,1 0 0,0 0 0,1 0 0,0-1 0,0 0 0,13 15 0,-2-5 0,0-2 0,2 0 0,20 16 0,-25-23 20,0-1 0,0 0 0,1-2 0,0 1 0,23 8 0,-30-14-134,1-1 0,-1 0-1,1 0 1,0 0 0,0-1 0,0-1-1,0 1 1,0-1 0,0-1 0,0 0-1,-1 0 1,11-3 0,-5 0-6712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38 403 24575,'-6'15'0,"-1"-1"0,2 1 0,0 0 0,1 1 0,0-1 0,-2 30 0,6-40 0,0 1 0,0-1 0,0 0 0,1 1 0,0-1 0,0 0 0,0 0 0,1 0 0,-1 0 0,1 0 0,1 0 0,-1 0 0,1 0 0,0-1 0,0 1 0,0-1 0,0 0 0,1 0 0,-1 0 0,1 0 0,0-1 0,1 0 0,7 6 0,-8-7 0,-1 0 0,0-1 0,1 1 0,-1 0 0,1-1 0,-1 0 0,1 0 0,0 0 0,-1-1 0,1 1 0,0-1 0,0 1 0,-1-1 0,1-1 0,0 1 0,0 0 0,-1-1 0,7-2 0,-5 1 0,0 0 0,-1 0 0,1-1 0,-1 0 0,0 0 0,1 0 0,-1 0 0,-1-1 0,1 1 0,0-1 0,-1 0 0,0 0 0,3-5 0,0-2 0,-1 1 0,0-1 0,0 0 0,-1 0 0,-1 0 0,0 0 0,0-1 0,-1 0 0,-1 1 0,0-1 0,0 0 0,-2-14 0,-2-3 0,0 1 0,-2-1 0,-16-51 0,-59-132 0,67 180 0,9 23 0,3 5 0,-1-1 0,0 1 0,0 0 0,0-1 0,-1 1 0,-3-4 0,3 7 0,1 7 0,1 6 0,1-12 0,1 23 0,0-1 0,2 1 0,0-1 0,2 0 0,14 42 0,-1-16 0,37 69 0,75 93-96,-87-145-1173,-31-46-5557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282 856 24575,'-2'-62'0,"-2"1"0,-14-65 0,-37-118 0,50 226 0,-28-123 0,27 105 0,-5-71 0,11 102 0,0 0 0,0 0 0,-1 0 0,0 0 0,0 0 0,-3-8 0,4 11 0,-1 1 0,1 0 0,-1 0 0,0 0 0,1 0 0,-1 0 0,0 1 0,0-1 0,0 0 0,0 0 0,1 0 0,-1 1 0,0-1 0,0 1 0,0-1 0,0 0 0,-1 1 0,1 0 0,0-1 0,0 1 0,0 0 0,0-1 0,0 1 0,-1 0 0,1 0 0,0 0 0,0 0 0,0 0 0,0 0 0,-1 0 0,1 1 0,0-1 0,0 0 0,-2 1 0,-2 1 0,-1 0 0,0 0 0,1 0 0,0 1 0,-1 0 0,1 0 0,0 0 0,0 1 0,1-1 0,-1 1 0,1 0 0,0 1 0,0-1 0,0 1 0,1-1 0,-1 1 0,1 0 0,0 1 0,1-1 0,-1 0 0,1 1 0,0-1 0,0 1 0,0 7 0,0-1 0,0 0 0,1 0 0,0 0 0,1 0 0,1 0 0,0 0 0,0 0 0,1 0 0,1 0 0,7 22 0,5 2 0,1-1 0,2-1 0,1 0 0,1-1 0,2-1 0,41 46 0,-56-71 0,16 20 0,2 0 0,0-2 0,47 34 0,-67-55 0,1 0 0,-1-1 0,1 0 0,0 0 0,0 0 0,12 2 0,-16-4 0,-1-1 0,1 0 0,0 0 0,-1 0 0,1 0 0,0 0 0,-1 0 0,1 0 0,0 0 0,-1-1 0,1 1 0,-1 0 0,1-1 0,0 0 0,-1 1 0,1-1 0,-1 0 0,0 0 0,1 0 0,-1 0 0,0 0 0,1 0 0,-1 0 0,0 0 0,0-1 0,0 1 0,0 0 0,0-1 0,0 1 0,0-1 0,0-1 0,3-4 0,-1-1 0,-1 0 0,1 0 0,-1 0 0,0 0 0,-1 0 0,1-17 0,-2 2 0,-6-34 0,1 11 0,7 32 0,-2 14 0,0 0 0,0 0 0,1 0 0,-1 0 0,0 0 0,0 0 0,0 0 0,1 0 0,-1 0 0,0 1 0,0-1 0,0 0 0,1 0 0,-1 0 0,0 0 0,0 0 0,0 0 0,1 1 0,-1-1 0,0 0 0,0 0 0,0 0 0,0 0 0,0 1 0,1-1 0,-1 0 0,0 0 0,0 0 0,0 1 0,0-1 0,0 0 0,13 28 0,-11-25 0,9 23 0,-4-9 0,0 0 0,1-1 0,1 0 0,0 0 0,1-1 0,16 18 0,-19-26 0,-6-4 0,1-1 0,0 0 0,0 1 0,0-1 0,0 0 0,0 0 0,0 0 0,1-1 0,-1 1 0,1 0 0,-1-1 0,5 2 0,-2-5-1365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24575,'0'-2'0,"3"4"0,0 4 0,0 3 0,0 6 0,-2 3 0,1 0 0,-2-3-8191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24575,'4'0'0,"0"1"0,-1-1 0,1 1 0,0 0 0,0 0 0,-1 0 0,1 1 0,0-1 0,4 4 0,32 22 0,-17-11 0,11 8 0,-26-17 0,0-1 0,1 0 0,-1 0 0,2-1 0,-1 0 0,0-1 0,13 4 0,-21-7 0,0-1 0,0 0 0,0 0 0,0 0 0,0 0 0,0 0 0,0 0 0,0 0 0,0 0 0,0 0 0,0 0 0,0 0 0,0-1 0,0 1 0,0 0 0,0-1 0,0 1 0,0-1 0,-1 1 0,1-1 0,0 0 0,0 1 0,0-1 0,-1 0 0,1 1 0,0-1 0,-1 0 0,1 0 0,0 0 0,-1 0 0,1 1 0,-1-1 0,0 0 0,1 0 0,-1 0 0,0 0 0,1 0 0,-1 0 0,0 0 0,0-2 0,1-5 0,0 0 0,-1 0 0,0 0 0,-1-10 0,1 9 0,-1-9 0,0 11 0,0 0 0,1 0 0,0 0 0,1-1 0,1-11 0,-1 18 0,-1 1 0,0 0 0,0-1 0,0 1 0,0-1 0,1 1 0,-1-1 0,0 1 0,0 0 0,1-1 0,-1 1 0,0-1 0,1 1 0,-1 0 0,0 0 0,1-1 0,-1 1 0,1 0 0,-1-1 0,0 1 0,1 0 0,-1 0 0,1 0 0,-1 0 0,1-1 0,-1 1 0,1 0 0,-1 0 0,1 0 0,-1 0 0,0 0 0,1 0 0,-1 0 0,1 0 0,-1 0 0,1 0 0,-1 1 0,1-1 0,-1 0 0,1 0 0,-1 0 0,0 1 0,1-1 0,-1 0 0,1 0 0,-1 1 0,1-1 0,21 18 0,-19-15 0,29 26-682,50 57-1,-73-73-6143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24575,'18'-6'0,"65"-27"0,-73 28 0,0 0 0,-1-1 0,0 0 0,0 0 0,0-1 0,8-8 0,-14 11 0,0-1 0,0 1 0,0-1 0,0 0 0,0 0 0,-1 0 0,0 0 0,0 0 0,-1 0 0,1 0 0,0-10 0,1-6 0,-1-35 0,-2 53 0,0 1 0,0-1 0,0 1 0,-1 0 0,1 0 0,0-1 0,-1 1 0,1 0 0,-1 0 0,0 0 0,0 0 0,0 0 0,0 0 0,0 0 0,-1-2 0,1 3 0,0 0 0,-1 0 0,1 0 0,0 0 0,0 0 0,-1 1 0,1-1 0,0 0 0,-1 1 0,1-1 0,-1 1 0,1-1 0,0 1 0,-1 0 0,1 0 0,-1 0 0,1-1 0,-1 1 0,1 1 0,-1-1 0,1 0 0,-3 1 0,-3 0 0,0 1 0,0 0 0,0 0 0,0 0 0,1 1 0,-1 0 0,1 1 0,-1 0 0,1 0 0,-9 7 0,13-10 0,1 1 0,-1 0 0,0-1 0,1 1 0,-1 0 0,1 0 0,-1 0 0,1 0 0,0 0 0,0 0 0,0 0 0,0 0 0,0 0 0,1 1 0,-1-1 0,0 0 0,1 1 0,0-1 0,0 0 0,0 1 0,0-1 0,0 0 0,0 1 0,0-1 0,1 0 0,-1 1 0,1-1 0,0 0 0,-1 0 0,1 1 0,0-1 0,0 0 0,1 0 0,-1 0 0,0 0 0,3 2 0,4 5 0,1 1 0,0-1 0,0-1 0,1 0 0,13 9 0,59 31 0,-65-38 0,29 13 0,2-1 0,92 27 0,-137-48-151,1 0-1,0 0 0,-1 0 0,1 0 1,0 0-1,0-1 0,0 0 1,6 0-1,-1-3-6674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139 196 24575,'-12'-1'0,"1"0"0,0 1 0,-1 0 0,1 1 0,0 0 0,-15 3 0,24-3 0,-1-1 0,1 1 0,0-1 0,0 1 0,0 0 0,0 0 0,-1 0 0,1 0 0,1 0 0,-1 1 0,0-1 0,0 1 0,0-1 0,1 1 0,-1 0 0,1-1 0,-1 1 0,1 0 0,0 0 0,0 0 0,0 0 0,0 0 0,0 0 0,0 0 0,0 1 0,1-1 0,-1 0 0,1 0 0,-1 1 0,1-1 0,0 0 0,0 1 0,0-1 0,0 0 0,1 0 0,-1 1 0,2 2 0,0 4 0,0 0 0,1-1 0,0 0 0,1 0 0,0 0 0,0 0 0,9 12 0,-10-17 0,-1 1 0,1-1 0,0 0 0,0 0 0,0 0 0,1 0 0,-1-1 0,1 1 0,-1-1 0,1 0 0,0 0 0,0 0 0,0 0 0,0-1 0,0 0 0,0 0 0,7 1 0,-8-2 0,-1 0 0,1 0 0,-1-1 0,0 1 0,1-1 0,-1 0 0,1 1 0,-1-1 0,0 0 0,0-1 0,0 1 0,0 0 0,0-1 0,0 1 0,0-1 0,0 1 0,0-1 0,0 0 0,-1 0 0,1 0 0,-1 0 0,0 0 0,2-3 0,2-4 0,0 0 0,-1-1 0,0 1 0,2-13 0,0 9 0,-6 13 0,1-1 0,-1 1 0,0 0 0,0 0 0,0 0 0,1 0 0,-1 0 0,0 0 0,0-1 0,1 1 0,-1 0 0,0 0 0,0 0 0,0 0 0,1 0 0,-1 0 0,0 0 0,0 0 0,1 0 0,-1 0 0,0 0 0,0 0 0,1 0 0,-1 0 0,0 0 0,0 0 0,1 0 0,-1 1 0,0-1 0,0 0 0,1 0 0,-1 0 0,0 0 0,0 0 0,0 1 0,1-1 0,-1 0 0,0 0 0,0 0 0,0 0 0,0 1 0,0-1 0,1 0 0,-1 0 0,0 1 0,0-1 0,0 0 0,0 0 0,0 1 0,0-1 0,0 0 0,14 25 0,-9-15 0,1-1 0,-1 1 0,1-1 0,1 0 0,0 0 0,0-1 0,1 0 0,0 0 0,10 6 0,-1-2 0,1-2 0,1 0 0,32 12 0,-40-18 0,1 0 0,0-1 0,0-1 0,0 0 0,0 0 0,0-1 0,21-1 0,-30 0 0,-1-1 0,1 1 0,-1-1 0,1 1 0,-1-1 0,1 0 0,-1 0 0,0 0 0,1 0 0,-1-1 0,0 1 0,0 0 0,0-1 0,0 0 0,0 1 0,0-1 0,0 0 0,0 0 0,-1 0 0,1 0 0,-1 0 0,0-1 0,1 1 0,-1 0 0,0-1 0,0 1 0,-1-1 0,1 1 0,0-1 0,-1 1 0,0-1 0,1-5 0,-1 1 0,0-1 0,0 1 0,-1-1 0,0 1 0,0-1 0,-1 1 0,0-1 0,0 1 0,0 0 0,-5-9 0,-8-9 0,0-1 0,-33-38 0,-44-39 0,88 99 0,1 1 0,0-1 0,0 0 0,0 0 0,1 0 0,-1-1 0,1 1 0,0 0 0,-3-10 0,5 13 0,0-1 0,-1 0 0,1 1 0,0-1 0,0 1 0,0-1 0,1 0 0,-1 1 0,0-1 0,0 0 0,1 1 0,-1-1 0,1 1 0,0-1 0,-1 1 0,1-1 0,0 1 0,0 0 0,0-1 0,0 1 0,0 0 0,0 0 0,0-1 0,1 1 0,-1 0 0,0 0 0,1 0 0,-1 1 0,0-1 0,1 0 0,-1 0 0,3 0 0,4-2 0,1 0 0,-1 1 0,0 0 0,1 0 0,-1 1 0,1 0 0,0 0 0,-1 1 0,1 0 0,0 1 0,-1 0 0,11 3 0,4 1 0,-1 1 0,0 2 0,28 12 0,-42-16-455,0 0 0,15 11 0,-11-5-6371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144 178 24575,'104'274'0,"-45"-120"0,-49-130 0,-4-11 0,6 24 0,-13-36 0,-4-4 0,-4-6 0,-10-17 0,2 0 0,-24-47 0,17 30 0,-4-8 0,-25-67 0,41 85 0,0-2 0,3 1 0,-7-43 0,15 67 0,-1 1 0,2-1 0,0 0 0,0 0 0,0 0 0,1 0 0,5-19 0,-5 26 0,0 0 0,0 0 0,0 0 0,1 0 0,-1 0 0,1 1 0,0-1 0,-1 0 0,1 1 0,0 0 0,1-1 0,-1 1 0,0 0 0,1 0 0,-1 0 0,1 0 0,0 0 0,-1 1 0,1-1 0,0 1 0,0 0 0,0 0 0,0 0 0,0 0 0,0 0 0,1 1 0,-1-1 0,4 1 0,-2 0 0,1 1 0,0-1 0,0 1 0,-1 0 0,1 1 0,-1-1 0,1 1 0,-1 0 0,1 1 0,-1-1 0,0 1 0,0 0 0,8 7 0,5 5 0,-1 0 0,16 20 0,-30-33 0,9 11 0,-1 1 0,15 22 0,-22-29 0,0 0 0,-1 0 0,1 0 0,-1 0 0,-1 1 0,0-1 0,0 1 0,2 9 0,-4-14 0,0 0 0,0 0 0,-1 0 0,1 0 0,-1 0 0,1 0 0,-1 0 0,0 0 0,0 0 0,0 0 0,0-1 0,-1 1 0,1 0 0,-1-1 0,0 1 0,1-1 0,-1 1 0,0-1 0,0 0 0,-1 0 0,1 0 0,0 0 0,-1 0 0,1-1 0,-1 1 0,0-1 0,-4 2 0,0 0 0,0 0 0,-1 0 0,0-1 0,1 0 0,-1-1 0,0 1 0,0-2 0,0 1 0,-12-1 0,1-3-105,0 0 0,0 0 0,1-2 0,-1-1 0,1 0 0,1-1 0,-1-1 0,1 0 0,0-2 0,1 0 0,0 0 0,-21-20 0,27 20-6721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24575,'1'0'0,"0"-1"0,0 1 0,0 0 0,0 0 0,0 0 0,0 0 0,0 0 0,0 0 0,0 0 0,0 0 0,1 0 0,-1 0 0,0 1 0,0-1 0,0 0 0,0 1 0,0-1 0,0 1 0,0-1 0,-1 1 0,1-1 0,0 1 0,0 0 0,0-1 0,0 1 0,-1 0 0,1 0 0,0 0 0,-1 0 0,1-1 0,-1 1 0,2 2 0,2 4 0,0 1 0,6 15 0,-9-21 0,43 128 0,16 34 0,-52-144 0,7 16 0,1-1 0,2-1 0,38 55 0,-50-82 0,-1 0 0,1-1 0,0 0 0,1 0 0,0 0 0,8 5 0,-14-10 0,0-1 0,-1 0 0,1 1 0,0-1 0,-1 0 0,1 1 0,0-1 0,-1 0 0,1 0 0,0 0 0,-1 0 0,1 0 0,0 1 0,-1-1 0,1-1 0,0 1 0,0 0 0,-1 0 0,1 0 0,0 0 0,-1 0 0,1-1 0,0 1 0,-1 0 0,2-1 0,-1 0 0,0 0 0,0 0 0,0 0 0,0 0 0,0-1 0,0 1 0,-1 0 0,1 0 0,0-1 0,-1 1 0,2-3 0,-1-3 0,1-1 0,-1 0 0,1-11 0,-3-155 0,-5 122 0,6 52 0,0 0 0,0 0 0,0 0 0,1 0 0,-1 1 0,0-1 0,0 0 0,0 0 0,0 0 0,1 0 0,-1 0 0,0 0 0,0 0 0,0 0 0,1 1 0,-1-1 0,0 0 0,0 0 0,0 0 0,1 0 0,-1 0 0,0 0 0,0 0 0,0 0 0,1 0 0,-1 0 0,0 0 0,0-1 0,1 1 0,-1 0 0,0 0 0,0 0 0,0 0 0,0 0 0,1 0 0,-1 0 0,0 0 0,0-1 0,0 1 0,0 0 0,1 0 0,-1 0 0,0 0 0,0-1 0,0 1 0,0 0 0,0 0 0,0 0 0,0 0 0,0-1 0,1 1 0,-1 0 0,0 0 0,0-1 0,0 1 0,0 0 0,0 0 0,0 0 0,0-1 0,0 1 0,0 0 0,0 0 0,0 0 0,-1-1 0,1 1 0,0 0 0,0 0 0,13 14 0,-11-11 0,31 39 0,114 139 0,-128-161 0,26 22 0,-39-37 0,0-1 0,0 1 0,0-1 0,1 0 0,-1-1 0,1 0 0,0 0 0,0 0 0,13 2 0,-18-4 7,0-1 0,0 0 0,0 0 0,0 0 0,0 0 1,0 0-1,0-1 0,0 1 0,0 0 0,0-1 0,0 0 0,0 1 0,0-1 0,-1 0 0,1 0 0,2-2 0,-1 1-193,0-1 1,0 1-1,-1-1 0,1 0 1,-1 1-1,0-1 1,4-7-1,1-3-6640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24575,'-7'1'0,"0"1"0,0 0 0,0 0 0,0 0 0,0 1 0,0 0 0,0 0 0,1 1 0,0 0 0,-9 6 0,13-8 0,0 0 0,0 0 0,0 0 0,0 1 0,1-1 0,-1 0 0,0 1 0,1-1 0,0 1 0,0-1 0,0 1 0,0 0 0,0-1 0,0 1 0,1 0 0,-1 0 0,1 0 0,0-1 0,0 1 0,0 0 0,0 0 0,0 0 0,1 0 0,-1-1 0,1 1 0,-1 0 0,1 0 0,0-1 0,3 5 0,0 2 0,0-1 0,1 0 0,0 0 0,1-1 0,-1 1 0,14 11 0,-17-17 0,0 1 0,0-1 0,1-1 0,-1 1 0,0 0 0,1-1 0,-1 1 0,1-1 0,0 0 0,0 0 0,-1 0 0,1 0 0,0 0 0,0 0 0,0-1 0,0 0 0,0 1 0,0-1 0,0 0 0,0-1 0,0 1 0,0 0 0,0-1 0,-1 1 0,5-3 0,-5 2 0,0 0 0,0-1 0,0 1 0,0-1 0,0 0 0,-1 0 0,1 0 0,0 0 0,-1 0 0,0 0 0,1 0 0,-1 0 0,0 0 0,0-1 0,1-3 0,8-36 0,-7 32 0,12 41 0,1 0 0,1-2 0,24 32 0,-33-50 0,29 32-1365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 24575,'-3'-1'0,"0"0"0,0-1 0,0 2 0,0-1 0,0 0 0,-1 1 0,1-1 0,0 1 0,0 0 0,0 0 0,-1 0 0,1 1 0,0-1 0,-4 2 0,5-1 0,0 0 0,0 0 0,0 0 0,0 0 0,0 1 0,0-1 0,0 0 0,1 1 0,-1 0 0,0-1 0,1 1 0,-1 0 0,1 0 0,0 0 0,0 0 0,0 0 0,0 0 0,0 0 0,0 0 0,-1 4 0,-1 7 0,1 0 0,0 0 0,0 0 0,1 1 0,1-1 0,0 0 0,4 20 0,-2-15 0,2 0 0,0 0 0,2 0 0,12 31 0,17 8 0,-35-57 0,0 0 0,0 0 0,0 0 0,0 0 0,0 0 0,0 1 0,0-1 0,1 0 0,-1 0 0,0 0 0,0 0 0,0 0 0,0 0 0,0 0 0,0 0 0,0 1 0,0-1 0,0 0 0,0 0 0,0 0 0,0 0 0,0 0 0,0 0 0,0 1 0,0-1 0,0 0 0,0 0 0,0 0 0,0 0 0,0 0 0,0 0 0,0 0 0,0 0 0,0 1 0,-1-1 0,1 0 0,0 0 0,0 0 0,0 0 0,0 0 0,0 0 0,0 0 0,0 0 0,-7 0 0,-10-7 0,16 6 0,0 1 0,0 0 0,1 0 0,-1-1 0,0 1 0,0-1 0,1 1 0,-1 0 0,0-1 0,1 1 0,-1-1 0,1 1 0,-1-1 0,1 0 0,-1 1 0,0-2 0,1 2 0,0-1 0,0 1 0,0 0 0,0 0 0,0-1 0,0 1 0,0 0 0,0-1 0,0 1 0,0 0 0,0 0 0,0-1 0,0 1 0,1 0 0,-1 0 0,0-1 0,0 1 0,0 0 0,0 0 0,0 0 0,1-1 0,-1 1 0,0 0 0,0 0 0,1 0 0,-1-1 0,0 1 0,1 0 0,1-1 0,1 0 0,-1 0 0,1 0 0,-1 0 0,1 0 0,-1 1 0,5-1 0,100-2 0,-68 4 0,45-6 0,-69 3 0,56-9 0,-64 9 0,1 0 0,-1-1 0,0 1 0,1-2 0,-1 1 0,-1-1 0,8-4 0,-12 6 0,0 1 0,-1-1 0,1 0 0,0 0 0,-1 1 0,0-1 0,1 0 0,-1 0 0,0 0 0,0-1 0,0 1 0,0 0 0,0 0 0,0-1 0,-1 1 0,1 0 0,-1-1 0,0 1 0,1 0 0,-1-1 0,0 1 0,-1 0 0,1-4 0,-1 3 0,1 0 0,-1 1 0,0-1 0,0 0 0,0 1 0,0-1 0,0 0 0,-1 1 0,1 0 0,-1-1 0,1 1 0,-1 0 0,0 0 0,0 0 0,0 0 0,0 0 0,0 0 0,-1 0 0,-2-1 0,0 1 0,0 0 0,0 0 0,0 1 0,0 0 0,0 0 0,0 0 0,0 1 0,0-1 0,0 1 0,0 0 0,-1 1 0,1-1 0,0 1 0,0 0 0,0 0 0,0 1 0,0-1 0,1 1 0,-1 0 0,0 1 0,1-1 0,0 1 0,-1 0 0,1 0 0,0 0 0,-6 7 0,8-8 0,1-1 0,-1 1 0,1 0 0,0 0 0,-1 1 0,1-1 0,0 0 0,0 0 0,1 1 0,-1-1 0,0 0 0,1 1 0,-1-1 0,1 0 0,0 1 0,0-1 0,0 1 0,0-1 0,0 3 0,1-1 0,0 0 0,1-1 0,-1 1 0,1 0 0,-1-1 0,1 1 0,0-1 0,1 0 0,-1 0 0,6 6 0,3 1 0,1 0 0,0 0 0,1-1 0,23 13 0,-6-7 40,0-1 0,52 17 0,66 7-1525,-131-34-5341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24575,'-1'-1'0,"0"0"0,0 0 0,0 0 0,0 0 0,0 0 0,0 0 0,0 0 0,0 1 0,-3-2 0,0 4 0,4 8 0,6 62 0,23 99 0,51 133 0,-44-156 0,-36-146 0,0 1 0,1-1 0,-1 0 0,1 0 0,0 1 0,-1-1 0,1 0 0,0 0 0,2 3 0,-2-4 0,0-1 0,-1 0 0,1 1 0,-1-1 0,1 1 0,0-1 0,-1 0 0,1 0 0,0 1 0,-1-1 0,1 0 0,0 0 0,0 0 0,-1 0 0,1 0 0,0 0 0,-1 0 0,1 0 0,0 0 0,0 0 0,-1 0 0,1 0 0,0 0 0,-1-1 0,1 1 0,0 0 0,-1-1 0,1 1 0,0 0 0,-1-1 0,1 1 0,0-1 0,96-46 0,-71 36 0,0 1 0,46-10 0,-61 17-1365,-2 0-5461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24575,'89'-34'0,"-76"29"0,-1-1 0,-1-1 0,1 0 0,20-17 0,-30 22 0,1 0 0,-1-1 0,0 1 0,0-1 0,0 1 0,0-1 0,0 0 0,0 0 0,-1 0 0,1 0 0,-1 0 0,0 0 0,0 0 0,0 0 0,0 0 0,-1-1 0,1 1 0,-1 0 0,0-1 0,0 1 0,0-5 0,-1 5 0,0 0 0,0 0 0,0 0 0,0 0 0,0 0 0,-1 1 0,1-1 0,-1 0 0,0 1 0,0-1 0,0 1 0,0 0 0,0 0 0,-1 0 0,1 0 0,0 0 0,-1 0 0,0 0 0,1 1 0,-1-1 0,0 1 0,-5-2 0,1 1 0,1 0 0,0 0 0,-1 0 0,1 1 0,-13-1 0,17 2 0,0 0 0,0 0 0,0 0 0,0 0 0,0 1 0,0-1 0,0 1 0,1 0 0,-1-1 0,0 1 0,0 0 0,1 0 0,-1 0 0,0 0 0,1 0 0,-1 1 0,1-1 0,-1 0 0,1 1 0,0-1 0,0 1 0,-1-1 0,1 1 0,-1 2 0,-1 1 0,1 0 0,-1 0 0,1 1 0,1-1 0,-1 0 0,0 1 0,1-1 0,0 1 0,1-1 0,-1 1 0,1 0 0,0-1 0,1 1 0,-1-1 0,1 1 0,0-1 0,0 1 0,1-1 0,-1 1 0,1-1 0,1 0 0,-1 0 0,1 0 0,0 0 0,0 0 0,0-1 0,0 1 0,1-1 0,7 7 0,-1-2 0,-1-1 0,2-1 0,-1 1 0,1-2 0,0 1 0,0-2 0,0 1 0,15 4 0,4-1 0,-1-1 0,38 4 0,-58-10 20,1-1 0,0-1 0,0 1 0,0-2 0,13-1 0,-20 2-85,0-1 1,-1 1-1,1-1 1,0 0-1,0 0 1,-1 0-1,1 0 0,-1 0 1,1 0-1,-1-1 1,1 1-1,-1-1 1,0 0-1,0 0 0,0 1 1,0-2-1,0 1 1,0 0-1,0 0 1,-1 0-1,1-1 1,1-4-1,1-4-6761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24575,'0'-2'0,"0"1"0,0-1 0,0 1 0,1-1 0,-1 1 0,0-1 0,1 0 0,-1 1 0,1-1 0,1-2 0,-2 4 0,0 0 0,0-1 0,1 1 0,-1 0 0,0 0 0,0 0 0,0 0 0,1-1 0,-1 1 0,0 0 0,0 0 0,1 0 0,-1 0 0,0 0 0,0 0 0,1-1 0,-1 1 0,0 0 0,0 0 0,1 0 0,-1 0 0,0 0 0,0 0 0,1 0 0,8 7 0,-3 2 0,-1 0 0,0 0 0,0 0 0,-1 1 0,3 12 0,2 2 0,95 271 0,-91-256 0,2 13 0,10 26 0,-25-77-4,1 0 0,-1 0 0,1 0-1,0 1 1,-1-1 0,1 0 0,0 0-1,0 0 1,0 0 0,0 0 0,0 0-1,0-1 1,0 1 0,0 0 0,0 0 0,1-1-1,-1 1 1,2 0 0,0 0 24,-1-1 0,1 1 0,0-1 0,-1 0 0,1 0 0,0 0 0,-1 0 0,1 0 0,3-1 0,1-1-232,0 0 0,0 0 0,0-1-1,-1 0 1,1 0 0,7-5 0,-4 1-6614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 24575,'-30'-3'0,"-13"2"0,-1 1 0,4 4 0,7 2 0,6 1 0,8 0-8191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24575,'22'44'0,"50"140"0,-26-68 0,9 26 0,-37-90 0,19 61 0,-31-97 0,-2-15 0,-1-9 0,0-14 0,-2-1 0,0 0 0,-3-23 0,1 16 0,2-30 0,-1 59 0,0 0 0,0-1 0,0 1 0,0 0 0,1-1 0,-1 1 0,0 0 0,1 0 0,-1 0 0,1-1 0,-1 1 0,1 0 0,0 0 0,-1 0 0,1 0 0,0 0 0,0 0 0,0 0 0,0 0 0,0 0 0,0 1 0,0-1 0,1-1 0,0 2 0,0-1 0,0 0 0,1 1 0,-1 0 0,0-1 0,0 1 0,0 0 0,0 0 0,0 0 0,0 1 0,0-1 0,5 1 0,1 2 0,0 0 0,0 0 0,-1 0 0,1 1 0,-1 0 0,8 6 0,25 23 0,62 65 0,-70-66 0,-30-29-75,8 6-355,0 2 0,11 16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34 24575,'-12'-6'0,"-1"0"0,0 0 0,-1 2 0,-20-6 0,31 10 0,-1-1 0,0 1 0,1 0 0,-1-1 0,1 2 0,-1-1 0,1 0 0,-1 1 0,0 0 0,-3 1 0,4-1 0,1 0 0,0 0 0,0 0 0,1 0 0,-1 1 0,0-1 0,0 1 0,1-1 0,-1 1 0,0 0 0,1-1 0,0 1 0,-1 0 0,1 0 0,0 0 0,0 0 0,-1 4 0,1-2 0,0 0 0,0 0 0,1 0 0,-1-1 0,1 1 0,0 0 0,1 0 0,-1 0 0,0 0 0,1 0 0,0 0 0,0 0 0,3 5 0,0 2 0,1 0 0,0 0 0,9 12 0,57 98 0,-57-94 0,-2 0 0,15 50 0,-16-31 0,-3 0 0,4 73 0,-9-79 0,-3-37 0,1 6 0,0 0 0,0 1 0,5 14 0,-6-22 0,1 0 0,0 0 0,-1-1 0,1 1 0,0 0 0,0 0 0,0-1 0,0 1 0,0-1 0,1 1 0,-1-1 0,0 1 0,1-1 0,-1 0 0,1 0 0,-1 1 0,1-1 0,0 0 0,-1 0 0,1-1 0,0 1 0,0 0 0,3 0 0,17 1 0,-1-1 0,1-1 0,27-3 0,-38 2 0,101-15 0,-112 16-3,1 1-49,0-1-1,0 0 1,0 0 0,0-1-1,0 1 1,0 0-1,-1 0 1,1 0 0,0-1-1,0 1 1,0 0-1,0-1 1,-1 1 0,1 0-1,0-1 1,0 1-1,-1-1 1,1 0 0,0 1-1,-1-1 1,1 1 0,0-1-1,-1 0 1,1 0-1,0-1 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24575,'-1'-1'0,"1"1"0,0-1 0,0 0 0,0 0 0,0 1 0,0-1 0,0 0 0,0 1 0,1-1 0,-1 0 0,0 1 0,0-1 0,0 0 0,1 1 0,-1-1 0,0 1 0,1-1 0,-1 0 0,1 0 0,-1 1 0,1 0 0,-1 0 0,1 0 0,-1 0 0,0 0 0,1 0 0,-1 0 0,0 1 0,1-1 0,-1 0 0,0 0 0,1 0 0,-1 0 0,0 0 0,1 1 0,-1-1 0,0 0 0,1 0 0,-1 1 0,0-1 0,1 0 0,-1 0 0,0 1 0,1 0 0,18 27 0,-15-21 0,95 131 0,-98-136 0,0-1 0,0 1 0,0-1 0,0 0 0,0 0 0,1 0 0,-1 0 0,0 0 0,1 0 0,-1 0 0,2 1 0,-2-2 0,-1 0 0,0 0 0,1 0 0,-1 0 0,0 0 0,1 0 0,-1 0 0,0 0 0,0 0 0,1 0 0,-1 0 0,0 0 0,1 0 0,-1 0 0,0 0 0,0 0 0,1 0 0,-1 0 0,0-1 0,1 1 0,-1 0 0,0 0 0,0 0 0,1-1 0,3-11 0,1-29 0,-4 25 0,0 1 0,2-1 0,7-27 0,-9 40 0,1 0 0,-1-1 0,0 1 0,1 0 0,0 0 0,0 0 0,0 0 0,0 0 0,0 1 0,5-6 0,-5 7 0,0 0 0,-1 0 0,1 0 0,0 0 0,0 0 0,0 1 0,0-1 0,0 0 0,0 1 0,0 0 0,0-1 0,0 1 0,0 0 0,0 0 0,0 0 0,0 0 0,1 1 0,-1-1 0,3 1 0,9 4 0,-1 1 0,-1 0 0,1 0 0,-1 1 0,0 1 0,17 14 0,4 1 0,0-2-76,-17-11-182,0 0 0,-1 1 0,-1 0 1,17 17-1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24575,'45'12'0,"84"35"0,-116-41 0,0 0 0,-1 1 0,1 1 0,-2 0 0,1 1 0,-1 0 0,0 0 0,-1 1 0,0 1 0,15 20 0,-23-27 0,0 0 0,0 0 0,-1 0 0,1 1 0,-1-1 0,0 0 0,0 1 0,0-1 0,0 8 0,-3 45 0,0-26 0,3-14 0,-1 0 0,2 0 0,0 0 0,1 0 0,1 0 0,1-1 0,0 1 0,1-1 0,15 28 0,45 69 0,-29-52 0,-32-52 0,-1-4 0,-1 1 0,0 0 0,0-1 0,0 1 0,-1 0 0,2 7 0,-4-12 0,0 0 0,1 0 0,-1 1 0,0-1 0,0 0 0,0 0 0,-1 0 0,1 0 0,0 0 0,0 0 0,-1 0 0,1 0 0,0 0 0,-1 0 0,1 0 0,-1 0 0,0 1 0,0 0 0,0-1 0,-1 0 0,1 0 0,0 0 0,-1 0 0,1-1 0,0 1 0,-1 0 0,1 0 0,-1-1 0,0 1 0,1-1 0,-1 0 0,1 1 0,-3-1 0,-19 3 15,-1-2-1,-46-3 0,18 0-1422,33 2-5418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31 24575,'-23'-5'0,"-9"-2"0,-3 1 0,3 1 0,4 1 0,4 2 0,4 1 0,3 0 0,2 1 0,0 1 0,1-1 0,3 0-8191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35 24575,'-27'-7'0,"-12"-3"0,-2 0 0,6 5 0,7 3 0,5 2 0,4 0 0,3 4 0,2 0 0,0 0 0,3 0-8191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24575,'2'-11'0,"3"9"0,-4 2 0,0 1 0,0-1 0,0 1 0,0-1 0,-1 1 0,1 0 0,0-1 0,-1 1 0,1 0 0,0-1 0,-1 1 0,1 0 0,-1 0 0,1 0 0,-1 0 0,1 1 0,13 33 0,14 64 0,-9-30 0,11 29 0,50 178 0,-69-235 0,-4-17 0,7 44 0,-11-56 0,1-17 0,1-19 0,-2-3 0,1 1 0,8-27 0,-8 41 0,0 0 0,0 0 0,2 1 0,-1-1 0,1 1 0,11-15 0,-15 24 0,1 0 0,-1 0 0,0 0 0,1 0 0,-1 0 0,1 1 0,-1-1 0,1 1 0,0 0 0,0 0 0,0 0 0,0 0 0,0 0 0,0 0 0,0 1 0,0 0 0,0-1 0,0 1 0,0 0 0,0 1 0,0-1 0,3 1 0,6 1 0,-1 0 0,0 1 0,0 1 0,17 7 0,-16-6 0,0 2 0,-1-1 0,0 2 0,0-1 0,0 2 0,-1-1 0,0 1 0,-1 1 0,0 0 0,0 0 0,-1 1 0,11 18 0,-18-27-151,0 0-1,0 1 0,0-1 0,-1 1 1,1-1-1,0 1 0,-1-1 1,1 5-1,-2 3-6674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60 24575,'-3'-5'0,"0"0"0,0 0 0,-1 1 0,0-1 0,0 1 0,0 0 0,0 0 0,-1 0 0,-6-4 0,9 6 0,1 1 0,-1 0 0,0 0 0,0 0 0,0 0 0,0 0 0,0 0 0,0 1 0,0-1 0,0 0 0,0 1 0,0 0 0,0 0 0,0-1 0,-1 1 0,1 0 0,0 1 0,0-1 0,0 0 0,0 1 0,0-1 0,0 1 0,0-1 0,0 1 0,0 0 0,0 0 0,0 0 0,0 0 0,-1 2 0,1-1 0,0 0 0,1 0 0,0 0 0,-1 0 0,1 0 0,0 1 0,0-1 0,0 0 0,0 1 0,0-1 0,1 1 0,-1-1 0,1 1 0,-1-1 0,1 1 0,0-1 0,0 1 0,0-1 0,1 5 0,1 6 0,1 0 0,6 19 0,-7-23 0,35 111 0,28 109 0,-30-39 0,-28-136 0,-1 86 0,-6-138 0,0 0 0,0 0 0,0 0 0,0 0 0,1 0 0,-1 0 0,0 0 0,1 0 0,0 0 0,-1 0 0,1 0 0,0 0 0,0 0 0,2 3 0,-2-4 0,1 0 0,-1 0 0,0-1 0,0 1 0,0 0 0,1-1 0,-1 1 0,0 0 0,1-1 0,-1 1 0,1-1 0,-1 0 0,0 0 0,1 1 0,-1-1 0,1 0 0,-1 0 0,1 0 0,-1 0 0,1-1 0,-1 1 0,2-1 0,3 0 0,25-5 0,57-2 0,-61 6 0,37-7 0,-41 5 0,-21 4-114,0 0 1,-1-1-1,1 1 0,0-1 0,-1 1 1,1-1-1,-1 0 0,1 1 0,-1-1 1,1 0-1,1-2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51 155 24575,'0'19'0,"0"9"0,0 0 0,6 30 0,-5-50 0,1 0 0,0 0 0,0 0 0,1 0 0,0 0 0,1-1 0,-1 1 0,1-1 0,1 0 0,-1 0 0,10 10 0,-14-17 0,1 1 0,-1-1 0,0 1 0,1-1 0,-1 1 0,0-1 0,1 0 0,-1 1 0,1-1 0,-1 0 0,1 1 0,-1-1 0,1 0 0,-1 0 0,1 1 0,-1-1 0,1 0 0,-1 0 0,1 0 0,-1 0 0,1 0 0,0 0 0,-1 0 0,1 0 0,0 0 0,0 0 0,-1-1 0,1 1 0,-1-1 0,1 1 0,-1-1 0,1 1 0,-1-1 0,0 1 0,1-1 0,-1 1 0,1-1 0,-1 1 0,0-1 0,0 0 0,0 1 0,1-1 0,-1-1 0,1-3 0,0 0 0,-1 0 0,0-1 0,0-6 0,-1-2 0,-2 0 0,1-1 0,-2 1 0,-7-20 0,-28-54 0,6 14 0,3-3 0,29 77 0,1-1 0,0 0 0,-1 0 0,1 0 0,0 1 0,0-1 0,-1 0 0,1 0 0,0 0 0,0 0 0,0 1 0,0-1 0,0 0 0,0 0 0,1 0 0,-1 0 0,0 0 0,0 1 0,1-1 0,-1-1 0,1 1 0,-1 1 0,1 0 0,-1 0 0,1-1 0,-1 1 0,1 0 0,-1 0 0,1 0 0,0 0 0,-1 0 0,1 0 0,-1 0 0,1 0 0,-1 0 0,1 0 0,-1 0 0,1 0 0,0 0 0,-1 0 0,1 0 0,-1 0 0,2 1 0,2 1 0,1 0 0,0 1 0,-1-1 0,1 1 0,4 4 0,53 46 0,38 29 0,-88-74 0,55 37 0,-57-40 0,0 1 0,-1-2 0,2 0 0,-1 0 0,13 3 0,-21-7 0,-1 1 0,0-1 0,1 0 0,-1 0 0,0 0 0,1 0 0,-1 0 0,0 0 0,1 0 0,-1 0 0,0-1 0,0 1 0,1 0 0,-1-1 0,0 1 0,0-1 0,1 0 0,-1 1 0,2-2 0,-2 0 0,1 1 0,-1-1 0,0 0 0,0 1 0,0-1 0,0 0 0,0 1 0,0-1 0,0 0 0,0 0 0,0-4 0,1-4 0,-1 0 0,0 0 0,0 0 0,-2-12 0,1 13 0,-2-24 0,1 16 0,0 1 0,4-30 0,-3 46 0,0 0 0,0 0 0,0 0 0,0 0 0,0 0 0,0 0 0,0 0 0,0-1 0,0 1 0,0 0 0,0 0 0,0 0 0,0 0 0,0 0 0,0 0 0,0 0 0,0-1 0,0 1 0,0 0 0,0 0 0,0 0 0,0 0 0,0 0 0,0 0 0,0 0 0,0 0 0,1-1 0,-1 1 0,0 0 0,0 0 0,0 0 0,0 0 0,0 0 0,0 0 0,0 0 0,1 0 0,-1 0 0,0 0 0,0 0 0,0 0 0,0 0 0,0 0 0,0 0 0,0 0 0,1 0 0,-1 0 0,0 0 0,0 0 0,0 0 0,0 0 0,0 0 0,6 7 0,4 10 0,-5-8 0,85 163 0,45 24 0,-132-192-114,0-2 24,-1 1 1,0-1 0,0 1-1,-1-1 1,1 1 0,0 0-1,-1-1 1,0 1 0,0 0-1,0 0 1,0 0 0,0 0-1,0 4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 24575,'-2'-5'0,"-4"-2"0,-1 3 0,-1 3 0,-2 0 0,-2 1 0,-2 1 0,-2 2 0,-2 1 0,-3 0 0,0-1 0,-2-1 0,1-1 0,4-1-8191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24575,'0'12'0,"0"1"0,1-1 0,1 0 0,0 1 0,0-1 0,8 20 0,-7-25 0,0-1 0,0 0 0,0 0 0,1-1 0,0 1 0,0-1 0,0 0 0,1 0 0,0 0 0,0 0 0,0-1 0,0 0 0,12 7 0,-16-10 0,0 0 0,1-1 0,-1 1 0,0-1 0,1 1 0,-1-1 0,0 1 0,1-1 0,-1 0 0,0 1 0,1-1 0,-1 0 0,1 0 0,-1 0 0,0 0 0,1 0 0,-1-1 0,1 1 0,-1 0 0,3-1 0,-3 0 0,1 0 0,-1-1 0,1 1 0,-1 0 0,0 0 0,1-1 0,-1 1 0,0 0 0,0-1 0,0 1 0,0-1 0,0 0 0,0 1 0,0-3 0,2-4 0,-1-1 0,0 0 0,0 0 0,-1 1 0,1-14 0,-2 18 0,0-8 0,1 1 0,0-1 0,0 1 0,1-1 0,1 1 0,5-16 0,-8 26 0,1 0 0,-1 0 0,1 0 0,-1 0 0,1 0 0,0 0 0,-1 0 0,1 0 0,0 1 0,0-1 0,0 0 0,0 1 0,-1-1 0,1 0 0,0 1 0,0-1 0,0 1 0,0 0 0,0-1 0,0 1 0,2-1 0,-1 1 0,0 0 0,0 0 0,0 0 0,-1 1 0,1-1 0,0 0 0,0 1 0,0-1 0,-1 1 0,1 0 0,3 1 0,1 2 0,1 1 0,-1 0 0,1 0 0,9 10 0,20 26 0,38 56 0,-71-94-124,-1 0 0,0 0 0,0 0 0,-1 0 0,1 0 0,-1 0-1,1 1 1,-1-1 0,0 1 0,1 5 0,-2 0-6702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24575,'144'-7'0,"-121"7"0,0 2 0,0 0 0,-1 1 0,29 9 0,-48-12 0,-1 1 0,0 0 0,0 0 0,0-1 0,0 1 0,-1 0 0,1 0 0,0 1 0,0-1 0,0 0 0,-1 1 0,1-1 0,-1 1 0,1-1 0,-1 1 0,0 0 0,1-1 0,-1 1 0,0 0 0,0 0 0,1 3 0,-1 1 0,0 1 0,0-1 0,0 1 0,0-1 0,-2 12 0,1-16 0,1 23 0,1 0 0,0-1 0,12 45 0,29 69 0,-43-136 0,75 195 0,-18-53 0,-55-136 0,16 47 0,-17-51 0,0 0 0,0 0 0,-1 0 0,1 0 0,-1 1 0,0-1 0,0 0 0,-1 0 0,1 0 0,-1 0 0,-1 5 0,1-8 0,0 1 0,0-1 0,0 1 0,0-1 0,0 0 0,0 1 0,0-1 0,-1 0 0,1 0 0,0 0 0,-1 0 0,1 0 0,-1 0 0,0 0 0,1-1 0,-1 1 0,1 0 0,-1-1 0,0 1 0,0-1 0,1 0 0,-4 1 0,-5-1 0,0 1 0,-18-2 0,13 0 0,-11-1 45,0-2-1,-26-6 1,-32-4-1544,68 13-5327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24575,'-4'-14'0,"-1"-1"0,-6-25 0,36 114 0,-9-19 0,3-2 0,26 53 0,60 97 0,-82-162 0,4 12 0,-3 0 0,19 58 0,-39-101 0,-2-3 0,-10-15 0,-16-29-1365,17 24-5461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24575,'20'-5'0,"12"-5"0,3 1 0,-3 0 0,-3 3 0,-4 0 0,-5 0 0,-5-1 0,-5 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29 24575,'-1'-2'0,"-14"-16"0,15 18 0,0-1 0,-1 0 0,1 1 0,-1-1 0,0 1 0,1-1 0,-1 1 0,1-1 0,-1 1 0,0-1 0,0 1 0,1 0 0,-1-1 0,0 1 0,1 0 0,-1 0 0,0-1 0,0 1 0,0 0 0,1 0 0,-2 0 0,1 0 0,1 1 0,0-1 0,-1 1 0,1-1 0,0 1 0,0-1 0,0 1 0,-1-1 0,1 1 0,0-1 0,0 1 0,0-1 0,0 1 0,0-1 0,0 1 0,0 0 0,0-1 0,0 1 0,0-1 0,1 1 0,-1-1 0,0 1 0,0-1 0,0 1 0,1 0 0,5 16 0,-5-14 0,49 109 0,101 166 0,-146-271-118,23 45-1129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 24575,'2'-5'0,"-2"2"0,1 1 0,-1-1 0,1 0 0,0 1 0,0 0 0,2-5 0,-3 7 0,0 0 0,0 0 0,0 0 0,0 0 0,0 0 0,0 0 0,0 0 0,1 0 0,-1 0 0,0 0 0,0 0 0,0 0 0,0 0 0,0 0 0,0 0 0,0 0 0,0 0 0,0 0 0,0 0 0,0 0 0,0 0 0,0 0 0,0 0 0,0 0 0,0 0 0,1 0 0,-1 0 0,0 0 0,0 0 0,0 0 0,0 0 0,0 0 0,0 0 0,0 0 0,0 0 0,0 0 0,0 0 0,0 0 0,0 0 0,0 0 0,0 0 0,0 0 0,0 0 0,0 0 0,0 0 0,1 0 0,-1 0 0,0 0 0,0 1 0,0-1 0,0 0 0,0 0 0,0 0 0,0 0 0,0 0 0,0 0 0,0 0 0,0 0 0,0 0 0,0 0 0,0 0 0,2 8 0,-1 7 0,-2 3 0,0 0 0,-2 0 0,0-1 0,-2 1 0,-10 29 0,-7 28 0,18-56 0,1-1 0,1 1 0,0 0 0,2 0 0,0 0 0,1 1 0,0-2 0,2 1 0,0 0 0,2 0 0,0-1 0,1 0 0,0 0 0,2 0 0,13 24 0,-7-20-114,1-1 1,1 0-1,1-1 0,0-1 0,1-1 1,1 0-1,1-2 0,1 0 0,0-1 1,1-1-1,33 15 0,-42-23-6712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76 205 24575,'32'-38'0,"-18"25"0,-2-2 0,0 0 0,0 0 0,17-33 0,-29 47 0,1 0 0,0-1 0,-1 1 0,1-1 0,-1 1 0,0 0 0,1-1 0,-1 1 0,0-1 0,0 1 0,0-1 0,0 1 0,0-1 0,0 1 0,0-1 0,-1 1 0,1 0 0,0-1 0,-1 1 0,1-1 0,-2-1 0,1 2 0,-1-1 0,1 0 0,-1 0 0,1 1 0,-1-1 0,1 1 0,-1 0 0,0-1 0,0 1 0,0 0 0,0 0 0,-4-1 0,1 0 0,0 0 0,-1 1 0,1 0 0,0 0 0,-1 0 0,1 1 0,-1-1 0,1 1 0,-1 1 0,-10 1 0,11-1 0,0 1 0,0-1 0,1 1 0,-1 0 0,1 1 0,-1-1 0,1 1 0,0 0 0,0 0 0,0 0 0,0 0 0,0 1 0,1-1 0,0 1 0,0 0 0,0 0 0,0 1 0,0-1 0,1 1 0,-3 7 0,2-5 0,2 0 0,-1 0 0,1 0 0,0 0 0,0 0 0,1 0 0,0 0 0,1 0 0,-1 0 0,1 0 0,1 0 0,-1 0 0,1 0 0,3 8 0,0-4 0,0 0 0,1-1 0,-1 0 0,2 0 0,0-1 0,0 1 0,1-1 0,-1-1 0,2 0 0,0 0 0,0 0 0,0-1 0,11 6 0,-7-6 0,-1 0 0,1-1 0,0-1 0,0 0 0,1-1 0,0 0 0,0-1 0,0 0 0,0-1 0,20 0 0,-21-2-120,-4 0 204,-1 0 1,15-2-1,-21 2-178,0 0 1,0-1-1,0 1 1,1-1-1,-1 0 0,0 0 1,0 0-1,0 0 0,0 0 1,-1 0-1,1 0 0,0-1 1,0 1-1,-1-1 1,3-1-1,2-6-6732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24575,'7'17'0,"0"-1"0,18 30 0,5 10 0,47 87 0,-52-100 0,-1 1 0,28 74 0,-49-109 0,-1-6 0,-1 1 0,0-1 0,0 0 0,0 0 0,0 0 0,0 7 0,-1-10 0,0 1 0,0 0 0,-1-1 0,1 1 0,0 0 0,0-1 0,0 1 0,-1-1 0,1 1 0,0 0 0,-1-1 0,1 1 0,-1-1 0,1 1 0,-1-1 0,1 1 0,-1-1 0,1 1 0,-1-1 0,1 0 0,-1 1 0,1-1 0,-1 0 0,0 1 0,1-1 0,-1 0 0,0 0 0,1 0 0,-1 1 0,0-1 0,1 0 0,-1 0 0,0 0 0,1 0 0,-1 0 0,0 0 0,1 0 0,-1-1 0,-1 1 0,-1-1 0,-1 1 0,0-1 0,0 0 0,1 0 0,-1-1 0,0 1 0,1-1 0,-1 0 0,1 0 0,0 0 0,0 0 0,-1 0 0,2-1 0,-1 0 0,-5-5 0,-1-3 0,0 0 0,-14-25 0,19 29 36,1 0 0,-5-15-1,1 2-1507,3 10-5354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24575,'3'-5'0,"0"1"0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24575,'0'3'0,"0"0"0,1 0 0,0 0 0,0 1 0,0-1 0,0 0 0,0 0 0,1-1 0,0 1 0,-1 0 0,1 0 0,0-1 0,0 1 0,0-1 0,4 3 0,5 5 0,23 17 0,-32-25 0,6 4 0,1 0 0,-1-1 0,1 0 0,1 0 0,-1-1 0,1 0 0,15 4 0,-22-8 0,0 1 0,0-1 0,0 0 0,0 1 0,0-1 0,0-1 0,0 1 0,0 0 0,0-1 0,0 1 0,0-1 0,0 0 0,-1 0 0,1 0 0,0 0 0,0-1 0,-1 1 0,1-1 0,-1 0 0,1 0 0,-1 1 0,0-1 0,0-1 0,0 1 0,0 0 0,0-1 0,0 1 0,-1 0 0,3-6 0,-1 3 0,-1 1 0,0-1 0,-1 0 0,1 0 0,-1 0 0,0 0 0,-1 0 0,1 0 0,-1 0 0,0 0 0,0 0 0,-1-9 0,1 14 0,0 0 0,-1 0 0,1 0 0,0-1 0,0 1 0,0 0 0,0 0 0,0 0 0,0 0 0,0 0 0,0 0 0,0 0 0,0 0 0,0 0 0,0 0 0,0-1 0,0 1 0,0 0 0,0 0 0,0 0 0,0 0 0,0 0 0,1 0 0,-1 0 0,0 0 0,0 0 0,0 0 0,0 0 0,0-1 0,0 1 0,0 0 0,0 0 0,0 0 0,0 0 0,0 0 0,0 0 0,0 0 0,0 0 0,0 0 0,1 0 0,-1 0 0,0 0 0,0 0 0,0 0 0,0 0 0,0 0 0,0 0 0,0 0 0,0 0 0,0 0 0,0 0 0,1 0 0,-1 0 0,0 0 0,0 0 0,0 0 0,0 0 0,0 0 0,0 0 0,0 0 0,9 5 0,14 14 0,-15-13 0,0 0 0,0-1 0,1 0 0,0 0 0,0 0 0,0-2 0,0 1 0,1-1 0,0 0 0,-1-1 0,1 0 0,0 0 0,0-1 0,0-1 0,0 0 0,16-1 0,-24 1 0,0-1 0,0 1 0,0 0 0,0-1 0,0 1 0,0-1 0,0 0 0,0 1 0,0-1 0,-1 0 0,1 0 0,0 0 0,0-1 0,-1 1 0,1 0 0,-1-1 0,1 1 0,-1-1 0,2-1 0,-2 0 0,1 1 0,-1-1 0,0 0 0,0 1 0,-1-1 0,1 0 0,0 0 0,-1 0 0,1 1 0,-1-1 0,0 0 0,0-4 0,-2-2 0,1-1 0,-1 1 0,0 0 0,-1 0 0,0 0 0,0 0 0,-7-11 0,4 9-341,-1 1 0,0 0-1,-9-9 1,4 6-6485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24575,'16'9'0,"0"-1"0,-1 2 0,0 0 0,-1 1 0,0 0 0,-1 1 0,0 1 0,-1 0 0,0 0 0,-1 2 0,0-1 0,-1 1 0,-1 1 0,-1-1 0,10 26 0,-7-10 0,-2 1 0,-1 0 0,-1 0 0,-2 1 0,-1 0 0,-2 0 0,-2 35 0,-1-59 0,0 0 0,0 0 0,-1 0 0,0 0 0,-1 0 0,0-1 0,0 1 0,-1-1 0,0 0 0,0 0 0,-1 0 0,0-1 0,-7 9 0,5-8 0,-1-1 0,0 1 0,0-2 0,0 1 0,-1-1 0,0 0 0,0-1 0,-1 0 0,1 0 0,-19 5 0,6-3-1365,4-1-5461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31 24575,'-25'-5'0,"-11"-2"0,-2 1 0,3 1 0,6 1 0,4 2 0,4 1 0,4 0 0,4 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24575,'-20'0'0,"-9"0"0,-2 2 0,1 2 0,4-1 0,3 2 0,1 0 0,2 0 0,1-2 0,2-1 0,1-1 0,3-1-8191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979 1 24575,'-102'-1'0,"-137"2"0,149 6 0,-27 1 0,-163-8 0,259 2 0,21-2 0,-1 0 0,1 0 0,0 0 0,0 1 0,0-1 0,0 0 0,0 0 0,-1 0 0,1 0 0,0 0 0,0 0 0,0 0 0,0 0 0,0 0 0,0 0 0,-1 1 0,1-1 0,0 0 0,0 0 0,0 0 0,0 0 0,0 0 0,0 1 0,0-1 0,0 0 0,0 0 0,0 0 0,0 0 0,0 0 0,0 1 0,-1-1 0,1 0 0,0 0 0,0 0 0,1 1 0,8 6 0,24 7 0,0-2 0,60 14 0,-32-9 0,-31-9 0,-14-4 0,0 0 0,0 1 0,-1 1 0,0 0 0,25 15 0,-39-20 0,0-1 0,0 1 0,0 0 0,0 0 0,0 0 0,0 0 0,0 0 0,0 0 0,-1 0 0,1 0 0,0 0 0,-1 0 0,1 0 0,0 1 0,-1-1 0,0 0 0,1 0 0,-1 1 0,0-1 0,1 2 0,-1-1 0,-1 0 0,1 0 0,0 0 0,-1 0 0,1 0 0,-1 0 0,0 0 0,1 0 0,-1 0 0,0 0 0,0-1 0,-2 3 0,-3 4 0,-1 0 0,-1-1 0,1 0 0,-11 8 0,14-12 0,-122 89 0,27-21 0,65-46 0,12-9 0,0 0 0,2 2 0,0 0 0,-18 21 0,32-31 0,-1-1 0,-1 0 0,1-1 0,-16 10 0,0 1 0,23-17 0,0 0 0,0 0 0,0 0 0,-1 0 0,1 0 0,0 0 0,0 1 0,0-1 0,-1 0 0,1 0 0,0 0 0,0 0 0,0 0 0,0 1 0,0-1 0,-1 0 0,1 0 0,0 0 0,0 0 0,0 1 0,0-1 0,0 0 0,0 0 0,0 1 0,0-1 0,0 0 0,0 0 0,0 0 0,0 1 0,0-1 0,0 0 0,0 0 0,0 1 0,0-1 0,0 0 0,0 0 0,0 0 0,0 1 0,0-1 0,0 0 0,0 0 0,0 0 0,0 1 0,1-1 0,11 4 0,19-2 0,-31-2 0,447-26 0,-195 6 0,-157 9 0,-88 9-1365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24575,'0'0'0,"0"0"0,0 0 0,0 0 0,0 0 0,0-1 0,0 1 0,0 0 0,0 0 0,0 0 0,0 0 0,0 0 0,0 0 0,0 0 0,-1 0 0,1 0 0,0-1 0,0 1 0,0 0 0,0 0 0,0 0 0,0 0 0,0 0 0,0 0 0,-1 0 0,1 0 0,0 0 0,0 0 0,0 0 0,0 0 0,0 0 0,0 0 0,-1 0 0,1 0 0,0 0 0,0 0 0,0 0 0,0 0 0,0 0 0,0 0 0,0 0 0,-1 0 0,1 0 0,0 0 0,0 0 0,0 0 0,0 0 0,0 1 0,0-1 0,0 0 0,0 0 0,0 0 0,-1 0 0,1 9 0,5 11 0,0-2 0,1-1 0,1 0 0,1 0 0,0-1 0,14 21 0,-21-36 0,-1 0 0,1 0 0,-1 0 0,1-1 0,0 1 0,-1 0 0,1 0 0,0 0 0,0-1 0,-1 1 0,1 0 0,0-1 0,0 1 0,0-1 0,0 1 0,0-1 0,0 1 0,0-1 0,0 0 0,0 1 0,0-1 0,0 0 0,0 0 0,0 0 0,0 0 0,0 0 0,1 0 0,-1 0 0,2-1 0,-2 0 0,1 0 0,0 0 0,0 0 0,-1 0 0,1-1 0,-1 1 0,1-1 0,-1 1 0,0-1 0,1 0 0,-1 1 0,0-1 0,0 0 0,0 0 0,0-2 0,4-8 0,0-1 0,-1 0 0,2-19 0,7-20 0,-12 50 0,-1 1 0,1 0 0,-1-1 0,1 1 0,-1 0 0,1 0 0,0-1 0,0 1 0,0 0 0,0 0 0,-1 0 0,1 0 0,1 0 0,0-1 0,-1 1 0,0 1 0,0 0 0,-1 0 0,1 0 0,0 0 0,0 0 0,-1 0 0,1 0 0,0 0 0,0 0 0,-1 0 0,1 0 0,0 0 0,0 0 0,-1 1 0,1-1 0,0 0 0,-1 1 0,1-1 0,0 0 0,-1 1 0,1-1 0,-1 1 0,1-1 0,0 1 0,-1-1 0,1 1 0,-1-1 0,1 2 0,14 15 0,23 35 0,-26-35 0,1 1 0,21 21 0,-34-38-72,1 0 1,-1-1-1,1 1 0,0 0 0,0-1 0,-1 1 0,1-1 0,0 1 1,0-1-1,0 1 0,-1-1 0,1 1 0,0-1 0,0 0 0,0 1 1,0-1-1,0 0 0,1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24575,'-8'-2'0,"-4"-2"0,-4 1 0,0 1 0,-1 0 0,0 1 0,0 0 0,1 1 0,1 0 0,0 0 0,3-2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27 24575,'-30'-7'0,"-13"-3"0,-1 3 0,7 5 0,9 3-8191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24575,'-12'6'0,"0"0"0,0 1 0,1 1 0,0 0 0,-17 16 0,25-22 0,1 1 0,0-1 0,0 1 0,0 0 0,1 0 0,-1 0 0,1-1 0,-1 1 0,1 1 0,0-1 0,0 0 0,-1 5 0,2-5 0,0-1 0,0 1 0,0 0 0,1-1 0,-1 1 0,1-1 0,0 1 0,-1-1 0,1 1 0,0-1 0,0 1 0,1-1 0,-1 0 0,0 1 0,1-1 0,-1 0 0,1 0 0,2 2 0,2 2 0,1 0 0,0 0 0,1-1 0,-1 0 0,1 0 0,0 0 0,16 6 0,-9-6 0,-1 0 0,1-1 0,29 4 0,-37-7 0,0 0 0,0-1 0,0 0 0,0 0 0,0 0 0,1-1 0,12-4 0,-17 4 0,0 0 0,1 0 0,-1-1 0,0 0 0,0 1 0,0-1 0,-1 0 0,1-1 0,0 1 0,-1 0 0,0-1 0,1 1 0,-1-1 0,0 0 0,0 0 0,0 0 0,-1 0 0,2-4 0,-1 2 0,0 0 0,0 0 0,-1 0 0,0-1 0,0 1 0,-1-1 0,1 1 0,-1 0 0,-1-1 0,1 1 0,-1-1 0,1 1 0,-2 0 0,1-1 0,0 1 0,-1 0 0,0 0 0,-1 0 0,1 0 0,-1 0 0,-5-8 0,4 8 0,0 0 0,-1 0 0,1 0 0,-1 1 0,0-1 0,0 1 0,0 0 0,0 1 0,-1-1 0,0 1 0,0 0 0,0 1 0,0-1 0,0 1 0,0 0 0,-1 1 0,-11-2 0,0 2-1365,2 1-5461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119 149 24575,'-1'0'0,"1"0"0,-1 1 0,1-1 0,-1 0 0,1 0 0,-1 1 0,1-1 0,-1 0 0,1 1 0,0-1 0,-1 0 0,1 1 0,-1-1 0,1 1 0,0-1 0,-1 1 0,1-1 0,0 1 0,-1-1 0,1 1 0,0-1 0,0 1 0,0-1 0,-1 1 0,1-1 0,0 1 0,0-1 0,0 1 0,0 0 0,0-1 0,0 1 0,0-1 0,0 1 0,0 0 0,0-1 0,1 1 0,3 24 0,-4-24 0,5 17 0,1 0 0,1 0 0,1 0 0,0 0 0,15 22 0,-72-111 0,-8-11 0,47 66 0,0-1 0,2 0 0,-8-22 0,11 26 0,2 5 0,0 1 0,1-1 0,0 0 0,0 1 0,-1-17 0,3 24 0,0 0 0,0 0 0,0 0 0,0-1 0,0 1 0,0 0 0,0 0 0,0 0 0,0 0 0,0-1 0,0 1 0,0 0 0,0 0 0,0 0 0,0 0 0,0-1 0,0 1 0,0 0 0,1 0 0,-1 0 0,0 0 0,0 0 0,0-1 0,0 1 0,0 0 0,0 0 0,1 0 0,-1 0 0,0 0 0,0 0 0,0 0 0,0 0 0,0 0 0,1 0 0,-1-1 0,0 1 0,0 0 0,0 0 0,0 0 0,1 0 0,8 4 0,9 12 0,-16-14 0,9 8 0,13 11 0,46 34 0,-61-49 0,0-1 0,0 0 0,1 0 0,0-1 0,0 0 0,0-1 0,0 0 0,1-1 0,15 2 0,-20-3 0,1-1 0,0 0 0,0 0 0,0 0 0,0-1 0,9-2 0,-14 3 0,-1-1 0,1 1 0,0-1 0,0 0 0,-1 0 0,1 0 0,0 0 0,-1 0 0,1 0 0,-1-1 0,0 1 0,1 0 0,-1-1 0,0 1 0,0-1 0,0 1 0,0-1 0,0 0 0,0 1 0,0-1 0,-1 0 0,1 0 0,0 0 0,-1 1 0,0-1 0,1 0 0,-1-3 0,0-6 0,-1-24 0,0 26 0,1 0 0,-1 0 0,3-16 0,0 27 0,-1 0 0,1 0 0,-1 0 0,0 0 0,1 1 0,0 3 0,16 32 0,2-1 0,1-2 0,2 0 0,1-1 0,34 37 0,-54-67-227,0 1-1,0 0 1,0 0-1,-1 1 1,5 7-1,-4-1-6598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24575,'23'2'0,"-1"1"0,0 0 0,1 2 0,40 13 0,-56-15 0,0 0 0,0 1 0,0 0 0,0 0 0,-1 0 0,1 1 0,-1 0 0,0 0 0,-1 0 0,1 1 0,-1 0 0,0 0 0,0 0 0,-1 1 0,0-1 0,0 1 0,5 12 0,-4-2 0,0 0 0,0 1 0,3 31 0,-7-37 0,-1 0 0,1 0 0,-2 0 0,0 0 0,0 0 0,-6 20 0,6-29 0,0 0 0,0 0 0,0 0 0,-1 0 0,1 0 0,-1 0 0,0 0 0,0 0 0,0-1 0,0 1 0,0-1 0,0 1 0,-1-1 0,1 0 0,-1 0 0,0 0 0,0 0 0,0 0 0,0-1 0,0 1 0,0-1 0,0 0 0,-4 1 0,0-1 0,1 0 0,-1-1 0,1 1 0,-1-1 0,1-1 0,0 1 0,-1-1 0,1-1 0,0 1 0,-1-1 0,-6-3 0,-3 0 0,1-2 0,0 0 0,0-1 0,1 0 0,0-1 0,1 0 0,-19-18 0,26 21 0,0 0 0,1 0 0,0-1 0,0 1 0,1-1 0,-1-1 0,2 1 0,-1 0 0,1-1 0,0 0 0,0 0 0,1 0 0,0 0 0,1 0 0,0 0 0,0-16 0,1 18 0,0 0 0,1 0 0,0 0 0,0 0 0,1 1 0,-1-1 0,1 0 0,1 1 0,-1 0 0,1-1 0,0 1 0,0 0 0,0 0 0,6-6 0,-7 9 0,1-1 0,-1 1 0,1 0 0,-1-1 0,1 1 0,0 0 0,0 1 0,0-1 0,0 0 0,0 1 0,0 0 0,1 0 0,-1 0 0,0 0 0,1 0 0,-1 1 0,0-1 0,1 1 0,-1 0 0,1 0 0,-1 0 0,0 1 0,1-1 0,-1 1 0,7 1 0,7 6-1365,-1 0-5461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32 24575,'0'-2'0,"0"1"0,0-1 0,0 1 0,0-1 0,0 1 0,1-1 0,-1 1 0,0-1 0,1 1 0,-1-1 0,1 1 0,0 0 0,-1-1 0,1 1 0,0 0 0,0-1 0,0 1 0,0 0 0,0 0 0,0 0 0,2-2 0,0 3 0,-4 4 0,-5 5 0,-1-2 0,-1-1 0,0 0 0,0 0 0,0-1 0,-18 9 0,-49 16 0,36-18 0,29-9 0,0-1 0,0 1 0,0 1 0,1 0 0,-1 0 0,-12 9 0,22-13 0,-1 0 0,1 0 0,0 1 0,-1-1 0,1 0 0,0 1 0,-1-1 0,1 0 0,0 1 0,-1-1 0,1 0 0,0 1 0,0-1 0,-1 0 0,1 1 0,0-1 0,0 1 0,0-1 0,0 1 0,-1-1 0,1 1 0,0-1 0,0 0 0,0 1 0,0-1 0,0 1 0,0 0 0,1 0 0,-1-1 0,0 1 0,1 0 0,-1-1 0,1 1 0,-1-1 0,1 1 0,0-1 0,-1 1 0,1-1 0,-1 1 0,1-1 0,0 0 0,-1 1 0,2-1 0,27 9 0,128 10 0,-91-13 0,120 28 0,-184-34-136,1 1-1,-1 0 1,0 0-1,1 0 1,-1 0-1,0 0 1,0 0-1,0 0 0,3 4 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24575,'0'2'0,"2"1"0,4 1 0,3-2 0,3 3 0,1-1 0,4 2 0,2 0 0,2-1 0,0 2 0,0-2 0,0 0 0,0-2 0,-2-1 0,-3 1 0,-3 1 0,-3-1-8191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24575,'1'16'0,"2"0"0,0 0 0,1 0 0,0-1 0,1 1 0,14 27 0,-17-37 0,1-1 0,0 0 0,0 0 0,0 0 0,0 0 0,1-1 0,0 1 0,0-1 0,0 0 0,6 5 0,-9-9 0,-1 0 0,0 0 0,1 1 0,-1-1 0,1 0 0,-1 0 0,0 1 0,1-1 0,-1 0 0,1 0 0,-1 0 0,1 0 0,-1 0 0,1 0 0,-1 0 0,0 1 0,1-1 0,-1-1 0,1 1 0,-1 0 0,1 0 0,-1 0 0,1 0 0,-1 0 0,1 0 0,-1 0 0,0-1 0,1 1 0,-1 0 0,1-1 0,0 0 0,0 0 0,0 0 0,-1 0 0,1 0 0,-1 0 0,1 0 0,-1 0 0,1 0 0,-1 0 0,0-1 0,1-1 0,0-6 0,0 0 0,-1-14 0,0 19 0,-1-20 0,2 1 0,1-1 0,1 1 0,7-31 0,-9 52 0,-1 0 0,1 0 0,0 0 0,0 0 0,0 0 0,0 0 0,0 0 0,0 0 0,0 0 0,1 0 0,-1 0 0,1 1 0,0-1 0,-1 1 0,1-1 0,0 1 0,0 0 0,2-2 0,-1 2 0,0 0 0,1 0 0,-1 0 0,0 1 0,0-1 0,0 1 0,0 0 0,1-1 0,-1 2 0,0-1 0,5 1 0,4 2 0,-1 0 0,0 1 0,1 0 0,-2 0 0,1 2 0,10 5 0,2 4 0,0 0 0,-2 2 0,1 1 0,-2 0 0,-1 1 0,23 29 0,-38-44 15,-1 1 0,0 0 0,0 0 0,0 1 0,-1-1 0,1 0 0,1 7 0,-4-9-98,1-1 1,-1 1-1,1-1 1,-1 1-1,0 0 1,0-1-1,0 1 1,0 0-1,0-1 1,0 1-1,-1-1 1,0 1-1,1 0 1,-1-1-1,0 1 1,0-1-1,-3 5 1,-3 2-6744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 24575,'-15'-21'0,"13"31"0,0 0 0,-8 18 0,6-21 0,0 0 0,0 0 0,-1 0 0,0 0 0,0-1 0,0 0 0,-1 0 0,0-1 0,0 1 0,-1-1 0,1-1 0,-1 1 0,0-1 0,-12 5 0,-8 2 0,-1-1 0,-50 10 0,24-6 0,51-14 0,1 1 0,-1 0 0,0 0 0,0 1 0,-4 2 0,7-4 0,-1 0 0,1 0 0,0 1 0,0-1 0,-1 0 0,1 0 0,0 0 0,0 1 0,0-1 0,0 0 0,-1 0 0,1 1 0,0-1 0,0 0 0,0 0 0,0 1 0,0-1 0,0 0 0,0 0 0,0 1 0,-1-1 0,1 0 0,0 1 0,0-1 0,0 0 0,1 1 0,-1 0 0,0-1 0,1 1 0,-1-1 0,1 1 0,-1-1 0,1 1 0,-1-1 0,1 1 0,0-1 0,-1 1 0,1-1 0,0 0 0,-1 1 0,1-1 0,0 0 0,0 1 0,15 3 0,0 0 0,0 0 0,0-2 0,24 2 0,-22-3 0,12 2 0,51 3 0,157 35 0,-232-40-341,0 1 0,0 0-1,8 4 1,-4 1-6485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24575,'18'5'0,"8"2"0,4 2 0,1-1 0,-4 2 0,0-2 0,-3 1 0,-3-2 0,-3-1 0,-1 0 0,-1 0 0,-4-2-8191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0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56 207 24575,'9'9'0,"0"1"0,-1 1 0,0 0 0,0 0 0,-2 0 0,1 1 0,-1 0 0,-1 0 0,0 0 0,5 22 0,-3-5 0,-4-15 0,0-1 0,1 0 0,8 19 0,0-14 0,-8-13 0,-8-14 0,-46-108 0,-45-116 0,92 225 0,-6-17 0,-11-47 0,20 72 0,0-1 0,0 1 0,0-1 0,0 0 0,0 1 0,-1-1 0,1 1 0,0-1 0,0 1 0,0-1 0,1 1 0,-1-1 0,0 0 0,0 1 0,0-1 0,0 1 0,0-1 0,1 0 0,-1 1 0,1 0 0,-1 0 0,0 0 0,1 0 0,-1 0 0,0 0 0,1 0 0,-1 0 0,0 0 0,0 0 0,1 0 0,-1 0 0,0 1 0,1-1 0,-1 0 0,0 0 0,0 0 0,1 0 0,-1 1 0,0-1 0,0 0 0,0 0 0,1 1 0,-1-1 0,16 21 0,-14-19 0,15 21 0,1 0 0,1-1 0,1-2 0,1 0 0,1-1 0,0-1 0,31 19 0,-35-26 0,-2 0 0,0-2 0,23 11 0,-35-18 0,0-1 0,0 1 0,1-1 0,-1 0 0,1 0 0,-1 0 0,1-1 0,-1 1 0,1-1 0,0 0 0,-1-1 0,1 1 0,-1-1 0,9-2 0,-10 2 0,0-1 0,0 0 0,0 0 0,0 0 0,0-1 0,0 1 0,0-1 0,-1 1 0,0-1 0,1 0 0,-1 0 0,0 0 0,0 0 0,-1-1 0,1 1 0,-1 0 0,1-1 0,-1 1 0,1-7 0,2-5 0,-1-1 0,-1 0 0,1-17 0,-3 11 0,-1 16 0,1-1 0,1 0 0,-1 0 0,3-7 0,-3 13 0,0 1 0,0 0 0,0-1 0,0 1 0,0 0 0,0-1 0,0 1 0,0 0 0,0-1 0,0 1 0,0 0 0,0-1 0,1 1 0,-1 0 0,0-1 0,0 1 0,0 0 0,1 0 0,-1-1 0,0 1 0,0 0 0,1 0 0,-1-1 0,0 1 0,0 0 0,1 0 0,-1 0 0,0 0 0,1-1 0,-1 1 0,0 0 0,1 0 0,-1 0 0,0 0 0,1 0 0,-1 0 0,0 0 0,1 0 0,-1 0 0,0 0 0,1 0 0,-1 0 0,0 0 0,1 0 0,-1 0 0,0 0 0,1 1 0,-1-1 0,0 0 0,1 0 0,-1 0 0,0 0 0,0 1 0,1-1 0,-1 0 0,0 0 0,1 1 0,-1-1 0,0 0 0,0 1 0,16 19 0,-15-17 0,136 198 0,-119-177 0,2 2 0,-2 2 0,24 44 0,-32-42-1365,-8-17-5461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 24575,'52'-1'0,"59"3"0,-102-1 0,0 2 0,0-1 0,-1 1 0,1 1 0,-1-1 0,0 1 0,0 1 0,0-1 0,0 2 0,-1-1 0,0 1 0,10 10 0,-13-11 0,1 0 0,-1 0 0,-1 0 0,1 0 0,-1 1 0,0 0 0,0 0 0,-1 0 0,0 0 0,0 0 0,0 0 0,1 10 0,-3-14 0,1 1 0,-1-1 0,0 0 0,0 0 0,0 1 0,0-1 0,-1 0 0,1 1 0,-1-1 0,1 0 0,-1 0 0,0 0 0,0 0 0,0 0 0,0 0 0,0 0 0,0 0 0,-1 0 0,1 0 0,-1 0 0,1-1 0,-1 1 0,1 0 0,-1-1 0,0 0 0,0 1 0,0-1 0,0 0 0,0 0 0,0 0 0,0 0 0,0 0 0,0-1 0,-1 1 0,1-1 0,0 1 0,-4-1 0,-12 2 0,1-1 0,-1 0 0,0-1 0,1-2 0,-1 1 0,0-2 0,1 0 0,0-1 0,0-1 0,0-1 0,0 0 0,1-1 0,-27-16 0,40 20 0,0 1 0,0-1 0,1 0 0,-1 0 0,1 0 0,-1 0 0,1 0 0,0 0 0,0-1 0,1 1 0,-1-1 0,1 1 0,-1-1 0,1 0 0,0 0 0,1 1 0,-1-1 0,1 0 0,-1 0 0,1 0 0,0 0 0,1 1 0,-1-1 0,1 0 0,-1 0 0,1 0 0,3-7 0,-2 8 9,-1 0 1,1-1-1,0 1 0,0 0 0,1 0 1,-1 0-1,1 0 0,-1 0 0,1 1 0,0-1 1,0 1-1,4-3 0,-1 2-221,0 0 0,-1 0 0,1 0-1,0 1 1,0 0 0,9-2 0,-1 1-6614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24575,'7'8'0,"-1"0"0,0 0 0,6 11 0,-8-13 0,0 1 0,1 0 0,-1-1 0,1 0 0,1 0 0,6 6 0,-12-12 0,0 0 0,0 0 0,1 1 0,-1-1 0,0 0 0,0 0 0,1 1 0,-1-1 0,0 0 0,0 0 0,1 0 0,-1 1 0,0-1 0,1 0 0,-1 0 0,0 0 0,1 0 0,-1 0 0,0 0 0,1 0 0,-1 0 0,0 0 0,1 0 0,-1 0 0,0 0 0,1 0 0,-1 0 0,0 0 0,1 0 0,-1 0 0,0 0 0,1 0 0,-1 0 0,0 0 0,1-1 0,-1 1 0,0 0 0,1 0 0,-1 0 0,0-1 0,0 1 0,1 0 0,-1 0 0,0-1 0,0 1 0,0 0 0,1-1 0,-1 1 0,0 0 0,0-1 0,0 1 0,0 0 0,0-1 0,0 1 0,0 0 0,1-1 0,-1 1 0,0 0 0,0-1 0,0 1 0,0 0 0,-1-1 0,-1-23 0,-2 11 0,-1 1 0,-1-1 0,-11-17 0,12 22 0,0-1 0,1 1 0,0-1 0,0 1 0,1-1 0,0 0 0,0 0 0,1-1 0,-1-10 0,2 18 0,1 0 0,0 1 0,0-1 0,0 0 0,1 0 0,-1 1 0,0-1 0,1 0 0,-1 1 0,1-1 0,-1 0 0,1 1 0,0-1 0,0 1 0,0-1 0,0 1 0,0-1 0,0 1 0,0-1 0,1 0 0,0 1 0,0 0 0,0 0 0,0 0 0,0 0 0,0 0 0,0 0 0,0 1 0,0-1 0,0 1 0,0 0 0,0-1 0,0 1 0,0 0 0,3 0 0,2 1 0,0 0 0,0 0 0,0 1 0,-1 0 0,1 0 0,0 1 0,-1-1 0,12 8 0,-14-7-170,0 0-1,0 0 0,0 1 1,-1-1-1,1 1 0,-1 0 1,5 7-1,-1 1-6655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72 547 24575,'6'-3'0,"67"-33"0,-65 31 0,0 0 0,0-1 0,0 0 0,-1 0 0,0 0 0,9-11 0,-15 16 0,0-1 0,0 1 0,0 0 0,-1 0 0,1-1 0,0 1 0,-1-1 0,1 1 0,0 0 0,-1-1 0,0 1 0,1-1 0,-1 0 0,0 1 0,0-1 0,0 1 0,0-1 0,0 1 0,0-1 0,0 1 0,0-1 0,-1 1 0,1-1 0,-1 1 0,1-1 0,-1 1 0,1-1 0,-3-2 0,-1-1 0,0 0 0,0 1 0,-1-1 0,1 1 0,-10-7 0,7 5 0,5 5 0,1 0 0,-1 0 0,1 1 0,-1-1 0,0 0 0,1 1 0,-1-1 0,0 1 0,0-1 0,0 1 0,1 0 0,-5 0 0,-23 2 0,12 0 0,11-2 0,0 1 0,0-1 0,0 2 0,0-1 0,0 1 0,0 0 0,1 0 0,-1 0 0,1 1 0,-1 0 0,-8 6 0,12-7 0,0-1 0,0 1 0,0 0 0,1-1 0,-1 1 0,1 0 0,-1 0 0,1 0 0,0 0 0,-1 1 0,1-1 0,0 0 0,1 0 0,-1 1 0,0-1 0,1 0 0,-1 1 0,1-1 0,0 0 0,0 1 0,0-1 0,0 1 0,0-1 0,0 1 0,1-1 0,-1 0 0,1 1 0,-1-1 0,1 0 0,0 1 0,2 3 0,1 0 0,1 1 0,-1 0 0,1-1 0,0 0 0,1 0 0,-1-1 0,1 0 0,1 0 0,-1 0 0,0 0 0,1-1 0,13 6 0,-2-2 0,-1-1 0,2-1 0,-1 0 0,22 3 0,-39-8 0,1-1 0,-1 0 0,1 0 0,-1 1 0,1-1 0,-1 0 0,1 0 0,-1 0 0,0 0 0,1-1 0,-1 1 0,1 0 0,-1-1 0,1 1 0,-1-1 0,0 1 0,1-1 0,-1 0 0,0 1 0,0-1 0,1 0 0,-1 0 0,0 0 0,0 0 0,0 0 0,0 0 0,0 0 0,0 0 0,0 0 0,-1-1 0,1 1 0,0 0 0,-1-1 0,1 1 0,-1 0 0,1-1 0,0-2 0,0-4 0,0-1 0,0 0 0,-1 0 0,0 1 0,-2-11 0,2 11 0,-4-26 0,-1 0 0,-19-64 0,-31-64 0,37 115 0,-20-52 0,38 99 0,0-1 0,0 0 0,-1 1 0,1-1 0,0 1 0,0-1 0,0 1 0,-1-1 0,1 1 0,0-1 0,0 1 0,-1-1 0,1 1 0,0-1 0,-1 1 0,1 0 0,-1-1 0,1 1 0,0 0 0,-1-1 0,1 1 0,-1 0 0,0-1 0,0 1 0,1 0 0,-1 1 0,1-1 0,0 0 0,-1 1 0,1-1 0,0 0 0,-1 1 0,1-1 0,0 1 0,-1-1 0,1 0 0,0 1 0,0-1 0,-1 1 0,1-1 0,0 1 0,0-1 0,0 1 0,0 0 0,-5 29 0,6-11 0,2-1 0,0 1 0,1-1 0,1 0 0,0 0 0,2-1 0,10 22 0,-8-22 0,1-1 0,0 0 0,1 0 0,24 24 0,-8-13 0,41 33 0,-36-36 0,0-2 0,58 31 0,-64-40 0,0-2 0,0-1 0,1 0 0,41 7 0,-63-16 0,0-1 0,0 1 0,0-1 0,0 0 0,0 0 0,1 0 0,-1-1 0,0 0 0,0 0 0,0 0 0,5-2 0,-8 1 0,1 1 0,0 0 0,-1-1 0,0 1 0,1-1 0,-1 0 0,0 1 0,0-1 0,0 0 0,0-1 0,0 1 0,0 0 0,-1 0 0,1-1 0,-1 1 0,1-1 0,-1 1 0,0-1 0,0 0 0,0 0 0,0-3 0,1-6 0,0 0 0,-1 0 0,-1 0 0,0 0 0,-2-13 0,2 19 0,-1 1 0,0 0 0,0 0 0,0 0 0,-1 0 0,0 0 0,0 0 0,0 0 0,0 1 0,-1-1 0,0 1 0,0-1 0,0 1 0,-5-4 0,7 6 0,0 1 0,-1 0 0,1-1 0,-1 1 0,1 0 0,-1 0 0,0 0 0,0 0 0,1 0 0,-1 0 0,0 1 0,0-1 0,0 1 0,0-1 0,0 1 0,0 0 0,0-1 0,0 1 0,0 0 0,1 0 0,-1 1 0,0-1 0,0 0 0,0 1 0,0-1 0,0 1 0,0-1 0,0 1 0,1 0 0,-1 0 0,0 0 0,0 0 0,1 0 0,-1 0 0,1 0 0,-1 1 0,-1 1 0,0 1 0,-1 1 0,1-1 0,-1 1 0,1 0 0,1 0 0,-1 0 0,1 0 0,0 1 0,0-1 0,0 1 0,-1 10 0,2-11 0,1 0 0,0 0 0,-1 0 0,2 1 0,-1-1 0,1 0 0,0 0 0,0 0 0,0 0 0,0 1 0,1-2 0,0 1 0,0 0 0,4 6 0,-2-6 0,0 1 0,1-1 0,-1 0 0,1 0 0,0 0 0,1 0 0,-1-1 0,1 0 0,10 5 0,0-1 0,0-1 0,0-1 0,1-1 0,0 0 0,0-1 0,0-1 0,30 2 0,-15-3 0,53-4 0,-84 2 0,1 0 0,0 0 0,0-1 0,-1 1 0,1 0 0,0-1 0,-1 1 0,1-1 0,0 0 0,-1 1 0,1-1 0,-1 0 0,1 0 0,-1 0 0,1 0 0,-1 0 0,0-1 0,0 1 0,1 0 0,-1 0 0,0-1 0,0 1 0,0-1 0,-1 1 0,1-1 0,0 1 0,0-1 0,-1 0 0,1 1 0,-1-1 0,1-3 0,-1-3 0,0 0 0,0 0 0,-1 0 0,0 0 0,-3-13 0,0-2 0,3 16 20,0-1 0,1 1 0,0 0 0,0-1 0,2-11 0,-2 18-59,1-1 0,-1 1 0,0 0 0,0-1 0,1 1 0,-1 0-1,1-1 1,-1 1 0,1 0 0,0 0 0,-1-1 0,1 1 0,0 0 0,0 0 0,0 0 0,0 0 0,0 0 0,0 0-1,0 0 1,0 1 0,0-1 0,1 0 0,-1 0 0,0 1 0,0-1 0,1 1 0,-1-1 0,0 1 0,1 0 0,-1-1 0,0 1-1,1 0 1,-1 0 0,0 0 0,1 0 0,-1 0 0,2 1 0,6 1-6787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54 173 24575,'69'125'0,"-50"-87"0,41 63 0,-48-83 0,18 22 0,-26-38 0,-5-7 0,-5-8 0,-98-163 0,51 93 0,-26-63 0,74 130 0,8 13 0,5 7 0,8 8 0,18 19 0,-23-19 0,1-2 0,0 1 0,17 10 0,86 41 0,-101-56 0,0-1 0,0 0 0,0-1 0,0 0 0,1-1 0,26 1 0,-39-4 0,0 1 0,0-1 0,1-1 0,-1 1 0,0 0 0,0-1 0,1 1 0,-1-1 0,0 1 0,0-1 0,0 0 0,0 0 0,0 0 0,0 0 0,0 0 0,0-1 0,0 1 0,-1-1 0,4-2 0,-3 1 0,-1 1 0,1-1 0,0 0 0,-1 0 0,0-1 0,0 1 0,0 0 0,0 0 0,0 0 0,0-1 0,-1 1 0,1-6 0,0-20 0,-1 0 0,-2 0 0,-8-49 0,9 60 0,1 18 0,0 0 0,0 0 0,1-1 0,-1 1 0,0 0 0,0 0 0,0 0 0,0 0 0,0 0 0,0 0 0,0-1 0,0 1 0,0 0 0,0 0 0,0 0 0,0 0 0,1 0 0,-1 0 0,0 0 0,0 0 0,0 0 0,0-1 0,0 1 0,0 0 0,1 0 0,-1 0 0,0 0 0,0 0 0,0 0 0,0 0 0,0 0 0,0 0 0,1 0 0,-1 0 0,0 0 0,0 0 0,9 7 0,55 71 0,6 7 0,128 110 0,-189-188 40,-1 1 0,8 11 0,-13-16-189,-1 0 1,0 0-1,0 1 1,0-1-1,0 1 1,-1-1-1,1 1 1,-1 0-1,1 7 1,0 1-6678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88 24575,'0'-16'0,"0"9"0,3 21 0,46 163 0,-38-142 0,55 123 0,-66-156 0,8 8 0,-5-9 0,-3-8 0,-3-14 0,-1 0 0,-14-39 0,-22-41 0,16 41 0,10 26 0,1 4 0,2-1 0,-8-34 0,19 65 0,0-1 0,-1 0 0,1 0 0,0 0 0,0 0 0,0 0 0,-1 0 0,1 0 0,0 1 0,0-1 0,0 0 0,1 0 0,-1 0 0,0 0 0,0 0 0,0 0 0,1 0 0,-1 1 0,0-1 0,1 0 0,0-1 0,0 2 0,-1-1 0,1 1 0,0 0 0,-1 0 0,1 0 0,-1 0 0,1 0 0,0 0 0,-1 0 0,1 0 0,0 0 0,-1 0 0,1 0 0,0 0 0,-1 1 0,1-1 0,-1 0 0,1 0 0,-1 1 0,1-1 0,0 0 0,0 1 0,5 3 0,0 1 0,0 0 0,9 9 0,-3-2 0,82 81 0,-71-72 0,2-1 0,31 20 0,-23-19 0,1-2 0,1 0 0,69 24 0,-103-42 0,1-1 0,-1 1 0,0-1 0,0 0 0,1 1 0,-1-1 0,0 0 0,0 0 0,1 0 0,-1 0 0,0 0 0,1 0 0,-1 0 0,0 0 0,1 0 0,-1-1 0,0 1 0,0 0 0,1-1 0,-1 1 0,0-1 0,0 0 0,0 1 0,0-1 0,0 0 0,0 0 0,0 0 0,0 1 0,0-1 0,0 0 0,0 0 0,0-1 0,0 1 0,-1 0 0,1 0 0,-1 0 0,1 0 0,-1-1 0,1 1 0,-1 0 0,1 0 0,-1-1 0,0 1 0,0 0 0,0-3 0,1-4 0,-1 0 0,0 0 0,-1 0 0,0-1 0,0 1 0,-3-9 0,-4-13 0,-1 0 0,-1 0 0,-24-48 0,31 71-124,-1 2 0,1-1 0,-1 0 0,0 1 0,0 0 0,-1 0-1,0 0 1,0 0 0,0 1 0,-8-6 0,2 5-6702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46 24575,'-25'-7'0,"-11"-3"0,-2 0 0,3 3 0,6 1 0,4 3 0,4 1 0,4 1 0,1 4 0,2 0 0,0 1 0,0-1 0,0-1 0,0-1 0,2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27 24575,'-18'-8'0,"-8"1"0,-2 0 0,1 3 0,3 4 0,2 1 0,3 4 0,3 1 0,-2-1 0,0 2 0,-2-1 0,0-1 0,3-2-8191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68 140 24575,'1'10'0,"1"0"0,0 0 0,1 0 0,0 0 0,0 0 0,7 12 0,-8-17 0,6 13 0,1 0 0,0-1 0,1 0 0,1-1 0,0 0 0,1 0 0,14 13 0,-25-29 0,-1 0 0,0 0 0,0 1 0,0-1 0,0 0 0,1 0 0,-1 1 0,0-1 0,0 0 0,0 0 0,1 0 0,-1 0 0,0 1 0,0-1 0,1 0 0,-1 0 0,0 0 0,1 0 0,-1 0 0,0 0 0,0 0 0,1 0 0,-1 0 0,0 0 0,1 0 0,-1 0 0,0 0 0,0 0 0,1 0 0,-1 0 0,0 0 0,1 0 0,2-9 0,-5-15 0,-2 9 0,-1 2 0,-1-1 0,0 0 0,-13-22 0,-39-48 0,25 37 0,16 24 0,9 14 0,1-1 0,1 1 0,0-1 0,0 0 0,1-1 0,-8-20 0,13 31 0,0 0 0,0-1 0,0 1 0,0 0 0,0 0 0,0 0 0,0-1 0,0 1 0,0 0 0,0 0 0,0-1 0,0 1 0,0 0 0,0 0 0,0-1 0,0 1 0,0 0 0,0 0 0,0 0 0,0-1 0,0 1 0,0 0 0,0 0 0,1 0 0,-1-1 0,0 1 0,0 0 0,0 0 0,0 0 0,0-1 0,1 1 0,-1 0 0,0 0 0,0 0 0,0 0 0,0 0 0,1 0 0,-1-1 0,11 4 0,14 12 0,-22-13 0,58 43 0,-39-28 0,2 0 0,33 18 0,18-1 0,-65-30 0,0-1 0,0 0 0,0-1 0,1 0 0,19 1 0,-28-3 0,0 0 0,0-1 0,0 1 0,0 0 0,0-1 0,0 1 0,0-1 0,0 1 0,0-1 0,0 0 0,0 0 0,0 0 0,0 0 0,-1 0 0,1-1 0,0 1 0,-1 0 0,3-3 0,-1 0 0,-1 1 0,0 0 0,0 0 0,-1-1 0,1 1 0,-1-1 0,1 0 0,-1 1 0,1-7 0,-1-2 0,1 1 0,-2-1 0,0 1 0,0-1 0,-4-21 0,4 29 0,3 6 0,5 11 0,11 20 0,1 0 0,1-1 0,37 44 0,-16-23 0,0 6-1365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24575,'0'3'0,"0"2"0,2 5 0,2 4 0,-1 2 0,2 2 0,0 0 0,2-1 0,-1 2 0,2 0 0,-1 0 0,1-1 0,-1-2 0,1 0 0,-1-1 0,1 0 0,-1 0 0,-1-3-8191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24575,'-22'0'0,"-11"0"0,-2 0 0,3 2 0,4 2 0,5 1 0,3 1 0,5-1-8191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24575,'1'4'0,"0"0"0,0 0 0,0-1 0,0 1 0,1 0 0,-1-1 0,1 1 0,2 3 0,2 5 0,17 40 0,21 45 0,7-9 0,-43-62-1365,-5-14-5461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24575,'4'2'0,"-1"1"0,1-1 0,-1 1 0,0 0 0,0 0 0,0 0 0,0 0 0,0 0 0,-1 1 0,4 6 0,3 5 0,7 21 0,-12-26 0,127 312 0,-123-304-26,-4-11-309,-1 0 0,0 1 1,2 8-1,-3-5-6491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62 24575,'-27'-5'0,"-15"-4"0,-2-1 0,1 1 0,5 1 0,5 0 0,5 3 0,4 1 0,5 2 0,2 1 0,2 1 0,1 0 0,0 0 0,0 1 0,0-1 0,3 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20 24575,'-21'-6'0,"-31"-5"0,46 10 0,1 0 0,-1 0 0,1 1 0,-1 0 0,0 1 0,1-1 0,-1 1 0,1 0 0,-1 0 0,1 1 0,-6 1 0,10-2 0,-1 0 0,1-1 0,0 1 0,-1 0 0,1 0 0,0 0 0,0 0 0,-1 0 0,1 0 0,0 0 0,0 0 0,0 0 0,0 1 0,0-1 0,1 0 0,-1 1 0,0-1 0,1 1 0,-1-1 0,1 0 0,-1 1 0,0 2 0,1-1 0,0 0 0,1-1 0,-1 1 0,0 0 0,1-1 0,0 1 0,-1 0 0,1-1 0,0 1 0,0 0 0,3 4 0,0-1 0,0 0 0,1 0 0,-1 0 0,1-1 0,0 0 0,1 1 0,-1-2 0,13 9 0,-12-10 0,0 0 0,0 0 0,0-1 0,1 0 0,-1 0 0,1 0 0,-1-1 0,1 0 0,9 0 0,-13-1 0,-1 0 0,0 0 0,1 0 0,-1-1 0,1 1 0,-1-1 0,0 1 0,1-1 0,-1 0 0,0 0 0,0 0 0,0 0 0,0 0 0,0-1 0,0 1 0,0-1 0,0 1 0,0-1 0,0 0 0,-1 0 0,1 0 0,-1 0 0,0 0 0,1 0 0,-1 0 0,0 0 0,0 0 0,1-5 0,0 1 0,-1 0 0,0 0 0,-1 0 0,1-1 0,-2-8 0,2-9 0,-1 24 0,0 0 0,0 0 0,0 0 0,0 0 0,0 0 0,0-1 0,0 1 0,0 0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0,-1 0 0,0 0 0,0 0 0,0 0 0,0 0 0,0 0 0,0 0 0,0 0 0,0 0 0,0 0 0,0 1 0,5 5 0,3 8 0,7 16-455,2-1 0,24 33 0,-30-47-6371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137 183 24575,'68'312'0,"-66"-298"0,-2-14 0,-1 0 0,1 0 0,0 0 0,0 0 0,0 0 0,-1 0 0,1 0 0,0 0 0,0 0 0,0 0 0,-1 0 0,1 0 0,0 0 0,0 0 0,0 0 0,0-1 0,-1 1 0,1 0 0,0 0 0,0 0 0,0 0 0,0 0 0,-1 0 0,1 0 0,0-1 0,0 1 0,0 0 0,0 0 0,0 0 0,0 0 0,-1 0 0,1-1 0,0 1 0,-17-22 0,16 19 0,-91-136 0,75 109 0,1 0 0,-22-60 0,33 74 0,1 1 0,1-1 0,0 0 0,1 0 0,0 0 0,2-31 0,0 45 0,0 0 0,0-1 0,1 1 0,-1 0 0,1 0 0,-1 0 0,1 0 0,0 0 0,0 0 0,0 0 0,0 0 0,0 1 0,0-1 0,1 0 0,-1 1 0,1-1 0,-1 0 0,4-2 0,-2 3 0,-1-1 0,1 1 0,0 0 0,0 0 0,0 0 0,0 0 0,0 0 0,0 0 0,0 1 0,1 0 0,4-1 0,0 2 0,0-1 0,0 2 0,0-1 0,0 1 0,0 0 0,0 0 0,-1 1 0,1 0 0,10 6 0,-8-2 0,0 0 0,0 1 0,13 12 0,-20-16 0,1 0 0,-1 0 0,1 0 0,-1 0 0,0 0 0,-1 1 0,1-1 0,-1 1 0,0 0 0,3 9 0,-5-12 0,1 0 0,-1 0 0,0 0 0,0-1 0,0 1 0,0 0 0,0 0 0,0 0 0,-1 0 0,1 0 0,-1 0 0,1 0 0,-1 0 0,0 0 0,1-1 0,-1 1 0,0 0 0,-2 1 0,1 0 0,0-1 0,0 0 0,-1 0 0,1 0 0,-1 0 0,1 0 0,-1 0 0,0-1 0,0 1 0,-3 1 0,-4 0 0,-1 0 0,1 0 0,-1-1 0,0 0 0,-15 0 0,3-2-1365,3 0-5461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47 24575,'-4'-3'0,"-10"-7"0,-20-11 0,30 19 0,1 0 0,-1 0 0,0 1 0,1 0 0,-1 0 0,0 0 0,0 0 0,0 0 0,0 1 0,0-1 0,-7 2 0,9-1 0,0 1 0,0-1 0,0 1 0,0 0 0,0 0 0,0 0 0,0 0 0,1 1 0,-1-1 0,0 0 0,1 1 0,-1-1 0,0 1 0,1 0 0,0-1 0,-1 1 0,1 0 0,0 0 0,0 0 0,0 0 0,0 0 0,1 0 0,-1 0 0,0 0 0,0 4 0,-1 5 0,0 0 0,1-1 0,0 20 0,1-25 0,0 0 0,1 0 0,-1 0 0,1 0 0,0 0 0,1 0 0,-1-1 0,1 1 0,0-1 0,0 1 0,4 5 0,-1-2 0,1-1 0,0 1 0,1-2 0,0 1 0,7 5 0,-10-8 0,0-1 0,-1 0 0,1 1 0,-1-1 0,0 1 0,0 0 0,4 8 0,-7-11 0,1 0 0,-1 1 0,1-1 0,-1 0 0,1 1 0,-1-1 0,0 0 0,0 1 0,0-1 0,0 1 0,0-1 0,0 0 0,0 1 0,0-1 0,0 1 0,-1-1 0,1 0 0,-1 1 0,1-1 0,-1 0 0,1 0 0,-1 1 0,0-1 0,0 0 0,1 0 0,-1 0 0,0 0 0,0 0 0,0 0 0,0 0 0,-2 1 0,-3 2 12,0 0-1,0-1 0,0 0 1,0 0-1,0-1 0,0 1 1,-1-1-1,0-1 0,-7 2 1,-11 0-653,-26 0 0,47-3 444,-19 1-6629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77 24575,'-51'-14'0,"-11"-5"0,-2 4 0,-101-12 0,158 26 0,1 1 0,0-1 0,0 2 0,0-1 0,0 1 0,-10 1 0,15-1 0,-1-1 0,1 1 0,0-1 0,0 1 0,0-1 0,0 1 0,0 0 0,0 0 0,0-1 0,0 1 0,0 0 0,0 0 0,1 0 0,-1 0 0,-1 2 0,1-2 0,1 1 0,-1 0 0,1 0 0,-1-1 0,1 1 0,0 0 0,0 0 0,0 0 0,-1 0 0,2-1 0,-1 1 0,0 0 0,1 2 0,0 1 0,1 0 0,0 0 0,0 0 0,0-1 0,0 1 0,1-1 0,0 1 0,0-1 0,0 0 0,0 0 0,1-1 0,0 1 0,-1-1 0,1 1 0,0-1 0,1-1 0,6 5 0,9 4 0,0-2 0,35 12 0,-53-21 0,12 5 0,0-1 0,0-1 0,0 0 0,1-1 0,-1 0 0,1-1 0,24-2 0,-38 1 0,1 0 0,-1 0 0,0 0 0,1-1 0,-1 1 0,0 0 0,0-1 0,1 1 0,-1-1 0,0 1 0,0-1 0,0 0 0,0 1 0,0-1 0,0 0 0,0 0 0,0 0 0,0 0 0,0 0 0,0 0 0,0 0 0,-1 0 0,1 0 0,0 0 0,-1 0 0,1-1 0,-1 1 0,1 0 0,-1 0 0,0-1 0,1 1 0,-1-2 0,0-3 0,0 0 0,0 0 0,0-1 0,-1 1 0,-2-9 0,0 0 0,23 40 0,-5-6-455,-1 0 0,28 25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 24575,'-4'0'0,"0"-1"0,1 1 0,-1-1 0,0 1 0,0 0 0,1 0 0,-1 1 0,0-1 0,0 1 0,1 0 0,-7 1 0,9-1 0,0 0 0,0-1 0,0 1 0,-1 0 0,1 0 0,0 0 0,0 0 0,0 0 0,0 0 0,0 0 0,0 0 0,1 0 0,-1 0 0,0 1 0,1-1 0,-1 0 0,0 1 0,1-1 0,0 0 0,-1 1 0,1-1 0,0 0 0,-1 1 0,1-1 0,0 1 0,0-1 0,0 0 0,1 1 0,-1-1 0,0 1 0,0-1 0,2 3 0,0 5 0,1-1 0,1 1 0,-1-1 0,1 0 0,1 0 0,0-1 0,10 13 0,46 47 0,-54-60 0,36 33 0,-29-29 0,0 1 0,-1 1 0,-1 0 0,16 23 0,-27-36 0,-1 1 0,0-1 0,1 0 0,-1 1 0,0-1 0,0 1 0,0-1 0,1 0 0,-1 1 0,0-1 0,0 1 0,0-1 0,0 1 0,0-1 0,0 1 0,0-1 0,0 1 0,0-1 0,0 1 0,0-1 0,0 1 0,0-1 0,0 1 0,0-1 0,0 0 0,-1 1 0,1-1 0,0 1 0,-1 0 0,0 0 0,0-1 0,1 1 0,-1 0 0,0-1 0,0 1 0,0-1 0,0 1 0,-1-1 0,1 0 0,0 1 0,0-1 0,-2 0 0,-5 1 0,-1 0 0,-15-2 0,19 1 0,-26 0-40,19 1-225,1-1 0,-1-1 0,0 0 0,-14-3 0,16 1-6561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24575,'-3'-2'0,"-5"-4"0,-1 1 0,-12-6 0,19 10 0,1 0 0,-1 1 0,0-1 0,1 1 0,-1-1 0,1 1 0,-1 0 0,0-1 0,0 1 0,1 0 0,-1 0 0,0 0 0,1 0 0,-1 0 0,0 1 0,1-1 0,-1 0 0,0 1 0,1-1 0,-1 1 0,-2 1 0,3-1 0,0 0 0,0 0 0,1 0 0,-1 0 0,0 0 0,1 0 0,-1 0 0,0 0 0,1 1 0,0-1 0,-1 0 0,1 0 0,0 0 0,-1 1 0,1-1 0,0 0 0,0 1 0,0-1 0,0 0 0,0 0 0,0 1 0,0-1 0,1 0 0,-1 0 0,0 1 0,2 1 0,0 5 0,2 0 0,6 14 0,-5-14 0,5 12 0,1-1 0,0 0 0,2-1 0,0-1 0,1 1 0,1-2 0,31 28 0,-45-43 0,1-1 0,-1 1 0,0 0 0,0 0 0,0 1 0,0-1 0,0 0 0,0 0 0,-1 0 0,1 0 0,0 1 0,-1-1 0,1 0 0,-1 1 0,1-1 0,-1 1 0,1-1 0,-1 2 0,0-2 0,0 0 0,-1-1 0,1 1 0,0 0 0,-1 0 0,1 0 0,-1-1 0,1 1 0,-1 0 0,1-1 0,-1 1 0,0 0 0,1-1 0,-1 1 0,0-1 0,0 1 0,1-1 0,-1 1 0,0-1 0,0 1 0,1-1 0,-1 0 0,0 0 0,0 1 0,0-1 0,0 0 0,0 0 0,0 0 0,1 0 0,-3 0 0,-14 1 0,0 0 0,0-1 0,1-1 0,-31-5 0,-65-21 0,85 17-1365,18 4-5461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24575,'-16'-23'0,"13"18"0,11 15 0,16 22 0,50 57 0,-66-80 0,1-1 0,0 0 0,0-1 0,1 0 0,0 0 0,0-1 0,16 7 0,-24-11 0,1-1 0,-1-1 0,0 1 0,1 0 0,-1-1 0,1 1 0,-1-1 0,1 1 0,-1-1 0,1 0 0,-1 0 0,1 0 0,-1-1 0,1 1 0,-1-1 0,3 0 0,-3 0 0,0 0 0,0 0 0,-1-1 0,1 1 0,0 0 0,-1-1 0,1 1 0,-1-1 0,0 0 0,1 1 0,-1-1 0,0 0 0,0 0 0,0 0 0,0 0 0,-1 0 0,1 0 0,0 0 0,0-3 0,0-5 0,1-1 0,-2 1 0,1-1 0,-2 1 0,1-1 0,-1 1 0,-5-20 0,-1-18 0,7 47 0,-1 1 0,1-1 0,0 1 0,0 0 0,0-1 0,0 1 0,0-1 0,0 1 0,0-1 0,0 1 0,0-1 0,0 1 0,0 0 0,1-1 0,-1 1 0,0-1 0,0 1 0,0-1 0,0 1 0,1 0 0,-1-1 0,1 0 0,6 5 0,12 21 0,-14-17 0,19 23 0,55 52 0,-64-69 0,0-1 0,1-1 0,1 0 0,0-2 0,31 16 0,-45-25 0,0 0 0,0 0 0,0 0 0,0 0 0,0 0 0,1 0 0,-1-1 0,0 1 0,0-1 0,1 0 0,-1 0 0,0-1 0,5 0 0,-6 1 0,-1-1 0,1 0 0,0 0 0,-1 0 0,1 0 0,-1 0 0,0 0 0,1 0 0,-1 0 0,0 0 0,0-1 0,1 1 0,-1 0 0,0-1 0,0 1 0,0-1 0,-1 1 0,1-1 0,0 0 0,-1 1 0,1-1 0,-1 0 0,1 1 0,-1-1 0,0-3 0,1-11 0,-1 1 0,-1 0 0,0 0 0,-1 0 0,0 0 0,-2 0 0,-6-19 0,4 12 0,6 19 0,1 3 0,5 7 0,6 11 0,6 10 0,31 37 0,-39-53 0,1-1 0,0 0 0,1-1 0,0 0 0,19 11 0,-30-20 0,-1-1 0,1 1 0,0-1 0,0 1 0,0-1 0,0 1 0,0-1 0,0 0 0,0 1 0,0-1 0,0 0 0,0 0 0,0 0 0,0 0 0,0 0 0,0 0 0,0 0 0,0 0 0,0 0 0,0 0 0,-1-1 0,1 1 0,0 0 0,2-1 0,-2 0 0,0 0 0,0-1 0,0 1 0,1 0 0,-1 0 0,-1-1 0,1 1 0,0 0 0,0-1 0,0 1 0,-1-1 0,1 1 0,0-3 0,1-6 0,0 1 0,-1 0 0,0 0 0,-1-11 0,-1 0 0,0 15 0,1 0 0,0-1 0,0 1 0,0 0 0,0 0 0,1-1 0,2-6 0,-3 12 0,0-1 0,0 1 0,0 0 0,0 0 0,1 0 0,-1-1 0,0 1 0,0 0 0,0 0 0,1 0 0,-1 0 0,0 0 0,0 0 0,0-1 0,1 1 0,-1 0 0,0 0 0,0 0 0,1 0 0,-1 0 0,0 0 0,0 0 0,1 0 0,-1 0 0,0 0 0,0 0 0,1 0 0,-1 0 0,0 0 0,0 0 0,1 0 0,-1 1 0,0-1 0,0 0 0,0 0 0,1 0 0,-1 0 0,0 0 0,0 1 0,0-1 0,1 0 0,-1 0 0,0 0 0,0 0 0,0 1 0,0-1 0,0 0 0,1 0 0,-1 1 0,0-1 0,0 0 0,0 0 0,0 1 0,11 14 0,-10-12 0,7 9 0,1 1 0,0-2 0,0 1 0,21 18 0,-29-29 0,0 0 0,-1-1 0,1 1 0,0 0 0,0-1 0,0 1 0,0-1 0,-1 1 0,1-1 0,0 0 0,0 1 0,0-1 0,0 0 0,0 0 0,0 1 0,0-1 0,0 0 0,0 0 0,0 0 0,0 0 0,0 0 0,0-1 0,0 1 0,0 0 0,2-1 0,-2 0 0,0 0 0,1 0 0,-1 0 0,0 0 0,1 0 0,-1-1 0,0 1 0,0-1 0,0 1 0,0 0 0,0-1 0,-1 0 0,2-1 0,1-7 0,0 0 0,0 1 0,2-21 0,-5 27 0,0 0 0,1-1 0,0 1 0,0 0 0,0 0 0,0 0 0,0-1 0,1 1 0,1-3 0,-2 5 0,0 0 0,-1 1 0,1-1 0,0 0 0,0 1 0,-1-1 0,1 1 0,0-1 0,0 0 0,0 1 0,0 0 0,0-1 0,0 1 0,0 0 0,0-1 0,0 1 0,0 0 0,0 0 0,0 0 0,0 0 0,0 0 0,0 0 0,0 0 0,0 0 0,0 0 0,0 1 0,0-1 0,0 0 0,0 1 0,0-1 0,0 0 0,-1 1 0,1-1 0,1 2 0,3 1 0,-1 0 0,0 0 0,0 0 0,0 1 0,6 7 0,11 9 0,-1-5 0,1 0 0,0-2 0,1 0 0,45 18 0,-54-26 0,1 0 0,0-1 0,0-1 0,1 0 0,-1-1 0,0-1 0,1 0 0,-1-1 0,1 0 0,14-3 0,-24 2 0,-1 0 0,0 0 0,0 0 0,0 0 0,0-1 0,0 0 0,0 0 0,0 0 0,0 0 0,-1-1 0,1 1 0,-1-1 0,0 0 0,0 0 0,0 0 0,0 0 0,0-1 0,-1 1 0,1-1 0,-1 1 0,0-1 0,0 0 0,-1 0 0,1 0 0,-1 0 0,0 0 0,0-1 0,0 1 0,0 0 0,-1 0 0,0-1 0,1 1 0,-2 0 0,0-6 0,0-3 0,-1 0 0,-1 0 0,0 0 0,-1 1 0,-8-19 0,9 25 0,1 0 0,-2 0 0,1 0 0,0 1 0,-1 0 0,0 0 0,0 0 0,-1 0 0,1 0 0,-1 1 0,0 0 0,-1 0 0,-5-3 0,9 6 0,0 0 0,0 0 0,-1 0 0,1 0 0,0 1 0,0-1 0,-1 1 0,1 0 0,0 0 0,-1 0 0,1 0 0,0 0 0,-1 0 0,1 1 0,-4 0 0,2 1 0,0-1 0,0 1 0,0 0 0,1 0 0,-1 0 0,1 0 0,-1 1 0,-3 3 0,1 0 0,0 1 0,0-1 0,1 1 0,0 0 0,0 0 0,1 1 0,-7 15 0,9-18 0,0 0 0,0 1 0,1-1 0,0 0 0,0 0 0,1 1 0,-1-1 0,1 1 0,0-1 0,1 0 0,-1 1 0,1-1 0,0 0 0,0 1 0,1-1 0,0 0 0,0 0 0,0 0 0,0 0 0,1-1 0,-1 1 0,7 6 0,-3-3 0,1-1 0,0 0 0,1 0 0,-1-1 0,2 0 0,-1-1 0,0 0 0,1 0 0,0 0 0,0-1 0,13 4 0,42 11 0,96 15 0,-141-30-1365,-5 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75 169 24575,'10'56'0,"4"-1"0,1-1 0,25 56 0,-28-86 0,1-1 0,1 0 0,0-1 0,20 20 0,-27-36 0,-6-12 0,-8-16 0,-125-260 0,96 215 0,-27-71 0,61 133 0,0 1 0,1-1 0,-1 1 0,1-1 0,0 0 0,0 1 0,1-1 0,-1 0 0,1 0 0,0 1 0,1-8 0,-1 12 0,0 0 0,0-1 0,0 1 0,1 0 0,-1 0 0,0-1 0,0 1 0,0 0 0,0-1 0,1 1 0,-1 0 0,0 0 0,0-1 0,0 1 0,1 0 0,-1 0 0,0 0 0,0-1 0,1 1 0,-1 0 0,0 0 0,1 0 0,-1 0 0,0 0 0,0 0 0,1-1 0,-1 1 0,0 0 0,1 0 0,-1 0 0,0 0 0,1 0 0,-1 0 0,0 0 0,1 0 0,-1 0 0,0 0 0,1 1 0,-1-1 0,0 0 0,0 0 0,1 0 0,-1 0 0,0 0 0,1 1 0,-1-1 0,0 0 0,0 0 0,1 1 0,14 12 0,-13-11 0,61 68 0,-41-43 0,41 37 0,-46-49 0,1-1 0,1-1 0,0 0 0,1-1 0,0-2 0,29 12 0,-47-21 0,0-1 0,-1 1 0,1-1 0,0 1 0,0-1 0,0 1 0,-1-1 0,1 0 0,0 0 0,0 0 0,0 0 0,0 0 0,0 0 0,0-1 0,-1 1 0,1 0 0,0-1 0,0 0 0,1 0 0,-1-1 0,0 0 0,0 1 0,0-1 0,0 0 0,0 0 0,-1 0 0,1 0 0,-1-1 0,1 1 0,-1 0 0,0-1 0,2-4 0,0-5 0,0 0 0,0 0 0,-1 0 0,-1 0 0,0 0 0,0-1 0,-3-14 0,3-27 0,-1 53 0,0 0 0,0 0 0,0 0 0,0 0 0,0 0 0,0 0 0,1 0 0,-1 0 0,0 0 0,1 0 0,-1 0 0,1 0 0,-1 1 0,1-1 0,0-2 0,0 3 0,-1 0 0,0 0 0,1 0 0,-1 0 0,0 0 0,1 0 0,-1 0 0,0 0 0,1 0 0,-1 0 0,0 0 0,1 0 0,-1 0 0,0 0 0,1 0 0,-1 0 0,0 0 0,1 0 0,-1 1 0,0-1 0,0 0 0,1 0 0,-1 0 0,0 1 0,1-1 0,-1 0 0,0 0 0,0 0 0,1 1 0,2 3 0,1 0 0,-1 1 0,0-1 0,3 6 0,43 74 0,3-3 0,78 94 0,-61-100-1365,-59-66-5461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26 322 24575,'181'-156'0,"-178"154"0,-1 0 0,0-1 0,1 1 0,-1-1 0,0 0 0,0 0 0,-1 0 0,1 0 0,-1 0 0,1 0 0,0-5 0,-1 6 0,-1-1 0,0 1 0,0 0 0,0 0 0,0 0 0,-1 0 0,1 0 0,0 0 0,-1 0 0,0 0 0,1 0 0,-1 0 0,0 1 0,0-1 0,0 0 0,0 0 0,0 1 0,-1-1 0,-2-3 0,-7-6 0,-1 0 0,0 1 0,-1 0 0,0 0 0,0 2 0,-16-8 0,26 14 0,0 1 0,0-1 0,0 1 0,0 0 0,-1 0 0,1 1 0,0-1 0,-1 1 0,1-1 0,-1 1 0,1 0 0,-1 0 0,1 1 0,0-1 0,-1 1 0,1 0 0,0 0 0,-1 0 0,1 0 0,0 0 0,0 1 0,0-1 0,0 1 0,0 0 0,0 0 0,1 0 0,-1 0 0,1 1 0,-1-1 0,1 1 0,0-1 0,0 1 0,0 0 0,0 0 0,0 0 0,1 0 0,-1 0 0,1 0 0,0 0 0,-1 4 0,2-2 0,-1-1 0,2 0 0,-1 0 0,0 0 0,1 0 0,0 0 0,0 0 0,0 0 0,0 0 0,1 0 0,-1 0 0,1 0 0,0-1 0,0 1 0,5 5 0,2 3 0,1 0 0,22 20 0,-8-12 0,29 18 0,-14-10 0,-17-12 40,2-1 0,28 15 0,-39-24-288,1 0 1,-1-1-1,1 0 1,0-1-1,27 4 1,-28-7-6579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24575,'0'0'0,"0"0"0,0 0 0,0 0 0,0 0 0,0 0 0,0 0 0,0-1 0,0 1 0,0 0 0,0 0 0,0 0 0,0 0 0,0 0 0,0 0 0,1 0 0,-1 0 0,0 0 0,0 0 0,0 0 0,0-1 0,0 1 0,0 0 0,0 0 0,0 0 0,0 0 0,0 0 0,1 0 0,-1 0 0,0 0 0,0 0 0,0 0 0,0 0 0,0 0 0,0 0 0,0 0 0,0 0 0,1 0 0,-1 0 0,0 0 0,0 0 0,0 0 0,0 0 0,0 0 0,0 0 0,0 0 0,0 1 0,0-1 0,0 0 0,1 0 0,-1 0 0,0 0 0,9 5 0,7 8 0,13 14 0,28 36 0,12 12 0,-65-71 0,1 0 0,0 0 0,0 0 0,0 0 0,10 4 0,-14-7 0,0-1 0,0 1 0,0-1 0,1 1 0,-1-1 0,0 1 0,1-1 0,-1 0 0,0 0 0,1 0 0,-1 1 0,1-1 0,-1-1 0,0 1 0,1 0 0,-1 0 0,0 0 0,1-1 0,-1 1 0,0-1 0,0 1 0,1-1 0,-1 1 0,0-1 0,0 0 0,0 0 0,1 1 0,-1-1 0,0 0 0,0 0 0,0-1 0,4-4 0,-2 0 0,1 0 0,-1 0 0,0 0 0,0 0 0,-1-1 0,0 0 0,0 1 0,0-1 0,0-9 0,0-7 0,-2-40 0,0 42 0,0 16-117,0 3 13,0 0 0,0-1 0,0 1 0,0-1 0,-1 1 0,1 0 0,0-1 0,-1 1 0,0 0 0,0-1 0,-2-3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109 156 24575,'2'-18'0,"4"-46"0,-6 59 0,-1-1 0,1 1 0,-1-1 0,0 1 0,0-1 0,0 1 0,-1-1 0,-3-8 0,4 13 0,1 0 0,-1 0 0,0 0 0,1 0 0,-1 0 0,0 0 0,0 0 0,1 1 0,-1-1 0,0 0 0,0 0 0,0 1 0,0-1 0,0 0 0,0 1 0,0-1 0,0 1 0,0 0 0,0-1 0,0 1 0,-1 0 0,-1-1 0,0 1 0,1 0 0,0 1 0,-1-1 0,1 1 0,-1-1 0,1 1 0,0 0 0,-1-1 0,1 1 0,-4 3 0,2-2 0,0 0 0,1 1 0,-1-1 0,1 1 0,-1 0 0,1 0 0,0 1 0,0-1 0,0 1 0,0-1 0,1 1 0,-2 4 0,2-5 0,1 1 0,0-1 0,0 1 0,0 0 0,0-1 0,1 1 0,-1 0 0,1-1 0,0 1 0,0 0 0,0 0 0,1-1 0,-1 1 0,1 0 0,0-1 0,0 1 0,1-1 0,-1 1 0,0-1 0,1 0 0,0 1 0,0-1 0,0 0 0,0 0 0,1 0 0,-1 0 0,1-1 0,-1 1 0,1-1 0,0 0 0,0 1 0,0-1 0,4 1 0,137 66 0,-107-54 0,0-2 0,39 9 0,-71-20-170,-1-1-1,1 0 0,0-1 1,-1 1-1,1-1 0,0 0 1,9-1-1,-4-1-6655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1 0,0-1 0,0 0 0,0 0 0,1 0 0,-1 0 0,0 0 0,1 1 0,-1-1 0,1 0 0,0-1 0,-1 2 0,0 0 0,0 0 0,1 0 0,-1-1 0,0 1 0,1 0 0,-1 0 0,0 0 0,1 0 0,-1 0 0,0 0 0,1-1 0,-1 1 0,0 0 0,1 0 0,-1 0 0,1 0 0,-1 0 0,0 0 0,1 0 0,-1 1 0,0-1 0,1 0 0,-1 0 0,1 0 0,1 1 0,-1 0 0,1 0 0,0 0 0,0 1 0,0-1 0,-1 0 0,1 1 0,-1 0 0,1-1 0,1 4 0,11 17 0,18 41 0,-23-43 0,1-1 0,0 0 0,18 24 0,-27-43 0,-1 1 0,1 0 0,-1 0 0,1-1 0,-1 1 0,1 0 0,0-1 0,0 1 0,-1 0 0,1-1 0,0 1 0,0-1 0,0 1 0,-1-1 0,1 0 0,0 1 0,0-1 0,0 0 0,0 0 0,0 1 0,1-1 0,-1-1 0,0 1 0,0 0 0,0 0 0,-1-1 0,1 1 0,0-1 0,0 1 0,-1-1 0,1 1 0,0-1 0,-1 0 0,1 1 0,0-1 0,-1 0 0,1 1 0,-1-1 0,1 0 0,0-1 0,2-5 0,0 0 0,-1-1 0,1 1 0,1-9 0,-3 10 0,0 0 0,16-52 0,-15 51 0,0 1 0,1-1 0,0 1 0,1 0 0,-1 1 0,8-10 0,-10 13 0,0 1 0,0 0 0,1 0 0,-1-1 0,1 1 0,-1 0 0,1 0 0,0 0 0,-1 1 0,1-1 0,0 0 0,0 1 0,-1-1 0,1 1 0,0-1 0,0 1 0,2 0 0,-1 0 0,0 0 0,1 0 0,-1 1 0,0 0 0,1-1 0,-1 1 0,0 0 0,0 1 0,3 0 0,4 4 0,0 0 0,-1 0 0,0 1 0,14 14 0,3 5-341,-1 2 0,-2 0-1,32 49 1,-45-60-6485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24575,'1'3'0,"-1"-1"0,1 1 0,0 0 0,0-1 0,1 1 0,-1-1 0,2 3 0,1 3 0,73 164 0,-62-128 0,-1 0 0,9 50 0,11 141 0,-33-179 0,-1-56 0,0 0 0,0-1 0,0 1 0,0 0 0,0 0 0,0 0 0,0 0 0,0 0 0,0 0 0,0 0 0,0-1 0,0 1 0,0 0 0,0 0 0,1 0 0,-1 0 0,0 0 0,0 0 0,0 0 0,0 0 0,0-1 0,0 1 0,0 0 0,0 0 0,0 0 0,0 0 0,0 0 0,1 0 0,-1 0 0,0 0 0,0 0 0,0 0 0,0 0 0,0 0 0,0 0 0,0 0 0,0 0 0,1 0 0,-1 0 0,0 0 0,0 0 0,0 0 0,0 0 0,0 0 0,0 0 0,0 0 0,1 0 0,-1 0 0,0 0 0,0 0 0,0 0 0,0 0 0,0 0 0,0 0 0,0 0 0,0 0 0,1 0 0,-1 0 0,0 1 0,0-1 0,0 0 0,0 0 0,0 0 0,0 0 0,0 0 0,0 0 0,0 0 0,0 1 0,6-12 0,-6 11 0,19-40 0,22-39 0,-37 72 0,1-1 0,1 1 0,-1 0 0,1 0 0,1 0 0,-1 1 0,11-8 0,-14 13 0,0-1 0,0 1 0,0-1 0,1 1 0,-1 0 0,0 0 0,1 1 0,-1-1 0,1 1 0,-1-1 0,1 1 0,-1 0 0,1 1 0,-1-1 0,1 0 0,-1 1 0,1 0 0,-1 0 0,0 0 0,0 0 0,1 1 0,2 1 0,9 4 0,-1 2 0,0-1 0,15 14 0,-28-22 0,8 8 30,0 0 0,-1 0 0,10 11 0,-14-15-216,-1 1 1,1 0-1,-1 0 0,0 1 1,0-1-1,-1 0 1,4 12-1,-3-6-6640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24575,'-74'-1'0,"-82"3"0,155-3 0,-1 1 0,0 0 0,1 1 0,-1-1 0,0 0 0,1 0 0,-1 1 0,0-1 0,1 1 0,-1 0 0,1-1 0,-1 1 0,1 0 0,-1 0 0,1 0 0,-1 0 0,-1 2 0,2-2 0,1 0 0,-1 0 0,1 1 0,0-1 0,-1 0 0,1 1 0,0-1 0,-1 0 0,1 1 0,0-1 0,0 0 0,0 1 0,1-1 0,-1 0 0,0 1 0,0-1 0,1 0 0,-1 1 0,1-1 0,-1 0 0,2 3 0,33 68 0,-20-45 0,11 32 0,-6 0-3797,18 100-1,-29-112 5182,-1 0 3697,-6-20-3967,-2-22-1112,0 1-1,1-1 0,0 1 1,-1-1-1,2 1 1,-1-1-1,1 0 1,-1 1-1,2-1 1,3 8-1,-4-11 4,0 0 0,-1-1 0,1 1 0,0-1 0,0 0 0,0 0 0,0 0 0,0 0 0,0 0 0,1 0 0,-1 0 0,0-1 0,0 1 0,1-1 0,-1 0 0,0 1 0,0-1 0,1 0 0,-1 0 0,0-1 0,1 1 0,-1 0 0,3-2 0,-2 2-83,0-1 0,-1 1 0,1-1-1,0 0 1,-1 0 0,1 0 0,0-1 0,-1 1 0,0-1-1,1 1 1,-1-1 0,0 0 0,0 0 0,0 0 0,0 0-1,0 0 1,0 0 0,2-4 0,-1-4-6748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24575,'0'0'0,"0"-1"0,0 0 0,0 0 0,0 1 0,0-1 0,0 0 0,0 0 0,0 1 0,0-1 0,0 0 0,1 0 0,-1 1 0,0-1 0,0 0 0,1 1 0,-1-1 0,0 0 0,1 1 0,-1-1 0,1 0 0,-1 1 0,1-1 0,0 0 0,0 1 0,0 0 0,-1 0 0,1 0 0,0 0 0,0 0 0,-1 0 0,1 0 0,0 0 0,-1 0 0,1 0 0,0 0 0,-1 1 0,1-1 0,0 0 0,-1 1 0,1-1 0,-1 0 0,1 1 0,1 0 0,2 2 0,0 1 0,0 0 0,0 0 0,0 0 0,3 4 0,5 11 0,-7-11 0,0 0 0,0 0 0,1-1 0,0 0 0,1 0 0,-1 0 0,9 6 0,-14-13 0,-1 0 0,0 1 0,1-1 0,-1 0 0,1 0 0,-1 0 0,0 1 0,1-1 0,-1 0 0,1 0 0,-1 0 0,1 0 0,-1 0 0,1 0 0,-1 0 0,0 0 0,1 0 0,-1 0 0,1 0 0,-1 0 0,1 0 0,-1 0 0,1 0 0,-1 0 0,1-1 0,-1 1 0,0 0 0,1 0 0,-1 0 0,1-1 0,-1 1 0,0 0 0,1-1 0,-1 1 0,0 0 0,1-1 0,-1 1 0,0 0 0,0-1 0,1 1 0,-1-1 0,0 1 0,0-1 0,0 1 0,1 0 0,-1-1 0,0 1 0,0-1 0,0 0 0,4-30 0,-3 21 0,0 3 0,0 0 0,0 0 0,1 1 0,0-1 0,0 1 0,6-11 0,-7 15 0,1 0 0,-1 0 0,0 1 0,1-1 0,-1 1 0,1-1 0,0 1 0,0-1 0,-1 1 0,1 0 0,0 0 0,0 0 0,0 0 0,0 0 0,0 1 0,1-1 0,-1 0 0,0 1 0,0 0 0,0-1 0,0 1 0,1 0 0,-1 0 0,4 1 0,0 0 0,0 0 0,0 0 0,0 1 0,0 0 0,0 0 0,0 0 0,-1 1 0,1 0 0,8 6 0,7 7 0,18 17 0,-22-19 0,7 8 0,0 1 0,24 32 0,-48-55 1,0 0 0,0 0 0,0 0 0,0 0-1,0 0 1,0 0 0,0 0 0,0 0 0,0 0 0,0 0 0,0 0-1,0 0 1,0 0 0,0 0 0,0 0 0,-1 0 0,1 0-1,0 0 1,0 0 0,0 0 0,0 0 0,0 0 0,0 0 0,0 0-1,0 0 1,-5-4-706,4 3 23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24575,'15'-7'0,"0"0"0,0 1 0,0 0 0,32-6 0,-40 11 0,-1 0 0,1 1 0,0-1 0,-1 1 0,1 1 0,-1-1 0,1 1 0,-1 0 0,1 1 0,-1 0 0,0 0 0,0 0 0,0 1 0,0-1 0,7 5 0,3 5 0,-1 0 0,-1 1 0,1 0 0,-2 1 0,0 0 0,20 30 0,-27-33 0,0 0 0,0 0 0,-1 0 0,0 1 0,-1-1 0,0 1 0,2 16 0,-2-4 0,-2 0 0,0 43 0,-3-56 0,1 0 0,1 1 0,0-1 0,0 0 0,1 0 0,1 0 0,0 0 0,0 0 0,1-1 0,0 0 0,1 1 0,8 11 0,45 82 0,-49-87 0,-8-16 0,-1 1 0,1-1 0,-1 0 0,1 0 0,-1 0 0,1 0 0,-1 1 0,0-1 0,0 0 0,1 0 0,-1 1 0,0-1 0,0 0 0,0 1 0,0-1 0,-1 0 0,1 0 0,0 1 0,0-1 0,-1 0 0,0 2 0,0-2 0,0 1 0,0-1 0,0 1 0,-1-1 0,1 0 0,-1 1 0,1-1 0,0 0 0,-1 0 0,0 0 0,1 0 0,-1 0 0,-2 0 0,-6 3 0,0-1 0,0-1 0,-1 0 0,-12 1 0,19-2 0,-73 2 108,52-3-844,-35 4-1,44-1-6089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63 239 24575,'2'-6'0,"0"0"0,1 0 0,0 0 0,0 0 0,7-11 0,-7 14 0,0 0 0,-1 0 0,2 0 0,-1 1 0,0-1 0,0 1 0,1 0 0,-1 0 0,1 0 0,7-3 0,9-1 0,37-7 0,-44 11 0,-1 0 0,1-1 0,0 0 0,-1-1 0,0-1 0,0 0 0,20-11 0,-31 15 0,0 1 0,0-1 0,-1 1 0,1-1 0,0 0 0,0 1 0,-1-1 0,1 0 0,0 0 0,-1 0 0,1 1 0,-1-1 0,1 0 0,-1 0 0,1 0 0,-1 0 0,0 0 0,0 0 0,1 0 0,-1 0 0,0 0 0,0 0 0,0 0 0,0 0 0,0 0 0,0 0 0,0 0 0,0 0 0,0 0 0,-1 0 0,1 0 0,0 0 0,-1 0 0,1 1 0,-1-1 0,1 0 0,-1 0 0,1 0 0,-1 0 0,1 1 0,-1-1 0,0 0 0,0 0 0,1 1 0,-2-2 0,-3-2 0,0 0 0,0 0 0,0 1 0,0-1 0,-11-4 0,-2 1 0,1 0 0,-1 1 0,-25-5 0,34 10 0,1-1 0,-1 1 0,1 1 0,-1-1 0,1 2 0,-1-1 0,1 1 0,-1 0 0,-13 4 0,19-4 0,0 1 0,1-1 0,-1 1 0,1-1 0,-1 1 0,1 0 0,-1 0 0,1 0 0,0 0 0,-4 4 0,-15 29 0,3-6 0,15-25 0,1-1 0,-1 1 0,1 0 0,0 1 0,1-1 0,-1 0 0,1 1 0,0-1 0,0 0 0,0 1 0,0-1 0,1 1 0,0 0 0,0-1 0,0 1 0,1-1 0,-1 1 0,1-1 0,0 1 0,0-1 0,1 1 0,-1-1 0,1 0 0,0 0 0,0 0 0,0 0 0,1 0 0,0 0 0,-1-1 0,1 1 0,0-1 0,1 0 0,-1 0 0,1 0 0,-1 0 0,6 3 0,17 7 0,0-1 0,1 0 0,0-2 0,39 9 0,117 15 0,-140-28 0,0-2 0,81-3 0,-120-1-170,0 0-1,0-1 0,0 0 1,0 1-1,0-2 0,0 1 1,4-2-1,3-4-6655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46 24575,'-31'-5'0,"-11"-4"0,-5-1 0,4 2 0,6 2 0,8 2 0,5 1 0,5 2 0,3 4 0,1 0 0,2 1 0,-1 1 0,1 1 0,-1 1 0,3 0-8191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24575,'0'4'0,"1"0"0,0 0 0,0 0 0,1 0 0,-1 0 0,1 0 0,3 5 0,2 6 0,178 428 0,-182-437 0,-1 0 0,0 0 0,0 0 0,0 0 0,1 10 0,-3-15 0,0 0 0,0 0 0,0 0 0,0-1 0,0 1 0,0 0 0,-1 0 0,1 0 0,0 0 0,0 0 0,-1 0 0,1-1 0,-1 1 0,1 0 0,0 0 0,-1-1 0,1 1 0,-1 0 0,0 0 0,0 0 0,-1 0 0,1-1 0,0 1 0,0-1 0,0 1 0,-1-1 0,1 0 0,0 1 0,0-1 0,-1 0 0,1 0 0,0 0 0,0 0 0,-1 0 0,1 0 0,0 0 0,-3-1 0,-4-1 0,-1-1 0,0 1 0,1-1 0,0-1 0,-9-4 0,-39-26 0,30 17 0,24 16 0,-18-10 0,2-1 0,0-1 0,-18-17 0,32 26 0,0 1 0,0-1 0,0 0 0,1-1 0,0 1 0,0-1 0,0 1 0,0-1 0,1 0 0,0 0 0,0 0 0,0 0 0,0-1 0,1 1 0,0 0 0,0-1 0,1 1 0,-1-8 0,1 11 0,1 0 0,-1 0 0,1 0 0,-1 0 0,1 0 0,0 0 0,-1 0 0,1 0 0,0 1 0,0-1 0,1 0 0,-1 1 0,0-1 0,0 0 0,1 1 0,-1 0 0,1-1 0,-1 1 0,1 0 0,0 0 0,0 0 0,-1 0 0,1 0 0,0 0 0,0 0 0,0 1 0,0-1 0,0 1 0,3-1 0,7-1 0,-1 1 0,1 0 0,22 1 0,-21 0 0,2 0-105,43-1-1155,-38-2-5566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24575,'5'-22'0,"5"-8"0,-1 4 0,0 11 0,-1 11 0,0 11 0,-3 9 0,-1 5 0,-2 1 0,-1-3-8191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24575,'1'5'0,"-1"0"0,1 0 0,0 0 0,0 0 0,1 0 0,-1 0 0,1-1 0,4 8 0,23 34 0,-19-34 0,0 0 0,1-1 0,0 0 0,1 0 0,13 8 0,4 1 0,36 19 0,-59-36 0,0 0 0,0-1 0,1 1 0,-1-1 0,1 0 0,-1 0 0,1-1 0,-1 0 0,13 0 0,-17-1 0,1 0 0,-1 0 0,1-1 0,0 1 0,-1-1 0,1 1 0,-1-1 0,0 0 0,1 0 0,-1 0 0,0-1 0,1 1 0,-1 0 0,0-1 0,0 0 0,0 1 0,0-1 0,0 0 0,-1 0 0,1 0 0,0 0 0,-1 0 0,0 0 0,1-1 0,-1 1 0,0 0 0,1-5 0,1-2 0,-1-1 0,-1 0 0,0 1 0,0-1 0,-1 0 0,0 0 0,0 1 0,-1-1 0,-1 0 0,1 0 0,-2 1 0,1 0 0,-1-1 0,-8-15 0,-1 10 0,8 14 0,8 11 0,-1-4 0,1-1 0,0 1 0,0-1 0,0 0 0,0-1 0,1 1 0,0-1 0,0 0 0,0 0 0,0 0 0,1-1 0,11 5 0,-12-5 0,0-1 0,1 0 0,-1 0 0,1 0 0,-1-1 0,1 0 0,0 0 0,-1 0 0,1-1 0,0 0 0,0 0 0,0 0 0,-1-1 0,11-2 0,-14 2 0,0 1 0,-1-1 0,1 0 0,0 0 0,-1 0 0,1 0 0,-1 0 0,1 0 0,-1-1 0,0 1 0,1 0 0,-1-1 0,0 1 0,0-1 0,2-2 0,-2 0 0,1 1 0,-1-1 0,0 1 0,0-1 0,0 1 0,-1-1 0,1-6 0,0 3 0,-2 0 0,1 0 0,-1 0 0,0 0 0,0 0 0,-1 0 0,0 0 0,-2-7 0,-1 6-105,1 0 0,-1 0 0,0 0 0,0 1 0,-1-1 0,0 1 0,-1 1 0,1-1 0,-1 1 0,-1 0 0,1 1 0,-14-8 0,6 5-6721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24575,'15'37'0,"3"-1"0,32 51 0,-47-82 0,0-1 0,1 1 0,0 0 0,-1-1 0,9 7 0,-11-11 0,-1 1 0,1-1 0,-1 1 0,1-1 0,0 0 0,-1 1 0,1-1 0,0 0 0,0 1 0,-1-1 0,1 0 0,0 0 0,0 0 0,-1 0 0,1 0 0,0 0 0,0 0 0,-1 0 0,1 0 0,1 0 0,-1-1 0,0 0 0,0 1 0,0-1 0,0 0 0,0 0 0,0 0 0,-1 1 0,1-1 0,0 0 0,0 0 0,-1 0 0,1 0 0,-1 0 0,1 0 0,-1-1 0,1 1 0,0-2 0,1-7 0,0 0 0,-1 0 0,0 0 0,0 0 0,-2-16 0,1 13 0,0-1 0,0 1 0,5-19 0,-5 28 0,1 1 0,0 0 0,0 0 0,0 0 0,1-1 0,-1 1 0,1 1 0,0-1 0,-1 0 0,1 0 0,1 1 0,-1-1 0,0 1 0,1 0 0,-1-1 0,1 1 0,-1 0 0,5-2 0,-4 3 0,1 0 0,-1 0 0,1 0 0,-1 0 0,1 0 0,0 1 0,-1-1 0,1 1 0,0 0 0,-1 0 0,1 0 0,-1 1 0,1 0 0,0-1 0,-1 1 0,1 0 0,-1 1 0,7 2 0,2 2 0,-1 0 0,0 1 0,-1 0 0,12 9 0,-10-6-136,-1-1-1,0 2 1,-1-1-1,0 2 1,-1-1-1,0 1 1,0 1-1,-2-1 0,10 20 1,-11-14-6690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30 24575,'13'0'0,"-9"1"0,0-1 0,0 0 0,0 0 0,0 0 0,0 0 0,0-1 0,0 0 0,0 0 0,0 0 0,5-2 0,-9 3 0,0 0 0,1 0 0,-1-1 0,0 1 0,0 0 0,0 0 0,0 0 0,0 0 0,0 0 0,0 0 0,0 0 0,0-1 0,0 1 0,0 0 0,0 0 0,0 0 0,0 0 0,0 0 0,0-1 0,0 1 0,0 0 0,0 0 0,0 0 0,0 0 0,0 0 0,0-1 0,0 1 0,0 0 0,0 0 0,0 0 0,0 0 0,0 0 0,0 0 0,0 0 0,0-1 0,0 1 0,-1 0 0,1 0 0,0 0 0,0 0 0,0 0 0,0 0 0,0 0 0,0 0 0,-1 0 0,1 0 0,0 0 0,0-1 0,0 1 0,0 0 0,0 0 0,0 0 0,-1 0 0,1 0 0,0 0 0,0 0 0,0 0 0,0 0 0,0 0 0,-1 0 0,1 0 0,0 0 0,0 1 0,-11-4 0,-22 1 0,-60 3 0,56 0 0,-41-2 0,73 0-170,1 0-1,-1 0 0,0 0 1,0 0-1,1-1 0,-1 0 1,-7-3-1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5 24575,'-1'-1'0,"0"1"0,0-1 0,0 1 0,0-1 0,0 1 0,-1-1 0,1 1 0,0 0 0,0 0 0,0-1 0,-1 1 0,1 0 0,0 0 0,0 0 0,0 0 0,-1 1 0,-1-1 0,-24 6 0,17-3 0,-29 3-30,-1-2 0,1-2 1,-58-3-1,31 0-1216,53 1-5580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940 1 24575,'16'2'0,"-14"1"0,-10 1 0,-7 0 0,1-1 0,-22 2 0,12-2 0,-76 7 0,40-5 0,-7 3 0,-71 4 0,37-4 0,-5-1 0,27 1 0,-3-1 0,63-6 0,-28 6 0,28-4 0,-24 1 0,57-3 0,-1 1 0,17 5 0,8 1 0,55 14 0,123 43 0,-212-63 0,25 7 0,56 28 0,-78-33 0,1 0 0,-1 0 0,-1 1 0,1 0 0,-1 0 0,0 1 0,0 0 0,0 0 0,-1 0 0,0 0 0,0 1 0,7 12 0,-11-16 0,0 0 0,0-1 0,0 1 0,-1 0 0,1 0 0,-1 0 0,1-1 0,-1 1 0,0 0 0,0 0 0,-1 0 0,1 0 0,0 0 0,-2 3 0,1-1 0,-1-1 0,0 1 0,0-1 0,0 1 0,-1-1 0,1 0 0,-7 7 0,2-3 0,-1-1 0,1 0 0,-1 0 0,0-1 0,-1 0 0,0-1 0,-13 7 0,-18 4 0,-51 14 0,63-22 0,-1 1 0,2 1 0,-1 1 0,-48 29 0,64-31 0,1 0 0,0 1 0,1 1 0,0 0 0,-13 21 0,-19 19 0,42-51 0,0 0 0,0 0 0,0 0 0,0 0 0,-1 0 0,1 0 0,0 0 0,0 0 0,0 0 0,0 1 0,0-1 0,0 0 0,-1 0 0,1 0 0,0 0 0,0 0 0,0 0 0,0 1 0,0-1 0,0 0 0,0 0 0,0 0 0,0 0 0,0 0 0,0 1 0,0-1 0,0 0 0,0 0 0,0 0 0,0 0 0,0 1 0,0-1 0,0 0 0,0 0 0,0 0 0,0 0 0,0 1 0,0-1 0,0 0 0,0 0 0,0 0 0,9 0 0,19-7 0,-20 4 0,37-6 0,1 2 0,68-2 0,-77 7 0,562-15-576,-508 26-693,-74-6-5077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24575,'-2'-4'0,"5"6"0,9 15 0,17 25 0,-28-40 0,10 18 0,0 0 0,7 21 0,-15-28 0,-3-11 0,0 0 0,0 0 0,0 0 0,1 0 0,-1-1 0,1 1 0,-1 0 0,1 0 0,0-1 0,0 1 0,-1 0 0,1-1 0,1 1 0,0 1 0,-1-3 0,-1 0 0,1 0 0,-1 0 0,1 0 0,0 0 0,-1 0 0,1 0 0,0 0 0,-1 0 0,1 0 0,0-1 0,-1 1 0,1 0 0,-1 0 0,1-1 0,0 1 0,-1 0 0,1-1 0,-1 1 0,1 0 0,-1-1 0,1 1 0,-1-1 0,0 1 0,1-1 0,-1 1 0,1-1 0,-1 0 0,1 0 0,10-19 0,-11 20 0,64-143 0,-64 142 0,0 1 0,0-1 0,0 1 0,1-1 0,-1 1 0,0-1 0,1 0 0,-1 1 0,0-1 0,1 1 0,-1-1 0,1 1 0,-1-1 0,1 1 0,-1 0 0,1-1 0,-1 1 0,1 0 0,-1-1 0,1 1 0,-1 0 0,1 0 0,0-1 0,-1 1 0,1 0 0,-1 0 0,1 0 0,0 0 0,-1 0 0,1 0 0,0 0 0,-1 0 0,1 0 0,-1 0 0,1 0 0,0 0 0,-1 0 0,1 1 0,0-1 0,-1 0 0,1 0 0,-1 1 0,1-1 0,0 1 0,4 2 0,0 1 0,-1-1 0,1 1 0,4 6 0,2 0 0,81 59 0,-27-22 0,-58-40 119,-7-7-141,0 0-1,0 0 1,0 0 0,-1 0 0,1 0 0,0 0 0,0 0 0,0 0-1,0-1 1,0 1 0,0 0 0,0 0 0,0 0 0,0 0 0,-1 0-1,1 0 1,0 0 0,0 0 0,0 0 0,0 0 0,0 0 0,0 0-1,0 0 1,0 0 0,-1 0 0,1 0 0,0 0 0,0 0 0,0 0-1,0 0 1,0 0 0,0 1 0,0-1 0,0 0 0,-1 0 0,1 0-1,0 0 1,0 0 0,0 0 0,0 0 0,0 0 0,0 0 0,0 0-1,0 0 1,0 0 0,0 1 0,0-1 0,0 0 0,0 0-1,0 0 1,0 0 0,0 0 0,0 0 0,0 0 0,0 0 0,0 1-1,0-1 1,0 0 0,0 0 0,0 0 0,0 0 0,0 0 0,0 0-1,0 0 1,0 1 0,0-1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56 24575,'-31'-10'0,"-11"-3"0,-2 0 0,4 3 0,6 2 0,7 6 0,8 6 0,7 1-8191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42 24575,'-30'-8'0,"-13"-2"0,-1 1 0,4 1 0,7 2 0,6 5 0,5 3 0,4 3 0,5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24575,'-7'-3'0,"-5"-3"0,0 0 0,-1 1 0,0 0 0,0 1 0,0 1 0,-1 0 0,-16-2 0,29 5 0,0 0 0,-1 0 0,1 0 0,-1 0 0,1 0 0,0 0 0,-1 0 0,1 1 0,-1-1 0,1 0 0,0 1 0,-1-1 0,1 1 0,0-1 0,-1 1 0,1 0 0,0 0 0,0-1 0,0 1 0,0 0 0,0 0 0,0 0 0,0 0 0,-1 2 0,1-1 0,0 0 0,0 1 0,1-1 0,-1 0 0,1 1 0,0-1 0,0 1 0,0-1 0,0 0 0,0 1 0,0-1 0,1 0 0,0 5 0,2 8 0,-1-8 0,-1 0 0,1 1 0,0-1 0,5 12 0,-6-17 0,1 0 0,-1 0 0,0 0 0,1 0 0,-1 0 0,1-1 0,0 1 0,-1 0 0,1-1 0,0 0 0,0 1 0,0-1 0,0 0 0,0 0 0,0 0 0,1 0 0,-1 0 0,0 0 0,3 0 0,12 1 0,-1 0 0,1-2 0,0 1 0,17-4 0,9 2 0,-19 1 0,-15 1 0,-1-1 0,1 0 0,0-1 0,0 1 0,0-2 0,-1 1 0,1-1 0,15-6 0,-22 8 0,-1-1 0,1 0 0,-1 0 0,0 0 0,1 0 0,-1 0 0,0 0 0,0 0 0,0 0 0,0 0 0,0 0 0,0-1 0,0 1 0,0 0 0,0-1 0,0 1 0,-1-1 0,1 1 0,-1-1 0,1 1 0,-1-1 0,1 1 0,-1-1 0,0 1 0,0-1 0,0 0 0,0 1 0,0-1 0,0 0 0,0 1 0,-1-1 0,1 1 0,-1-1 0,1 1 0,-1-1 0,1 1 0,-1-1 0,-1-2 0,-2-2 0,0 0 0,0 0 0,-1 0 0,0 0 0,0 1 0,0 0 0,-7-6 0,-1 2-124,0 0 0,0 0 0,-1 2 0,1-1 0,-2 2 0,1 0-1,-1 1 1,0 0 0,0 1 0,-18-2 0,18 4-6702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92 150 24575,'1'9'0,"-1"0"0,1 0 0,1 1 0,-1-1 0,2 0 0,-1 0 0,1 0 0,0-1 0,6 11 0,-1-4 0,-6-10 0,1-1 0,-1 0 0,1 1 0,-1-1 0,1 0 0,6 6 0,-9-10 0,0 0 0,1 1 0,-1-1 0,0 0 0,0 0 0,0 1 0,1-1 0,-1 0 0,0 0 0,0 0 0,1 0 0,-1 1 0,0-1 0,0 0 0,1 0 0,-1 0 0,0 0 0,0 0 0,1 0 0,-1 0 0,0 0 0,1 0 0,-1 1 0,0-1 0,1 0 0,-1-1 0,0 1 0,0 0 0,1 0 0,-1 0 0,0 0 0,1 0 0,-1 0 0,1 0 0,0-11 0,-8-14 0,-10-5 0,-1 0 0,-36-43 0,42 57 0,2 3 0,3 5 0,1 0 0,0-1 0,0 0 0,1 0 0,-7-15 0,46 44 0,-14-7 0,1-1 0,0-1 0,1-1 0,1 0 0,32 8 0,-45-15 0,-5-1 0,-1-1 0,1 0 0,0 0 0,-1 0 0,1 0 0,6-1 0,-10 0 0,1 0 0,0 0 0,-1-1 0,1 1 0,-1-1 0,1 1 0,-1-1 0,1 0 0,-1 1 0,1-1 0,-1 0 0,0 0 0,1 0 0,-1 0 0,0 0 0,0 0 0,0-1 0,0 1 0,0 0 0,0-1 0,0 1 0,1-3 0,0-1 0,0 0 0,0 1 0,-1-1 0,0 0 0,0-1 0,0 1 0,-1 0 0,1 0 0,-1 0 0,0 0 0,-1-1 0,1 1 0,-1 0 0,0 0 0,-1 0 0,1 0 0,-1 0 0,0 0 0,0 1 0,0-1 0,-1 1 0,-4-7 0,15 28 0,10 23 0,-3-18-227,0-1-1,1 0 1,1-1-1,0-1 1,40 32-1,-47-44-6598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10 24575,'-22'-2'0,"-11"-2"0,-1 1 0,2 3 0,4 1 0,4 2 0,4-1 0,3 2 0,1 0 0,2 2 0,-3 1 0,0 0 0,0 0 0,2-1-8191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24575,'25'0'0,"44"2"0,-61-1 0,1 0 0,-1 1 0,1 0 0,-1 0 0,16 7 0,-12-3 0,-5-3 0,0 0 0,-1 1 0,1-1 0,-1 1 0,9 7 0,-14-10 0,0 1 0,1-1 0,-1 1 0,0-1 0,0 1 0,0 0 0,0-1 0,0 1 0,0 0 0,0 0 0,0-1 0,-1 1 0,1 0 0,-1 0 0,0 0 0,1 0 0,-1 0 0,0 0 0,0 0 0,0 0 0,0 0 0,-1 0 0,1 0 0,0 0 0,-2 3 0,0-1 0,1-1 0,-1 1 0,0 0 0,0-1 0,0 1 0,-4 3 0,-9 16 0,15-22 0,-1-1 0,1 1 0,0-1 0,0 1 0,0-1 0,-1 1 0,1 0 0,0-1 0,0 1 0,0-1 0,0 1 0,0-1 0,0 1 0,0 0 0,0-1 0,1 1 0,-1-1 0,0 1 0,0-1 0,0 1 0,1 0 0,-1-1 0,0 1 0,0-1 0,1 1 0,0 0 0,0 0 0,0-1 0,0 1 0,0 0 0,0-1 0,0 1 0,0-1 0,0 1 0,0-1 0,1 1 0,1-1 0,3 1 0,-1 0 0,1-1 0,11 0 0,7-3 0,39-9 0,-38 6 0,34-3 0,-22 7-1365,-23 2-5461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 24575,'0'-2'0,"-3"-2"0,-3 4 0,-3 0 0,-5 2 0,-3-1 0,-3 0 0,-1 0 0,-2 0 0,-2-1 0,-2 0 0,2 3 0,-1 0 0,2 0 0,3 0 0,1 1 0,3 1 0,4-2-8191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24575,'5'5'0,"6"6"0,5 5 0,1 1 0,1 4 0,2-1 0,0 0 0,0 2 0,-2-1 0,-1-2 0,-3 2 0,-2-1 0,-3-4-8191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24575,'2'-23'0,"-2"23"0,0 0 0,0 0 0,0-1 0,0 1 0,0 0 0,0 0 0,0 0 0,0 0 0,0 0 0,0 0 0,0-1 0,1 1 0,-1 0 0,0 0 0,0 0 0,0 0 0,0 0 0,0 0 0,0 0 0,0-1 0,0 1 0,1 0 0,-1 0 0,0 0 0,0 0 0,0 0 0,0 0 0,0 0 0,0 0 0,1 0 0,-1 0 0,0 0 0,0 0 0,0 0 0,0 0 0,0 0 0,1 0 0,-1 0 0,0 0 0,0 0 0,8 11 0,3 15 0,13 44 0,3 9 0,6-2 0,22 51 0,-44-98 0,-1 1 0,7 40 0,-15-40 0,-2-26 0,0 1 0,1-1 0,-1 1 0,1-1 0,0 1 0,2 5 0,-3-11 0,0 0 0,0 0 0,0 0 0,0 0 0,0 0 0,0 0 0,0 1 0,0-1 0,0 0 0,0 0 0,0 0 0,0 0 0,0 0 0,1 0 0,-1 0 0,0 0 0,0 0 0,0 0 0,0 0 0,0 0 0,0 0 0,0 0 0,0 0 0,0 1 0,0-1 0,0 0 0,0 0 0,0 0 0,0 0 0,1 0 0,-1 0 0,0 0 0,0 0 0,0 0 0,0 0 0,0 0 0,0 0 0,0 0 0,0 0 0,0 0 0,0 0 0,0 0 0,1 0 0,-1 0 0,0 0 0,0-1 0,0 1 0,0 0 0,0 0 0,0 0 0,0 0 0,0 0 0,0 0 0,0 0 0,0 0 0,0 0 0,0 0 0,1 0 0,2-7 0,2-11 0,-4 18 0,2-15 0,1 0 0,1 1 0,0-1 0,1 1 0,9-15 0,-12 25 0,-1 0 0,1 1 0,-1 0 0,1-1 0,0 1 0,0 0 0,0 0 0,1 1 0,-1-1 0,1 1 0,0 0 0,-1 0 0,1 0 0,0 0 0,0 0 0,0 1 0,0 0 0,0 0 0,1 0 0,-1 0 0,0 1 0,1 0 0,6 0 0,-5 1 0,0 0 0,-1 0 0,1 1 0,0-1 0,-1 2 0,1-1 0,-1 0 0,0 1 0,1 0 0,-1 0 0,-1 1 0,1-1 0,0 1 0,4 6 0,2 1 0,0 1 0,-1 1 0,-1 0 0,9 14 0,-15-21-118,-1-2-60,1 0 0,-1 0 0,1 0-1,0-1 1,0 1 0,4 4 0,2-2-6648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86 24575,'-4'-9'0,"-1"0"0,-1 0 0,1 1 0,-1 0 0,-1 0 0,-8-8 0,12 14 0,1 0 0,0 0 0,-1 1 0,1-1 0,-1 0 0,0 1 0,1 0 0,-1 0 0,0 0 0,-6-2 0,7 3 0,1 0 0,-1 0 0,0 0 0,0 0 0,0 0 0,0 1 0,0-1 0,0 0 0,0 1 0,0 0 0,0-1 0,1 1 0,-1 0 0,0 0 0,0 0 0,1 0 0,-1 0 0,-1 2 0,-1 1 0,0-1 0,1 1 0,-1 0 0,1 0 0,0 0 0,0 1 0,0-1 0,1 1 0,0 0 0,0-1 0,0 1 0,0 0 0,1 0 0,0 0 0,0 1 0,0-1 0,1 0 0,0 0 0,-1 0 0,2 1 0,-1-1 0,2 9 0,6 12 0,0 0 0,2-1 0,16 32 0,-23-51 0,57 130 0,32 104 0,-81-195 0,-8-33 0,-1 0 0,9 21 0,-10-32 0,-1-1 0,1 1 0,-1-1 0,1 1 0,-1 0 0,1-1 0,-1 1 0,1-1 0,0 0 0,-1 1 0,1-1 0,0 1 0,-1-1 0,1 0 0,0 0 0,-1 1 0,1-1 0,0 0 0,0 0 0,-1 0 0,1 0 0,0 0 0,0 0 0,-1 0 0,1 0 0,0 0 0,0 0 0,-1 0 0,1-1 0,0 1 0,0 0 0,-1 0 0,1-1 0,0 0 0,31-14 0,-23 10 0,-2 2 14,0 0-1,0 1 0,0 1 1,0-1-1,1 1 0,-1 0 0,0 1 1,1 0-1,14 1 0,-13 0-312,1-1-1,-1 0 0,1 0 1,17-4-1,-17 1-6526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24575,'0'-1'0,"5"6"0,12 14 0,6 9 0,-2-5 0,24 23 0,-40-41 0,1 0 0,0 0 0,0-1 0,0 0 0,1 0 0,8 3 0,-14-7 0,0 1 0,0-1 0,0 0 0,-1 1 0,1-1 0,0 0 0,0 0 0,0 0 0,0 1 0,0-1 0,0 0 0,0 0 0,-1-1 0,1 1 0,0 0 0,0 0 0,0 0 0,0-1 0,0 1 0,0 0 0,-1-1 0,1 1 0,0 0 0,0-1 0,-1 1 0,1-1 0,0 0 0,0 1 0,-1-1 0,1 1 0,-1-1 0,1 0 0,-1 0 0,1 1 0,-1-1 0,1 0 0,-1 0 0,0 0 0,1 1 0,-1-1 0,0 0 0,0 0 0,1 0 0,-1-2 0,1-4 0,0-1 0,-1 0 0,1 0 0,-2-9 0,1 9 0,-1-1 0,1 0 0,0-1 0,1 1 0,0 0 0,4-15 0,-4 22 0,-1 0 0,1-1 0,0 1 0,0 0 0,0 0 0,1 0 0,-1 0 0,0 0 0,1 0 0,0 0 0,-1 1 0,1-1 0,0 0 0,0 1 0,0-1 0,0 1 0,0 0 0,0 0 0,0 0 0,0 0 0,0 0 0,1 0 0,-1 0 0,0 1 0,1-1 0,3 1 0,0-1 0,1 1 0,-1 1 0,0-1 0,0 1 0,0 0 0,0 1 0,0-1 0,0 1 0,0 0 0,6 3 0,8 6 0,27 17 0,-19-10 0,-11-8 0,-1 0 0,0 1 0,-1 1 0,18 17 0,-32-29 5,-1 1-1,1 0 1,0-1 0,-1 1-1,1 0 1,-1 0-1,1-1 1,-1 1 0,1 0-1,-1 0 1,1 0 0,-1 0-1,0 0 1,1 0-1,-1 0 1,0 0 0,0 0-1,0 0 1,0 0-1,0 0 1,0 0 0,0-1-1,0 1 1,0 0-1,-1 2 1,1-2-62,-1-1 0,1 1 0,-1 0 0,0-1-1,0 1 1,1 0 0,-1-1 0,0 1 0,0-1 0,0 1 0,0-1 0,1 1-1,-1-1 1,0 0 0,0 1 0,0-1 0,0 0 0,0 0 0,0 0 0,0 0 0,0 0-1,0 0 1,0 0 0,0 0 0,-2 0 0,-7-2-6769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24575,'12'-7'0,"1"2"0,-1 0 0,1 0 0,0 2 0,1-1 0,13-1 0,-19 5 0,0-1 0,0 1 0,0 0 0,0 1 0,0 0 0,-1 0 0,1 1 0,0-1 0,-1 2 0,1-1 0,13 8 0,-4-2 0,-3-1 0,-1 0 0,22 16 0,-32-21 0,0 1 0,0-1 0,0 1 0,-1 0 0,1 0 0,-1 0 0,1 0 0,-1 1 0,0-1 0,0 1 0,-1-1 0,1 1 0,-1 0 0,1-1 0,0 7 0,2 11 0,1 0 0,1 0 0,16 38 0,37 57 0,-11-23 0,-8-11 0,30 68 0,-68-145 0,0-1 0,-1 1 0,1-1 0,-1 1 0,0 0 0,-1-1 0,1 9 0,-1-12 0,0 0 0,0 0 0,0 1 0,-1-1 0,1 0 0,0 0 0,-1 1 0,1-1 0,-1 0 0,1 0 0,-1 0 0,0 0 0,1 0 0,-1 0 0,0 0 0,0 0 0,0 0 0,1 0 0,-1 0 0,0 0 0,0-1 0,-1 1 0,1 0 0,0-1 0,0 1 0,0-1 0,0 1 0,0-1 0,-1 0 0,1 1 0,0-1 0,-2 0 0,-11 2 27,1-2 1,0 1-1,-19-4 0,20 2-322,0 0 0,0 1 1,0 1-1,-18 2 0,17 0-6531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24575,'34'-5'0,"145"-26"0,-174 30 0,0-1 0,0 0 0,0 0 0,0 0 0,0-1 0,-1 1 0,9-7 0,-12 9 0,0-1 0,0 0 0,1-1 0,-1 1 0,0 0 0,0 0 0,0 0 0,0-1 0,-1 1 0,1 0 0,0-1 0,0 1 0,-1 0 0,1-1 0,-1 1 0,0-1 0,1 1 0,-1-1 0,0 0 0,0 1 0,0-1 0,0 1 0,0-1 0,0 1 0,0-1 0,0 1 0,-1-1 0,1 1 0,-1-1 0,0-2 0,-2-1 0,0 0 0,-1 0 0,0 0 0,1 0 0,-2 0 0,1 1 0,0 0 0,-1 0 0,0 0 0,0 0 0,0 1 0,0 0 0,-1 0 0,1 0 0,-1 1 0,0 0 0,0 0 0,-10-2 0,9 2 0,0 1 0,0 0 0,0 0 0,0 1 0,0 0 0,0 0 0,0 1 0,0-1 0,0 2 0,0-1 0,0 1 0,0 0 0,1 0 0,-1 1 0,1 0 0,-8 5 0,11-6 0,0 0 0,1 0 0,-1 1 0,1 0 0,0-1 0,-1 1 0,1 0 0,0 0 0,1 0 0,-1 0 0,1 1 0,-1-1 0,1 0 0,0 1 0,0-1 0,0 7 0,-1 4 0,1 0 0,1 27 0,1-23 0,-1-12 0,1 1 0,0-1 0,0 1 0,1-1 0,-1 0 0,2 1 0,-1-1 0,1 0 0,-1 0 0,2-1 0,-1 1 0,1-1 0,-1 1 0,2-1 0,-1 0 0,0 0 0,1-1 0,0 0 0,0 1 0,8 4 0,-6-5 0,0-1 0,0 0 0,0 0 0,0 0 0,0-1 0,0 0 0,9 2 0,56 4 0,-38-5 0,197 3 0,-161-7 0,-37-2-1365,-23 0-5461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18 24575,'-18'-5'0,"-8"-2"0,1 3 0,1 3 0,3 0 0,2 4 0,2 1 0,1 0 0,1 1 0,1 1 0,0-1 0,-3 0 0,-1 1 0,0-2 0,1-1 0,3-1-8191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24575,'128'197'0,"49"88"0,-174-279 0,0-1 0,-1 1 0,1-1 0,-2 1 0,1 0 0,0-1 0,-1 1 0,1 9 0,-2-13 0,0-1 0,-1 1 0,1-1 0,0 1 0,0-1 0,-1 0 0,1 1 0,-1-1 0,1 1 0,-1-1 0,1 0 0,-1 1 0,0-1 0,0 0 0,0 0 0,-1 2 0,1-2 0,-1 0 0,1 0 0,-1 0 0,0 0 0,1 0 0,-1 0 0,0-1 0,0 1 0,0 0 0,0-1 0,1 1 0,-1-1 0,0 0 0,0 0 0,-3 0 0,-3 0 0,0 0 0,0-1 0,0 0 0,0-1 0,-11-4 0,-40-16 0,44 16 0,1 0 0,0 0 0,0-1 0,1 0 0,0-1 0,0-1 0,1 0 0,0-1 0,-15-15 0,26 24 0,-1-1 0,1 1 0,0-1 0,0 1 0,0-1 0,0 1 0,0-1 0,0 0 0,1 1 0,-1-1 0,0 0 0,1 0 0,0 1 0,-1-1 0,1 0 0,0 0 0,0 0 0,0 0 0,0 1 0,0-1 0,0 0 0,0 0 0,1-2 0,0 2 0,1 0 0,-1 0 0,0 0 0,1 0 0,-1 0 0,1 0 0,0 0 0,0 0 0,0 1 0,-1-1 0,2 1 0,-1-1 0,0 1 0,0 0 0,0 0 0,5-2 0,11-3-227,-1 1-1,1 1 1,1 0-1,-1 2 1,21-2-1,-22 3-6598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5 0,-2 4 0,-3 5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24575,'6'4'0,"0"0"0,-1 0 0,0 1 0,1 0 0,-2 0 0,8 9 0,3 2 0,52 49 0,-57-56 0,1-1 0,0-1 0,0 0 0,25 11 0,-33-16 0,3 1 0,0-1 0,0 0 0,0 0 0,1 0 0,11 1 0,-17-3 0,1 0 0,-1 0 0,1 0 0,-1 0 0,0 0 0,1 0 0,-1-1 0,1 1 0,-1-1 0,1 1 0,-1-1 0,0 0 0,0 1 0,1-1 0,-1 0 0,0 0 0,0 0 0,0 0 0,0 0 0,0 0 0,0 0 0,0 0 0,0 0 0,0 0 0,0-1 0,0 1 0,-1 0 0,1-1 0,-1 1 0,1 0 0,0-3 0,0-4 0,1 0 0,-1 0 0,0 0 0,-1 0 0,0 1 0,0-1 0,-1 0 0,0 0 0,-4-15 0,5 23 0,0-1 0,-1 1 0,1 0 0,0 0 0,0-1 0,0 1 0,0 0 0,0 0 0,0-1 0,0 1 0,0 0 0,0 0 0,0-1 0,0 1 0,0 0 0,0 0 0,0-1 0,0 1 0,0 0 0,0-1 0,0 1 0,0 0 0,0 0 0,0-1 0,0 1 0,0 0 0,0 0 0,0-1 0,1 1 0,-1 0 0,0 0 0,0 0 0,0-1 0,1 1 0,-1 0 0,0 0 0,0 0 0,0 0 0,1-1 0,-1 1 0,0 0 0,0 0 0,1 0 0,-1 0 0,0 0 0,0 0 0,1 0 0,-1 0 0,0 0 0,0 0 0,1 0 0,-1 0 0,0 0 0,1 0 0,-1 0 0,0 0 0,0 0 0,1 0 0,-1 0 0,0 0 0,0 0 0,1 0 0,-1 0 0,0 1 0,0-1 0,1 0 0,19 12 0,-17-10 0,18 10 0,37 17 0,-48-25 0,-1 0 0,2-1 0,-1 0 0,0-1 0,0 0 0,15 1 0,-23-3 0,0 0 0,0 1 0,0-2 0,0 1 0,0 0 0,0 0 0,0 0 0,-1-1 0,1 1 0,0-1 0,0 0 0,0 1 0,-1-1 0,1 0 0,0 0 0,-1 0 0,1 0 0,-1-1 0,1 1 0,0-2 0,0 2 0,-1-1 0,-1 0 0,1 0 0,0 0 0,0 0 0,-1 0 0,1 0 0,-1 0 0,0 0 0,1 0 0,-1 0 0,0 0 0,0 0 0,0 0 0,-1-3 0,-1-6 0,-1 0 0,-1 0 0,1 1 0,-2-1 0,-6-11 0,8 15-85,-1 0 0,0 1-1,-1-1 1,1 1 0,-1 0-1,-1 0 1,1 0 0,-1 1-1,0 0 1,0 0 0,-1 0-1,1 1 1,-1 0 0,0 0-1,-13-4 1,5 3-6741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24575,'16'13'0,"0"0"0,0 1 0,-1 0 0,-1 1 0,17 24 0,-14-16 0,0-2 0,22 22 0,-38-42 0,0 0 0,0 0 0,0 0 0,0 0 0,1-1 0,-1 1 0,0 0 0,1 0 0,1 0 0,2-3 0,-4-7 0,-3-3 0,0 0 0,-5-12 0,3 12 0,1 0 0,-1-14 0,3 21 0,0-4 0,0-1 0,0 0 0,1 1 0,1-1 0,1-10 0,-2 18 0,0 0 0,1 0 0,-1 1 0,1-1 0,0 0 0,-1 0 0,1 1 0,0-1 0,0 0 0,0 1 0,0-1 0,0 1 0,0-1 0,1 1 0,-1 0 0,0-1 0,1 1 0,-1 0 0,1 0 0,-1 0 0,1 0 0,0 0 0,-1 1 0,1-1 0,0 0 0,0 1 0,0-1 0,-1 1 0,1 0 0,0-1 0,0 1 0,4 0 0,3 1 0,0 0 0,0 0 0,0 0 0,0 1 0,16 6 0,44 23 0,-19-8 0,-31-15-227,-1 0-1,0 1 1,0 1-1,-2 1 1,24 18-1,-23-14-6598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24575,'-3'-7'0,"11"20"0,12 23 0,1 10 0,28 90 0,-43-114 0,-4-19-1365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17 24575,'0'-1'0,"-1"0"0,1 1 0,0-1 0,-1 0 0,1 1 0,0-1 0,-1 1 0,1-1 0,-1 0 0,1 1 0,-1-1 0,1 1 0,-1-1 0,1 1 0,-1 0 0,1-1 0,-1 1 0,0 0 0,1-1 0,-1 1 0,1 0 0,-1 0 0,0-1 0,0 1 0,1 0 0,-1 0 0,-1 0 0,-22-3 0,21 3 0,-167-1 0,86 2 0,78-1-136,0 0-1,0 1 1,0 0-1,0 0 1,1 0-1,-1 1 1,0 0-1,0 0 0,-8 5 1,5-2-6690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24575,'-3'-4'0,"3"4"0,7 8 0,13 25 0,0-1 0,-2 1 0,21 50 0,-11-9 0,7 17 0,33 136 0,-64-185 0,-3-33 0,-2-28 0,1-8 0,0-54 0,1 78 0,-1 1 0,0-1 0,1 1 0,-1-1 0,1 1 0,0 0 0,0-1 0,0 1 0,0 0 0,0 0 0,1-1 0,-1 1 0,1 0 0,-1 0 0,1 0 0,0 1 0,0-1 0,2-2 0,0 2 0,-1 0 0,1 0 0,0 0 0,1 0 0,-1 0 0,0 1 0,0 0 0,1 0 0,7-1 0,-2 1 0,0 1 0,0 0 0,0 0 0,0 1 0,1 1 0,-2-1 0,1 2 0,16 5 0,-7 1-136,-1 0-1,0 2 1,0 0-1,-2 1 1,1 1-1,-1 1 1,-1 0-1,0 1 0,21 28 1,-26-30-6690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58 24575,'-55'-20'0,"34"11"0,-1 1 0,0 1 0,-31-5 0,52 11 0,-1 1 0,0 0 0,1 0 0,-1 0 0,0 0 0,1 0 0,-1 0 0,0 1 0,1-1 0,-1 0 0,-2 2 0,3-2 0,1 0 0,-1 1 0,1-1 0,-1 1 0,0-1 0,1 1 0,-1-1 0,1 1 0,-1 0 0,1-1 0,-1 1 0,1-1 0,-1 1 0,1 0 0,0-1 0,0 1 0,-1 0 0,1 1 0,-1 1 0,1 1 0,0-1 0,0 1 0,0 0 0,1-1 0,-1 1 0,1-1 0,0 1 0,1 3 0,3 8 0,3 14 0,0 0 0,-2 1 0,5 49 0,-9-38 0,3-1 0,1 0 0,2-1 0,2 0 0,2 0 0,1-1 0,19 37 0,-25-59 0,2-1 0,0 0 0,0-1 0,2 0 0,13 15 0,-21-27 0,0 1 0,-1-1 0,1 0 0,0-1 0,1 1 0,-1 0 0,0-1 0,0 0 0,1 0 0,-1 0 0,0 0 0,1 0 0,-1-1 0,5 1 0,7-1 0,32-2 0,-17 0 0,151 2-1365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59 206 24575,'0'0'0,"0"0"0,0 0 0,0 0 0,0 0 0,0 0 0,1-1 0,-1 1 0,0 0 0,0 0 0,0 0 0,0 0 0,1 0 0,-1 0 0,0 0 0,0 0 0,0 0 0,1-1 0,-1 1 0,0 0 0,0 0 0,0 0 0,1 0 0,-1 0 0,0 0 0,0 0 0,0 0 0,1 0 0,-1 1 0,0-1 0,0 0 0,0 0 0,1 0 0,-1 0 0,5 7 0,0 16 0,-4-18 0,5 21 0,2-1 0,16 39 0,-17-49 0,0-2 0,1 1 0,1-1 0,0 0 0,18 20 0,-26-32 0,0 0 0,0-1 0,-1 1 0,1 0 0,0 0 0,0-1 0,1 1 0,-1-1 0,0 1 0,2 0 0,0-3 0,-5-6 0,-25-45 0,-36-51 0,-7-11 0,64 106 0,1-1 0,1 0 0,-1-1 0,2 1 0,-1-1 0,2 1 0,-3-14 0,5 23 0,0 0 0,0 1 0,-1-1 0,1 0 0,0 0 0,0 1 0,0-1 0,1 0 0,-1 1 0,0-1 0,0 0 0,0 0 0,0 1 0,1-1 0,-1 0 0,0 1 0,1-1 0,-1 0 0,0 1 0,1-1 0,-1 1 0,1-1 0,0 0 0,0 1 0,-1 0 0,1 0 0,0-1 0,-1 1 0,1 0 0,0 0 0,-1 0 0,1 0 0,0 0 0,-1 1 0,1-1 0,0 0 0,-1 0 0,1 0 0,-1 1 0,1-1 0,0 0 0,-1 0 0,2 1 0,4 3 0,0 1 0,-1-1 0,8 8 0,-11-10 0,11 10 0,0-1 0,0 0 0,1-1 0,0-1 0,1 0 0,0-1 0,0 0 0,1-2 0,0 0 0,0 0 0,24 4 0,-38-10 0,0 0 0,0 1 0,0-1 0,1 0 0,-1-1 0,0 1 0,0 0 0,1-1 0,-1 1 0,0-1 0,0 1 0,0-1 0,0 0 0,0 0 0,0 0 0,0 0 0,2-2 0,-1 1 0,0-1 0,-1 0 0,1 1 0,-1-1 0,0 0 0,0 0 0,0 0 0,0-1 0,2-4 0,1-6 0,-1 1 0,0-1 0,-1 0 0,1-19 0,-1-36 0,-3 69 0,0 0 0,0 0 0,0 0 0,0 0 0,0 0 0,0-1 0,0 1 0,0 0 0,0 0 0,0 0 0,0 0 0,0 0 0,0-1 0,0 1 0,0 0 0,0 0 0,1 0 0,-1 0 0,0 0 0,0-1 0,0 1 0,0 0 0,0 0 0,0 0 0,0 0 0,0 0 0,0 0 0,1 0 0,-1 0 0,0-1 0,0 1 0,0 0 0,0 0 0,0 0 0,0 0 0,1 0 0,-1 0 0,0 0 0,0 0 0,0 0 0,1 0 0,4 6 0,6 14 0,-10-17 0,38 80 0,18 36 0,-31-78 0,1 0 0,51 57 0,-89-109-1365,1 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18 24575,'-3'-5'0,"-2"-1"0,-4 2 0,-3 2 0,-1 2 0,-2 0 0,-3 0 0,0 4 0,-1 0 0,-1-1 0,-1 0 0,-1-1 0,1-1 0,1 0 0,4-1-8191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 24575,'0'0'0,"-1"0"0,0 1 0,1-1 0,-1 0 0,1 0 0,-1 1 0,1-1 0,-1 0 0,1 1 0,-1-1 0,1 1 0,-1-1 0,1 1 0,-1-1 0,1 1 0,-1-1 0,1 1 0,0-1 0,-1 1 0,1-1 0,0 1 0,0 0 0,-1-1 0,1 1 0,0-1 0,0 1 0,0 0 0,0-1 0,0 1 0,0 0 0,0-1 0,0 1 0,0 0 0,0 0 0,3 23 0,-1-17 0,1-1 0,0 0 0,0 0 0,0 0 0,1 0 0,0-1 0,4 6 0,-6-8 0,1 0 0,-1-1 0,1 1 0,-1-1 0,1 1 0,0-1 0,0 0 0,0 0 0,0 0 0,1 0 0,-1-1 0,0 1 0,1-1 0,4 1 0,-6-2 0,-1 0 0,1 0 0,-1 0 0,1 0 0,-1-1 0,1 1 0,-1 0 0,0-1 0,1 1 0,-1-1 0,1 0 0,-1 0 0,0 1 0,0-1 0,1 0 0,-1 0 0,0 0 0,0 0 0,0 0 0,0 0 0,0 0 0,0-1 0,0 1 0,-1 0 0,1-1 0,0 1 0,-1 0 0,1-1 0,-1 1 0,1-3 0,2-6 0,0 0 0,-1 0 0,1-15 0,-1 12 0,-1 7 0,0 1 0,0 0 0,0 0 0,1 0 0,-1 0 0,2 0 0,-1 0 0,0 1 0,5-8 0,-5 10 0,-1 1 0,1-1 0,-1 1 0,1-1 0,0 1 0,0 0 0,0 0 0,-1-1 0,1 1 0,0 0 0,0 1 0,0-1 0,0 0 0,1 1 0,-1-1 0,0 1 0,0-1 0,0 1 0,0 0 0,1 0 0,-1 0 0,0 0 0,0 1 0,0-1 0,3 1 0,6 2 0,-1 0 0,1 1 0,-1 1 0,0-1 0,0 2 0,14 9 0,53 45 0,-65-49 0,-8-8 0,9 8 0,18 19 0,-28-27 0,0 1 0,0-1 0,-1 1 0,1-1 0,-1 1 0,0 0 0,0 0 0,-1 0 0,1 0 0,-1 0 0,2 7 0,-3-10-3,0 0 0,0 0-1,0 0 1,0 0 0,0 0-1,0 0 1,0 0-1,0 0 1,-1 0 0,1-1-1,0 1 1,0 0 0,-1 0-1,1 0 1,-1 0 0,1 0-1,-1 0 1,1 0 0,-1-1-1,0 1 1,1 0 0,-1-1-1,-1 2 1,0 0 23,0-1 0,0 0 0,-1 0 0,1 0 0,0-1 0,0 1 0,-1 0 0,1-1 0,-5 1 0,-2 0-391,-1-1-1,1-1 1,-19-2 0,9-1-6455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24575,'15'-4'0,"8"-1"0,0 0 0,45-2 0,-61 7 0,-1 0 0,1 0 0,-1 1 0,1 0 0,-1 0 0,0 1 0,1-1 0,-1 2 0,0-1 0,0 0 0,0 1 0,-1 0 0,1 1 0,-1-1 0,8 7 0,-8-4 0,-1 0 0,0 0 0,0 0 0,0 0 0,-1 1 0,0-1 0,-1 1 0,1 0 0,2 11 0,5 13 0,55 107 0,-47-102 0,19 34 0,-13-26 0,19 49 0,-33-70 0,-7-19 0,-1 1 0,1-1 0,-1 1 0,0 0 0,-1 0 0,1 0 0,-1 0 0,0 0 0,0 0 0,-1 0 0,1 5 0,-2-9 0,1 1 0,-1-1 0,1 0 0,-1 0 0,1 0 0,-1 0 0,0 0 0,0 0 0,1 0 0,-1 0 0,0-1 0,0 1 0,0 0 0,0 0 0,0-1 0,0 1 0,0 0 0,0-1 0,0 1 0,-1-1 0,-1 1 0,-30 7 0,20-6 0,-33 10-1365,33-9-5461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150 181 24575,'0'-1'0,"0"0"0,0 0 0,1 0 0,-1 0 0,0 0 0,1 1 0,-1-1 0,1 0 0,-1 0 0,1 0 0,0 1 0,-1-1 0,1 0 0,0 1 0,-1-1 0,1 1 0,0-1 0,0 1 0,0-1 0,-1 1 0,1-1 0,1 0 0,23-8 0,-22 8 0,52-11 0,-43 11 0,1-2 0,-1 1 0,0-2 0,0 0 0,16-8 0,-27 12 0,0 0 0,0-1 0,-1 1 0,1-1 0,0 1 0,-1-1 0,1 1 0,0-1 0,-1 1 0,1-1 0,-1 0 0,1 1 0,-1-1 0,1 0 0,-1 0 0,1 1 0,-1-1 0,0 0 0,1 0 0,-1 0 0,0 1 0,0-1 0,0 0 0,1 0 0,-1-1 0,-1 0 0,1 0 0,-1 1 0,1-1 0,-1 0 0,1 1 0,-1-1 0,0 1 0,0-1 0,0 1 0,0-1 0,0 1 0,-2-2 0,-1-2 0,-1 1 0,-1-1 0,1 1 0,-1 0 0,-10-6 0,-6 0 0,-1 1 0,-25-7 0,33 13 0,-1 0 0,0 2 0,0 0 0,0 0 0,-31 5 0,43-4 0,1 1 0,-1-1 0,1 1 0,0 0 0,0 0 0,-1 0 0,1 0 0,0 0 0,0 1 0,0 0 0,0-1 0,0 1 0,1 0 0,-1 1 0,1-1 0,-1 0 0,-2 3 0,3-1 0,0 0 0,0 0 0,0-1 0,0 1 0,0 0 0,1 1 0,-1-1 0,1 0 0,0 0 0,1 0 0,-1 9 0,1-4 0,0 0 0,1-1 0,0 1 0,0 0 0,1-1 0,0 0 0,1 1 0,0-1 0,0 0 0,0 0 0,1 0 0,9 13 0,-9-17 0,0 1 0,0-1 0,0 1 0,1-1 0,-1-1 0,1 1 0,0-1 0,0 1 0,0-1 0,7 2 0,-2-1 0,0-1 0,0 0 0,0-1 0,21 2 0,-8-2 0,150 10 0,-147-11-62,-15-1-199,-1 1 1,1-2-1,-1 1 1,20-4-1,-21 0-6565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24575,'-73'7'0,"-16"2"0,-12-10-1365,86 1-5461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 24575,'-5'-7'0,"5"11"0,5 16 0,11 17 0,29 50 0,-3-4 0,-38-75 0,56 130 0,-50-110 0,-1 0 0,-1 1 0,4 30 0,-11-56 0,-1 0 0,1 0 0,-1 0 0,0 0 0,0-1 0,0 1 0,-1 0 0,1 0 0,-1 0 0,1 0 0,-1-1 0,0 1 0,0 0 0,0-1 0,-1 1 0,1 0 0,-3 3 0,1-4 0,1 1 0,-1-1 0,1 0 0,-1 0 0,0-1 0,0 1 0,1 0 0,-1-1 0,0 0 0,-1 0 0,1 0 0,0 0 0,0 0 0,0 0 0,-4-1 0,-4 1 0,0 0 0,0-1 0,1-1 0,-1 0 0,0 0 0,1-1 0,-1 0 0,1-1 0,-17-7 0,22 8 0,0 0 0,0 0 0,0-1 0,0 1 0,1-1 0,-1 0 0,1-1 0,0 1 0,0-1 0,0 0 0,0 0 0,1 0 0,0 0 0,0-1 0,0 1 0,0-1 0,1 0 0,-1 0 0,1 0 0,-2-10 0,3 10 0,1 1 0,0-1 0,0 1 0,0-1 0,0 1 0,1-1 0,0 1 0,0 0 0,0-1 0,0 1 0,1 0 0,0 0 0,0 0 0,0 0 0,0 0 0,0 0 0,1 1 0,0-1 0,0 1 0,0 0 0,0-1 0,5-2 0,2-3 0,1 1 0,1 1 0,-1 0 0,1 0 0,0 1 0,14-4 0,3 0 0,-19 7 0,0 0 0,0-1 0,13-7 0,-22 11-50,-1 0-1,1-1 1,-1 1-1,1 0 0,-1-1 1,1 1-1,-1 0 1,0-1-1,1 1 1,-1 0-1,0-1 0,1 1 1,-1-1-1,0 1 1,1-1-1,-1 1 1,0-1-1,0 1 0,1-1 1,-1 1-1,0-1 1,0 1-1,0-1 1,0 1-1,0-1 1,0 0-1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42 24575,'-5'-13'0,"0"-1"0,2 4 0,1 6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24575,'0'0'0,"0"0"0,0 0 0,-1 0 0,1 0 0,0 0 0,0 0 0,0 0 0,-1 0 0,1 0 0,0 0 0,0 0 0,0 0 0,0 0 0,-1 0 0,1 0 0,0 0 0,0 1 0,0-1 0,0 0 0,-1 0 0,1 0 0,0 0 0,0 0 0,0 0 0,0 0 0,0 1 0,-1-1 0,1 0 0,0 0 0,0 0 0,0 0 0,0 0 0,0 1 0,0-1 0,0 0 0,0 0 0,0 0 0,0 0 0,0 1 0,0-1 0,-1 0 0,1 0 0,0 1 0,5 8 0,11 8 0,1-2 0,0-2 0,1 0 0,26 13 0,61 25 0,-98-49 0,0 1 0,0-1 0,0 0 0,0 0 0,1-1 0,13 1 0,-19-2 0,-1 0 0,1 0 0,-1 0 0,1-1 0,-1 1 0,1 0 0,-1-1 0,1 1 0,-1-1 0,1 1 0,-1-1 0,0 0 0,1 0 0,-1 0 0,0 1 0,2-3 0,-2 2 0,0 0 0,-1-1 0,1 1 0,0-1 0,-1 1 0,1 0 0,-1-1 0,1 1 0,-1-1 0,0 1 0,0-1 0,0 1 0,0-1 0,0 1 0,0-1 0,0 1 0,0-1 0,-1 1 0,1-1 0,-1-1 0,-2-6 0,0 0 0,-1 1 0,0-1 0,-1 1 0,-8-12 0,-10-20 0,22 34 0,6 7 0,11 10 0,-13-8 0,18 11 0,0 1 0,2-2 0,-1-1 0,2-1 0,-1-1 0,2-1 0,35 8 0,-55-15 0,1-1 0,-1-1 0,0 1 0,1-1 0,-1 0 0,1 0 0,-1-1 0,0 0 0,1 0 0,5-2 0,-9 3 0,0-1 0,0 0 0,0 0 0,0 0 0,-1 0 0,1 0 0,0 0 0,-1-1 0,1 1 0,-1 0 0,1-1 0,-1 0 0,0 1 0,0-1 0,0 1 0,0-1 0,0 0 0,0 0 0,0 0 0,0 0 0,-1 0 0,1 0 0,-1 0 0,1 0 0,-1 0 0,0 0 0,0 0 0,0 0 0,0-3 0,-1-2 0,0 0 0,0 0 0,-1 0 0,0 0 0,0 1 0,-1-1 0,0 1 0,0-1 0,-1 1 0,1 0 0,-1 0 0,-1 1 0,1-1 0,-11-9 0,6 7 0,0 0 0,-1 0 0,0 0 0,-1 2 0,0-1 0,0 1 0,-18-7 0,-11 3-1365,25 8-5461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11 24575,'0'-1'0,"0"1"0,0-1 0,-1 1 0,1-1 0,0 1 0,-1-1 0,1 0 0,0 1 0,-1-1 0,1 1 0,-1 0 0,1-1 0,-1 1 0,1-1 0,-1 1 0,1 0 0,-1-1 0,1 1 0,-1 0 0,1-1 0,-1 1 0,0 0 0,1 0 0,-1 0 0,1 0 0,-1 0 0,0-1 0,1 1 0,-2 1 0,0-1 0,1 1 0,-1-1 0,1 1 0,0 0 0,-1-1 0,1 1 0,0 0 0,-1 0 0,1 0 0,0 0 0,0 0 0,-1 2 0,-5 5 0,1 0 0,-9 18 0,13-24 0,-6 12 0,0 2 0,1-1 0,0 1 0,1 1 0,1-1 0,1 1 0,0-1 0,1 1 0,1 1 0,0 23 0,2-17 0,2 1 0,0-1 0,2 0 0,0 0 0,2 0 0,0-1 0,2 0 0,19 40 0,-16-42 0,1 0 0,0-1 0,26 30 0,54 46 0,-27-40-47,-42-37-1271,-11-8-5508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64 24575,'0'0'0,"-1"0"0,1 0 0,0 0 0,0 1 0,-1-1 0,1 0 0,0 0 0,0 0 0,-1 0 0,1 0 0,0 0 0,-1 0 0,1 1 0,0-1 0,0 0 0,0 0 0,-1 0 0,1 1 0,0-1 0,0 0 0,0 0 0,-1 1 0,1-1 0,0 0 0,0 0 0,0 1 0,0-1 0,0 0 0,0 0 0,0 1 0,0-1 0,0 0 0,0 1 0,0-1 0,0 0 0,0 0 0,0 1 0,0-1 0,0 0 0,0 1 0,0-1 0,0 0 0,0 0 0,0 1 0,0-1 0,7 17 0,-6-14 0,67 126 0,2 4 0,-67-120 0,-4-8 0,-4-9 0,-17-28 0,2 0 0,-26-56 0,11 19 0,19 39 0,1 0 0,-13-41 0,27 70 0,1 1 0,0-1 0,0 1 0,-1-1 0,1 0 0,0 1 0,0-1 0,0 0 0,0 1 0,0-1 0,0 0 0,0 1 0,0-1 0,0 0 0,0 0 0,0 1 0,0-1 0,0 0 0,0 1 0,1-1 0,-1 1 0,1-2 0,-1 2 0,1-1 0,-1 1 0,1 0 0,-1 0 0,1 0 0,0 0 0,-1 0 0,1 0 0,-1 0 0,1 0 0,-1 0 0,1 0 0,-1 0 0,1 0 0,0 0 0,-1 0 0,1 0 0,-1 0 0,1 1 0,-1-1 0,1 1 0,5 2 0,0 0 0,0 0 0,6 6 0,40 35 0,-40-32 0,0-1 0,1 0 0,1-1 0,-1-1 0,1 0 0,1-1 0,18 8 0,-17-11 0,-1 0 0,22 3 0,-30-7 0,-1-1 0,1 1 0,0-1 0,0 0 0,0 0 0,-1-1 0,1 0 0,8-2 0,-13 2 0,0 0 0,0 0 0,0 0 0,0-1 0,0 1 0,0-1 0,0 1 0,-1-1 0,1 0 0,-1 1 0,1-1 0,-1 0 0,0 0 0,0 0 0,0 0 0,0 0 0,0-1 0,0 1 0,0 0 0,-1 0 0,1-1 0,-1 1 0,0 0 0,1 0 0,-1-4 0,0-6 0,0-1 0,0 0 0,-3-14 0,2 21 0,-1 0 0,1 0 0,-1 0 0,0 0 0,-3-7 0,4 13 0,0 3 0,0 6 0,2 0 0,1 0 0,0 0 0,0 0 0,1 0 0,0-1 0,5 10 0,3 4 0,16 22 0,4-1 0,41 45 0,-47-60 0,-24-27-170,1 1-1,0 0 0,-1 0 1,0 0-1,1 1 0,-1-1 1,1 4-1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25 24575,'-15'-5'0,"-8"-1"0,-2-1 0,1 2 0,4 4 0,3 2 0,2 3 0,1 2 0,3 1 0,1 3 0,-1-1 0,2 1 0,0-1 0,1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24575,'0'0'0,"-1"0"0,1 0 0,0 0 0,-1 0 0,1 0 0,0 0 0,-1 0 0,1 0 0,0 0 0,-1 0 0,1 0 0,0 1 0,0-1 0,-1 0 0,1 0 0,0 0 0,-1 1 0,1-1 0,0 0 0,0 0 0,-1 1 0,1-1 0,0 0 0,0 0 0,0 1 0,0-1 0,-1 0 0,1 1 0,0 0 0,0 12 0,7 13 0,-7-26 0,6 16 0,1 0 0,13 21 0,-17-31 0,1-1 0,-1 1 0,1-1 0,1 0 0,-1-1 0,1 1 0,-1-1 0,1 0 0,10 6 0,-14-9 0,0 0 0,0-1 0,0 1 0,0-1 0,0 1 0,0-1 0,0 0 0,0 1 0,1-1 0,-1 0 0,0 0 0,0 0 0,0 0 0,0 0 0,1 0 0,-1 0 0,0 0 0,0 0 0,0 0 0,0-1 0,0 1 0,2-1 0,-1 0 0,-1-1 0,0 1 0,1 0 0,-1 0 0,0 0 0,0-1 0,0 1 0,0-1 0,0 1 0,0-1 0,0 1 0,-1-1 0,2-2 0,0-4 0,0-1 0,-1 1 0,1 0 0,-2-1 0,1-8 0,-2-23 0,1-24 0,0 63 0,-1 0 0,2-1 0,-1 1 0,0 0 0,0 0 0,0 0 0,0 0 0,1 0 0,-1 0 0,0 0 0,1 0 0,-1 0 0,1 0 0,-1 0 0,1 0 0,0 0 0,-1 0 0,1 1 0,0-1 0,0 0 0,-1 0 0,3 0 0,-2 0 0,0 1 0,1 0 0,-1-1 0,0 1 0,0 0 0,1 0 0,-1 0 0,0 0 0,1 0 0,-1 0 0,0 1 0,0-1 0,1 0 0,-1 1 0,0-1 0,2 1 0,5 4 0,0-1 0,-1 1 0,1 0 0,8 8 0,29 27 0,74 85 0,-109-113-1365,-3-3-5461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24575,'19'0'0,"0"1"0,0 1 0,-1 0 0,1 1 0,-1 2 0,0 0 0,20 8 0,-25-7 0,0 0 0,-1 1 0,0 0 0,0 1 0,-1 0 0,0 1 0,-1 0 0,0 1 0,0 0 0,10 14 0,-3 1 0,-1 0 0,-2 1 0,0 1 0,-2 0 0,-1 1 0,-1 0 0,-1 0 0,-1 1 0,-2 0 0,-1 1 0,-2-1 0,0 53 0,-3-67 24,-1-1 0,-1 0 0,0 0 0,-9 27 0,9-34-173,-1 1 1,-1 0-1,1-1 1,-1 0-1,-1 0 1,1 0-1,-1-1 1,0 1-1,-12 10 1,3-5-6678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24575,'0'-46'0,"9"73"0,47 134 0,-12-36 0,-41-115-273,-1 0 0,0 0 0,0 1 0,-1 16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14 24575,'0'0'0,"-1"-1"0,1 1 0,0 0 0,0 0 0,-1-1 0,1 1 0,0 0 0,0 0 0,-1 0 0,1-1 0,0 1 0,-1 0 0,1 0 0,0 0 0,-1 0 0,1 0 0,0 0 0,-1-1 0,1 1 0,0 0 0,-1 0 0,1 0 0,0 0 0,-1 0 0,1 0 0,-1 1 0,1-1 0,-16 1 0,12-1 0,-87 3-682,-150-15-1,222 10-6143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4074 46 24575,'-127'-13'0,"55"4"0,-87 1 0,113 9 0,-130 8 0,107-4 0,-93-4 0,83-2 0,-36-6 0,1-1 0,-720 9 0,736 6 0,1 1 0,-651-8 0,331-1 0,320-6 0,9-1 0,2 1 0,-9-1 0,62 8 0,-18 0 0,-83 10 0,109-7 54,-27-1 0,29-1-791,-39 5 1,47-3-6090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24575,'0'0'0,"0"0"0,1 0 0,-1 0 0,0 0 0,0 0 0,0 0 0,0 0 0,0 0 0,0 0 0,0 0 0,0 0 0,0 0 0,0 0 0,1 0 0,-1 0 0,0 0 0,0 0 0,0 0 0,0 0 0,0 0 0,0 0 0,0 0 0,0 0 0,0 0 0,0 0 0,1 0 0,-1 0 0,0 0 0,0-1 0,0 1 0,0 0 0,0 0 0,0 0 0,0 0 0,0 0 0,0 0 0,0 0 0,0 0 0,0 0 0,0 0 0,0 0 0,0 0 0,0-1 0,0 1 0,0 0 0,0 0 0,0 0 0,0 0 0,0 0 0,0 0 0,0 0 0,0 0 0,0 0 0,0-1 0,7 14 0,6 21 0,-3-3 0,-4-14 0,0 0 0,-1 1 0,-1-1 0,2 32 0,-6-46-44,1 8-103,0 1 0,-1-1 1,0 1-1,-1-1 0,-1 1 0,0-1 1,0 0-1,-5 13 0,1-11-6679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24575,'-2'-4'0,"2"4"0,5 13 0,9 20 0,-5-15 40,-1 1 0,8 25 0,-14-37-189,-1 0 1,1 1-1,-1-1 1,0 1-1,-1-1 1,1 1-1,-2-1 1,1 1-1,-3 10 1,0-6-6678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2 0,1 0 0,2 0 0,1-1 0,3 0 0,1 0 0,0-1 0,0 0 0,-1-1 0,0-1-8191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0 0,0 3 0,1 2 0,1 3 0,0 2 0,-1 1 0,1 1 0,-1 0 0,-1 0 0,0 1 0,-1-1 0,0 0 0,-2 0 0,-2-3-8191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3 0,3 2 0,0 3 0,1 2 0,-2 2 0,0 2 0,-1 2 0,0 2 0,-1 2 0,0-1 0,0 0 0,0-1 0,0-1 0,-1 0 0,1-1 0,0-3-8191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257 114 24575,'-39'-20'0,"0"1"0,-2 3 0,-49-15 0,86 30 0,-21-7 0,24 7 0,-1 1 0,1-1 0,0 1 0,0-1 0,-1 0 0,1 1 0,0-1 0,0 0 0,0 0 0,0 0 0,0 0 0,0 0 0,0 0 0,-1-2 0,2 3 0,0 0 0,0 0 0,0 0 0,0-1 0,0 1 0,0 0 0,0 0 0,0-1 0,0 1 0,0 0 0,1 0 0,-1 0 0,0-1 0,0 1 0,0 0 0,0 0 0,0 0 0,1 0 0,-1 0 0,0-1 0,0 1 0,0 0 0,0 0 0,1 0 0,-1 0 0,0 0 0,0 0 0,0 0 0,1-1 0,-1 1 0,0 0 0,0 0 0,1 0 0,-1 0 0,0 0 0,0 0 0,0 0 0,1 0 0,-1 0 0,0 0 0,0 0 0,0 1 0,1-1 0,-1 0 0,0 0 0,0 0 0,0 0 0,1 0 0,-1 0 0,14 4 0,-14-4 0,14 5 0,-1 0 0,1 1 0,-1 1 0,14 9 0,47 37 0,-56-39 0,-12-9 0,-1-1 0,1 1 0,-1 0 0,0 1 0,0-1 0,-1 1 0,7 11 0,-10-15 0,0-1 0,0 1 0,0 0 0,-1-1 0,1 1 0,0 0 0,-1 0 0,0 0 0,1-1 0,-1 1 0,0 0 0,0 0 0,0 0 0,0 0 0,0 0 0,0 0 0,-1-1 0,1 1 0,-1 0 0,1 0 0,-1 0 0,0-1 0,1 1 0,-1 0 0,0-1 0,0 1 0,0-1 0,-1 1 0,1-1 0,0 1 0,0-1 0,-1 0 0,1 0 0,-3 2 0,-1 0 0,-1 1 0,1-2 0,-1 1 0,0-1 0,0 1 0,-10 1 0,-40 5 0,29-6 0,-35 8-1365,49-8-5461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24575,'0'6'0,"1"1"0,-1-1 0,1 1 0,0-1 0,1 0 0,0 0 0,0 1 0,4 8 0,-4-11 0,0 0 0,0-1 0,1 1 0,-1-1 0,1 1 0,0-1 0,0 0 0,0 0 0,0-1 0,1 1 0,-1 0 0,1-1 0,0 0 0,4 2 0,-7-3 0,0-1 0,0 1 0,0 0 0,0-1 0,1 1 0,-1-1 0,0 0 0,1 1 0,-1-1 0,0 0 0,0 0 0,1 0 0,-1 0 0,0 0 0,1 0 0,-1 0 0,0 0 0,1-1 0,-1 1 0,0 0 0,1-1 0,-1 1 0,0-1 0,0 1 0,0-1 0,0 0 0,1 1 0,-1-1 0,0 0 0,0 0 0,0 0 0,-1 0 0,1 0 0,0 0 0,0 0 0,0 0 0,-1 0 0,1 0 0,-1-1 0,2 0 0,0-7 0,1 1 0,-1 0 0,-1-1 0,0 1 0,1-12 0,0-1 0,-1 14 0,0-1 0,1 1 0,0 0 0,0-1 0,5-8 0,-6 15 0,-1 0 0,1 0 0,-1 0 0,1 0 0,0 0 0,-1 0 0,1 0 0,0 0 0,0 0 0,0 0 0,0 0 0,0 1 0,0-1 0,0 0 0,0 1 0,0-1 0,0 1 0,0-1 0,0 1 0,1-1 0,-1 1 0,0 0 0,0-1 0,0 1 0,1 0 0,-1 0 0,0 0 0,0 0 0,1 0 0,-1 0 0,0 1 0,0-1 0,0 0 0,1 1 0,-1-1 0,0 1 0,0-1 0,0 1 0,0-1 0,0 1 0,2 1 0,7 5 0,0 0 0,15 14 0,-2 0 0,-12-12 30,-1 0 0,0 0 0,9 12 0,-16-18-117,-1 0-1,0 0 1,0 0 0,0 0-1,0 1 1,0-1 0,-1 0-1,1 1 1,-1-1-1,0 1 1,0 0 0,-1-1-1,1 1 1,-1 0 0,1-1-1,-2 6 1,-1 3-6739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23 24575,'0'-1'0,"19"-4"0,0 0 0,0 1 0,0 0 0,22 0 0,-35 4 0,-1 1 0,0-1 0,1 1 0,-1 0 0,0 0 0,1 0 0,-1 1 0,8 3 0,-10-3 0,0-1 0,0 1 0,0 0 0,0 1 0,0-1 0,-1 0 0,1 1 0,-1 0 0,1-1 0,-1 1 0,0 0 0,0 0 0,-1 0 0,3 5 0,-3-6 0,0 0 0,-1 0 0,1 0 0,-1 1 0,1-1 0,-1 0 0,0 0 0,1 0 0,-1 0 0,0 1 0,-1-1 0,1 0 0,0 0 0,-1 0 0,1 0 0,-1 0 0,-1 4 0,1-3 0,-1 0 0,0 1 0,-1-1 0,1 0 0,0 0 0,-1 0 0,0 0 0,0-1 0,-4 4 0,-1 0 0,0-1 0,-1 0 0,0-1 0,0 1 0,0-2 0,0 1 0,-11 1 0,10-3 0,0 0 0,0-1 0,0 0 0,0-1 0,-16-1 0,20 1 0,1-1 0,-1 0 0,0-1 0,1 1 0,-1-1 0,1 0 0,0 0 0,-1-1 0,1 1 0,0-1 0,-5-4 0,9 6 4,-1-1-1,0 0 1,1 1-1,-1-1 0,1 0 1,-1 0-1,1 1 1,0-1-1,0 0 0,0 0 1,0-1-1,0 1 1,0 0-1,0 0 1,1 0-1,-1-1 0,1 1 1,0 0-1,-1 0 1,1-1-1,0 1 1,1 0-1,-1-1 0,0 1 1,1 0-1,-1 0 1,1-1-1,-1 1 0,1 0 1,0 0-1,0 0 1,0 0-1,0 0 1,3-4-1,0 1-138,0 0 0,0-1 0,1 2 0,0-1 0,0 0 0,0 1 0,0 0 0,0 0 0,1 1 0,11-6 0,-4 4-6691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0,2 1 0,3 1 0,0 2 0,3 2 0,-1 1 0,3 2 0,0-1 0,1-1 0,-1-1 0,1 0 0,2 0 0,-1 1 0,-2-1-8191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24575,'18'-2'0,"32"1"0,-45 1 0,0 0 0,0 1 0,0-1 0,0 1 0,-1 1 0,1-1 0,0 1 0,-1-1 0,1 1 0,-1 1 0,7 3 0,-10-5 0,0 0 0,0 0 0,0 0 0,0 0 0,0 0 0,0 0 0,0 0 0,-1 0 0,1 0 0,0 1 0,-1-1 0,1 0 0,-1 1 0,1-1 0,-1 0 0,1 1 0,-1-1 0,0 1 0,0-1 0,0 1 0,0-1 0,0 0 0,0 1 0,0-1 0,0 1 0,-1-1 0,1 0 0,0 1 0,-1-1 0,1 0 0,-1 1 0,0-1 0,1 0 0,-1 0 0,0 1 0,-1 1 0,-4 4 0,-1 1 0,1-1 0,-1 0 0,-10 8 0,10-8 0,4-5 0,1 0 0,-1 0 0,1 1 0,0-1 0,0 1 0,0 0 0,-2 3 0,4-5 0,-1 0 0,1 0 0,0-1 0,0 1 0,-1 0 0,1 0 0,0 0 0,0 0 0,0 0 0,0-1 0,0 1 0,0 0 0,1 0 0,-1 0 0,0 0 0,0 0 0,0-1 0,1 1 0,-1 0 0,1 0 0,-1-1 0,0 1 0,1 0 0,-1 0 0,1-1 0,0 1 0,-1 0 0,1-1 0,0 1 0,-1-1 0,1 1 0,0-1 0,0 1 0,6 3 0,0 0 0,0-1 0,0 1 0,1-1 0,-1-1 0,1 0 0,-1 0 0,1 0 0,12 0 0,-1-1 0,0 0 0,34-4 0,-41 0-1365,-3 0-5461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24575,'20'3'0,"0"1"0,-1 1 0,1 1 0,22 10 0,-31-12 0,0 2 0,-1 0 0,0 0 0,0 0 0,0 2 0,-1-1 0,0 1 0,12 14 0,-20-21 0,0 0 0,-1 0 0,1 0 0,0 0 0,0 0 0,-1 0 0,1 0 0,0 1 0,-1-1 0,1 0 0,-1 0 0,0 1 0,1-1 0,-1 0 0,0 1 0,0-1 0,0 0 0,0 1 0,0-1 0,0 0 0,0 1 0,0-1 0,-1 2 0,0-2 0,0 1 0,0-1 0,0 0 0,0 1 0,0-1 0,0 0 0,0 1 0,0-1 0,-1 0 0,1 0 0,0 0 0,-1 0 0,1 0 0,-1-1 0,1 1 0,-1 0 0,1-1 0,-3 1 0,2 0 0,-2 0 0,1 0 0,-1 0 0,1 1 0,0-1 0,0 1 0,-4 2 0,6-3 0,1-1 0,-1 1 0,1-1 0,-1 1 0,1-1 0,-1 1 0,1 0 0,-1-1 0,1 1 0,0 0 0,-1-1 0,1 1 0,0 0 0,0 0 0,-1-1 0,1 1 0,0 0 0,0 0 0,0-1 0,0 1 0,0 0 0,0 0 0,0 0 0,0-1 0,0 1 0,1 0 0,-1 0 0,0-1 0,0 1 0,1 0 0,-1-1 0,0 1 0,1 0 0,-1-1 0,2 2 0,1 3 0,2 0 0,-1 0 0,0-1 0,9 7 0,-6-5 0,0 0 0,9 11 0,-15-16 0,0 1 0,1-1 0,-1 1 0,0-1 0,-1 1 0,1-1 0,0 1 0,0 0 0,-1 0 0,1-1 0,-1 1 0,0 0 0,1 0 0,-1 0 0,0-1 0,0 1 0,0 3 0,-1-3 0,1-1 0,0 0 0,-1 0 0,0 0 0,1 0 0,-1 0 0,1 0 0,-1 0 0,0 0 0,0 0 0,0 0 0,1 0 0,-1 0 0,0-1 0,0 1 0,0 0 0,0-1 0,0 1 0,-1 0 0,1-1 0,0 1 0,0-1 0,0 0 0,0 1 0,-1-1 0,0 0 0,-6 1 0,1 0 0,0 0 0,-9-2 0,9 1 0,-29 0-1365,21-1-5461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1 0,-1-1 0,0 1 0,0-1 0,0 1 0,0 0 0,0 0 0,0 0 0,0 0 0,0 0 0,0 0 0,-1 1 0,1-1 0,0 1 0,-1-1 0,1 1 0,-1 0 0,0-1 0,1 1 0,-1 0 0,0 0 0,1 2 0,3 7 0,0 0 0,-1 0 0,4 14 0,-4-9 0,-2-10 0,1 1 0,-1-1 0,1 1 0,0-1 0,0 0 0,1 0 0,8 10 0,-9-13 0,-1 0 0,1-1 0,0 1 0,0-1 0,1 0 0,-1 0 0,0 0 0,1 0 0,-1-1 0,1 1 0,0-1 0,-1 0 0,1 0 0,0-1 0,7 2 0,27 0 0,73-6 0,-99 2-1365,-2-1-5461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24575,'7'28'0,"6"11"0,2 2 0,-1-2 0,0-4 0,0-3 0,-3-5 0,-3-4 0,0-4 0,-2-2 0,-1-5-8191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24575,'7'0'0,"-1"0"0,1 1 0,0-1 0,0 1 0,0 1 0,0-1 0,0 1 0,-1 0 0,7 4 0,-12-6 0,-1 0 0,0 0 0,1 0 0,-1 0 0,1 0 0,-1 1 0,0-1 0,1 0 0,-1 0 0,0 0 0,1 1 0,-1-1 0,0 0 0,1 0 0,-1 1 0,0-1 0,0 0 0,1 1 0,-1-1 0,0 0 0,0 1 0,0-1 0,1 0 0,-1 1 0,0-1 0,0 1 0,0-1 0,0 0 0,0 1 0,0 0 0,-1-1 0,1 0 0,0 1 0,-1-1 0,1 1 0,-1-1 0,0 0 0,1 1 0,-1-1 0,1 0 0,-1 0 0,1 0 0,-1 1 0,1-1 0,-1 0 0,0 0 0,-27 3 0,27-3 0,-11 0-151,-1 0-1,1 0 0,0-1 0,-1-1 1,1 0-1,0-1 0,0 0 1,-19-8-1,23 7-6674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31 24575,'-12'-5'0,"-8"-2"0,-1 1 0,-1 1 0,1 1 0,2 2 0,1 1 0,2 3 0,1 1 0,0 3 0,3 0-8191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85 146 24575,'-1'4'0,"0"0"0,0 0 0,1 0 0,0 0 0,0 1 0,0-1 0,0 0 0,1 0 0,0 0 0,0 0 0,0 0 0,0 0 0,0 0 0,1 0 0,3 6 0,2 3 0,1 0 0,19 23 0,-25-33 0,3 3 0,0 0 0,0 0 0,0 0 0,1 0 0,11 7 0,-17-14 0,0 0 0,0 0 0,0 0 0,0 0 0,0-1 0,-1 1 0,1 0 0,0 0 0,-1 0 0,1 0 0,-1 0 0,0-2 0,-14-20 0,-24-28 0,-9-15 0,37 49 0,-1 0 0,2 0 0,0-1 0,1 0 0,-14-37 0,23 54 0,0 1 0,0-1 0,0 0 0,-1 1 0,1-1 0,0 1 0,0-1 0,0 0 0,0 1 0,0-1 0,0 1 0,0-1 0,0 0 0,0 1 0,1-1 0,-1 1 0,0-1 0,0 1 0,0-1 0,1 1 0,-1-1 0,1 0 0,-1 1 0,0-1 0,1 1 0,-1 0 0,1 0 0,-1 0 0,1 0 0,-1 0 0,1 0 0,-1-1 0,1 1 0,-1 0 0,1 0 0,-1 0 0,0 1 0,1-1 0,-1 0 0,1 0 0,-1 0 0,1 0 0,0 1 0,3 0 0,-1 1 0,1 0 0,0 0 0,5 4 0,46 43 0,11 8 0,-58-51 0,1 0 0,0-1 0,0 0 0,1 0 0,-1-1 0,13 4 0,-20-7 0,-1-1 0,1 1 0,0-1 0,-1 0 0,1 0 0,0 1 0,-1-1 0,1 0 0,0 0 0,-1-1 0,1 1 0,0 0 0,0 0 0,-1-1 0,1 1 0,-1-1 0,1 0 0,0 1 0,-1-1 0,1 0 0,-1 0 0,0 0 0,2-1 0,-1 0 0,0 0 0,-1-1 0,1 1 0,-1 0 0,1-1 0,-1 1 0,0-1 0,0 0 0,0 1 0,0-1 0,0 0 0,-1 1 0,1-5 0,1-37 0,-2 34 0,1-1 0,0 0 0,0 1 0,4-16 0,-5 25 0,0 0 0,1 0 0,-1 1 0,0-1 0,0 0 0,1 1 0,-1-1 0,0 1 0,1-1 0,-1 0 0,1 1 0,-1-1 0,1 1 0,-1-1 0,1 1 0,-1-1 0,1 1 0,0-1 0,0 1 0,-1 0 0,1 0 0,-1 0 0,1 0 0,-1 0 0,1 0 0,-1 0 0,1 0 0,-1 0 0,1 0 0,-1 0 0,1 0 0,-1 0 0,0 0 0,1 1 0,-1-1 0,1 0 0,-1 0 0,1 1 0,-1-1 0,4 3 0,-1 0 0,0 0 0,0 0 0,5 7 0,-5-5 0,78 110 0,-41-57 0,-25-35-341,0 1 0,-2 0-1,17 41 1,-25-51-6485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24575,'0'0'0,"0"-1"0,1 1 0,-1 0 0,0 0 0,0 0 0,0 0 0,1-1 0,-1 1 0,0 0 0,0 0 0,0 0 0,1 0 0,-1 0 0,0 0 0,0 0 0,1 0 0,-1 0 0,0 0 0,0 0 0,1 0 0,-1 0 0,0 0 0,0 0 0,1 0 0,-1 0 0,0 0 0,0 0 0,1 0 0,-1 0 0,0 0 0,0 0 0,1 1 0,6 7 0,1 13 0,-3-2 0,3 39 0,-5-26 0,29 157 0,-31-184-195,0-1 0,-1 1 0,1 0 0,-1-1 0,0 1 0,-2 9 0,-1-5-6631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9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51 24575,'-12'-9'0,"-1"1"0,0 1 0,0 0 0,-15-5 0,23 10 0,-1 1 0,1-1 0,-1 1 0,1 1 0,-1-1 0,1 1 0,-1-1 0,1 2 0,-1-1 0,0 1 0,1-1 0,-1 2 0,-9 2 0,6-1 0,1 1 0,0 0 0,-1 0 0,2 0 0,-1 1 0,0 0 0,1 1 0,-8 7 0,13-11 0,0 0 0,1 0 0,-1 0 0,0 0 0,1 0 0,-1 1 0,1-1 0,0 0 0,0 1 0,0-1 0,0 1 0,0 0 0,0-1 0,1 1 0,0-1 0,-1 1 0,1 0 0,0 0 0,0-1 0,0 1 0,1 0 0,-1-1 0,0 1 0,1 0 0,0-1 0,0 1 0,0-1 0,0 1 0,0-1 0,0 0 0,1 1 0,1 2 0,1-1 0,-1 1 0,1-1 0,1 1 0,-1-1 0,1-1 0,-1 1 0,1-1 0,0 1 0,0-1 0,0-1 0,1 1 0,-1-1 0,1 0 0,9 2 0,-3-1 0,0-1 0,0 0 0,0-1 0,0-1 0,0 1 0,14-3 0,-23 2 4,0-1 0,0 1-1,-1-1 1,1 1 0,0-1 0,-1 0-1,1 0 1,-1 0 0,1-1 0,-1 1-1,0 0 1,1-1 0,-1 0 0,0 1-1,0-1 1,0 0 0,0 0 0,0 0-1,-1 0 1,1-1 0,-1 1 0,1 0-1,-1-1 1,0 1 0,0-1 0,0 1-1,0-1 1,0 1 0,-1-1 0,1 0-1,0-3 1,-1 1-103,0-1 0,0 1 0,0-1 0,0 1 0,-1 0 0,0-1 0,0 1 0,-1 0 0,1 0 0,-1 0 0,0 0 0,-1 0 0,1 0 0,-7-9 0,1 4-6727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1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24575,'0'-7'0,"0"2"0,-1 1 0,2-1 0,-1 0 0,0 0 0,1 1 0,0-1 0,3-7 0,-4 12 0,0 0 0,0 0 0,0-1 0,0 1 0,0 0 0,0 0 0,0 0 0,0 0 0,0 0 0,0-1 0,0 1 0,0 0 0,0 0 0,0 0 0,0 0 0,0 0 0,1 0 0,-1 0 0,0-1 0,0 1 0,0 0 0,0 0 0,0 0 0,0 0 0,0 0 0,1 0 0,-1 0 0,0 0 0,0 0 0,0 0 0,0 0 0,0 0 0,0 0 0,1 0 0,-1 0 0,0 0 0,0 0 0,0 0 0,3 5 0,-1 11 0,0 188 0,-3-105 0,2-55 0,12 75 0,19 42 0,-10-59 0,-8-38 0,5 22 0,-18-82-91,0 1 0,-1 0 0,1 0 0,-1 0 0,0 0 0,0 0 0,-1 0 0,1 0 0,-1 0 0,0-1 0,-1 1 0,1 0 0,-1 0 0,-2 4 0,-2 1-6735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215 121 24575,'-14'-12'0,"-63"-48"0,64 51 0,0 0 0,-1 1 0,-27-11 0,39 19 0,1-1 0,0 0 0,0 1 0,-1-1 0,1 1 0,0 0 0,-1 0 0,1-1 0,0 1 0,-1 0 0,1 0 0,0 0 0,-1 0 0,1 0 0,0 1 0,-1-1 0,1 0 0,0 1 0,0-1 0,-1 1 0,1-1 0,0 1 0,0-1 0,-2 2 0,2 0 0,0-1 0,0 1 0,0-1 0,0 1 0,0-1 0,1 1 0,-1 0 0,1-1 0,-1 1 0,1 0 0,0 0 0,-1-1 0,1 1 0,0 0 0,0-1 0,0 1 0,1 0 0,0 2 0,0 5 0,1-1 0,1 0 0,-1 0 0,1 0 0,1 0 0,0 0 0,0-1 0,5 8 0,-5-9 0,0-1 0,-1 0 0,2 0 0,-1-1 0,0 1 0,1-1 0,0 0 0,0 0 0,0 0 0,1-1 0,8 4 0,-10-5 0,-1-1 0,0 0 0,0 0 0,1-1 0,-1 1 0,0-1 0,1 1 0,-1-1 0,1 0 0,-1-1 0,0 1 0,1 0 0,-1-1 0,5-1 0,-5 1 0,-1 0 0,0 0 0,-1-1 0,1 1 0,0 0 0,0-1 0,0 1 0,-1-1 0,1 1 0,-1-1 0,1 0 0,-1 0 0,0 0 0,0 0 0,0 0 0,0 0 0,0 0 0,0 0 0,0 0 0,0 0 0,-1 0 0,1-4 0,0-1 0,0 1 0,0-1 0,-1 0 0,0 0 0,0 0 0,0 0 0,-1 0 0,-3-13 0,3 17 0,0 1 0,0-1 0,0 1 0,-1 0 0,1-1 0,0 1 0,-1 0 0,0 0 0,1 0 0,-1 0 0,0 0 0,0 0 0,0 0 0,0 1 0,0-1 0,-1 1 0,1 0 0,0-1 0,-1 1 0,1 0 0,-1 0 0,1 0 0,-1 1 0,1-1 0,-6 0 0,-6 0-1365,1 1-5461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16 24575,'0'-1'0,"0"0"0,0 0 0,0 0 0,-1 0 0,1 0 0,0 0 0,-1 0 0,1 0 0,-1 0 0,1 0 0,-1 1 0,0-1 0,1 0 0,-1 0 0,-1-1 0,2 3 0,-1-1 0,1 0 0,0 0 0,-1 1 0,1-1 0,0 0 0,-1 1 0,1-1 0,0 0 0,0 1 0,-1-1 0,1 0 0,0 1 0,0-1 0,0 1 0,0-1 0,0 1 0,-1-1 0,1 0 0,0 1 0,0-1 0,0 1 0,0 0 0,-2 37 0,5 29 0,20 118 0,-19-163 0,2 1 10,-5-19-163,0-1 0,0 1 1,0 0-1,0 0 0,-1 0 0,1-1 1,-1 1-1,0 6 0,-3-2-6673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118 136 24575,'-9'-22'0,"5"12"0,0-1 0,-1 0 0,0 1 0,0 0 0,-1 1 0,-1-1 0,1 1 0,-10-9 0,16 17 0,-1 0 0,0 1 0,0-1 0,0 0 0,1 1 0,-1-1 0,0 1 0,0-1 0,0 1 0,0-1 0,0 1 0,0 0 0,0 0 0,0-1 0,0 1 0,0 0 0,0 0 0,0 0 0,0 0 0,0 0 0,0 0 0,0 0 0,0 0 0,-1 1 0,1-1 0,0 0 0,1 1 0,-1-1 0,0 1 0,0-1 0,0 1 0,0-1 0,0 1 0,0-1 0,0 1 0,1 0 0,-1 0 0,0-1 0,1 1 0,-1 0 0,0 0 0,1 0 0,-1 0 0,1 0 0,-1 1 0,-1 0 0,1 1 0,0 0 0,-1 0 0,1 0 0,0-1 0,1 1 0,-1 0 0,0 0 0,1 0 0,0 0 0,-1 1 0,1-1 0,0 0 0,1 5 0,0-6 0,0 0 0,0 0 0,0 0 0,0 0 0,0 0 0,1-1 0,-1 1 0,1 0 0,-1-1 0,1 1 0,-1-1 0,1 1 0,0-1 0,0 0 0,-1 1 0,1-1 0,0 0 0,0 0 0,3 0 0,-1 1 0,0-1 0,0 0 0,1 0 0,-1-1 0,0 1 0,1-1 0,-1 0 0,0 0 0,9-1 0,-10 0 0,0 1 0,-1-1 0,1 0 0,0 0 0,0 0 0,-1 0 0,1 0 0,-1-1 0,1 1 0,-1-1 0,1 1 0,-1-1 0,0 0 0,3-3 0,-4 3 0,0 1 0,0-1 0,0 0 0,0 1 0,-1-1 0,1 0 0,0 0 0,-1 1 0,1-1 0,-1 0 0,0 0 0,0 0 0,0 0 0,1 0 0,-2 0 0,1 0 0,0 1 0,0-1 0,-1 0 0,1 0 0,-1 0 0,1 0 0,-3-3 0,2 3 0,0 0 0,0-1 0,-1 1 0,1 0 0,-1 0 0,0-1 0,1 1 0,-1 1 0,0-1 0,0 0 0,0 0 0,-1 1 0,1-1 0,0 1 0,-1 0 0,1-1 0,-1 1 0,1 0 0,-4 0 0,0-1 0,-1 1 0,1 0 0,0 1 0,-1-1 0,1 1 0,-13 2 0,18-2 0,0 0 0,0 0 0,0 0 0,0 0 0,0 0 0,0 0 0,-1 1 0,1-1 0,0 0 0,0 1 0,0-1 0,0 1 0,0-1 0,0 1 0,1-1 0,-1 1 0,0 0 0,0-1 0,0 1 0,0 0 0,1 0 0,-1 0 0,0 0 0,1-1 0,-1 1 0,1 0 0,-1 0 0,1 0 0,-1 0 0,1 0 0,0 0 0,0 0 0,-1 1 0,1-1 0,0 0 0,0 0 0,0 1 0,0 0 0,1 0 0,-1 1 0,1-1 0,0 0 0,0 0 0,-1 0 0,1 0 0,1-1 0,-1 1 0,0 0 0,0 0 0,1-1 0,-1 1 0,1 0 0,-1-1 0,1 0 0,0 1 0,1 0 0,1 0 24,-1 0 0,1 0 0,-1-1 0,8 3 0,-10-3-92,0-1 1,0 0-1,0 0 1,0 1-1,0-1 1,0 0-1,0 0 1,0 0-1,1 0 1,-1 0-1,0-1 1,0 1-1,0 0 1,0 0-1,0-1 1,0 1-1,0 0 1,0-1-1,0 1 1,0-1-1,1-1 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24575,'0'23'0,"1"1"0,7 32 0,26 200 0,-32-171 0,-1-40 0,6 49 0,-4-66 0,-1 35 0,0 3 0,0-45 0,11 39 0,1 6 0,-8-30 0,-2-15 0,1 40 0,-4-43 0,5 30 0,-3-30 0,2 30 0,-5-19-1365,-1-16-5461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240 183 24575,'-18'-29'0,"-62"-91"0,78 117 0,-1 0 0,0 0 0,-1 1 0,1-1 0,0 0 0,-1 1 0,1 0 0,-1 0 0,0 0 0,0 0 0,1 1 0,-1 0 0,0-1 0,-1 1 0,1 1 0,0-1 0,0 1 0,0-1 0,0 1 0,0 0 0,-1 1 0,1-1 0,0 1 0,0 0 0,0 0 0,0 0 0,0 0 0,0 1 0,-4 1 0,7-2 0,-1 0 0,0 0 0,1 1 0,-1-1 0,0 0 0,1 1 0,0-1 0,-1 1 0,1-1 0,0 1 0,0 0 0,0-1 0,0 1 0,0 0 0,0 0 0,1 0 0,-1-1 0,0 1 0,1 0 0,0 0 0,-1 0 0,1 0 0,0 0 0,0 0 0,0 0 0,0 0 0,1 0 0,-1 0 0,0 0 0,1 3 0,1 0 0,0 1 0,-1-1 0,2 0 0,-1 0 0,0 1 0,1-2 0,0 1 0,0 0 0,6 6 0,-3-5 0,0-1 0,0 1 0,1-1 0,0-1 0,0 1 0,0-1 0,0 0 0,1-1 0,0 0 0,-1 0 0,1 0 0,13 1 0,-20-3 0,1-1 0,-1 0 0,1 0 0,-1 0 0,1 0 0,-1 0 0,0 0 0,1 0 0,-1-1 0,1 1 0,-1-1 0,0 1 0,1-1 0,-1 1 0,0-1 0,1 0 0,-1 1 0,0-1 0,0 0 0,0 0 0,2-1 0,-1-1 0,-1 1 0,1 0 0,-1-1 0,1 1 0,-1-1 0,0 1 0,0-1 0,0 0 0,-1 1 0,2-5 0,-1-2 0,0 0 0,-1 0 0,0 1 0,0-1 0,-1 0 0,-2-11 0,2 18 0,1 0 0,-1-1 0,1 1 0,-1 0 0,0-1 0,0 1 0,0 0 0,0 0 0,-1 0 0,1 0 0,0 0 0,-1 0 0,0 0 0,1 1 0,-1-1 0,0 1 0,0-1 0,0 1 0,0-1 0,0 1 0,0 0 0,0 0 0,0 0 0,0 0 0,-1 0 0,1 1 0,0-1 0,-1 1 0,1-1 0,0 1 0,-1 0 0,1 0 0,-1 0 0,1 0 0,0 1 0,-1-1 0,-4 2 0,3-1 8,0 0-1,-1 0 1,1 1-1,0 0 1,0 0-1,0 0 1,0 0-1,0 1 1,0-1-1,1 1 1,-1 0-1,1 0 1,0 0-1,0 1 1,-4 5-1,3-3-142,1-1 0,0 1 0,0 0 0,0 0 0,1 0 0,0 1 0,0-1 0,1 0 0,0 1 0,-1 7 0,1-2-6691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8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 24575,'-1'0'0,"1"0"0,0 0 0,0 0 0,0 0 0,0 0 0,0 0 0,0-1 0,0 1 0,0 0 0,0 0 0,0 0 0,0 0 0,0-1 0,0 1 0,0 0 0,0 0 0,0 0 0,0 0 0,0 0 0,0-1 0,0 1 0,0 0 0,0 0 0,0 0 0,0 0 0,0 0 0,1-1 0,-1 1 0,0 0 0,0 0 0,0 0 0,0 0 0,0 0 0,0 0 0,0 0 0,1-1 0,-1 1 0,0 0 0,0 0 0,0 0 0,0 0 0,0 0 0,1 0 0,-1 0 0,0 0 0,0 0 0,0 0 0,0 0 0,0 0 0,1 0 0,-1 0 0,0 0 0,0 0 0,0 0 0,0 0 0,0 0 0,1 0 0,-1 0 0,0 0 0,0 0 0,0 0 0,0 0 0,1 1 0,5 8 0,24 150 0,-11-41 0,-13-75 0,-3-23 0,2 35 0,-4-45 0,0 0 0,4 18 0,2 13 0,0 18 0,-3-39 0,1 34 0,-7 14 0,3 56 0,6-75 0,-3-31 0,0 33 0,-4-19 0,0-4 0,1 1 0,7 44 0,-6-53 0,0 0 0,-1 36 0,0 10 0,6-26 0,-4-29 0,-1 0 0,1 16 0,-3 30 0,0-26 0,0-1 0,8 45 0,0-26 0,-6-30 0,1 0 0,10 35 0,-11-51-136,-1 0-1,0 0 1,-1-1-1,1 1 1,0 0-1,-1 0 1,0 0-1,0 0 0,0 5 1,-2 0-6690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9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306 222 24575,'0'-10'0,"-1"0"0,0 0 0,0 0 0,-1 0 0,0 1 0,-1-1 0,0 1 0,-5-11 0,6 14 0,-1 2 0,0-1 0,0 0 0,0 1 0,0-1 0,-1 1 0,0 0 0,0 0 0,0 0 0,0 1 0,-1-1 0,1 1 0,-1 0 0,0 0 0,-10-3 0,1 2 0,0 0 0,-1 1 0,0 1 0,1 1 0,-1 0 0,0 1 0,-28 3 0,39-2 0,0 0 0,1 0 0,-1 0 0,1 0 0,-1 1 0,1-1 0,0 1 0,-1 0 0,1 0 0,0 0 0,0 0 0,0 1 0,1-1 0,-1 1 0,0 0 0,-3 6 0,5-8 0,-1 1 0,1 0 0,0-1 0,0 1 0,0 0 0,1 0 0,-1 0 0,0 0 0,1 0 0,-1 0 0,1 0 0,0 0 0,0 0 0,-1 0 0,1 0 0,0 0 0,1 0 0,-1 0 0,0 0 0,1 0 0,-1 0 0,1 0 0,-1-1 0,1 1 0,0 0 0,0 0 0,0 0 0,0-1 0,0 1 0,0 0 0,1-1 0,1 3 0,5 2 0,0 1 0,0-1 0,1 0 0,0-1 0,0 0 0,0 0 0,1-1 0,-1 0 0,1-1 0,0 0 0,0-1 0,1 0 0,-1 0 0,19 0 0,-26-2 0,1-1 0,0 1 0,-1-1 0,1 0 0,-1 0 0,1 0 0,-1-1 0,0 1 0,1-1 0,-1 0 0,0 0 0,0 0 0,0 0 0,0 0 0,4-5 0,-3 3 0,-1 0 0,0-1 0,0 1 0,0-1 0,-1 1 0,1-1 0,-1 0 0,0 0 0,-1 0 0,3-7 0,-3 6 0,0 1 0,-1 0 0,1-1 0,-1 1 0,0-1 0,-1 1 0,1 0 0,-1-1 0,0 1 0,-2-7 0,2 9 0,-1-1 0,1 1 0,-1 0 0,0-1 0,0 1 0,0 0 0,0 0 0,0 0 0,-1 0 0,1 1 0,-1-1 0,0 1 0,0-1 0,0 1 0,-4-2 0,2 2-80,0 0 0,1 1-1,-1 0 1,0 0 0,0 0-1,0 0 1,0 1 0,0 0-1,0 0 1,1 1 0,-1-1 0,0 1-1,0 0 1,0 0 0,0 0-1,-6 4 1,-7 1-6746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1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24575,'7'-5'0,"6"-1"0,2-1 0,2 2 0,0 2 0,2 0 0,1 2 0,2 1 0,2 0 0,1 2 0,3 2 0,3 2 0,2 3 0,3 2 0,0-1 0,-1-2 0,-4 1 0,-7-3-8191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2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24575,'0'0'0,"1"0"0,0 0 0,-1 1 0,1-1 0,0 0 0,-1 1 0,1-1 0,-1 1 0,1-1 0,-1 0 0,1 1 0,-1 0 0,1-1 0,-1 1 0,1-1 0,-1 1 0,1-1 0,-1 1 0,0 0 0,1 0 0,6 16 0,-6-15 0,4 14 0,6 31 0,-2-3 0,8 20 0,10 79 0,-11-41 0,-16-96 0,1 0 0,0-1 0,1 1 0,3 8 0,-4-14 0,1-5 0,1-12 0,-1 4 0,0 10 0,-1-1 0,0 0 0,1 0 0,0 1 0,0-1 0,0 1 0,0-1 0,0 1 0,1 0 0,-1 0 0,1 0 0,4-4 0,-5 6 0,1-1 0,-1 1 0,1-1 0,-1 1 0,1 0 0,-1 0 0,1 0 0,0 0 0,0 0 0,-1 1 0,1-1 0,0 1 0,0 0 0,0 0 0,0 0 0,-1 0 0,1 0 0,3 1 0,3 1 0,0 1 0,-1 0 0,1 0 0,-1 1 0,15 8 0,37 30 0,-37-26 0,-19-12-101,0-2-26,0 1 1,1 0 0,-1 0-1,-1 1 1,1-1-1,0 1 1,-1 0 0,0 0-1,5 7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3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190 28 24575,'-68'-12'0,"43"6"0,-40-3 0,64 9 0,-1 0 0,0 0 0,1 0 0,-1 0 0,0 0 0,1 0 0,-1 0 0,0 1 0,1-1 0,-1 1 0,1-1 0,-1 1 0,1 0 0,-3 1 0,3-2 0,1 1 0,-1 0 0,1 0 0,-1-1 0,1 1 0,-1 0 0,1 0 0,0 0 0,-1-1 0,1 1 0,0 0 0,0 0 0,-1 0 0,1 0 0,0 0 0,0 0 0,0 0 0,0-1 0,0 1 0,0 0 0,0 0 0,1 0 0,-1 0 0,0 0 0,0 0 0,1-1 0,0 3 0,6 13 0,0 0 0,17 26 0,-13-24 0,13 29 0,-12-12 0,-2-1 0,-2 1 0,7 62 0,-10-61 0,-2-11 0,-2 30 0,1 4 0,-2-57 0,1-1 0,-1 1 0,1 0 0,-1-1 0,1 1 0,0-1 0,0 1 0,0-1 0,0 1 0,0-1 0,0 1 0,0-1 0,0 0 0,0 0 0,0 0 0,1 1 0,-1-1 0,1 0 0,-1-1 0,1 1 0,-1 0 0,1 0 0,-1-1 0,1 1 0,0 0 0,1-1 0,7 3 0,0-1 0,0 0 0,13 0 0,-15-2 0,57 8 30,43 1-1425,-95-9-5431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89 24575,'1'-2'0,"0"0"0,-1-1 0,1 1 0,0 1 0,0-1 0,1 0 0,-1 0 0,0 0 0,3-2 0,-4 4 0,0 0 0,1-1 0,-1 1 0,0 0 0,1 0 0,-1 0 0,0-1 0,1 1 0,-1 0 0,0 0 0,1 0 0,-1 0 0,1 0 0,-1 0 0,0 0 0,1 0 0,-1 0 0,1 0 0,-1 0 0,0 0 0,1 0 0,0 0 0,0 1 0,-1-1 0,1 1 0,0-1 0,-1 0 0,1 1 0,0 0 0,-1-1 0,1 1 0,-1-1 0,1 1 0,-1 0 0,0-1 0,1 1 0,0 1 0,2 5 0,0 1 0,-1 0 0,1 0 0,-1 0 0,1 12 0,-2-12 0,0 1 0,1-1 0,1 1 0,5 13 0,-8-21 0,1 0 0,0 0 0,-1 0 0,1 0 0,0 1 0,0-1 0,0 0 0,0 0 0,0 0 0,0-1 0,0 1 0,0 0 0,0 0 0,0-1 0,1 1 0,-1 0 0,0-1 0,0 1 0,1-1 0,-1 0 0,0 1 0,1-1 0,-1 0 0,1 0 0,-1 0 0,0 0 0,1 0 0,-1 0 0,0 0 0,1 0 0,0-1 0,0 0 0,0 1 0,0-1 0,0 0 0,-1 0 0,1 1 0,0-1 0,0 0 0,-1-1 0,1 1 0,-1 0 0,1 0 0,-1-1 0,0 1 0,0-1 0,1 1 0,-1-1 0,0 1 0,0-1 0,0 0 0,-1 0 0,2-2 0,-1 0 0,0 0 0,0 0 0,-1 0 0,1 0 0,-1 0 0,0 0 0,0 0 0,0 0 0,-1 0 0,0 0 0,1 0 0,-3-5 0,-1 0 0,0 0 0,0 1 0,-9-13 0,-6-11 0,17 28 0,1 1 0,0 0 0,-1-1 0,2 1 0,-1-1 0,-1-5 0,2 9 0,0-1 0,0 1 0,0-1 0,0 1 0,0-1 0,0 1 0,0-1 0,0 1 0,1 0 0,-1-1 0,0 1 0,0-1 0,0 1 0,0-1 0,1 1 0,-1 0 0,0-1 0,0 1 0,1-1 0,-1 1 0,0 0 0,1-1 0,0 1 0,-1 0 0,1 0 0,0-1 0,0 1 0,-1 0 0,1 0 0,0 1 0,-1-1 0,1 0 0,0 0 0,-1 0 0,1 0 0,0 1 0,-1-1 0,1 0 0,0 0 0,-1 1 0,1-1 0,-1 1 0,2 0 0,7 6 0,1 0 0,-1 1 0,-1 0 0,14 17 0,-15-16 0,0-1 0,0 0 0,1-1 0,0 0 0,1 0 0,13 8 0,-16-11 0,0-1 0,1 0 0,-1 0 0,1-1 0,0 1 0,7 0 0,-12-3 0,0 1 0,-1-1 0,1 0 0,0 0 0,0 0 0,-1-1 0,1 1 0,0 0 0,-1-1 0,1 1 0,0-1 0,-1 1 0,1-1 0,-1 0 0,1 0 0,-1 0 0,1 0 0,-1 0 0,1 0 0,-1 0 0,0 0 0,0 0 0,1-1 0,-1 1 0,0-1 0,0 1 0,-1 0 0,1-1 0,0 0 0,1-2 0,0-4 0,0 0 0,0 0 0,-1-1 0,0 1 0,-1-1 0,0 1 0,0-1 0,-2-9 0,2 9 0,0 18 0,0-3 0,0 0 0,0 0 0,1 0 0,-1 0 0,1 0 0,1 0 0,2 8 0,4 0 24,0 0-1,2 0 1,-1-1 0,14 15-1,-12-16-319,-1 0-1,0 1 0,-1 0 1,10 20-1,-14-20-6529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429 46 24575,'-30'-5'0,"-16"-2"0,-3 1 0,0-2 0,6 1 0,6 2 0,6 1 0,4 2 0,4 1 0,0 0 0,2 1 0,2 1 0,2-1 0,4 0-8191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24575,'43'-1'0,"46"2"0,-87-1 0,1 0 0,-1 0 0,0 0 0,0 1 0,0-1 0,0 1 0,0-1 0,0 1 0,-1 0 0,1 0 0,0 0 0,0 0 0,0 0 0,-1 0 0,1 0 0,0 1 0,-1-1 0,3 3 0,-3-2 0,-1-1 0,1 1 0,-1-1 0,1 1 0,-1 0 0,1 0 0,-1-1 0,0 1 0,0 0 0,0 0 0,0-1 0,0 1 0,0 0 0,0-1 0,-1 1 0,1 0 0,0 0 0,-1-1 0,0 1 0,1-1 0,-1 1 0,-1 1 0,-16 26 0,12-21 0,1 0 0,1 0 0,-1 0 0,1 0 0,-4 12 0,8-18 0,-1-1 0,1 1 0,-1 0 0,1 0 0,0 0 0,0 0 0,0-1 0,0 1 0,0 0 0,1 0 0,-1 0 0,0 0 0,1-1 0,-1 1 0,1 0 0,0 0 0,0-1 0,-1 1 0,1 0 0,0-1 0,0 1 0,1-1 0,-1 1 0,0-1 0,0 0 0,1 0 0,-1 1 0,1-1 0,-1 0 0,1 0 0,2 1 0,0 0 0,0 0 0,0-1 0,0 1 0,1-1 0,-1 0 0,1 0 0,-1 0 0,8 0 0,40-3 0,-24 1 0,-10 1-100,-9 0-111,0 0 0,0-1 0,0 1 1,0-2-1,10-2 0,-9 1-6615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24575,'22'-2'0,"0"-1"0,25 0 0,-41 3 0,-1 0 0,1 0 0,0 1 0,-1 0 0,1 0 0,-1 1 0,1-1 0,-1 1 0,9 4 0,-12-4 0,0-1 0,0 1 0,0 0 0,0 0 0,0 0 0,0 0 0,-1 0 0,1 0 0,-1 0 0,1 0 0,-1 1 0,0-1 0,0 0 0,0 1 0,0-1 0,-1 1 0,1 0 0,0-1 0,-1 1 0,0 2 0,1 8 0,-1 0 0,-3 26 0,0-10 0,3-28 0,0 10 0,-1 0 0,1 0 0,1-1 0,0 1 0,0 0 0,1-1 0,6 17 0,99 240 0,-104-260 0,-1 1 0,1-1 0,-1 1 0,-1 0 0,1-1 0,-1 1 0,-1 0 0,0 11 0,0-15 0,0-1 0,-1 0 0,0 0 0,0 1 0,0-1 0,0 0 0,0 0 0,-1 0 0,1 0 0,-1 0 0,0 0 0,0 0 0,0-1 0,0 1 0,0-1 0,0 0 0,-1 1 0,1-1 0,-1 0 0,0 0 0,0 0 0,-3 1 0,-1 0-227,0 0-1,0-1 1,0 1-1,-1-2 1,-9 3-1,1-2-6598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0,0 0 0,0 0 0,0 0 0,0 0 0,0 0 0,0 0 0,0 0 0,0 0 0,0 0 0,0 0 0,0 0 0,0 0 0,0 0 0,0-1 0,0 1 0,0 0 0,0 0 0,0 0 0,0 0 0,0 0 0,0 0 0,0 0 0,0 0 0,0 0 0,0 0 0,0 0 0,0 0 0,1 0 0,-1 0 0,0 0 0,0 0 0,0 0 0,0 0 0,0-1 0,0 1 0,0 0 0,0 0 0,0 0 0,0 0 0,0 0 0,0 0 0,0 0 0,0 0 0,1 0 0,-1 0 0,0 0 0,0 0 0,0 0 0,0 0 0,0 0 0,0 0 0,0 0 0,0 1 0,0-1 0,0 0 0,0 0 0,0 0 0,0 0 0,1 0 0,4 5 0,5 8 0,5 13 0,-2 1 0,0 1 0,-2 0 0,9 34 0,22 122 0,-22-87 0,36 114 0,-55-208 0,0 1 0,0-1 0,1 1 0,0-1 0,1 3 0,-2-5 0,-1-1 0,0 0 0,0 1 0,0-1 0,1 0 0,-1 0 0,0 1 0,0-1 0,1 0 0,-1 0 0,0 0 0,1 1 0,-1-1 0,0 0 0,0 0 0,1 0 0,-1 0 0,0 0 0,1 0 0,-1 0 0,0 0 0,1 1 0,-1-1 0,1 0 0,0-1 0,-1 1 0,1-1 0,-1 1 0,1 0 0,-1-1 0,1 1 0,-1-1 0,1 1 0,-1-1 0,1 1 0,-1-1 0,0 0 0,1 1 0,-1-1 0,0 1 0,1-1 0,-1 0 0,0 0 0,6-18 0,-1 0 0,6-37 0,-8 35 0,1 1 0,9-30 0,-12 48 0,0-1 0,0 1 0,0 0 0,0 0 0,0 0 0,0 0 0,1 0 0,-1 0 0,1 0 0,0 0 0,-1 1 0,1-1 0,0 1 0,0-1 0,0 1 0,0 0 0,3-2 0,-1 2 0,-1 0 0,1 0 0,-1 0 0,1 0 0,-1 1 0,1 0 0,-1 0 0,1 0 0,0 0 0,5 1 0,3 2 0,1 0 0,0 1 0,-1 0 0,0 1 0,14 8 0,-10-4 0,-1 0 0,0 1 0,0 1 0,16 15 0,-22-17 0,0 0 0,0 1 0,-1 0 0,-1 0 0,0 1 0,11 21 0,-17-30-105,0 0 0,0 0 0,0 0 0,-1 0 0,1 0 0,-1 1 0,1-1 0,-1 0 0,0 0 0,0 1 0,0-1 0,-1 3 0,-1 4-6721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14 24575,'-120'-7'0,"-11"0"0,125 7 0,1 1 0,-1-1 0,0 1 0,1 0 0,-1 0 0,1 1 0,-11 4 0,14-6 0,1 1 0,0 0 0,-1 0 0,1-1 0,0 1 0,0 0 0,0 0 0,-1 0 0,1 1 0,0-1 0,1 0 0,-1 0 0,0 0 0,0 1 0,0-1 0,1 0 0,-1 1 0,1-1 0,-1 1 0,1-1 0,-1 1 0,1-1 0,0 1 0,0-1 0,0 1 0,0-1 0,0 1 0,0-1 0,0 1 0,0-1 0,1 1 0,-1-1 0,1 3 0,4 7 0,0-1 0,0 0 0,1 0 0,0-1 0,1 0 0,13 16 0,-1-2 0,-7-7 0,-1 1 0,0 1 0,-2 0 0,0 0 0,-1 1 0,-1 0 0,7 30 0,-1 14 0,5 66 0,2 11 0,2 11 0,-15-97 0,-6-44 0,-1-6 0,1 0 0,-1-1 0,1 1 0,0 0 0,0-1 0,1 5 0,-1-7 0,0 0 0,0 0 0,-1 0 0,1 0 0,0 0 0,0 0 0,0 0 0,0 0 0,0 0 0,0 0 0,0-1 0,0 1 0,1 0 0,-1-1 0,0 1 0,0-1 0,1 1 0,-1-1 0,0 1 0,0-1 0,2 0 0,14 2 0,-1-2 0,0 0 0,1-1 0,-1 0 0,24-6 0,-15 3 0,30-1 0,-43 5-80,-5 0-241,-1 0 0,0-1-1,10-1 1,-6-1-6505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13 152 24575,'0'-1'0,"1"1"0,0-1 0,-1 1 0,1-1 0,0 1 0,0-1 0,-1 1 0,1-1 0,0 1 0,0 0 0,0 0 0,0-1 0,-1 1 0,1 0 0,0 0 0,0 0 0,0 0 0,0 0 0,0 0 0,0 0 0,-1 0 0,1 1 0,0-1 0,0 0 0,0 0 0,0 1 0,-1-1 0,1 0 0,0 1 0,0-1 0,-1 1 0,1-1 0,0 1 0,-1-1 0,1 1 0,0 0 0,-1-1 0,1 1 0,-1 0 0,1 0 0,4 5 0,-1 0 0,0 0 0,6 11 0,-9-15 0,34 71 0,19 33 0,-46-88 0,-9-15 0,-7-10 0,-3-8 0,0-1 0,-13-24 0,1 0 0,9 18 0,1-2 0,1 0 0,2 0 0,0-1 0,1 0 0,-8-45 0,16 68 0,1 0 0,0 0 0,0 0 0,0 0 0,0-1 0,0 1 0,0 0 0,0 0 0,1 0 0,-1 0 0,1 0 0,0-3 0,0 4 0,-1 1 0,0-1 0,1 1 0,-1-1 0,0 1 0,1 0 0,-1-1 0,1 1 0,-1-1 0,1 1 0,-1 0 0,1-1 0,-1 1 0,1 0 0,-1 0 0,1-1 0,-1 1 0,1 0 0,0 0 0,0 0 0,0 0 0,1 0 0,-1 0 0,0 0 0,0 0 0,0 1 0,0-1 0,0 0 0,1 1 0,-1-1 0,0 0 0,0 1 0,1 0 0,10 7 0,-1 0 0,0 1 0,19 19 0,-17-15 0,25 18 0,-30-25 0,0 0 0,1-1 0,-1-1 0,1 0 0,0 0 0,14 4 0,-21-8 0,1 1 0,-1 0 0,1-1 0,-1 0 0,1 0 0,-1 1 0,1-2 0,-1 1 0,1 0 0,-1 0 0,1-1 0,-1 1 0,1-1 0,-1 0 0,0 0 0,1 0 0,-1 0 0,0 0 0,0 0 0,0-1 0,1 1 0,-1-1 0,-1 0 0,1 1 0,0-1 0,0 0 0,-1 0 0,1 0 0,2-4 0,-1-2 0,0 1 0,0-1 0,0 0 0,-1 0 0,0 0 0,-1 0 0,0 0 0,0 0 0,-1-12 0,2-4 0,1 9 0,1 12 0,1 8 0,32 67 0,-26-47 0,16 26 0,-11-26 0,55 83 0,-52-79-1365,-12-17-5461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24575,'-23'7'0,"-12"3"0,-5 0 0,-2-3 0,3-1 0,2-3 0,2-1 0,3-1 0,1-1 0,1-3 0,-2-1 0,0 1 0,-1-3 0,4 1 0,7 0-8191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24575,'39'-1'0,"33"1"0,-64 1 0,0 0 0,1 0 0,-1 0 0,0 1 0,0 1 0,10 4 0,-16-7 0,0 1 0,0 0 0,-1 0 0,1 0 0,-1 0 0,1 1 0,-1-1 0,1 0 0,-1 0 0,1 1 0,-1-1 0,0 1 0,0 0 0,0-1 0,0 1 0,0 0 0,0-1 0,-1 1 0,1 0 0,0 0 0,-1 0 0,1 0 0,-1 3 0,0 1 0,0 1 0,0 0 0,-1 0 0,0-1 0,-3 10 0,-3 16 0,7-26 0,-1 0 0,-1 0 0,1 0 0,-1 0 0,0 0 0,0-1 0,-1 1 0,-5 9 0,8-15 0,-1 1 0,1 0 0,-1-1 0,1 1 0,-1 0 0,1-1 0,0 1 0,-1 0 0,1 0 0,0 0 0,0-1 0,0 1 0,-1 0 0,1 0 0,0 0 0,0 0 0,0 0 0,0-1 0,0 1 0,1 0 0,-1 0 0,0 0 0,0 0 0,1-1 0,-1 1 0,0 0 0,1 0 0,-1-1 0,0 1 0,1 0 0,-1 0 0,1-1 0,-1 1 0,1-1 0,0 1 0,-1 0 0,1-1 0,0 1 0,-1-1 0,1 0 0,0 1 0,0-1 0,-1 1 0,1-1 0,0 0 0,1 1 0,5 1 0,0 0 0,0-1 0,0 1 0,11-1 0,-10 0 0,15 2 0,30 3 0,0-2 0,67-3 0,-103-3-1365,-2-1-5461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24575,'26'3'0,"82"10"0,-95-11 0,-1 1 0,1 1 0,-1 0 0,0 1 0,0 0 0,14 8 0,-21-10 0,-1 0 0,1 0 0,-1 1 0,0 0 0,0-1 0,0 1 0,0 1 0,-1-1 0,0 0 0,0 1 0,0 0 0,0 0 0,-1 0 0,1 0 0,-1 0 0,-1 0 0,1 1 0,-1-1 0,0 0 0,0 1 0,0-1 0,-1 1 0,0 0 0,0-1 0,0 1 0,-1-1 0,0 1 0,0-1 0,-2 7 0,1-6 0,0 0 0,1 0 0,0 0 0,0 0 0,1 1 0,-1-1 0,1 0 0,1 0 0,-1 0 0,2 8 0,1-5 0,0 1 0,0-1 0,1 1 0,0-1 0,8 13 0,-7-13 0,72 129 0,-63-110 0,-2 1 0,-1 0 0,8 32 0,-17-55 0,-1 0 0,0 1 0,-1-1 0,1 1 0,-1-1 0,-1 1 0,1-1 0,-1 1 0,-3 12 0,3-16 0,0 0 0,0-1 0,0 1 0,0 0 0,-1 0 0,1-1 0,-1 1 0,1-1 0,-1 0 0,0 1 0,0-1 0,0 0 0,0 0 0,-1 0 0,1 0 0,-1-1 0,1 1 0,-1-1 0,1 1 0,-1-1 0,0 0 0,0 0 0,-5 1 0,-8 1-151,-1-2-1,0 0 0,0-1 0,0-1 1,1 0-1,-1-1 0,0-1 1,-24-8-1,26 6-6674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2 186 24575,'28'0'0,"-6"1"0,1-1 0,29-5 0,-47 5 0,1-1 0,-1-1 0,0 1 0,0-1 0,1 1 0,-1-1 0,0-1 0,-1 1 0,1-1 0,0 0 0,-1 0 0,1 0 0,-1-1 0,7-7 0,-9 8 0,0 1 0,0-1 0,0 0 0,0 0 0,0 0 0,-1 0 0,0 0 0,1 0 0,-1 0 0,0-1 0,-1 1 0,1 0 0,0-1 0,-1 1 0,0 0 0,0-1 0,0 1 0,0 0 0,-1-1 0,1 1 0,-1 0 0,0-1 0,0 1 0,0 0 0,0 0 0,0 0 0,-1 0 0,0 0 0,1 0 0,-1 0 0,0 0 0,0 1 0,-1-1 0,1 1 0,-1-1 0,1 1 0,-1 0 0,0 0 0,1 0 0,-1 0 0,-4-1 0,-2-1 0,4 1 0,0 1 0,0 0 0,0 0 0,-8-1 0,12 2 0,-1 1 0,1 0 0,0 0 0,0 0 0,-1 0 0,1 0 0,0 0 0,0 0 0,0 0 0,-1 1 0,1-1 0,0 0 0,0 1 0,0-1 0,0 1 0,0-1 0,0 1 0,0 0 0,0-1 0,0 1 0,0 0 0,0 0 0,0 0 0,0 0 0,-1 1 0,-7 10 0,-1-1 0,0 0 0,-1 0 0,-14 10 0,21-17 0,0 0 0,0 0 0,1 0 0,-1 1 0,1-1 0,0 1 0,0 0 0,1 0 0,-1 0 0,1 0 0,0 0 0,0 0 0,1 1 0,0-1 0,0 1 0,0-1 0,0 1 0,1-1 0,0 1 0,0-1 0,1 1 0,-1-1 0,1 1 0,0-1 0,1 1 0,0-1 0,-1 0 0,1 0 0,1 0 0,-1 0 0,1 0 0,0 0 0,0-1 0,6 7 0,0-2 0,1-1 0,0 0 0,1 0 0,-1-1 0,1-1 0,1 0 0,16 7 0,88 23 0,-70-24 0,-33-7-170,0-2-1,0 1 0,1-2 1,-1 0-1,1-1 0,-1 0 1,25-2-1,-23-2-6655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 24575,'-15'-3'0,"-8"0"0,-2 0 0,1 0 0,1 4 0,3 1 0,2 1 0,1-1 0,2 0 0,-2 2 0,-1 0 0,-2-1 0,0 0 0,-2-1 0,3-1-8191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24575,'38'88'0,"20"45"0,-35-85 0,-2 1 0,26 91 0,-46-137 0,0 0 0,0 1 0,-1-1 0,0 0 0,0 0 0,0 1 0,0-1 0,0 0 0,-2 6 0,2-8 0,0 0 0,-1 0 0,1 0 0,-1 0 0,1 0 0,-1 0 0,0 0 0,1 0 0,-1 0 0,0 0 0,0 0 0,0 0 0,0-1 0,1 1 0,-1 0 0,0-1 0,0 1 0,0-1 0,0 1 0,0-1 0,-1 1 0,1-1 0,0 0 0,0 1 0,0-1 0,0 0 0,0 0 0,0 0 0,-1 0 0,-1 0 0,-8-1 0,0-1 0,1 1 0,-1-2 0,-17-5 0,-41-21 0,64 27 0,-11-5 0,1 0 0,-25-19 0,34 23 0,1-1 0,0 0 0,1-1 0,-1 1 0,1-1 0,0 0 0,0 0 0,0 0 0,1-1 0,-5-8 0,7 12 0,0 0 0,1 0 0,-1 0 0,0 0 0,1 0 0,-1 0 0,1-1 0,0 1 0,0 0 0,0 0 0,0 0 0,0 0 0,0-1 0,1 1 0,-1 0 0,1 0 0,-1 0 0,1 0 0,1-2 0,0 1 0,-1 1 0,1-1 0,0 1 0,0 0 0,0 0 0,0 0 0,1 0 0,-1 0 0,1 1 0,-1-1 0,1 1 0,3-2 0,5-1 0,0 0 0,0 1 0,0 1 0,0 0 0,0 0 0,13 0 0,46 3 66,-40-1-781,38-2-1,-48-1-6110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24575,'5'0'0,"2"3"0,2 3 0,-1 3 0,-1 2 0,-2 3 0,-2-2-8191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64 24575,'0'0'0,"-19"-21"0,8 14 0,10 7 0,1 0 0,0 0 0,-1 0 0,1-1 0,0 1 0,-1 0 0,1 0 0,0 1 0,-1-1 0,1 0 0,0 0 0,-1 0 0,1 0 0,0 0 0,-1 0 0,1 0 0,0 0 0,0 1 0,-1-1 0,1 0 0,0 0 0,-1 0 0,1 1 0,0-1 0,0 0 0,0 0 0,-1 1 0,1-1 0,0 0 0,0 1 0,-1 0 0,1 1 0,-1-1 0,1 1 0,0-1 0,0 0 0,0 1 0,0-1 0,0 1 0,0-1 0,0 1 0,0-1 0,1 1 0,-1 1 0,8 22 0,-6-19 0,1 3 0,0-1 0,1 1 0,0 0 0,1-1 0,0 0 0,0 0 0,0-1 0,9 9 0,-11-12 0,1-1 0,0 1 0,0-1 0,0 0 0,0 0 0,1-1 0,-1 1 0,1-1 0,-1 0 0,1 0 0,0-1 0,0 1 0,0-1 0,0 0 0,0 0 0,10-1 0,-13 0 0,1 0 0,0 0 0,-1-1 0,1 1 0,0-1 0,-1 1 0,1-1 0,0 0 0,-1 0 0,1-1 0,-1 1 0,0 0 0,1-1 0,2-2 0,0-1 0,1-1 0,-1 0 0,7-9 0,-7 9 0,-5 5 0,0 1 0,0 0 0,1-1 0,-1 1 0,0 0 0,0 0 0,0-1 0,1 1 0,-1 0 0,0-1 0,1 1 0,-1 0 0,0 0 0,0 0 0,1-1 0,-1 1 0,0 0 0,1 0 0,-1 0 0,1 0 0,-1 0 0,0 0 0,1 0 0,-1-1 0,0 1 0,1 0 0,-1 0 0,0 0 0,1 0 0,-1 1 0,1-1 0,-1 0 0,0 0 0,1 0 0,-1 0 0,0 0 0,1 0 0,-1 1 0,0-1 0,1 0 0,-1 0 0,0 0 0,0 1 0,1-1 0,-1 0 0,0 0 0,1 1 0,-1 0 0,12 20 0,-5-7 0,-4-10 0,1 1 0,0-1 0,0 0 0,1 0 0,-1 0 0,1-1 0,0 1 0,0-1 0,0 0 0,0-1 0,0 1 0,1-1 0,-1 0 0,1 0 0,-1-1 0,1 0 0,0 0 0,0 0 0,0 0 0,0-1 0,-1 0 0,1-1 0,0 1 0,0-1 0,0 0 0,-1 0 0,1-1 0,0 0 0,-1 0 0,11-5 0,-12 4 6,1 0-1,-1 0 1,0-1-1,0 1 0,0-1 1,0 0-1,-1 0 1,0-1-1,0 1 1,0-1-1,0 1 1,0-1-1,-1 0 0,0 0 1,0 0-1,-1 0 1,1 0-1,-1-1 1,0 1-1,0 0 1,-1-9-1,1 7-83,-1 1 0,-1 0 0,1 0-1,-1 0 1,0-1 0,0 1 0,-1 0 0,0 0 0,0 0-1,0 1 1,-1-1 0,0 1 0,0-1 0,0 1 0,0 0-1,-1 0 1,0 0 0,-6-5 0,-2 0-6748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153 150 24575,'-1'0'0,"0"0"0,1 1 0,-1-1 0,0 0 0,1 1 0,-1-1 0,0 1 0,1-1 0,-1 1 0,1-1 0,-1 1 0,1 0 0,-1-1 0,1 1 0,-1-1 0,1 1 0,0 0 0,-1 0 0,1-1 0,0 1 0,-1 0 0,1 0 0,0-1 0,0 1 0,0 0 0,0 0 0,0 1 0,-2 22 0,2-16 0,1-1 0,1 0 0,-1 0 0,1 0 0,0 0 0,1 0 0,4 10 0,29 45 0,-22-40 0,-25-37 0,-16-18 0,-2-2 0,-3-7 0,-51-92 0,79 127 0,0-1 0,1 1 0,0-1 0,0 0 0,1 0 0,-3-12 0,5 20 0,0 0 0,0 0 0,0-1 0,0 1 0,0 0 0,0 0 0,0-1 0,0 1 0,0 0 0,0 0 0,0-1 0,0 1 0,0 0 0,0 0 0,0 0 0,0-1 0,0 1 0,0 0 0,1 0 0,-1 0 0,0-1 0,0 1 0,0 0 0,0 0 0,0 0 0,1-1 0,-1 1 0,0 0 0,0 0 0,0 0 0,1 0 0,-1 0 0,0 0 0,1-1 0,8 4 0,9 11 0,-18-14 0,44 40 0,-22-19 0,0-1 0,2 0 0,1-2 0,28 16 0,-44-29 0,-1-1 0,1 0 0,0 0 0,0-1 0,0 0 0,12 1 0,-19-4 0,0 1 0,0-1 0,0 0 0,-1 0 0,1 0 0,0 0 0,0 0 0,-1-1 0,1 1 0,0 0 0,0-1 0,-1 0 0,1 1 0,0-1 0,-1 0 0,1 0 0,-1 0 0,1 0 0,-1 0 0,1 0 0,-1 0 0,0 0 0,1-1 0,-1 1 0,0 0 0,0-1 0,0 1 0,0-1 0,0 1 0,0-1 0,-1 0 0,1 1 0,-1-1 0,1 0 0,-1 1 0,1-1 0,-1 0 0,0 0 0,0 0 0,0-2 0,0-12 0,0 0 0,-1-1 0,-1 1 0,-1 0 0,0 0 0,-2 0 0,-7-20 0,12 35 0,0 0 0,-1 0 0,1-1 0,-1 1 0,0 0 0,1 0 0,-1 0 0,0 0 0,1 0 0,-1 0 0,0 0 0,0 0 0,-1-1 0,1 2 0,1 0 0,0 0 0,0 0 0,0 0 0,0 0 0,0 0 0,0 0 0,0 0 0,0 0 0,0 0 0,-1 0 0,1 0 0,0 0 0,0 0 0,0 0 0,0 0 0,0 0 0,0 0 0,0 0 0,0 0 0,-1 0 0,1 0 0,0 0 0,0 0 0,0 0 0,0 1 0,0-1 0,0 0 0,0 0 0,0 0 0,0 0 0,0 0 0,0 0 0,-1 0 0,1 0 0,0 0 0,0 0 0,0 0 0,0 1 0,0-1 0,0 0 0,0 0 0,0 0 0,0 0 0,0 0 0,0 0 0,1 12 0,7 11 0,1 0 0,2-1 0,0 0 0,18 27 0,63 105-1365,-86-144-5461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24575,'-19'44'0,"3"-13"0,-34 51 0,-1 2 0,41-63 0,1 0 0,1 1 0,1 0 0,1 0 0,0 0 0,2 1 0,1 0 0,0 0 0,2 41 0,1-58-151,0-1-1,-1 1 0,0-1 0,0 1 1,0-1-1,-1 1 0,1-1 1,-6 9-1,2-1-6674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24575,'9'-6'0,"0"1"0,0 0 0,0 1 0,0-1 0,1 2 0,0 0 0,0 0 0,0 0 0,18-1 0,-22 4 0,1 0 0,-1 0 0,0 0 0,0 1 0,0 0 0,1 0 0,-1 1 0,-1-1 0,1 1 0,0 1 0,0-1 0,-1 1 0,1 0 0,-1 0 0,0 1 0,0-1 0,6 7 0,-4-5 0,-2 1 0,1 1 0,-1-1 0,0 1 0,0 0 0,0 0 0,-1 0 0,4 9 0,-7-12 0,0-1 0,0 0 0,0 1 0,0-1 0,-1 1 0,0-1 0,1 0 0,-1 1 0,0-1 0,-1 1 0,1-1 0,0 1 0,-1-1 0,0 1 0,0-1 0,0 0 0,0 1 0,-1-1 0,1 0 0,-1 0 0,-4 5 0,0 0 0,-1 0 0,-11 10 0,8-9 0,9-8 0,1-1 0,-1 1 0,0 0 0,1-1 0,-1 1 0,0 0 0,1-1 0,-1 1 0,1 0 0,-1 0 0,1-1 0,-1 1 0,1 0 0,0 0 0,-1 0 0,1 0 0,0 0 0,0 0 0,0 0 0,0-1 0,0 1 0,0 2 0,0-2 0,1 0 0,-1 0 0,1 0 0,-1-1 0,1 1 0,-1 0 0,1 0 0,0-1 0,0 1 0,-1 0 0,1-1 0,0 1 0,0-1 0,0 1 0,0-1 0,-1 1 0,3 0 0,6 1 0,-1 1 0,1-1 0,16 2 0,-17-3 0,61 8-682,99 1-1,-149-10-6143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24575,'29'28'0,"3"8"0,-19-21 0,1 0 0,0-1 0,26 20 0,5 1 0,-30-22 0,0-1 0,29 16 0,-38-26-1365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 24575,'-1'0'0,"0"0"0,0-1 0,0 1 0,0 0 0,0-1 0,-1 1 0,1 0 0,0 0 0,0 0 0,0 0 0,0 0 0,0 0 0,-1 0 0,1 1 0,0-1 0,0 0 0,-1 1 0,1 0 0,1-1 0,0 1 0,-1-1 0,1 1 0,0-1 0,-1 1 0,1-1 0,0 1 0,0-1 0,0 1 0,0-1 0,-1 1 0,1 0 0,0-1 0,0 1 0,0-1 0,0 1 0,0-1 0,0 1 0,0 0 0,1-1 0,-1 1 0,0-1 0,0 1 0,0-1 0,1 1 0,-1-1 0,0 1 0,0-1 0,1 1 0,-1-1 0,0 1 0,1-1 0,-1 1 0,1 0 0,3 3 0,0 1 0,0-1 0,0 0 0,0 1 0,1-2 0,0 1 0,6 4 0,40 20 0,-45-26 0,-4 0 0,46 22 0,75 50 0,-120-72-170,-1 0-1,0-1 0,0 1 1,0 0-1,0 0 0,0 1 1,3 3-1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28 24575,'-1'-6'0,"1"4"0,0 1 0,0-1 0,0 1 0,0-1 0,0 1 0,0-1 0,0 1 0,1-1 0,-1 1 0,0-1 0,1 1 0,0-2 0,-1 3 0,1 0 0,-1 0 0,0 0 0,1 0 0,-1 0 0,0 0 0,1 0 0,-1 0 0,0 0 0,0 0 0,1 0 0,-1 0 0,0 0 0,1 0 0,-1 0 0,0 1 0,0-1 0,1 0 0,-1 0 0,0 0 0,1 0 0,-1 1 0,0-1 0,0 0 0,0 0 0,1 0 0,-1 1 0,0-1 0,0 0 0,0 0 0,0 1 0,1-1 0,-1 0 0,0 0 0,0 1 0,0-1 0,0 1 0,8 13 0,-7-13 0,26 50 0,-3 2 0,-1 1 0,-3 0 0,-3 2 0,-2 0 0,14 107 0,-27-134 0,-2 34 0,14-100 0,-11 28 0,1 0 0,0 1 0,0-1 0,1 1 0,0 0 0,1 0 0,0 0 0,0 1 0,1 0 0,10-10 0,-13 14 0,-1 1 0,1-1 0,0 0 0,0 1 0,0 0 0,0 0 0,0 0 0,0 0 0,0 1 0,1 0 0,-1 0 0,0 0 0,1 0 0,-1 1 0,1-1 0,-1 1 0,1 0 0,-1 1 0,1-1 0,-1 1 0,1 0 0,-1 0 0,1 0 0,5 3 0,-4-1 9,1 1 1,0 0-1,-1 0 0,0 0 0,0 1 1,0 0-1,0 0 0,-1 1 0,0-1 0,0 1 1,-1 0-1,8 14 0,-6-8-221,0 1 0,-1-1 0,-1 1-1,0 0 1,0 1 0,1 18 0,-3-19-6614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75 24575,'-12'-7'0,"-59"-33"0,60 35 0,-1-1 0,0 2 0,0 0 0,-14-3 0,23 6 0,0 1 0,1 0 0,-1 0 0,1 0 0,-1 0 0,1 1 0,-1-1 0,1 1 0,-1-1 0,1 1 0,-1 0 0,1 0 0,-1 0 0,1 0 0,0 1 0,0-1 0,0 0 0,0 1 0,0 0 0,0-1 0,0 1 0,0 0 0,1 0 0,-1 0 0,1 0 0,-1 0 0,1 1 0,0-1 0,0 0 0,-2 4 0,1-1 0,0 0 0,1 0 0,-1 0 0,1 1 0,0-1 0,0 0 0,1 0 0,-1 1 0,1-1 0,0 0 0,1 1 0,-1-1 0,1 0 0,2 6 0,-1-6 0,1 1 0,0-1 0,0 0 0,1 0 0,-1 0 0,1 0 0,0 0 0,8 6 0,-6-6 0,-2 0 0,1 0 0,0 0 0,-1 0 0,0 1 0,5 9 0,-5-4 0,0 1 0,0-1 0,-1 1 0,-1-1 0,0 1 0,1 13 0,-2 2 0,-5 44 0,-3-27 0,5-32 0,0-1 0,0 0 0,1 1 0,1 16 0,0-27 0,0 1 0,1 0 0,-1 0 0,1 0 0,-1 0 0,1-1 0,0 1 0,0 0 0,-1-1 0,1 1 0,0 0 0,1-1 0,-1 1 0,0-1 0,0 0 0,3 3 0,-1-2 0,0 0 0,1 1 0,0-1 0,-1 0 0,1-1 0,0 1 0,4 1 0,6 0 0,0 0 0,1-1 0,17 1 0,18-1 0,72-4 0,-121 2 5,0 0-1,0 0 0,0 0 0,0 0 1,0 0-1,0-1 0,-1 1 0,1 0 1,0 0-1,0-1 0,0 1 1,0-1-1,0 1 0,0 0 0,-1-1 1,1 0-1,0 1 0,0-1 0,-1 1 1,1-1-1,0 0 0,-1 1 1,1-1-1,-1 0 0,1 0 0,-1 0 1,1-1-1,-1 1-91,0-1-1,0 1 1,0-1 0,0 1-1,0-1 1,0 1 0,-1-1-1,1 1 1,0 0-1,-1-1 1,0 1 0,1 0-1,-1-1 1,0 1 0,1 0-1,-3-2 1,-2-5-6739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24575,'0'8'0,"1"0"0,0 0 0,0 0 0,1 0 0,0-1 0,0 1 0,7 13 0,-6-15 0,0 0 0,0-1 0,1 1 0,0-1 0,-1 0 0,2 0 0,-1 0 0,0-1 0,1 0 0,7 6 0,-12-10 0,1 0 0,-1 0 0,0 1 0,1-1 0,-1 0 0,1 0 0,-1 1 0,0-1 0,1 0 0,-1 0 0,1 0 0,-1 0 0,1 0 0,-1 0 0,1 0 0,-1 1 0,0-1 0,1-1 0,-1 1 0,1 0 0,-1 0 0,1 0 0,-1 0 0,1 0 0,-1 0 0,0 0 0,1-1 0,-1 1 0,1 0 0,-1 0 0,1-1 0,0 0 0,-1 0 0,1 0 0,0 0 0,-1 0 0,1 0 0,-1 0 0,1 0 0,-1-1 0,1 1 0,-1 0 0,0-2 0,2-6 0,-2 0 0,0-14 0,0 19 0,0-4 0,0 1 0,1 0 0,-1-1 0,2 1 0,-1 0 0,1-1 0,0 1 0,3-7 0,-4 12 0,0 0 0,0 1 0,0-1 0,0 0 0,0 0 0,0 1 0,0-1 0,1 0 0,-1 1 0,1 0 0,-1-1 0,1 1 0,0 0 0,-1 0 0,1-1 0,0 2 0,0-1 0,0 0 0,0 0 0,0 0 0,0 1 0,0-1 0,0 1 0,0 0 0,0-1 0,0 1 0,0 0 0,0 0 0,0 0 0,0 1 0,0-1 0,0 0 0,2 2 0,6 2 0,-1 0 0,0 0 0,0 1 0,-1 1 0,1 0 0,-1 0 0,-1 0 0,9 9 0,3 2 0,11 6 0,-20-16 0,-1 0 0,0 0 0,0 1 0,-1 0 0,9 11 0,-17-18 5,1-1 1,0 1-1,-1 0 0,1 0 0,-1 0 0,1 0 1,-1-1-1,0 1 0,1 0 0,-1 0 1,0 0-1,1 0 0,-1 0 0,0 0 0,0 0 1,0 0-1,0 0 0,0 0 0,0 0 0,0 0 1,0 0-1,-1 1 0,1-1-60,-1-1 0,0 1 0,1 0 0,-1-1 0,1 1 0,-1-1 0,0 1 0,1-1 0,-1 1 0,0-1 0,0 0 0,1 1 0,-1-1 0,0 0 0,0 0 0,0 1 0,1-1 0,-1 0 0,0 0 0,0 0 0,0 0 0,0 0 0,1 0 0,-1 0 0,0 0 0,-1-1 0,-9-1-6771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24575,'17'-5'0,"1"0"0,1 2 0,-1 0 0,0 1 0,1 1 0,19 1 0,-26 0 0,-1 2 0,1 0 0,-1 0 0,0 1 0,1 0 0,-1 1 0,-1 0 0,1 1 0,0 0 0,16 12 0,-21-13 0,0 0 0,0 1 0,0 0 0,-1 1 0,1-1 0,-2 1 0,8 10 0,-10-13 0,0 0 0,-1 1 0,1-1 0,-1 1 0,0 0 0,0-1 0,0 1 0,0 0 0,-1 0 0,1 0 0,-1-1 0,0 1 0,0 0 0,-1 0 0,1 0 0,-2 6 0,-15 37 0,13-39 0,0 1 0,1 0 0,0 0 0,1 0 0,0 0 0,-1 9 0,3-8 0,0 0 0,0 0 0,1-1 0,0 1 0,1-1 0,0 1 0,7 16 0,-3-11 0,0-2 0,2 1 0,-1-1 0,13 16 0,-8-13 0,0 1 0,-2 1 0,10 21 0,-16-31 0,-1 0 0,0 0 0,-1 0 0,0 1 0,0-1 0,-1 1 0,0-1 0,0 1 0,-1 17 0,-1-25 0,1 1 0,0 0 0,-1-1 0,1 1 0,-1-1 0,1 1 0,-1-1 0,0 1 0,0-1 0,1 0 0,-1 1 0,0-1 0,0 0 0,-1 1 0,1-1 0,-2 1 0,0 0 0,1 0 0,-1 0 0,0-1 0,0 1 0,-1-1 0,1 0 0,-5 2 0,-5-1 0,1 0 0,-1-1 0,-15 0 0,25-1 0,-142-1-1365,126 1-5461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24575,'11'3'0,"-1"0"0,-3 0 0,-6 0 0,-5-1 0,-5-1 0,-3-1 0,-22 0 0,-8 1 0,0-2 0,6 1 0,6 0 0,8 0-8191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24575,'-28'-5'0,"-11"-2"0,-2 1 0,4 1 0,5 1 0,6 2 0,5 1 0,6 3 0,3 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1133 1 24575,'7'-1'0,"2"1"0,-14 3 0,-15 3 0,1-1 0,-39 3 0,38-5 0,-83 8 0,-126-1 0,-340-11 0,563 1 0,-1 0 0,0 1 0,0 0 0,1 0 0,-1 0 0,1 1 0,-1 0 0,-8 4 0,15-6 0,-1 0 0,1 0 0,0 0 0,-1 1 0,1-1 0,0 0 0,-1 0 0,1 0 0,0 0 0,0 1 0,-1-1 0,1 0 0,0 0 0,0 0 0,0 1 0,-1-1 0,1 0 0,0 0 0,0 1 0,0-1 0,0 0 0,-1 1 0,1-1 0,0 0 0,0 1 0,0-1 0,0 0 0,0 0 0,0 1 0,0-1 0,0 0 0,0 1 0,0-1 0,0 0 0,0 1 0,0-1 0,0 1 0,1 0 0,0 0 0,0-1 0,-1 1 0,1 0 0,0 0 0,0-1 0,0 1 0,0 0 0,0-1 0,0 1 0,1-1 0,30 10 0,-31-9 0,178 42 0,-131-29 0,78 35 0,-108-40 0,1 0 0,26 20 0,-39-24 0,1 0 0,-1 0 0,0 1 0,-1-1 0,1 1 0,-1 1 0,-1-1 0,1 1 0,6 12 0,-10-16 0,1 1 0,-1-1 0,0 1 0,0-1 0,-1 1 0,1 0 0,-1-1 0,1 1 0,-1 0 0,0-1 0,-1 1 0,1 0 0,-1-1 0,0 5 0,-1-3 0,0 1 0,0-1 0,-1 0 0,1 0 0,-1 0 0,0-1 0,-1 1 0,-5 5 0,-6 5 0,0-1 0,-1-1 0,-36 21 0,41-26 0,-33 18 0,0-1 0,-1-3 0,-65 23 0,-51 23 0,154-65 0,1 0 0,-1 0 0,-9 6 0,15-8 0,0-1 0,-1 1 0,1 0 0,0 0 0,0 0 0,0 0 0,0 0 0,0 0 0,0 0 0,0 0 0,0 0 0,0 0 0,1 0 0,-1 1 0,0-1 0,1 0 0,-1 1 0,1-1 0,-1 0 0,1 1 0,0-1 0,0 0 0,-1 1 0,1 2 0,1-4 0,-1 1 0,1 0 0,-1 0 0,1 0 0,-1 0 0,1 0 0,-1-1 0,1 1 0,0 0 0,-1-1 0,1 1 0,0 0 0,0-1 0,-1 1 0,1-1 0,0 1 0,0-1 0,0 1 0,0-1 0,0 0 0,0 1 0,0-1 0,0 0 0,1 0 0,27 2 0,-26-1 0,324-11-355,-2-20-1,325-7-891,-629 37-4986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24575,'0'23'0,"-1"-9"0,1 0 0,4 26 0,-3-35 0,0 0 0,1 0 0,-1-1 0,1 1 0,0-1 0,0 1 0,1-1 0,-1 0 0,1 0 0,0 0 0,0 0 0,4 3 0,-4-4 0,0 1 0,1-1 0,-1 1 0,1-1 0,0 0 0,0-1 0,5 4 0,-8-6 0,0 1 0,0-1 0,-1 0 0,1 0 0,0 1 0,0-1 0,0 0 0,0 0 0,0 0 0,0 0 0,0 0 0,0-1 0,0 1 0,0 0 0,0 0 0,0 0 0,0-1 0,-1 1 0,1-1 0,0 1 0,0 0 0,0-1 0,0 0 0,-1 1 0,1-1 0,0 1 0,-1-1 0,1 0 0,0 1 0,-1-1 0,1 0 0,-1 0 0,1 0 0,-1 0 0,1 1 0,-1-1 0,0 0 0,1-1 0,3-8 0,0-1 0,-1 1 0,3-16 0,-5 18 0,1 0 0,0 0 0,0 0 0,1 0 0,0 1 0,1-1 0,-1 1 0,5-7 0,-7 13 0,0 0 0,0 0 0,0-1 0,0 1 0,0 0 0,1 0 0,-1 0 0,0 1 0,0-1 0,1 0 0,-1 0 0,0 1 0,1-1 0,-1 1 0,1-1 0,-1 1 0,1-1 0,-1 1 0,1 0 0,-1 0 0,1 0 0,-1 0 0,1 0 0,-1 0 0,1 0 0,-1 0 0,1 1 0,-1-1 0,1 1 0,-1-1 0,0 1 0,1-1 0,-1 1 0,0 0 0,1 0 0,-1 0 0,0-1 0,2 3 0,5 3 0,0 2 0,0-1 0,-1 1 0,9 12 0,-6-8 0,27 26 0,-26-27 0,-1-1 0,0 2 0,17 22 0,-31-36-1365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44 24575,'-16'-5'0,"-6"-2"0,-3-2 0,1 1 0,1 1 0,3 2 0,2 2 0,4 4 0,1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45 24575,'-27'-8'0,"-15"-2"0,-2 0 0,3 3 0,7 1 0,6 3 0,6 4 0,3 1 0,6 4 0,2 0 0,3 2 0,1 0 0,-2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33 24575,'-44'3'0,"28"-3"0,-1 1 0,1 1 0,0 0 0,0 1 0,-26 9 0,40-12 0,1 1 0,-1 0 0,0-1 0,0 1 0,1 0 0,-1 0 0,1 1 0,-1-1 0,1 0 0,-1 0 0,1 1 0,0-1 0,0 1 0,-1-1 0,1 1 0,0 0 0,0-1 0,1 1 0,-1 0 0,0-1 0,1 1 0,-2 3 0,2-3 0,0 0 0,0 0 0,0 1 0,1-1 0,-1 0 0,1 0 0,-1 0 0,1 0 0,0 0 0,-1 0 0,1 0 0,0 0 0,0 0 0,0 0 0,1 0 0,-1 0 0,0-1 0,1 1 0,1 1 0,7 5 0,-1 0 0,1-1 0,0 0 0,1 0 0,0-1 0,0-1 0,0 0 0,1 0 0,-1-1 0,14 2 0,-5-1 0,1-1 0,0-1 0,1-1 0,-1-1 0,22-2 0,-40 1 0,0-1 0,0 1 0,0 0 0,0-1 0,0 0 0,-1 0 0,1 0 0,0 0 0,0 0 0,-1 0 0,1-1 0,-1 1 0,1-1 0,-1 0 0,0 0 0,1 0 0,-1 0 0,0 0 0,0 0 0,0-1 0,1-2 0,-1 1 0,0 1 0,-1-1 0,0 1 0,0-1 0,0 0 0,0 0 0,0 1 0,-1-1 0,0 0 0,1 0 0,-1 0 0,-1 0 0,1 0 0,-1 1 0,-1-9 0,0 5 12,0 0 0,-1 1 0,0-1 0,0 0 0,0 1 0,-1 0 0,0-1 0,0 1 0,-10-10 0,10 13-105,1-1 0,-1 1 1,0 0-1,0 0 0,-1 1 0,1-1 0,0 1 0,-1 0 1,0 0-1,1 0 0,-1 0 0,0 1 0,0 0 1,0 0-1,-5 0 0,-3 1-6733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161 169 24575,'0'0'0,"-1"0"0,1 0 0,0-1 0,0 1 0,0 0 0,0 0 0,0 0 0,-1 0 0,1-1 0,0 1 0,0 0 0,0 0 0,-1 0 0,1 0 0,0 0 0,0 0 0,-1 0 0,1 0 0,0-1 0,0 1 0,0 0 0,-1 0 0,1 0 0,0 0 0,0 0 0,-1 0 0,1 0 0,0 1 0,0-1 0,-1 0 0,1 0 0,0 0 0,0 0 0,-4 8 0,3 12 0,2-15 0,1 0 0,0 0 0,0 0 0,1 0 0,-1-1 0,1 1 0,4 5 0,-3-5 0,-1 0 0,0 0 0,0 0 0,3 8 0,-6-13 0,0 1 0,0-1 0,0 0 0,0 0 0,0 0 0,0 0 0,1 0 0,-1 0 0,0 1 0,0-1 0,0 0 0,0 0 0,0 0 0,0 0 0,0 0 0,0 1 0,0-1 0,0 0 0,0 0 0,0 0 0,0 0 0,0 1 0,0-1 0,0 0 0,0 0 0,-1 0 0,1 0 0,0 0 0,0 1 0,0-1 0,0 0 0,0 0 0,0 0 0,0 0 0,0 0 0,0 0 0,-1 0 0,1 0 0,0 1 0,0-1 0,0 0 0,0 0 0,0 0 0,0 0 0,-1 0 0,1 0 0,-9-3 0,-9-8 0,-17-22 0,10 11 0,1-1 0,-26-33 0,46 50 0,0-1 0,0 0 0,-4-10 0,7 14 0,0 1 0,0-1 0,0 1 0,0-1 0,1 1 0,-1-1 0,1 1 0,-1-1 0,1 0 0,0 1 0,0-1 0,0 0 0,1-3 0,0 5 0,-1 1 0,0-1 0,0 1 0,1-1 0,-1 1 0,0-1 0,1 1 0,-1 0 0,1-1 0,-1 1 0,0-1 0,1 1 0,-1 0 0,1-1 0,-1 1 0,1 0 0,-1 0 0,1-1 0,-1 1 0,1 0 0,-1 0 0,1 0 0,0 0 0,-1 0 0,1 0 0,-1-1 0,1 2 0,-1-1 0,1 0 0,0 0 0,-1 0 0,1 0 0,-1 0 0,1 0 0,-1 0 0,1 1 0,-1-1 0,1 0 0,0 1 0,21 12 0,-19-11 0,35 32 0,-31-27 0,-1 0 0,2-1 0,-1 0 0,1 0 0,-1-1 0,12 6 0,4 0 0,23 10 0,-42-20 0,0 1 0,0-1 0,1 0 0,-1 0 0,0-1 0,0 0 0,0 1 0,0-1 0,6-1 0,-8 1 0,-1 0 0,1-1 0,-1 1 0,0 0 0,1-1 0,-1 1 0,0-1 0,1 0 0,-1 1 0,0-1 0,0 0 0,1 0 0,-1 0 0,0 0 0,0 0 0,0 0 0,0 0 0,0 0 0,1-3 0,-1 2 0,0 0 0,-1 0 0,1 0 0,0-1 0,-1 1 0,0 0 0,1-1 0,-1 1 0,0 0 0,0-1 0,-1-2 0,0-4 0,-1 0 0,0 0 0,-1-1 0,0 2 0,-5-10 0,-2-3 0,6 14 0,0-1 0,0 1 0,1-1 0,-3-10 0,6 18 0,0 0 0,0 0 0,0 0 0,0-1 0,0 1 0,0 0 0,0 0 0,0 0 0,0 0 0,0 0 0,0 0 0,0 0 0,0 0 0,0 0 0,0 0 0,0 0 0,0 0 0,0 0 0,0 0 0,0 0 0,0 0 0,0-1 0,0 1 0,0 0 0,1 0 0,-1 0 0,0 0 0,0 0 0,0 0 0,0 0 0,0 0 0,0 0 0,0 0 0,0 0 0,0 0 0,0 0 0,0 0 0,0 0 0,0 0 0,0 0 0,0 0 0,0 0 0,0 0 0,0 0 0,1 0 0,-1 0 0,0 0 0,0 0 0,0 0 0,0 0 0,0 0 0,0 0 0,0 0 0,0 0 0,0 0 0,0 0 0,0 0 0,0 0 0,0 0 0,0 0 0,0 0 0,0 0 0,0 0 0,1 0 0,-1 0 0,0 0 0,0 0 0,6 5 0,7 8 0,55 63 0,42 41 0,-107-114-151,0 0-1,0 0 0,0 0 0,0 0 1,-1 0-1,1 1 0,-1-1 1,3 8-1,-1-1-6674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24575,'-23'2'0,"-12"1"0,-5 1 0,1-2 0,3 3 0,4-1 0,4 0 0,3 1 0,3 0 0,1 0 0,2-2 0,1-2 0,1 3 0,1 0 0,1-1 0,2-1-8191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24575,'37'-3'0,"0"1"0,61 6 0,-46 3 0,-48-6 0,0 0 0,0 0 0,0 0 0,0 0 0,-1 1 0,1-1 0,-1 1 0,1 0 0,-1 0 0,7 5 0,-9-5 0,0-1 0,0 1 0,0-1 0,0 1 0,0 0 0,0 0 0,0-1 0,0 1 0,-1 0 0,1 0 0,-1 0 0,1 0 0,-1 0 0,0 0 0,0 0 0,0 0 0,0 0 0,0 0 0,0 0 0,0 0 0,-1 0 0,1-1 0,-1 1 0,1 0 0,-2 2 0,-2 5 0,-1 0 0,0 0 0,-11 15 0,2-4 0,10-14 0,1 0 0,-1 1 0,1 0 0,1-1 0,-4 11 0,6-16 0,-1 0 0,1 0 0,0 1 0,0-1 0,0 0 0,0 0 0,0 1 0,0-1 0,0 0 0,0 0 0,0 1 0,0-1 0,1 0 0,-1 0 0,0 1 0,1-1 0,-1 0 0,1 0 0,0 0 0,-1 0 0,1 0 0,0 0 0,0 0 0,0 0 0,-1 0 0,1 0 0,0 0 0,0 0 0,0 0 0,0-1 0,1 1 0,-1-1 0,0 1 0,0 0 0,0-1 0,0 0 0,1 1 0,1-1 0,7 2 0,0 0 0,0-1 0,1-1 0,-1 0 0,0 0 0,0-1 0,15-3 0,70-21 0,-90 24 0,6-3-1365,-3-1-5461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 24575,'-28'-5'0,"-11"-2"0,-2 1 0,4 0 0,5 5 0,6 2 0,5 1 0,6 3 0,5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24575,'5'8'0,"4"7"0,3 6 0,2 2 0,2 2 0,-1 0 0,1 0 0,0 1 0,-1-1 0,0-3 0,-2 0 0,-2-1 0,-2-1 0,-2-5-8191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41 24575,'-6'-4'0,"1"-1"0,0 1 0,0-1 0,0 0 0,0 0 0,-4-8 0,16 21 0,-1 1 0,7 11 0,9 33 0,19 60 0,7 59 0,-42-148 0,49 212 0,-54-224 0,-1-9 0,0-1 0,0 0 0,0 1 0,1-1 0,-1 1 0,0-1 0,1 0 0,0 1 0,0-1 0,2 4 0,-3-6 0,0 0 0,0 0 0,1 0 0,-1 0 0,0 0 0,0 0 0,0 0 0,1 0 0,-1 0 0,0 0 0,0 0 0,1 0 0,-1 0 0,0 0 0,0 0 0,0-1 0,1 1 0,-1 0 0,0 0 0,0 0 0,0 0 0,0 0 0,1-1 0,-1 1 0,0 0 0,0 0 0,0 0 0,0-1 0,0 1 0,0 0 0,0 0 0,1 0 0,-1-1 0,4-9 0,-3 9 0,14-33 0,-5 8 0,1 2 0,1-1 0,18-24 0,-28 46 0,0 0 0,0 0 0,1 1 0,-1-1 0,1 1 0,-1 0 0,1 0 0,0 0 0,0 0 0,0 0 0,0 0 0,0 1 0,1 0 0,-1-1 0,0 1 0,1 0 0,-1 1 0,1-1 0,-1 1 0,1-1 0,-1 1 0,1 0 0,6 1 0,-5 0 0,0 0 0,0 1 0,0-1 0,0 1 0,0 0 0,0 0 0,-1 1 0,1 0 0,-1-1 0,1 2 0,-1-1 0,0 0 0,0 1 0,-1 0 0,5 5 0,23 32 0,-19-23 0,1-1 0,1 0 0,0-1 0,23 19 0,14 8-1365,-41-35-5461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45 24575,'-5'-2'0,"-80"-27"0,71 25 0,0 1 0,0 0 0,0 1 0,-18 0 0,29 2 0,0 0 0,0 1 0,1-1 0,-1 1 0,0-1 0,0 1 0,1 0 0,-1 0 0,0 0 0,1 0 0,-1 1 0,1-1 0,0 1 0,-1-1 0,1 1 0,0 0 0,0 0 0,0 0 0,0 0 0,0 0 0,1 0 0,-1 1 0,0-1 0,1 0 0,-2 6 0,1-4 0,1 0 0,-1 1 0,1-1 0,0 1 0,1-1 0,-1 0 0,1 1 0,0 0 0,0-1 0,0 1 0,0-1 0,1 1 0,0-1 0,0 0 0,2 7 0,7 10 0,0-1 0,20 28 0,7 14 0,-18-23 0,-2 1 0,-2 0 0,-2 1 0,13 68 0,-24-91 0,1 34 0,-2-9 0,-1-42 0,0 1 0,0-1 0,1 1 0,-1-1 0,1 0 0,-1 1 0,1-1 0,-1 0 0,1 1 0,0-1 0,0 0 0,-1 0 0,1 0 0,0 1 0,0-1 0,0 0 0,0 0 0,1 0 0,-1-1 0,0 1 0,0 0 0,0 0 0,1-1 0,-1 1 0,0-1 0,1 1 0,-1-1 0,1 1 0,-1-1 0,3 0 0,5 1 0,1 0 0,-1-1 0,18-1 0,-11-1 0,12 2 0,39-4 0,-59 3 0,0 0 0,-1-1 0,1 0 0,0 0 0,-1-1 0,9-4 0,-14 7-124,-1-1 0,1 0 0,-1 0 0,0 0 0,0 0 0,1-1-1,-1 1 1,0 0 0,0 0 0,2-3 0,1-5-6702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32 24575,'-11'-15'0,"2"2"0,15 26 0,11 14 0,20 28 0,-29-45 0,0 0 0,0-1 0,1-1 0,0 1 0,1-1 0,10 6 0,-20-14 0,0 1 0,0-1 0,0 0 0,1 0 0,-1 1 0,0-1 0,1 0 0,-1 0 0,0 0 0,0 1 0,1-1 0,-1 0 0,0 0 0,1 0 0,-1 0 0,0 0 0,1 0 0,-1 0 0,0 0 0,1 0 0,-1 0 0,0 0 0,1 0 0,-1 0 0,1 0 0,-1 0 0,0 0 0,1 0 0,-1 0 0,0 0 0,0 0 0,1-1 0,-1 1 0,0 0 0,1 0 0,-1 0 0,0-1 0,0 1 0,1 0 0,-1 0 0,0-1 0,0 1 0,1 0 0,-1 0 0,0-1 0,0 1 0,0 0 0,0-1 0,0 1 0,1 0 0,-1-1 0,0 1 0,0 0 0,0-1 0,0 1 0,0 0 0,0-1 0,0 1 0,0 0 0,0-1 0,0 1 0,-3-29 0,1 21 0,1-2 0,0 1 0,1-1 0,0 1 0,1-1 0,-1 1 0,4-11 0,-4 17 0,1 1 0,0 0 0,-1-1 0,1 1 0,0 0 0,1-1 0,-1 1 0,0 0 0,1 0 0,-1 0 0,1 0 0,-1 0 0,1 0 0,0 1 0,0-1 0,0 1 0,0-1 0,0 1 0,0 0 0,1-1 0,-1 1 0,0 0 0,0 0 0,1 1 0,-1-1 0,1 1 0,-1-1 0,4 0 0,-1 1 0,0 1 0,0-1 0,0 0 0,0 1 0,0 0 0,0 1 0,0-1 0,0 1 0,0 0 0,-1 0 0,1 0 0,6 5 0,7 5 0,27 23 0,-30-22 0,-7-8-136,-1 1-1,0 0 1,-1 1-1,0 0 1,0 0-1,0 0 1,-1 0-1,0 1 0,8 15 1,-9-10-6690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24575,'39'-1'0,"56"3"0,-85-1 0,0 0 0,0 1 0,0 0 0,0 0 0,0 2 0,-1-1 0,11 6 0,-17-8 0,0 1 0,0 0 0,0 1 0,-1-1 0,1 0 0,-1 1 0,1 0 0,-1-1 0,0 1 0,0 0 0,0 0 0,0 0 0,0 0 0,1 5 0,1 4 0,-1 0 0,4 23 0,-4-22 0,7 25 0,62 133 0,-13-37 0,14 34 0,-71-162 0,0-1 0,0 1 0,0 0 0,-1 0 0,0 0 0,1 11 0,-2-15 0,0-1 0,0 1 0,0-1 0,0 1 0,-1-1 0,1 0 0,0 1 0,-1-1 0,1 1 0,-1-1 0,1 0 0,-1 1 0,0-1 0,1 0 0,-1 0 0,0 0 0,0 1 0,0-1 0,0 0 0,0 0 0,0 0 0,0 0 0,0-1 0,-1 1 0,1 0 0,0 0 0,0-1 0,-1 1 0,1-1 0,0 1 0,-1-1 0,1 1 0,-3-1 0,-15 2 15,0-1-1,0 0 1,-22-4 0,-5 1-1439,26 2-5402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 24575,'6'-1'0,"-2"0"0,1 0 0,0 0 0,-1 1 0,1-1 0,6 1 0,-10 0 0,-1 0 0,1 0 0,0 1 0,-1-1 0,1 0 0,0 0 0,-1 0 0,1 1 0,-1-1 0,1 0 0,-1 1 0,1-1 0,-1 0 0,1 1 0,-1-1 0,1 1 0,-1-1 0,1 1 0,-1-1 0,1 1 0,-1-1 0,0 1 0,1-1 0,-1 1 0,0 0 0,0-1 0,0 1 0,1-1 0,-1 1 0,0 0 0,0-1 0,0 1 0,0 0 0,0-1 0,0 1 0,0 0 0,0-1 0,0 1 0,0 0 0,0-1 0,-1 1 0,1-1 0,0 1 0,0 0 0,-1-1 0,0 2 0,-2 5 0,0 1 0,-1-1 0,0 0 0,0 0 0,-10 11 0,-7 13 0,-4 9 0,2 2 0,-20 53 0,31-60 0,2 2 0,1 0 0,-6 50 0,5 114 0,11-163 0,1 1 0,2-1 0,10 39 0,-7-50 0,0-1 0,2 0 0,1 0 0,2-1 0,14 25 0,2-6 0,2-1 0,2-1 0,2-1 0,44 40 0,-64-68 0,1 0 0,1-1 0,0 0 0,1-2 0,0 0 0,0-1 0,28 11 0,-43-19-113,-1-1 59,-1 0-1,0 0 1,1 1 0,-1-1-1,0 0 1,1 0-1,-1 0 1,0 0-1,1 0 1,-1 0-1,1 0 1,-1 0-1,0 0 1,1 0 0,-1 0-1,0 0 1,1 0-1,-1 0 1,1 0-1,-1 0 1,0 0-1,1-1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76 188 24575,'20'-7'0,"0"1"0,0 1 0,0 0 0,0 2 0,1 0 0,23 1 0,-13 4 0,-19-1 0,-1-1 0,0 1 0,1-2 0,-1 0 0,18-3 0,-28 4 0,0 0 0,0 0 0,0-1 0,0 1 0,0 0 0,0-1 0,0 1 0,0-1 0,0 1 0,0-1 0,0 1 0,0-1 0,0 0 0,0 1 0,0-1 0,-1 0 0,1 0 0,0 0 0,-1 1 0,1-1 0,0 0 0,-1 0 0,1 0 0,-1 0 0,1 0 0,-1 0 0,0 0 0,0-1 0,1 1 0,-1 0 0,0 0 0,0 0 0,0 0 0,0 0 0,0 0 0,0 0 0,0 0 0,0 0 0,-1-1 0,1 1 0,-1-2 0,-1 0 0,1 0 0,-1 0 0,0 0 0,0 0 0,0 0 0,-1 0 0,1 1 0,-1-1 0,1 1 0,-1-1 0,-6-3 0,-22-11 0,-1 2 0,-63-20 0,71 26 0,19 8 0,1-1 0,0 1 0,-1 1 0,1-1 0,0 0 0,-1 1 0,1 0 0,-1 0 0,1 1 0,-1-1 0,1 1 0,0 0 0,-8 2 0,5 0 0,0 0 0,0 1 0,0-1 0,1 1 0,-1 1 0,1-1 0,-7 8 0,10-9 0,0 0 0,0 1 0,0-1 0,0 1 0,1 0 0,0 0 0,0 0 0,0 0 0,0 0 0,0 1 0,1-1 0,0 0 0,-1 8 0,0 5 0,1-1 0,1 25 0,1-18 0,-1-15 0,1 0 0,0 0 0,0 0 0,1 0 0,0-1 0,1 1 0,-1 0 0,1-1 0,1 0 0,-1 0 0,1 0 0,1 0 0,8 11 0,-6-10 0,0-1 0,1 0 0,0 0 0,0 0 0,0-1 0,1-1 0,-1 0 0,1 0 0,1 0 0,13 4 0,21 4 0,0-2 0,1-2 0,0-2 0,1-2 0,80 0 0,-94-9-1365,-22 1-5461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24575,'-23'-3'0,"-10"0"0,-1 0 0,2 0 0,4 1 0,4 1 0,4 0 0,3 1 0,1 0 0,2 0 0,0 3 0,0 0 0,0 1 0,0-2 0,-1 0 0,1-1 0,2 0-8191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24575,'9'11'0,"-1"0"0,0 1 0,0 1 0,-1-1 0,-1 1 0,0 0 0,5 16 0,16 32 0,17 10 0,3 4 0,-43-67 0,1 2 0,-1-1 0,-1 0 0,0 1 0,0-1 0,2 16 0,-5-23 0,0-1 0,0 1 0,1-1 0,-1 1 0,0 0 0,0-1 0,-1 1 0,1-1 0,0 1 0,-1-1 0,1 1 0,0-1 0,-1 1 0,0-1 0,1 1 0,-1-1 0,0 1 0,0-1 0,0 0 0,0 0 0,-1 3 0,-1-3 0,1 0 0,0 0 0,0 1 0,-1-1 0,1-1 0,-1 1 0,1 0 0,0-1 0,-1 1 0,0-1 0,1 1 0,-5-1 0,-8 0 0,1-1 0,0 0 0,0 0 0,0-2 0,-26-7 0,32 8 0,1-1 0,-1 0 0,1 0 0,0-1 0,0 0 0,0 0 0,1-1 0,0 0 0,0 0 0,0 0 0,0-1 0,-5-7 0,10 12 0,0 0 0,0 0 0,0-1 0,0 1 0,0-1 0,0 1 0,1-1 0,-1 1 0,1-1 0,-1 0 0,1 1 0,-1-1 0,1 0 0,0 1 0,0-1 0,0 0 0,0 1 0,0-1 0,0 0 0,0 1 0,0-1 0,1 0 0,-1 1 0,1-1 0,-1 0 0,1 1 0,0-1 0,0-1 0,2 0 0,0 0 0,0 0 0,0 0 0,0 0 0,0 0 0,1 1 0,-1-1 0,1 1 0,0 0 0,5-2 0,14-5-313,1 1 0,0 1 1,26-3-1,-48 9 199,11-1-6712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 24575,'-2'-5'0,"-4"1"0,0 3 0,0 5 0,-1 4 0,1 3 0,1 0-8191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24575,'0'3'0,"1"-1"0,-1 1 0,1 0 0,0-1 0,0 1 0,0 0 0,0-1 0,0 1 0,3 4 0,16 19 0,-3-9 0,1 0 0,1 0 0,35 23 0,-42-33 0,0 0 0,0 0 0,1-1 0,18 6 0,-26-10 0,0 0 0,0-1 0,0 0 0,1 0 0,-1 0 0,0-1 0,1 0 0,-1 0 0,0 0 0,0-1 0,1 1 0,-1-1 0,0 0 0,8-3 0,-11 3 0,-1 1 0,0-1 0,0 0 0,0 1 0,0-1 0,0 0 0,0 0 0,0 1 0,0-1 0,0 0 0,0 0 0,0 0 0,0 0 0,0 0 0,-1 0 0,1-1 0,0 1 0,-1 0 0,1 0 0,-1 0 0,0-1 0,1-1 0,-1-1 0,0 1 0,0-1 0,0 0 0,-1 1 0,1-1 0,-3-5 0,2 6 0,1 0 0,-1-1 0,0 1 0,1-1 0,0 1 0,0-7 0,0 10 0,0-1 0,0 1 0,1-1 0,-1 0 0,1 1 0,-1-1 0,0 1 0,1-1 0,-1 1 0,1-1 0,-1 1 0,1-1 0,-1 1 0,1-1 0,-1 1 0,1 0 0,0-1 0,-1 1 0,1 0 0,0-1 0,-1 1 0,1 0 0,0 0 0,-1 0 0,1 0 0,0 0 0,-1 0 0,1 0 0,0 0 0,-1 0 0,1 0 0,0 0 0,-1 0 0,2 1 0,29 6 0,-26-6 0,16 5 0,-1-2 0,1-1 0,1 0 0,-1-1 0,0-2 0,26-2 0,-45 2 0,-1 0 0,0 0 0,0 0 0,1 0 0,-1 0 0,0 0 0,0-1 0,0 1 0,0 0 0,1-1 0,-1 1 0,0-1 0,0 0 0,0 1 0,0-1 0,0 0 0,0 1 0,0-1 0,0 0 0,-1 0 0,1 0 0,0 0 0,0 0 0,-1 0 0,1 0 0,-1 0 0,1 0 0,-1 0 0,1 0 0,-1 0 0,1-1 0,-1 1 0,0 0 0,0 0 0,0 0 0,0-1 0,0 1 0,0 0 0,0 0 0,0-1 0,0 1 0,0 0 0,-1-2 0,-1-2 0,1 0 0,-1 0 0,0 0 0,-1 1 0,1-1 0,-1 1 0,0-1 0,0 1 0,-4-4 0,-2-1-114,-2 0-1,1 1 1,-1 0-1,-16-9 1,17 11-679,-3-2-6033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24575,'6'2'0,"1"0"0,-1 1 0,0 0 0,0 0 0,0 0 0,0 1 0,-1 0 0,1 0 0,6 7 0,6 7 0,18 24 0,-7-9 0,-23-25 0,7 6 0,0-1 0,1 0 0,19 15 0,-33-28 0,1 1 0,-1-1 0,1 0 0,-1 1 0,1-1 0,-1 0 0,1 1 0,-1-1 0,1 0 0,-1 0 0,1 0 0,0 1 0,-1-1 0,1 0 0,-1 0 0,1 0 0,0 0 0,-1 0 0,1 0 0,-1 0 0,1 0 0,-1-1 0,1 1 0,0 0 0,-1 0 0,1 0 0,0-1 0,0 0 0,0 0 0,-1 0 0,1 1 0,0-1 0,-1 0 0,1 0 0,-1 0 0,1 0 0,-1 0 0,1 0 0,-1-1 0,0 1 0,1-2 0,0-6 0,0 0 0,-2-19 0,1 22 0,-1-7 0,-1 0 0,-3-13 0,3 17 0,0 0 0,1 0 0,0 0 0,0-1 0,1 1 0,1-10 0,-1 17 0,1 1 0,-1-1 0,0 1 0,1-1 0,-1 1 0,1-1 0,0 1 0,-1 0 0,1-1 0,0 1 0,0 0 0,0 0 0,0 0 0,0-1 0,0 1 0,0 0 0,0 0 0,0 1 0,1-1 0,-1 0 0,0 0 0,1 0 0,-1 1 0,0-1 0,1 1 0,-1-1 0,1 1 0,-1 0 0,1-1 0,-1 1 0,1 0 0,-1 0 0,1 0 0,-1 0 0,1 0 0,2 1 0,5 1 0,-1-1 0,1 1 0,-1 1 0,0 0 0,10 4 0,90 48 0,-54-27 0,-4-4-455,-2 3 0,58 43 0,-90-57-6371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24575,'1'-15'0,"2"13"0,2 9 0,37 98 0,-20-47 0,-8-22-114,-6-12-137,1 0 1,2-1 0,0 0 0,26 38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60 24575,'-28'-6'0,"-14"0"0,-4-3 0,-1 0 0,4 3 0,4-2 0,3 2 0,3 1 0,5 2 0,1 1 0,4 4 0,0 1 0,2 0 0,1 3 0,3-1 0,3 0-8191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29 222 24575,'10'0'0,"0"-2"0,0 0 0,1 0 0,15-6 0,10-2 0,18 0 0,40-10 0,-91 19 0,0 0 0,-1 0 0,1 0 0,0 0 0,-1 0 0,0-1 0,1 1 0,-1-1 0,0 0 0,0 1 0,0-1 0,0 0 0,0 0 0,0-1 0,3-3 0,-4 4 0,0 0 0,-1 0 0,1 0 0,-1-1 0,1 1 0,-1 0 0,1 0 0,-1 0 0,0 0 0,0-1 0,0 1 0,0 0 0,-1 0 0,1 0 0,-1-1 0,1 1 0,-1 0 0,0 0 0,1 0 0,-3-4 0,-1 1 0,0-1 0,0 0 0,0 1 0,-1 0 0,0 0 0,0 0 0,0 0 0,-1 1 0,1 0 0,-1 0 0,-9-4 0,6 3 0,0 1 0,0 0 0,-1 1 0,0 0 0,0 0 0,0 1 0,-12-1 0,18 3 0,0 0 0,0 0 0,0 0 0,0 1 0,1 0 0,-1 0 0,0 0 0,0 0 0,0 1 0,1-1 0,-1 1 0,-3 2 0,-6 4 0,-21 20 0,17-14 0,13-11 0,0 0 0,0 1 0,1-1 0,-1 1 0,1 0 0,0 0 0,0 0 0,0 0 0,1 1 0,-4 8 0,5-10 0,0 1 0,0-1 0,0 1 0,1 0 0,-1-1 0,1 1 0,0 0 0,1 0 0,-1-1 0,0 1 0,1 0 0,0-1 0,0 1 0,0-1 0,2 6 0,5 8 0,0 0 0,2 0 0,0-1 0,0 0 0,1-1 0,16 17 0,-24-29 0,1-1 0,-1 1 0,0-1 0,1 0 0,0 0 0,-1 0 0,1 0 0,7 2 0,35 8 0,-31-9 0,34 7 0,0-3 0,0-1 0,1-3 0,88-5 0,-122 0-1365,-4-2-5461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 24575,'0'-1'0,"-1"1"0,0 0 0,1-1 0,-1 1 0,1 0 0,-1-1 0,0 1 0,1 0 0,-1 0 0,0 0 0,1-1 0,-1 1 0,0 0 0,1 0 0,-1 0 0,0 0 0,1 0 0,-1 0 0,0 1 0,1-1 0,-1 0 0,0 0 0,1 0 0,-1 1 0,0-1 0,1 0 0,-1 1 0,0 0 0,0 0 0,0 0 0,0 0 0,1 0 0,-1 1 0,1-1 0,-1 0 0,1 0 0,0 1 0,-1-1 0,1 0 0,0 1 0,0-1 0,0 3 0,0 3 0,0 0 0,1 0 0,0 0 0,3 10 0,5 6 0,0 0 0,2-1 0,0 0 0,2-1 0,15 22 0,83 93 0,-109-134 0,0 0 0,-1 0 0,1 1 0,0-1 0,-1 1 0,1-1 0,1 5 0,-3-6 0,0-1 0,0 1 0,0 0 0,0-1 0,0 1 0,0 0 0,0-1 0,0 1 0,0-1 0,0 1 0,0 0 0,0-1 0,0 1 0,-1-1 0,1 1 0,0 0 0,0-1 0,-1 1 0,1-1 0,0 1 0,-1-1 0,1 1 0,-1-1 0,1 1 0,0-1 0,-1 1 0,1-1 0,-1 0 0,1 1 0,-1-1 0,1 0 0,-1 1 0,0-1 0,1 0 0,-1 0 0,1 0 0,-1 1 0,0-1 0,1 0 0,-2 0 0,-5 1 0,-1 0 0,0 0 0,1 0 0,-1-1 0,0 0 0,1-1 0,-1 0 0,0 0 0,-9-3 0,-10-4 0,-31-14 0,29 10 0,16 8 0,0-2 0,-12-7 0,22 11 0,-1 0 0,1 0 0,0 0 0,1 0 0,-1-1 0,0 1 0,1-1 0,-1 0 0,1 1 0,0-1 0,0 0 0,0 0 0,-2-4 0,4 6 0,0 0 0,-1 0 0,1 0 0,0 0 0,0 0 0,0-1 0,0 1 0,0 0 0,0 0 0,0 0 0,0 0 0,0 0 0,0 0 0,0 0 0,1 0 0,-1 0 0,0 0 0,1 0 0,-1 0 0,2-1 0,-1 0 0,0 0 0,1 0 0,-1 1 0,1-1 0,0 1 0,0-1 0,-1 1 0,1 0 0,3-2 0,3-1 0,1 0 0,0 1 0,15-4 0,-22 7 0,29-7 18,35-2 0,-24 4-1419,-25 3-5425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24575,'5'-10'0,"2"-1"0,-1 5 0,-1 4 0,-1 7 0,-2 3 0,-1 5 0,0 1 0,-1 1 0,-1-1-8191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24575,'1'0'0,"-1"0"0,0 0 0,1-1 0,-1 1 0,1 0 0,-1 0 0,1 0 0,-1 0 0,0-1 0,1 1 0,-1 0 0,1 0 0,-1 0 0,1 0 0,-1 0 0,1 0 0,-1 0 0,1 0 0,-1 0 0,0 1 0,1-1 0,-1 0 0,1 0 0,-1 0 0,1 0 0,-1 1 0,0-1 0,1 0 0,-1 0 0,1 1 0,13 11 0,-11-9 0,32 29 0,0-3 0,75 48 0,-101-72 0,-4-1 0,0-1 0,1 0 0,-1 0 0,1 0 0,-1-1 0,1 0 0,0 0 0,8 1 0,-13-3 0,-1 0 0,1 0 0,0 0 0,0 0 0,0 0 0,0-1 0,0 1 0,0 0 0,-1-1 0,1 1 0,0 0 0,0-1 0,0 1 0,-1-1 0,1 1 0,0-1 0,-1 0 0,1 1 0,0-1 0,-1 1 0,1-1 0,-1 0 0,1 0 0,-1 1 0,1-1 0,-1 0 0,0 0 0,1 0 0,-1 0 0,0 1 0,0-1 0,1 0 0,-1 0 0,0 0 0,0 0 0,0 0 0,0 0 0,0 0 0,-1-1 0,1-3 0,0 0 0,-1 0 0,1-1 0,-1 1 0,-3-7 0,1 4 0,0 0 0,-1 0 0,0 0 0,0 0 0,-1 1 0,-8-11 0,13 18 0,-1-1 0,1 1 0,0 0 0,-1-1 0,1 1 0,0 0 0,0-1 0,-1 1 0,1-1 0,0 1 0,0 0 0,0-1 0,-1 1 0,1-1 0,0 1 0,0-1 0,0 1 0,0-1 0,0 0 0,6 0 0,18 7 0,-20-4 0,20 5 0,90 26 0,-95-29 0,0-1 0,-1-1 0,1 0 0,24-2 0,-40 0 0,0 0 0,0-1 0,0 1 0,0-1 0,0 1 0,0-1 0,-1 0 0,1 0 0,0 0 0,-1-1 0,1 1 0,-1 0 0,1-1 0,-1 0 0,0 0 0,1 0 0,-1 0 0,0 0 0,3-4 0,-4 4 0,0-1 0,1 1 0,-1-1 0,-1 1 0,1-1 0,0 1 0,-1-1 0,1 1 0,-1-1 0,0 0 0,0 1 0,0-1 0,0 0 0,0 1 0,-1-1 0,1 0 0,-1 1 0,0-1 0,1 1 0,-1-1 0,0 1 0,-2-3 0,-2-3 0,0 0 0,0 0 0,-1 0 0,0 0 0,-1 1 0,0 0 0,-8-6 0,2 1 0,-2 2 0,-30-18 0,39 25-227,-1 0-1,0 0 1,0 1-1,0-1 1,-13-1-1,6 3-6598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24575,'0'0'0,"0"0"0,-1-1 0,1 1 0,0 0 0,0-1 0,0 1 0,-1-1 0,1 1 0,0-1 0,0 1 0,0 0 0,0-1 0,0 1 0,0-1 0,0 1 0,0-1 0,0 1 0,0-1 0,0 1 0,0-1 0,0 1 0,0-1 0,8 2 0,11 13 0,64 67 0,-83-81 0,0 0 0,0 0 0,0 1 0,0-1 0,0 0 0,1 0 0,-1 0 0,0 0 0,0 1 0,0-1 0,0 0 0,1 0 0,-1 0 0,0 0 0,0 1 0,1-1 0,-1 0 0,0 0 0,0 0 0,1 0 0,-1 0 0,0 0 0,0 0 0,1 0 0,-1 0 0,0 0 0,0 0 0,1 0 0,-1 0 0,0 0 0,0 0 0,1 0 0,-1 0 0,0 0 0,0 0 0,0 0 0,1-1 0,-1 1 0,3-11 0,-5-15 0,-1 15 0,1 1 0,0-1 0,0 0 0,1 0 0,0 0 0,1-12 0,0 20 0,1 1 0,-1 0 0,0-1 0,1 1 0,0 0 0,-1 0 0,1-1 0,0 1 0,0 0 0,0 0 0,0 0 0,1 0 0,-1 0 0,0 0 0,1 1 0,-1-1 0,1 0 0,0 1 0,0-1 0,-1 1 0,1-1 0,0 1 0,0 0 0,0 0 0,1 0 0,-1 0 0,0 0 0,0 1 0,0-1 0,1 1 0,-1-1 0,0 1 0,1 0 0,-1 0 0,4 0 0,5 0 0,0 1 0,0 1 0,0 0 0,21 6 0,41 20 0,-59-22 30,-1 1 0,0 0 0,22 16 0,-28-17-216,-1 0 1,1 0-1,-1 0 0,0 1 1,0-1-1,-1 2 1,7 11-1,-5-6-6640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24575,'19'0'0,"88"-3"0,-89 2 0,0-2 0,0 0 0,33-12 0,-39 11 0,0 0 0,-1-1 0,1-1 0,-2 0 0,16-11 0,-23 15 0,-1 0 0,1-1 0,-1 1 0,0-1 0,0 1 0,1-1 0,-2 0 0,1 0 0,0 0 0,-1 0 0,2-3 0,-2 4 0,-1-1 0,1 1 0,-1 0 0,0-1 0,0 1 0,0-1 0,0 1 0,0 0 0,0-1 0,-1 1 0,1 0 0,-1-1 0,0 1 0,1 0 0,-1 0 0,0 0 0,-2-4 0,1 3 0,-1 0 0,1 0 0,-1 1 0,0-1 0,1 1 0,-1-1 0,0 1 0,0 0 0,-1 0 0,1 0 0,0 1 0,-1-1 0,1 1 0,-1 0 0,-5-2 0,-2 1 0,-1-1 0,0 2 0,-19-2 0,20 4 0,-1-1 0,0 1 0,1 1 0,0 0 0,-22 7 0,25-6 0,0 0 0,1 0 0,0 1 0,-1 0 0,2 0 0,-1 1 0,0-1 0,1 2 0,-8 6 0,12-9 0,0 0 0,0 0 0,0-1 0,0 1 0,0 0 0,1 1 0,0-1 0,-1 0 0,1 0 0,0 1 0,0-1 0,1 0 0,-1 1 0,1-1 0,0 1 0,0-1 0,0 1 0,0-1 0,0 0 0,1 1 0,0-1 0,0 1 0,1 3 0,0-2 0,0 0 0,0-1 0,1 1 0,-1-1 0,1 1 0,0-1 0,0 0 0,1 0 0,-1-1 0,1 1 0,0-1 0,0 1 0,0-1 0,9 5 0,7 1 0,0-1 0,0 0 0,1-2 0,28 6 0,87 7 0,-114-16 0,137 2-1365,-146-5-5461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76 24575,'-33'-12'0,"-13"-5"0,-3 1 0,3 3 0,7 4 0,6 4 0,6 2 0,4 4 0,4 2 0,3 3 0,2 1 0,0 1 0,3 2 0,0 0 0,3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24575,'-5'11'0,"2"0"0,0 0 0,0 0 0,1 0 0,0 1 0,1-1 0,0 1 0,1-1 0,0 1 0,4 19 0,-1-16 0,1 1 0,1-1 0,0 0 0,1 0 0,0-1 0,1 0 0,11 16 0,11 11 0,1-2 0,48 46 0,-75-82 0,6 11 0,-9-14 0,0 0 0,0 0 0,0 0 0,0 1 0,0-1 0,0 0 0,0 0 0,0 0 0,0 0 0,0 1 0,0-1 0,0 0 0,0 0 0,0 0 0,0 0 0,0 0 0,0 0 0,0 1 0,0-1 0,0 0 0,-1 0 0,1 0 0,0 0 0,0 0 0,0 0 0,0 1 0,0-1 0,0 0 0,0 0 0,-1 0 0,1 0 0,0 0 0,0 0 0,0 0 0,0 0 0,0 0 0,-1 0 0,1 0 0,0 0 0,0 0 0,0 0 0,0 0 0,0 0 0,-1 0 0,-3 0 0,0-1 0,0 1 0,-1-1 0,-6-3 0,-48-16 0,1-3 0,-100-56 0,157 79 0,-1-1 0,1 0 0,-1 0 0,1 0 0,-1 0 0,1 0 0,0-1 0,-1 1 0,1 0 0,0 0 0,0-1 0,0 1 0,0-1 0,0 1 0,0-1 0,1 0 0,-1 1 0,0-1 0,1 1 0,-1-4 0,1 4 0,0 0 0,0-1 0,1 1 0,-1 0 0,0-1 0,1 1 0,-1 0 0,1-1 0,0 1 0,-1 0 0,1 0 0,0 0 0,0 0 0,0 0 0,0 0 0,-1 0 0,2 0 0,-1 0 0,0 0 0,0 0 0,0 0 0,0 1 0,0-1 0,1 1 0,-1-1 0,3 0 0,9-3 0,0 0 0,0 1 0,1 0 0,25 0 0,-12 0 0,52-3-1365,-60 5-5461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24575,'7'-3'0,"3"3"0,0 2 0,-2 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71 24575,'-3'-1'0,"0"0"0,0 0 0,0 0 0,0 1 0,0-1 0,0 1 0,0 0 0,0 0 0,0 0 0,-6 1 0,8 0 0,0-1 0,0 0 0,0 1 0,0-1 0,1 1 0,-1-1 0,0 1 0,0-1 0,0 1 0,1 0 0,-1 0 0,0-1 0,1 1 0,-1 0 0,0 0 0,1 0 0,-1 0 0,1-1 0,-1 1 0,1 0 0,0 0 0,-1 0 0,1 0 0,0 0 0,0 0 0,0 0 0,0 0 0,0 0 0,0 0 0,0 0 0,0 0 0,0 0 0,0 0 0,0 0 0,1 2 0,1 1 0,-1 0 0,1 1 0,-1-2 0,1 1 0,0 0 0,1 0 0,-1 0 0,1-1 0,0 0 0,-1 1 0,8 5 0,2 1 0,25 18 0,-27-22 0,0 0 0,1 0 0,-1-1 0,1-1 0,0 0 0,0 0 0,0-1 0,1 0 0,12 0 0,-22-2 0,0-1 0,0 0 0,0 0 0,0 0 0,0 0 0,1-1 0,-1 1 0,0 0 0,0-1 0,0 0 0,0 1 0,0-1 0,0 0 0,-1 0 0,1 0 0,0 0 0,0-1 0,-1 1 0,1 0 0,0-1 0,-1 1 0,1-1 0,-1 1 0,0-1 0,0 0 0,0 0 0,1 1 0,-1-1 0,-1 0 0,1 0 0,0 0 0,0 0 0,-1 0 0,1-2 0,0-3 0,-1 1 0,1 0 0,-1-1 0,0 1 0,-1 0 0,1 0 0,-1-1 0,-1 1 0,1 0 0,-3-7 0,3 12 0,1-1 0,-1 1 0,1-1 0,-1 0 0,1 1 0,0-1 0,0 0 0,-1 1 0,2-3 0,-1 4 0,0-1 0,0 1 0,0 0 0,0-1 0,1 1 0,-1 0 0,0-1 0,0 1 0,1 0 0,-1-1 0,0 1 0,0 0 0,1 0 0,-1-1 0,0 1 0,1 0 0,-1 0 0,0 0 0,1-1 0,-1 1 0,0 0 0,1 0 0,-1 0 0,1 0 0,-1 0 0,0 0 0,1 0 0,-1 0 0,1 0 0,-1 0 0,0 0 0,1 0 0,-1 0 0,0 0 0,1 0 0,-1 0 0,1 0 0,-1 1 0,0-1 0,1 0 0,-1 0 0,1 1 0,61 21 0,-39-12 0,0-2 0,1-1 0,0 0 0,0-2 0,26 2 0,-40-6 0,1 0 0,-1 0 0,1-1 0,0 0 0,0-1 0,13-3 0,-22 4 0,0-1 0,0 1 0,0-1 0,0 0 0,0 0 0,0 0 0,0 0 0,0 0 0,-1 0 0,1 0 0,0 0 0,-1-1 0,1 1 0,-1-1 0,0 1 0,1-1 0,-1 0 0,0 0 0,0 1 0,0-1 0,0 0 0,0 0 0,0 0 0,-1 0 0,1 0 0,-1 0 0,1 0 0,-1 0 0,0 0 0,0-1 0,0 1 0,0 0 0,0-3 0,-1 1 6,1 1 0,-1-1 0,0 1 0,0-1 0,-1 1 0,1-1 0,-1 1 0,1 0 0,-1-1 0,0 1 0,0 0 0,0 0 0,-1 0 0,1 1 0,-1-1 0,0 1 0,1-1 0,-1 1 0,-7-4 0,-1 0-303,-1-1 0,0 2 0,0 0 0,-15-4 0,12 4-6529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147 176 24575,'101'164'0,"-93"-151"0,1 1 0,0-2 0,1 1 0,12 11 0,-19-23 0,-7-8 0,-8-9 0,-88-85 0,59 61 0,1-1 0,-50-70 0,74 84 0,15 25 0,0 0 0,0 1 0,1-1 0,-1 0 0,1 0 0,-1 0 0,1 0 0,0 1 0,-1-1 0,1 0 0,0 0 0,0 0 0,1-3 0,-1 4 0,1 1 0,-1-1 0,0 1 0,1-1 0,-1 1 0,0-1 0,1 1 0,-1 0 0,0-1 0,1 1 0,-1 0 0,1-1 0,-1 1 0,1 0 0,-1 0 0,1-1 0,-1 1 0,1 0 0,-1 0 0,1 0 0,-1 0 0,1-1 0,0 1 0,-1 0 0,1 0 0,-1 0 0,1 0 0,-1 0 0,1 1 0,-1-1 0,1 0 0,-1 0 0,1 0 0,-1 0 0,1 1 0,-1-1 0,1 0 0,21 10 0,15 13 0,-3-2 0,66 30 0,-76-42 0,30 9 0,-45-16 0,1 0 0,0-1 0,0 0 0,0 0 0,0-1 0,11-1 0,-19 1 0,0 0 0,0-1 0,0 1 0,0-1 0,-1 1 0,1-1 0,0 0 0,0 0 0,-1 1 0,1-1 0,0-1 0,-1 1 0,1 0 0,-1 0 0,1 0 0,-1-1 0,2-2 0,-1 1 0,0 0 0,0 0 0,-1 0 0,0 0 0,1-1 0,-1 1 0,0 0 0,-1-1 0,2-4 0,-2 0 0,1-1 0,-1 1 0,-1-1 0,1 1 0,-2-1 0,1 1 0,-4-12 0,-6-5 0,10 24 0,1-1 0,-1 1 0,0 0 0,0 0 0,0-1 0,0 1 0,0 0 0,0 0 0,0 0 0,0 0 0,0 0 0,-1 1 0,1-1 0,0 0 0,-2 0 0,1 2 0,4 3 0,5 6 0,-7-10 0,33 38 0,2-2 0,72 58 0,-80-70 0,-11-12-341,-2 2 0,0 0-1,14 18 1,-19-19-6485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24575,'-2'-6'0,"-10"-29"0,11 33 0,1 0 0,-1 0 0,1 0 0,0 0 0,0 0 0,0 0 0,0 0 0,0 0 0,0 0 0,0 0 0,1 0 0,-1 1 0,1-1 0,-1 0 0,1 0 0,1-2 0,-2 4 0,1-1 0,0 1 0,-1 0 0,1-1 0,-1 1 0,1-1 0,0 1 0,-1 0 0,1 0 0,0-1 0,0 1 0,-1 0 0,1 0 0,0 0 0,-1 0 0,1 0 0,0 0 0,0 0 0,-1 0 0,1 0 0,0 0 0,0 0 0,-1 0 0,1 0 0,0 1 0,-1-1 0,1 0 0,0 1 0,-1-1 0,1 0 0,0 1 0,-1-1 0,2 1 0,21 17 0,-22-18 0,57 50 0,-2 3 0,-3 1 0,50 66 0,-83-93 0,-2 2 0,0 0 0,21 51 0,-30-57 0,-1 1 0,-1 0 0,-1 0 0,-1 0 0,3 45 0,-7-52 0,0 1 0,-1 0 0,-2 0 0,1 0 0,-2 0 0,-1 0 0,0-1 0,-1 1 0,-1-1 0,-15 32 0,11-30 0,-1 0 0,-1-1 0,-1 0 0,0-1 0,-2 0 0,-26 25 0,26-30 0,-1 0 0,0-1 0,-1 0 0,0-2 0,0 0 0,-24 9 0,33-15-273,0 0 0,0 1 0,0 1 0,-8 5 0,6-2-6553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24575,'4'5'0,"-1"-1"0,1 1 0,-1 0 0,0 0 0,0 0 0,0 1 0,3 8 0,10 43 0,-11-41 0,60 184 0,-58-183 0,-4-6-195,-1-1 0,1 0 0,-1 1 0,-1-1 0,0 1 0,-1 17 0,0-16-6631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24575,'-30'0'0,"-15"0"0,-3 0 0,3 0 0,3 2 0,7 1 0,3 1 0,6-2 0,2 3 0,2-1 0,5 0-8191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24575,'0'-10'0,"0"-4"0,0 12 0,1 7 0,5 35 0,21 74 0,23 38 0,-19-63 0,-19-56 0,2 7 0,-2 1 0,14 76 0,-21-86 0,3 15 0,-8-42 0,0 0 0,0-1 0,0 1 0,-1-1 0,1 1 0,-1-1 0,0 1 0,0-1 0,0 1 0,-2 3 0,23-49 0,-12 24 0,0 1 0,1 0 0,22-31 0,-28 44 0,1 0 0,0-1 0,0 2 0,0-1 0,1 0 0,-1 1 0,1 0 0,0 0 0,0 0 0,0 0 0,0 1 0,0 0 0,0 0 0,1 1 0,-1-1 0,1 1 0,-1 0 0,8 0 0,-7 1 0,0 1 0,1-1 0,-1 1 0,0 1 0,1-1 0,-1 1 0,0 0 0,7 4 0,1 0 0,0 2 0,15 10 0,-12-4 0,0 0 0,-1 0 0,17 22 0,-19-20 0,-9-12 20,-2 1 0,1 0 0,-1 0 0,1 0 0,2 7 0,-5-10-126,0 1 0,0-1 0,0 1 0,0-1 0,0 1 0,-1 0-1,0 0 1,1-1 0,-1 1 0,0 0 0,0-1 0,-1 1 0,0 4 0,-2 3-6720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47 24575,'-44'-13'0,"-1"3"0,0 1 0,0 2 0,-61 0 0,104 6 0,1 1 0,0 0 0,-1 0 0,1 0 0,-1 0 0,1 0 0,-1 1 0,1-1 0,0 0 0,-1 1 0,1-1 0,0 1 0,-1-1 0,1 1 0,0 0 0,0 0 0,-1-1 0,1 1 0,0 0 0,0 0 0,-1 2 0,1-2 0,0 1 0,1 0 0,-1 0 0,1 0 0,0 0 0,0 0 0,-1 0 0,1 0 0,0 0 0,0 0 0,1 0 0,-1 0 0,0 0 0,1 0 0,0 2 0,34 115 0,10 109 0,-19-81 0,-18-98 0,-2 0 0,-2 1 0,-3 51 0,-1-99 0,-1 1 0,1 0 0,1-1 0,-1 1 0,0-1 0,1 1 0,-1-1 0,1 0 0,0 1 0,-1-1 0,1 1 0,0-1 0,1 0 0,-1 0 0,0 0 0,3 4 0,-2-4 0,1-1 0,-1 1 0,0-1 0,1 0 0,-1 1 0,0-1 0,1 0 0,0-1 0,-1 1 0,1 0 0,-1-1 0,1 1 0,0-1 0,-1 0 0,5 0 0,101 7 0,27-1 0,-119-5-120,-5-1 183,-1 0 1,1 0-1,13-3 0,-22 3-131,0-1 0,0 1 0,0-1 0,0 1 0,1-1 0,-1 0 0,-1 0-1,1 0 1,0 0 0,0 0 0,0 0 0,0-1 0,-1 1 0,1 0 0,-1-1 0,1 0 0,-1 1-1,0-1 1,1 0 0,-1 1 0,2-5 0,0-4-6758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24575,'1'-13'0,"2"32"0,-1-1 0,1 0 0,20 99 0,-19-100 0,2 1 0,0-1 0,1 0 0,12 22 0,-44-118 0,21 63 0,-10-36 0,2 0 0,-6-76 0,17 124 0,1-24 0,0 27 0,0 1 0,0-1 0,0 1 0,0 0 0,0-1 0,1 1 0,-1-1 0,0 1 0,0-1 0,0 1 0,0 0 0,1-1 0,-1 1 0,0 0 0,0-1 0,1 1 0,-1 0 0,0-1 0,1 1 0,-1 0 0,0 0 0,1-1 0,-1 1 0,0 0 0,1 0 0,-1 0 0,1-1 0,-1 1 0,0 0 0,1 0 0,-1 0 0,1 0 0,-1 0 0,1 0 0,-1 0 0,0 0 0,1 0 0,-1 0 0,1 0 0,-1 0 0,0 0 0,1 0 0,-1 0 0,1 1 0,-1-1 0,0 0 0,1 0 0,-1 0 0,1 1 0,-1-1 0,0 0 0,1 0 0,-1 1 0,11 6 0,-1 1 0,0 0 0,10 12 0,6 4 0,-4-5 0,-2 0 0,2-1 0,33 21 0,-49-35 0,0-1 0,0 0 0,0 0 0,1 0 0,-1-1 0,1 0 0,0 0 0,-1 0 0,1-1 0,0 0 0,0-1 0,0 1 0,0-1 0,0-1 0,7 0 0,-11 0 0,0 1 0,-1-1 0,1 0 0,-1 0 0,1 0 0,-1-1 0,0 1 0,1 0 0,-1-1 0,0 0 0,0 1 0,0-1 0,0 0 0,0 0 0,0 0 0,1-3 0,0 0 0,0 0 0,-1 1 0,0-1 0,0 0 0,-1 0 0,1 0 0,-1 0 0,1-6 0,-1-4 0,0 1 0,-1-1 0,-1 0 0,0 0 0,-4-17 0,2 15 0,2 9 0,0 1 0,-1 0 0,0 0 0,0-1 0,0 1 0,-7-12 0,9 19 0,0 0 0,0 0 0,0-1 0,0 1 0,0 0 0,0 0 0,0 0 0,0-1 0,0 1 0,0 0 0,0 0 0,0 0 0,0 0 0,0-1 0,-1 1 0,1 0 0,0 0 0,0 0 0,0 0 0,0 0 0,0-1 0,-1 1 0,1 0 0,0 0 0,0 0 0,0 0 0,0 0 0,-1 0 0,1 0 0,0 0 0,0 0 0,0 0 0,-1-1 0,1 1 0,0 0 0,0 0 0,0 0 0,-1 0 0,1 0 0,0 1 0,0-1 0,0 0 0,-1 0 0,1 0 0,-1 11 0,4 17 0,6 8 0,1-1 0,1 1 0,2-2 0,21 40 0,-21-52-117,-6-11-39,-1 0 0,0 1 0,0 0 0,-1 0 0,-1 0 0,0 0 0,3 17 0,-6-16-6670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41 24575,'-489'-36'0,"442"33"-227,-1 2-1,0 2 1,0 2-1,1 3 1,-51 11-1,82-12-6598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24575,'105'-24'0,"-86"21"0,1 1 0,0 0 0,26 2 0,-43 0 0,-1 1 0,1-1 0,-1 1 0,1-1 0,-1 1 0,1 0 0,-1 0 0,1 0 0,-1 0 0,0 0 0,0 1 0,1-1 0,-1 1 0,0-1 0,0 1 0,0 0 0,-1 0 0,1 0 0,0 0 0,-1 0 0,1 0 0,-1 0 0,0 1 0,1-1 0,-1 0 0,0 1 0,-1-1 0,1 1 0,0-1 0,0 6 0,0-2 0,-1 0 0,1 1 0,-1-1 0,-1 0 0,1 0 0,-1 1 0,0-1 0,0 0 0,-1 0 0,0 0 0,-4 11 0,0-6 0,3-5 0,0-1 0,0 1 0,0-1 0,1 1 0,-2 8 0,4-14 0,0 1 0,-1 0 0,1 0 0,0 0 0,0 0 0,0 0 0,0 0 0,0 0 0,1 0 0,-1 0 0,0 0 0,0 0 0,1 0 0,-1 0 0,0 0 0,1 0 0,-1 0 0,1 0 0,-1-1 0,1 1 0,-1 0 0,1 0 0,0-1 0,-1 1 0,1 0 0,0-1 0,0 1 0,0 0 0,-1-1 0,1 1 0,0-1 0,0 0 0,0 1 0,0-1 0,0 0 0,0 1 0,0-1 0,0 0 0,1 0 0,17 3 0,1-2 0,-1 0 0,32-2 0,-8-1 0,-9 1-455,0-2 0,68-14 0,-86 13-6371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66 24575,'-1'-2'0,"1"-3"0,-1-1 0,0 1 0,0 0 0,0 1 0,-1-1 0,0 0 0,0 0 0,0 1 0,0-1 0,-4-5 0,6 10 0,-1-1 0,1 1 0,0 0 0,-1 0 0,1-1 0,0 1 0,0 0 0,-1 0 0,1-1 0,0 1 0,-1 0 0,1 0 0,-1 0 0,1-1 0,0 1 0,-1 0 0,1 0 0,-1 0 0,1 0 0,0 0 0,-1 0 0,1 0 0,-1 0 0,1 0 0,0 0 0,-1 0 0,1 0 0,-1 0 0,1 0 0,0 0 0,-1 1 0,1-1 0,-1 0 0,0 1 0,-1 0 0,1 0 0,0 1 0,0-1 0,0 0 0,0 0 0,0 1 0,1-1 0,-2 2 0,-11 32 0,6-7 0,-3 33 0,8-50-170,0 0-1,-1 0 0,0-1 1,0 1-1,-1-1 0,-1 1 1,-11 17-1,8-15-6655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24575,'13'-8'0,"-1"0"0,1 0 0,1 1 0,15-6 0,-25 12 0,-1 0 0,1 0 0,0 0 0,0 0 0,0 1 0,-1-1 0,1 1 0,0 0 0,0 0 0,0 1 0,0-1 0,0 1 0,0 0 0,-1 0 0,1 0 0,0 0 0,0 1 0,-1-1 0,1 1 0,5 4 0,-3-2 0,-1 1 0,0 0 0,0-1 0,0 2 0,0-1 0,-1 0 0,0 1 0,0 0 0,-1 0 0,1 0 0,-1 1 0,-1-1 0,4 12 0,-2-3 0,-1 0 0,-1 1 0,-1 0 0,-1 30 0,1 4 0,1 0 0,3 0 0,19 82 0,11-2 0,-21-82 0,-1 0 0,11 93 0,-24-135 0,1 1 0,-2-1 0,1 0 0,0 1 0,-1-1 0,-3 12 0,3-16 0,1 0 0,-1 0 0,0-1 0,0 1 0,0 0 0,0 0 0,0-1 0,0 1 0,-1-1 0,1 1 0,0-1 0,-1 1 0,1-1 0,-1 0 0,0 0 0,1 0 0,-1 0 0,0 0 0,0 0 0,0 0 0,1 0 0,-1-1 0,0 1 0,0-1 0,-3 1 0,-23 0-1365,16-1-5461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60 211 24575,'60'-18'0,"24"-8"0,-72 21 0,-1 0 0,1 0 0,-1-1 0,18-13 0,-27 17 0,1 0 0,0-1 0,0 0 0,-1 1 0,0-1 0,1 0 0,-1 0 0,0 0 0,0-1 0,-1 1 0,1 0 0,-1-1 0,0 1 0,0-1 0,2-6 0,-3 8 0,0 0 0,0 0 0,0-1 0,0 1 0,0 0 0,0 0 0,-1-1 0,1 1 0,-1 0 0,0 0 0,1 0 0,-1 0 0,0 0 0,0 0 0,0 0 0,-1 0 0,1 0 0,0 1 0,-1-1 0,1 0 0,-1 1 0,1-1 0,-1 1 0,0-1 0,0 1 0,0 0 0,-2-2 0,-3 0 0,0 0 0,-1 1 0,1-1 0,0 1 0,-1 1 0,0 0 0,1 0 0,-1 0 0,0 1 0,1 0 0,-1 0 0,0 1 0,1 0 0,-12 3 0,6-1 0,-1 2 0,1-1 0,0 2 0,0 0 0,1 0 0,-24 17 0,33-21 0,-1 1 0,1-1 0,0 1 0,0 0 0,0-1 0,0 2 0,1-1 0,-1 0 0,1 0 0,0 1 0,0-1 0,0 1 0,0 0 0,1-1 0,-1 1 0,1 0 0,0 0 0,0 0 0,1 0 0,-1 0 0,1 0 0,0 0 0,0 0 0,0 0 0,0 1 0,1-1 0,0 0 0,0 0 0,0 0 0,0-1 0,0 1 0,1 0 0,0 0 0,0-1 0,0 1 0,3 3 0,1 1 0,0-1 0,0 0 0,1-1 0,0 1 0,0-1 0,1-1 0,0 1 0,9 4 0,3 0 0,1 0 0,26 8 0,2-2-227,1-3-1,0-2 1,1-2-1,0-2 1,83 0-1,-121-7-6598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53 24575,'-28'-10'0,"-14"-3"0,-2 0 0,3 3 0,7 5 0,6 4 0,6 4 0,6 5 0,4 0 0,3 2 0,2-1 0,1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24575,'-5'16'0,"1"1"0,1-1 0,0 1 0,2 0 0,0 0 0,0 0 0,2 0 0,0 0 0,1 0 0,0 0 0,9 29 0,42 91 0,-13-39 0,-39-94 0,1 0 0,-1-1 0,-1 1 0,1-1 0,0 1 0,-1 0 0,1 4 0,-1-8 0,0 1 0,0-1 0,-1 1 0,1-1 0,0 1 0,0-1 0,0 1 0,0-1 0,-1 1 0,1-1 0,0 1 0,0-1 0,-1 1 0,1-1 0,0 0 0,-1 1 0,1-1 0,0 1 0,-1-1 0,1 0 0,0 1 0,-2-1 0,1 0 0,0 1 0,0-1 0,0 0 0,0 0 0,0 0 0,0 0 0,0 0 0,0 0 0,-1 0 0,1 0 0,0 0 0,0-1 0,0 1 0,0 0 0,-1-1 0,-14-7 0,0 0 0,0 0 0,1-2 0,-16-12 0,-2-1 0,32 22 0,-15-9 0,1 0 0,1-1 0,0 0 0,0-1 0,-21-25 0,34 36 0,0-1 0,0 1 0,0-1 0,0 1 0,0-1 0,1 1 0,-1-1 0,0 0 0,1 1 0,-1-1 0,1 0 0,0 0 0,-1 1 0,1-1 0,0 0 0,0 0 0,0 0 0,1 1 0,-1-1 0,0 0 0,1 0 0,0-2 0,0 2 0,0 0 0,1 0 0,-1 0 0,0 0 0,1 1 0,-1-1 0,1 0 0,0 1 0,-1 0 0,1-1 0,0 1 0,0 0 0,0 0 0,0 0 0,0 0 0,0 0 0,0 1 0,3-2 0,17-2 0,0 1 0,0 1 0,0 1 0,43 4 0,-13-1 0,-28-2-1365,-5 0-5461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24575,'7'-13'0,"3"-1"0,-3 4 0,-2 6 0,-6 4 0,-1 5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24575,'-2'1'0,"0"-1"0,0 1 0,0 0 0,0 0 0,0 0 0,0 0 0,0 0 0,0 0 0,1 1 0,-1-1 0,0 1 0,1-1 0,-1 1 0,1 0 0,0-1 0,-1 1 0,0 2 0,1-2 0,0 0 0,1 0 0,-1 0 0,1 0 0,0 0 0,0 0 0,-1 0 0,1 0 0,0 0 0,1 0 0,-1 0 0,0 1 0,1-1 0,-1 0 0,1 2 0,2 2 0,0 0 0,0 1 0,1-1 0,0 0 0,0-1 0,0 1 0,0-1 0,1 0 0,8 8 0,-2-4 0,1 0 0,0-1 0,22 12 0,-27-16 0,1-1 0,-1 0 0,1-1 0,-1 1 0,1-2 0,0 1 0,-1-1 0,14 1 0,-18-2 0,0 0 0,1-1 0,-1 1 0,0-1 0,0 1 0,0-1 0,0 0 0,1-1 0,-1 1 0,-1 0 0,1-1 0,0 1 0,0-1 0,0 0 0,-1 0 0,1 0 0,-1-1 0,0 1 0,0 0 0,0-1 0,0 1 0,0-1 0,0 0 0,0 0 0,-1 0 0,0 0 0,1 0 0,-1 0 0,0 0 0,-1 0 0,1 0 0,0 0 0,-1-5 0,0 7 0,0 1 0,0-1 0,0 1 0,0-1 0,0 1 0,0-1 0,0 1 0,0-1 0,0 1 0,0-1 0,1 1 0,-1-1 0,0 1 0,0-1 0,0 1 0,1-1 0,-1 1 0,0-1 0,1 1 0,-1-1 0,0 1 0,1 0 0,-1-1 0,0 1 0,1-1 0,0 1 0,1 0 0,-1 0 0,0 1 0,0-1 0,0 0 0,0 0 0,0 1 0,0-1 0,0 1 0,0-1 0,1 1 0,21 9 0,38 10 0,-50-18 0,0 0 0,0 0 0,0-1 0,0 0 0,22-1 0,-32-1 0,1 1 0,-1 0 0,1 0 0,-1-1 0,1 1 0,-1-1 0,0 1 0,1-1 0,-1 0 0,0 1 0,1-1 0,-1 0 0,0 0 0,0 0 0,0 0 0,0 0 0,0 0 0,0 0 0,0 0 0,0-1 0,0 1 0,0 0 0,-1 0 0,1-1 0,-1 1 0,1-1 0,-1 1 0,1 0 0,-1-1 0,0 1 0,1-1 0,-1 1 0,0-1 0,0 1 0,0-1 0,0 1 0,-1-3 0,0-1 0,1 1 0,-1-1 0,0 1 0,0-1 0,-1 1 0,0-1 0,1 1 0,-2 0 0,1 0 0,0 0 0,-4-4 0,-18-17-1365,12 14-5461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69 24575,'53'100'0,"37"82"0,-84-170 0,-5-9 0,1-1 0,-1 1 0,0-1 0,0 1 0,0-1 0,0 1 0,-1 0 0,1-1 0,-1 1 0,1 3 0,-1-5 0,0-1 0,0 0 0,0 0 0,0 0 0,0 1 0,0-1 0,0 0 0,0 0 0,-1 0 0,1 1 0,0-1 0,0 0 0,0 0 0,0 0 0,0 1 0,0-1 0,0 0 0,0 0 0,-1 0 0,1 0 0,0 1 0,0-1 0,0 0 0,0 0 0,0 0 0,-1 0 0,1 0 0,0 0 0,0 1 0,0-1 0,-1 0 0,1 0 0,0 0 0,0 0 0,0 0 0,-1 0 0,-7-4 0,-8-12 0,15 15 0,-45-48 0,-43-51 0,-18-48 0,104 144 0,1-1 0,0 1 0,0-1 0,0 1 0,-1-9 0,2 12 0,1 0 0,0 1 0,0-1 0,0 1 0,0-1 0,0 0 0,0 1 0,0-1 0,0 1 0,0-1 0,0 0 0,0 1 0,1-1 0,-1 1 0,0-1 0,0 0 0,1 1 0,-1-1 0,0 1 0,1-1 0,0 0 0,-1 1 0,1-1 0,0 1 0,0 0 0,0 0 0,0-1 0,-1 1 0,1 0 0,0 0 0,0 0 0,0 0 0,0 0 0,0 0 0,-1 1 0,1-1 0,0 0 0,0 0 0,0 0 0,0 1 0,-1-1 0,3 1 0,11 6 0,0 1 0,0 0 0,-1 1 0,21 17 0,-20-14 0,1-1 0,0 0 0,21 9 0,-21-12 0,0-2 0,0 0 0,0-1 0,25 6 0,-38-11 0,0 0 0,0 0 0,0 0 0,0 0 0,0 0 0,-1 0 0,1 0 0,0 0 0,0-1 0,0 1 0,0-1 0,0 1 0,-1-1 0,1 0 0,0 0 0,0 0 0,-1 0 0,1 0 0,1-2 0,-1 1 0,0 0 0,0-1 0,0 1 0,-1 0 0,1-1 0,-1 0 0,0 1 0,0-1 0,0 0 0,0 1 0,1-6 0,-1-1 0,0 1 0,0-1 0,-1 0 0,0 0 0,-1 0 0,0 1 0,-3-14 0,3 13 0,-2 1 0,1-1 0,-2 1 0,-4-12 0,11 34 0,7 9 0,-2-9 0,0-1 0,1-1 0,21 23 0,38 30 0,1 1 0,-60-57-1365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24575,'-1'26'0,"-5"29"0,-1 18 0,7 29 0,-1 23 0,1-117-91,0-1 0,-1 1 0,0 0 0,0-1 0,-1 1 0,0-1 0,0 1 0,-1-1 0,0 0 0,0 0 0,-1 0 0,0 0 0,0-1 0,-7 9 0,3-6-6735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24575,'3'-7'0,"1"1"0,0 0 0,0 0 0,0 0 0,0 0 0,1 0 0,0 1 0,6-5 0,-8 8 0,-1 0 0,1 0 0,-1 1 0,1-1 0,0 1 0,0 0 0,0 0 0,0 0 0,0 0 0,0 0 0,0 0 0,0 1 0,0 0 0,0 0 0,0 0 0,0 0 0,1 0 0,-1 0 0,0 1 0,0-1 0,3 2 0,3 1 0,0 1 0,0 0 0,0 0 0,-1 0 0,0 1 0,10 8 0,-14-10 0,-1 0 0,0 0 0,1 0 0,-1 0 0,-1 0 0,1 1 0,0-1 0,-1 1 0,0 0 0,0 0 0,0 0 0,0 0 0,0 0 0,-1 0 0,2 8 0,-3-7 0,1 0 0,-1 0 0,-1 1 0,1-1 0,-1 0 0,0 0 0,0 0 0,0 0 0,-1 0 0,1 0 0,-1 0 0,-1 0 0,-3 7 0,-3 0 0,-1 1 0,0-1 0,-14 12 0,-3 5 0,25-27 0,0 0 0,1 0 0,-1 0 0,1 0 0,0 0 0,-1 0 0,1 1 0,0-1 0,0 1 0,0-1 0,0 5 0,1-6 0,0 0 0,0 0 0,0 0 0,0 0 0,0-1 0,0 1 0,1 0 0,-1 0 0,0 0 0,1 0 0,-1 0 0,1-1 0,-1 1 0,1 0 0,-1 0 0,1-1 0,-1 1 0,1 0 0,0-1 0,-1 1 0,1-1 0,0 1 0,-1-1 0,1 1 0,0-1 0,0 1 0,0-1 0,-1 0 0,1 1 0,0-1 0,0 0 0,0 0 0,0 0 0,0 1 0,0-1 0,1 0 0,23 2 0,-1-1 0,47-2 0,-19-1 0,-25 1-107,-9 0-208,-1 1 1,1 1-1,33 5 1,-38-3-6512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5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8844 1 24575,'2'0'0,"0"0"0,0 1 0,-1-1 0,1 1 0,0-1 0,-1 1 0,1 0 0,-1 0 0,1 0 0,-1 0 0,1 0 0,-1 0 0,2 2 0,18 18 0,-15-14 0,-2-3 0,-1-1 0,1 2 0,-1-1 0,0 0 0,0 1 0,-1-1 0,1 1 0,-1 0 0,2 6 0,-4-9 0,1 0 0,-1-1 0,0 1 0,0 0 0,0 0 0,0 0 0,0 0 0,0 0 0,0 0 0,-1-1 0,1 1 0,0 0 0,-1 0 0,0 0 0,1-1 0,-1 1 0,0 0 0,0-1 0,0 1 0,0-1 0,0 1 0,-1-1 0,1 1 0,0-1 0,-1 0 0,1 0 0,-1 0 0,-2 2 0,-9 5 0,0-1 0,-28 10 0,23-10 0,-21 11 0,27-11 0,0-1 0,0 0 0,-1-1 0,0-1 0,0 1 0,-27 3 0,7-3 0,5-1 0,-40 1 0,54-5 0,-13 0 0,0 1 0,-42 7 0,15 3 0,20-3 0,1-1 0,-67 3 0,74-9 0,-27 5 0,-26 1 0,-127-19 0,145 8 0,-77 4 0,56 1 0,-1675-1 0,1738-1 0,-32-6 0,32 4 0,-30-1 0,-32 5 0,-56-2 0,80-6 0,32 3 0,-29 0 0,23 3 0,4 1 0,1 0 0,0 1 0,-27 5 0,-10 6 0,-84 20 0,-125 40 0,233-61 0,-58 19 0,96-30 0,0 1 0,0-1 0,1 0 0,-1 0 0,0 0 0,0 0 0,0 0 0,0 0 0,1 0 0,-1 0 0,0 0 0,0 0 0,0 0 0,0-1 0,1 1 0,-1 0 0,0 0 0,0-1 0,1 1 0,-1-1 0,0 1 0,0-1 0,1 1 0,-1-1 0,1 1 0,-1-1 0,0 1 0,0-2 0,-2-3 0,0 0 0,0 1 0,-4-10 0,-4-6 0,7 15 0,-1 0 0,0 0 0,0 0 0,-1 1 0,1-1 0,-1 1 0,0 1 0,0-1 0,-1 1 0,1 0 0,-1 0 0,1 1 0,-1 0 0,-10-2 0,-7 1 0,0 0 0,-46 2 0,53 2 0,3-2 0,0 0 0,-20-5 0,19 3 0,-26-1 0,-271 3 0,152 2 0,139 0 0,-30 6 0,29-4 0,-23 1 0,-406-3 0,218-2 0,122 9 0,3-1 0,-652-7 0,738 1 0,-30 5 0,-17 2 0,-5-9 0,-34 2 0,54 6 0,30-4 0,-31 2 0,-10-6 0,27 0 0,-1 1 0,-43 7 0,-11 0 0,40-4 0,41-1 0,1 0 0,-1 1 0,1 0 0,-21 9 0,21-8 0,1 0 0,-1 0 0,0-1 0,0-1 0,-18 3 0,-194-4 0,106-3 0,-223 2 0,330 0 0,0 0 0,1-1 0,-1 0 0,0-1 0,0 0 0,1-1 0,-1 0 0,1 0 0,0-1 0,0 0 0,0-1 0,1 0 0,-14-10 0,20 14-195,1-1 0,-1 0 0,1 0 0,-1 0 0,1 0 0,-2-3 0,-1-4-6631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3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77 206 24575,'0'0'0,"-1"0"0,1 0 0,0 0 0,0 0 0,-1 0 0,1 0 0,0 0 0,0 0 0,-1 0 0,1 0 0,0 0 0,0 0 0,-1 0 0,1 0 0,0 0 0,0 0 0,0-1 0,-1 1 0,1 0 0,0 0 0,0 0 0,0 0 0,-1-1 0,1 1 0,0 0 0,0 0 0,0 0 0,0-1 0,-1 1 0,1 0 0,0 0 0,0 0 0,0-1 0,0 1 0,0 0 0,0 0 0,0-1 0,0 1 0,0 0 0,0 0 0,0-1 0,0 1 0,0 0 0,0 0 0,0-1 0,0 1 0,0 0 0,0 0 0,0-1 0,0 1 0,0 0 0,0 0 0,1-1 0,-1 1 0,0 0 0,0 0 0,0 0 0,0-1 0,0 1 0,1 0 0,9-13 0,0 8 0,0-1 0,1 1 0,-1 1 0,1 0 0,0 0 0,0 1 0,0 1 0,13-2 0,-6 1 0,0-2 0,18-6 0,-30 9 0,0-1 0,0 1 0,-1-2 0,1 1 0,-1 0 0,0-1 0,6-6 0,-10 9 0,0 0 0,0 0 0,0 0 0,0 0 0,0 0 0,-1 0 0,1 0 0,0 0 0,-1 0 0,1-1 0,-1 1 0,1 0 0,-1 0 0,0-1 0,1 1 0,-1 0 0,0 0 0,0-1 0,0 1 0,0 0 0,0-1 0,0 1 0,0 0 0,0 0 0,-1-1 0,1 1 0,-1 0 0,1 0 0,-1-1 0,1 1 0,-1 0 0,1 0 0,-1 0 0,0 0 0,0 0 0,1 0 0,-1 0 0,0 0 0,0 0 0,0 0 0,-2-1 0,-3-2 0,1 1 0,-1-1 0,1 1 0,-1 0 0,0 1 0,0-1 0,-10-1 0,-47-9 0,37 9 0,18 3 0,1 0 0,-1 0 0,0 0 0,1 1 0,-1 1 0,1-1 0,-1 1 0,1 0 0,-1 1 0,1 0 0,-11 4 0,14-4 0,0 0 0,1 0 0,-1 0 0,0 0 0,1 1 0,0 0 0,-1 0 0,1 0 0,0 0 0,0 0 0,1 1 0,-1-1 0,1 1 0,0 0 0,0-1 0,0 1 0,0 0 0,0 0 0,1 1 0,0-1 0,-1 6 0,0 0 0,1 0 0,0 0 0,0 0 0,1 0 0,1 0 0,0 0 0,0 0 0,1 0 0,0-1 0,1 1 0,0 0 0,0-1 0,1 0 0,8 16 0,4 3 0,-7-12 0,1 0 0,13 16 0,-19-27 0,0 0 0,0-1 0,1 0 0,-1 0 0,1 0 0,0 0 0,0-1 0,1 0 0,-1 0 0,10 3 0,2 0 0,1-1 0,0-1 0,0 0 0,0-1 0,0-2 0,28 1 0,-15-2 0,-21 1 0,0 0 0,0-1 0,-1-1 0,1 1 0,0-2 0,-1 1 0,13-5 0,-12 1-1365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32 24575,'-18'-5'0,"-8"-2"0,-2 1 0,1 0 0,3 3 0,3 1 0,2 0 0,2 2 0,2 2 0,0 2 0,1 2 0,-1 0 0,1-1 0,2-1-8191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24575,'-1'3'0,"0"1"0,0 0 0,0 0 0,0-1 0,1 1 0,0 0 0,-1 0 0,1 0 0,1-1 0,-1 1 0,0 0 0,1 0 0,0 0 0,0-1 0,0 1 0,0-1 0,1 1 0,-1-1 0,5 7 0,3 5 0,1 1 0,21 23 0,-30-38 0,58 74 0,60 98 0,-112-162 0,8 20 0,-14-28 0,1 0 0,-1 0 0,0-1 0,-1 1 0,1 0 0,-1 0 0,1 0 0,-1 0 0,0 0 0,0 0 0,0 0 0,0 0 0,-1 4 0,0-5 0,0-1 0,1 0 0,-1 0 0,0 1 0,0-1 0,0 0 0,0 0 0,0 0 0,0 0 0,0 0 0,0 0 0,-1 0 0,1-1 0,0 1 0,0 0 0,-1-1 0,1 1 0,0-1 0,-1 1 0,1-1 0,-1 0 0,1 1 0,-1-1 0,1 0 0,-1 0 0,1 0 0,-3-1 0,-4 1 0,0-1 0,0 0 0,-13-4 0,7 1 0,0-1 0,0-1 0,1 0 0,0-1 0,0-1 0,1 0 0,0 0 0,0-1 0,1-1 0,0 0 0,1 0 0,0-1 0,-12-16 0,19 22 9,1 1 1,0 0-1,-1-1 0,1 1 0,1-1 1,-1 1-1,1-1 0,0 0 0,0 0 0,0 0 1,0 0-1,1-9 0,0 11-92,1-1 1,-1 0-1,1 0 1,0 1-1,0-1 1,1 1-1,-1-1 1,0 1-1,1-1 1,0 1-1,0 0 1,0 0-1,0 0 1,1 0-1,-1 0 1,1 0-1,3-2 1,4-3-6744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24575,'2'5'0,"1"4"0,1 3 0,-2 3 0,0 0 0,-1-2-8191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24575,'0'4'0,"1"1"0,0-1 0,0 0 0,0 1 0,0-1 0,1 0 0,-1 0 0,1 0 0,0 0 0,1-1 0,-1 1 0,0 0 0,1-1 0,0 0 0,0 1 0,0-1 0,0 0 0,1-1 0,-1 1 0,1-1 0,4 3 0,1 1 0,1-1 0,-1 0 0,1-1 0,1 0 0,-1-1 0,0 0 0,16 3 0,-24-6 0,0 0 0,0 1 0,-1-1 0,1 0 0,0 0 0,0 0 0,0-1 0,0 1 0,0 0 0,-1-1 0,1 1 0,0-1 0,0 1 0,-1-1 0,1 0 0,0 0 0,1-1 0,-1 1 0,-1 0 0,-1-1 0,1 1 0,0 0 0,0 0 0,0-1 0,-1 1 0,1 0 0,0-1 0,-1 1 0,1-1 0,-1 1 0,0-1 0,0 1 0,1-1 0,-1 1 0,0-1 0,0 1 0,0-1 0,0 1 0,-1-1 0,1-1 0,-1 0 0,0-1 0,0 1 0,0-1 0,-1 1 0,1-1 0,-1 1 0,0 0 0,0 0 0,0 0 0,0 0 0,-1 0 0,1 0 0,-1 1 0,-3-3 0,0-2 0,4 3 0,7 4 0,13 5 0,-15-4 0,8 2 0,0-1 0,0 0 0,0-1 0,1 0 0,-1 0 0,0-1 0,1-1 0,-1 0 0,0-1 0,17-4 0,-22 5 0,-1-1 0,0 1 0,0-1 0,0-1 0,0 1 0,-1-1 0,1 0 0,-1 0 0,1 0 0,-1 0 0,0-1 0,0 0 0,-1 0 0,1 0 0,-1 0 0,0 0 0,0-1 0,0 0 0,0 1 0,-1-1 0,0 0 0,0 0 0,0 0 0,1-6 0,-3 8 5,1 1 1,-1-1-1,0 1 0,0-1 0,0 1 0,0 0 1,0-1-1,0 1 0,-1-1 0,1 1 1,-1-1-1,1 1 0,-1 0 0,0-1 0,0 1 1,0 0-1,0 0 0,-1 0 0,1 0 0,-1 0 1,1 0-1,-4-3 0,1 1-170,-1 1 0,0 0 0,0 0 0,0 0 0,0 0 0,-1 1 0,1 0 0,-9-2 0,0 0-6661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24575,'0'0'0,"1"0"0,-1 0 0,0 0 0,0 0 0,0 0 0,0 0 0,0 0 0,0 0 0,0-1 0,0 1 0,0 0 0,0 0 0,0 0 0,0 0 0,0 0 0,0 0 0,0 0 0,0 0 0,0 0 0,0 0 0,0 0 0,0 0 0,0 0 0,1 0 0,-1 0 0,0 0 0,0 0 0,0 0 0,0 0 0,0-1 0,0 1 0,0 0 0,0 0 0,0 0 0,0 0 0,0 0 0,1 0 0,-1 1 0,0-1 0,0 0 0,0 0 0,0 0 0,0 0 0,0 0 0,0 0 0,0 0 0,0 0 0,0 0 0,0 0 0,0 0 0,1 0 0,-1 0 0,0 0 0,0 0 0,0 0 0,7 6 0,7 6 0,-1 3 0,-11-12 0,0 0 0,0 0 0,1-1 0,-1 1 0,1-1 0,-1 1 0,1-1 0,0 0 0,0 0 0,0 0 0,0 0 0,5 2 0,-8-4 0,1-1 0,0 1 0,-1 0 0,1 0 0,-1 0 0,1 0 0,0-1 0,-1 1 0,1 0 0,-1-1 0,1 1 0,-1 0 0,1-1 0,-1 1 0,1-1 0,-1 1 0,0-1 0,1 1 0,-1-1 0,0 1 0,1-1 0,-1 1 0,0-1 0,1 1 0,-1-1 0,0 0 0,0 1 0,0-1 0,0 1 0,0-1 0,1 0 0,-1 1 0,0-1 0,-1 0 0,3-26 0,-2 24 0,-1-17 0,0 13 0,1 0 0,-1 0 0,2 0 0,1-11 0,-2 16 0,0 1 0,0-1 0,1 1 0,-1 0 0,1-1 0,-1 1 0,1 0 0,0 0 0,0-1 0,-1 1 0,1 0 0,0 0 0,0 0 0,0 0 0,0 0 0,0 0 0,0 0 0,1 0 0,-1 1 0,0-1 0,0 0 0,1 1 0,-1-1 0,0 1 0,1-1 0,-1 1 0,3-1 0,4 0 0,1 1 0,0 0 0,-1 0 0,1 0 0,0 1 0,-1 1 0,1 0 0,-1 0 0,13 5 0,9 5 0,35 20 0,-35-17 0,-26-13 20,1 1 0,-1-1 0,1 1 0,-1 0 0,6 6 0,-9-9-68,0 1 0,0 0 0,-1 0 0,1 0 0,0 0 1,-1 0-1,1 0 0,0 0 0,-1 0 0,0 0 0,1 0 0,-1 0 0,0 0 0,1 0 0,-1 0 1,0 0-1,0 1 0,0-1 0,0 0 0,0 0 0,0 0 0,0 0 0,0 0 0,-1 1 0,1-1 0,0 0 1,-1 0-1,1 0 0,-1 0 0,0 2 0,-5 6-6778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24575,'47'1'0,"55"-2"0,-85-2 0,0-1 0,0 0 0,0-1 0,0-1 0,-1-1 0,0 0 0,29-19 0,-42 25 0,0-1 0,0 0 0,0-1 0,0 1 0,-1 0 0,1-1 0,0 0 0,-1 1 0,0-1 0,0 0 0,0 0 0,0-1 0,0 1 0,-1 0 0,0 0 0,1-1 0,-1 1 0,0-1 0,0 1 0,-1-1 0,1 0 0,-1 1 0,0-1 0,0 0 0,0 1 0,0-1 0,-1 1 0,0-1 0,1 0 0,-1 1 0,0-1 0,-1 1 0,1 0 0,-1-1 0,1 1 0,-1 0 0,0 0 0,0 0 0,0 0 0,-1 0 0,1 1 0,-1-1 0,1 1 0,-1-1 0,0 1 0,-6-4 0,2 2 0,0 0 0,0 1 0,0-1 0,-1 1 0,1 1 0,-13-4 0,17 6 0,0-1 0,-1 1 0,1 0 0,-1 0 0,1 0 0,0 0 0,-1 0 0,1 1 0,0-1 0,0 1 0,-1 0 0,1 0 0,0 0 0,0 1 0,0-1 0,0 1 0,-5 3 0,-68 57 0,74-60 0,-1 1 0,1-1 0,0 1 0,0-1 0,1 1 0,-1 0 0,0 0 0,1 0 0,0 0 0,0 0 0,0 0 0,0 0 0,0 0 0,0 0 0,1 0 0,-1 5 0,1 5 0,0 0 0,3 21 0,-2-27 0,1-1 0,-1 0 0,2 0 0,-1 0 0,0 0 0,1 0 0,0 0 0,1-1 0,-1 0 0,1 1 0,0-1 0,0-1 0,1 1 0,5 4 0,8 7 0,1-2 0,28 17 0,-39-26 0,0-1 0,0 0 0,0-1 0,1 0 0,0 0 0,0 0 0,0-2 0,14 3 0,7-3 0,39-2 0,-20 0 0,-4 1 0,63-9 0,-90 7-1365,-3 0-5461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24575,'-1'0'0,"0"0"0,1-1 0,-1 1 0,0 0 0,0 0 0,0 0 0,1-1 0,-1 1 0,0 0 0,0 0 0,0 0 0,0 0 0,1 0 0,-1 0 0,0 1 0,0-1 0,0 0 0,0 1 0,0-1 0,1 0 0,0 1 0,0-1 0,0 0 0,-1 1 0,1-1 0,0 0 0,0 1 0,0-1 0,0 0 0,0 1 0,-1-1 0,1 1 0,0-1 0,0 0 0,0 1 0,0-1 0,0 0 0,0 1 0,1-1 0,-1 1 0,0-1 0,0 0 0,0 1 0,0-1 0,0 1 0,2 2 0,-1 0 0,1 0 0,0 0 0,0 0 0,0 0 0,0 0 0,3 3 0,19 20 0,31 43 0,-10-11 0,-12-18 0,27 45 0,-45-61 0,-1 1 0,-1 0 0,14 41 0,-26-63 0,-1-1 0,1 1 0,0 0 0,0 0 0,-1 0 0,0 0 0,0 0 0,0 0 0,0 0 0,0 0 0,0 0 0,-2 6 0,1-8 0,1 0 0,-1 0 0,0 1 0,0-1 0,1 0 0,-1 0 0,0 0 0,0 0 0,0 0 0,0 0 0,0 0 0,-1 0 0,1 0 0,0 0 0,0-1 0,-1 1 0,1 0 0,0-1 0,-1 1 0,1-1 0,0 0 0,-1 1 0,1-1 0,-1 0 0,1 0 0,-1 0 0,1 0 0,-3 0 0,-4-1 0,0 1 0,0-2 0,0 1 0,0-1 0,0 0 0,0-1 0,0 0 0,0 0 0,1 0 0,0-1 0,0-1 0,0 1 0,-7-6 0,10 6 0,0 1 0,-1-1 0,2 0 0,-1 0 0,0-1 0,1 1 0,0-1 0,0 0 0,0 1 0,0-1 0,1-1 0,0 1 0,0 0 0,0 0 0,1-1 0,0 1 0,0-1 0,0 0 0,1-10 0,0 13 4,1-1 1,-1 0-1,1 1 0,1-1 0,-1 1 0,0-1 1,1 1-1,-1 0 0,1-1 0,0 1 0,0 0 1,1 0-1,-1 1 0,1-1 0,-1 0 0,1 1 1,0-1-1,0 1 0,0 0 0,0 0 0,0 0 1,0 0-1,1 1 0,3-2 0,9-3-269,1 0 0,0 1 1,29-4-1,-36 7-146,4 0-6415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24575,'7'-5'0,"3"0"0,0 5 0,-2 4 0,-3 4 0,-2 3 0,-1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24575,'1'3'0,"0"0"0,0 0 0,0-1 0,1 1 0,-1 0 0,1-1 0,0 1 0,0-1 0,4 4 0,-5-5 0,6 6 0,0-1 0,0 0 0,0 0 0,1-1 0,0 0 0,12 6 0,54 19 0,-71-29 0,3 1 0,-1 0 0,1 0 0,0-1 0,0 0 0,11 1 0,-15-2 0,-1 0 0,0 0 0,0 0 0,0 0 0,0 0 0,1-1 0,-1 1 0,0 0 0,0-1 0,0 1 0,0 0 0,0-1 0,0 1 0,0-1 0,0 0 0,0 1 0,0-1 0,0 0 0,0 0 0,0 1 0,-1-1 0,1 0 0,0 0 0,0 0 0,-1 0 0,1 0 0,-1 0 0,1 0 0,-1 0 0,1 0 0,-1-1 0,0 1 0,0 0 0,1 0 0,-1 0 0,0 0 0,0-2 0,-1-2 0,1 0 0,-1 0 0,0 0 0,0 0 0,-1 0 0,1 0 0,-1 1 0,0-1 0,-1 1 0,1-1 0,-1 1 0,0 0 0,-6-8 0,-4-6 0,13 18 0,0-1 0,-1 1 0,1-1 0,0 1 0,-1 0 0,1-1 0,0 1 0,0-1 0,-1 1 0,1-1 0,0 0 0,0 1 0,0-1 0,0 1 0,0-1 0,-1 1 0,1-1 0,0 1 0,1-1 0,-1 0 0,0 0 0,0 1 0,0 0 0,1-1 0,-1 1 0,1 0 0,-1 0 0,0 0 0,1 0 0,-1-1 0,0 1 0,1 0 0,-1 0 0,1 0 0,-1 0 0,0 0 0,1 0 0,-1 0 0,1 0 0,-1 0 0,0 0 0,1 1 0,-1-1 0,1 0 0,29 12 0,-24-9 0,-4-3 0,84 33 0,-75-30 0,0 0 0,0-1 0,-1 0 0,1-1 0,0 0 0,16-1 0,-26 0 0,1 0 0,0 0 0,0-1 0,0 1 0,0 0 0,-1-1 0,1 1 0,0-1 0,0 0 0,-1 0 0,1 1 0,-1-1 0,1 0 0,0 0 0,-1 0 0,0-1 0,1 1 0,-1 0 0,0-1 0,1 1 0,-1-1 0,0 1 0,0-1 0,0 1 0,-1-1 0,1 0 0,1-2 0,-2 2 0,1-1 0,-1 1 0,0 0 0,0-1 0,0 1 0,0-1 0,-1 1 0,1 0 0,0-1 0,-1 1 0,0-1 0,0 1 0,1 0 0,-1 0 0,-1 0 0,1-1 0,0 1 0,0 0 0,-1 0 0,-2-2 0,-2-3-341,-2 0 0,1 1-1,-12-8 1,6 5-6485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47 24575,'8'21'0,"1"1"0,0-1 0,2-1 0,15 22 0,60 70 0,-72-91 0,-14-21 0,0 1 0,0-1 0,0 0 0,1 0 0,-1 1 0,0-1 0,0 0 0,0 0 0,0 1 0,0-1 0,0 0 0,0 1 0,0-1 0,0 0 0,0 0 0,0 1 0,0-1 0,0 0 0,0 1 0,0-1 0,0 0 0,0 0 0,0 1 0,0-1 0,0 0 0,-1 0 0,0 0 0,0 0 0,1 0 0,-1 0 0,0 0 0,1 0 0,-1-1 0,1 1 0,-1 0 0,0 0 0,1-1 0,-1 1 0,1-1 0,-1 1 0,0 0 0,0-2 0,-26-19 0,1-1 0,1-1 0,1-1 0,1-2 0,1 0 0,-22-35 0,40 55 0,-16-26 0,19 30 0,0 0 0,0-1 0,0 1 0,0-1 0,1 1 0,-1-1 0,1 1 0,-1-1 0,1 1 0,0-1 0,0-3 0,0 5 0,0 1 0,0-1 0,1 0 0,-1 1 0,0-1 0,0 1 0,1-1 0,-1 0 0,0 1 0,1-1 0,-1 1 0,1-1 0,-1 1 0,0 0 0,1-1 0,-1 1 0,1-1 0,0 1 0,-1 0 0,1-1 0,-1 1 0,1 0 0,-1 0 0,1-1 0,0 1 0,-1 0 0,1 0 0,-1 0 0,1 0 0,0 0 0,-1 0 0,1 0 0,0 0 0,-1 0 0,1 0 0,0 0 0,-1 0 0,1 0 0,-1 1 0,1-1 0,0 0 0,29 13 0,-27-11 0,18 10 0,-2 0 0,24 20 0,18 13 0,-56-43 0,-1 1 0,0-1 0,1-1 0,-1 1 0,1-1 0,0 0 0,0 0 0,-1 0 0,1 0 0,0-1 0,0 0 0,0 0 0,7-1 0,-9 1 0,-1-1 0,0 1 0,1-1 0,-1 1 0,0-1 0,1 0 0,-1 0 0,0 0 0,0 0 0,0 0 0,0-1 0,0 1 0,0-1 0,0 1 0,0-1 0,0 0 0,-1 1 0,1-1 0,-1 0 0,1 0 0,-1 0 0,0 0 0,0-1 0,0 1 0,0 0 0,0 0 0,1-5 0,-1-3 0,0 1 0,-1 0 0,1 0 0,-3-11 0,2 17 0,0 0 0,0 0 0,-1 0 0,0 0 0,1 0 0,-1 0 0,0 1 0,0-1 0,-1 0 0,1 1 0,-1-1 0,1 1 0,-1-1 0,0 1 0,0 0 0,-4-4 0,6 6 0,0 0 0,0 0 0,0 0 0,0-1 0,0 1 0,0 0 0,0 0 0,0 0 0,0 0 0,0 0 0,0 0 0,0 0 0,-1 0 0,1 0 0,0 0 0,0 0 0,0 0 0,0 0 0,0 0 0,0 0 0,0 0 0,0 0 0,0 0 0,-1 0 0,1 0 0,0 0 0,0 0 0,0 0 0,0 0 0,0 0 0,0 0 0,0 0 0,0 0 0,0 0 0,-1 0 0,1 0 0,0 0 0,0 0 0,0 0 0,0 0 0,0 0 0,0 0 0,0 1 0,0-1 0,0 0 0,0 0 0,0 0 0,0 0 0,0 0 0,0 0 0,0 0 0,0 0 0,-1 0 0,1 1 0,1 7 0,4 9 0,6 4-195,2-1 0,0-1 0,1 0 0,0-1 0,2 0 0,28 25 0,-33-33-6631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24575,'-2'0'0,"1"0"0,-1 1 0,1-1 0,-1 1 0,0-1 0,1 1 0,-1-1 0,1 1 0,-1 0 0,1 0 0,-1-1 0,1 1 0,0 0 0,-1 1 0,1-1 0,0 0 0,0 0 0,0 0 0,0 1 0,0-1 0,0 0 0,0 1 0,0-1 0,1 1 0,-1-1 0,1 1 0,-2 2 0,0 5 0,-1 1 0,1-1 0,-1 15 0,3-18 0,-28 167 0,26-159-136,-1-1-1,-1 1 1,0-1-1,0 0 1,-1 0-1,-1-1 1,0 1-1,-1-1 0,-15 21 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2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24575,'3'-6'0,"2"-1"0,-1 1 0,1 1 0,-1-1 0,1 1 0,1-1 0,-1 1 0,1 1 0,9-7 0,-11 9 0,-1 0 0,1 1 0,-1-1 0,1 1 0,0 0 0,0 0 0,0 0 0,0 0 0,0 1 0,0-1 0,-1 1 0,1 0 0,0 0 0,0 1 0,0-1 0,0 1 0,0 0 0,0 0 0,5 2 0,5 3 0,0 0 0,21 13 0,-32-17 0,0 0 0,1 0 0,-1 1 0,0-1 0,0 1 0,0 0 0,0 0 0,-1 0 0,1 0 0,-1 0 0,0 1 0,0-1 0,0 1 0,0-1 0,1 6 0,-3-6 0,0-1 0,1 1 0,-1 0 0,0 0 0,-1 0 0,1 0 0,0 0 0,-1-1 0,0 1 0,1 0 0,-1 0 0,0-1 0,-1 1 0,1 0 0,0-1 0,-1 1 0,1-1 0,-1 0 0,0 1 0,-2 1 0,-5 5 0,0 0 0,-1-1 0,-12 9 0,15-12 0,6-5 0,1 1 0,-1-1 0,1 0 0,-1 0 0,1 1 0,0-1 0,-1 0 0,1 1 0,0-1 0,-1 0 0,1 1 0,0-1 0,-1 0 0,1 1 0,0-1 0,-1 1 0,1-1 0,0 1 0,0-1 0,0 1 0,0-1 0,-1 1 0,1-1 0,0 1 0,0-1 0,0 1 0,0-1 0,0 1 0,0 0 0,1-1 0,-1 1 0,1 0 0,-1-1 0,1 1 0,0-1 0,-1 1 0,1-1 0,0 1 0,-1-1 0,1 1 0,0-1 0,0 0 0,-1 1 0,1-1 0,1 1 0,32 4 0,63-4-42,-62-2-1281,-21 1-5503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24575,'1'10'0,"0"0"0,0-1 0,1 1 0,0 0 0,1-1 0,4 11 0,27 55 0,-26-59 0,-1-2 0,0 0 0,-1 1 0,0 0 0,-1 0 0,4 25 0,-9-38-114,0 0 1,0 0-1,0 0 0,0 0 0,0 0 1,0 1-1,-1-1 0,1 0 0,-1-1 1,1 1-1,-2 2 0,-4 6-6712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15 24575,'-32'-3'0,"-17"0"0,-1 0 0,2 0 0,6 1 0,7 1 0,5 3 0,6 1 0,5 0 0,2 3 0,3-1 0,2-1-8191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59 253 24575,'17'-5'0,"3"0"0,-1-1 0,1 0 0,-1-2 0,29-16 0,-44 22 0,1-1 0,-1 0 0,0-1 0,0 1 0,-1-1 0,1 0 0,-1 0 0,0 0 0,6-9 0,-7 9 0,-1 1 0,1-1 0,-1 0 0,0 0 0,0 0 0,-1 0 0,1 0 0,-1 0 0,1 0 0,-1 0 0,-1-1 0,1 1 0,-1 0 0,-1-5 0,2 5 0,-2-1 0,1 1 0,0 0 0,-1 0 0,0 0 0,0 0 0,0 0 0,0 0 0,-1 1 0,0-1 0,1 1 0,-1-1 0,0 1 0,-1 0 0,1 0 0,-1 0 0,1 1 0,-1-1 0,-5-2 0,1 2 0,0 0 0,-1 0 0,1 1 0,-1 0 0,0 0 0,1 1 0,-1 1 0,-15-1 0,16 1 0,1 1 0,0-1 0,0 1 0,-9 2 0,13-2 0,1 0 0,0 0 0,0 0 0,0 0 0,0 0 0,0 0 0,0 0 0,0 1 0,0-1 0,0 1 0,0-1 0,1 1 0,-1 0 0,1 0 0,-1 0 0,1 0 0,-1 2 0,-2 4 0,0-1 0,0 1 0,1 1 0,1-1 0,-4 17 0,5-20 0,1-1 0,0 1 0,0 0 0,0-1 0,0 1 0,1 0 0,0-1 0,0 1 0,0-1 0,1 1 0,-1-1 0,5 8 0,1 2 0,18 23 0,-22-33 0,1 1 0,0-1 0,0-1 0,0 1 0,0 0 0,1-1 0,-1 0 0,10 4 0,9 4 0,1-1 0,0-1 0,1-2 0,0 0 0,0-2 0,0 0 0,1-2 0,0-1 0,45-2 0,-56-2-1365,-3-2-5461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24575,'0'0'0,"0"1"0,-1-1 0,1 0 0,0 0 0,0 0 0,-1 1 0,1-1 0,0 0 0,0 0 0,0 1 0,-1-1 0,1 0 0,0 0 0,0 1 0,0-1 0,0 0 0,0 1 0,0-1 0,0 0 0,-1 1 0,1-1 0,0 0 0,0 0 0,0 1 0,0-1 0,0 0 0,0 1 0,0-1 0,0 0 0,1 1 0,-1-1 0,0 0 0,0 1 0,0-1 0,0 1 0,4 12 0,7 17 0,1 0 0,20 33 0,37 52 0,-66-111 0,86 129 0,-88-132 0,1 1 0,-1-1 0,0 1 0,0 0 0,0-1 0,-1 1 0,1 0 0,0 0 0,-1-1 0,1 4 0,-1-5 0,0 0 0,0 1 0,0-1 0,0 0 0,0 0 0,0 1 0,0-1 0,0 0 0,0 0 0,0 1 0,0-1 0,0 0 0,0 0 0,0 0 0,0 1 0,-1-1 0,1 0 0,0 0 0,0 0 0,0 1 0,0-1 0,-1 0 0,1 0 0,0 0 0,0 0 0,0 0 0,-1 1 0,1-1 0,0 0 0,-14-1 0,-1-5 0,1 1 0,-22-14 0,2 1 0,5 5 0,-54-27 0,71 33 0,0 0 0,0-1 0,1-1 0,-14-12 0,23 20 0,1 0 0,0 0 0,0-1 0,0 1 0,0 0 0,0 0 0,0 0 0,1-1 0,-1 1 0,0 0 0,1-1 0,-1 1 0,1 0 0,-1-1 0,1 1 0,-1-1 0,1 1 0,0-1 0,0 1 0,0-1 0,0-1 0,1 1 0,-1 1 0,1-1 0,0 1 0,0 0 0,-1-1 0,1 1 0,0 0 0,0 0 0,1 0 0,-1 0 0,0 0 0,0 0 0,0 0 0,1 0 0,-1 0 0,0 0 0,1 1 0,-1-1 0,1 1 0,1-1 0,8-3-136,0 1-1,0 1 1,0 0-1,0 0 1,0 1-1,0 1 1,1 0-1,-1 0 0,19 4 1,-17-1-6690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24575,'-2'-2'0,"-1"1"0,-1 4 0,4 3 0,2 4 0,0 0-8191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24575,'0'4'0,"1"0"0,0 1 0,0-1 0,0 0 0,0 0 0,1 0 0,0 0 0,-1 0 0,1 0 0,1 0 0,-1-1 0,1 1 0,-1-1 0,7 7 0,3 2 0,1-1 0,19 14 0,-27-21 0,1 1 0,0-2 0,0 1 0,1-1 0,-1 0 0,1 0 0,-1 0 0,1-1 0,0 0 0,0-1 0,0 1 0,0-1 0,0-1 0,0 1 0,14-2 0,-19 1 0,-1 0 0,1-1 0,-1 1 0,0 0 0,1-1 0,-1 1 0,0-1 0,1 1 0,-1-1 0,0 0 0,0 0 0,1 0 0,-1 1 0,0-1 0,0 0 0,0 0 0,0-1 0,0 1 0,0 0 0,-1 0 0,1 0 0,0 0 0,-1-1 0,1 1 0,0 0 0,-1-1 0,0 1 0,1-1 0,-1 1 0,1-3 0,-1 1 0,0-1 0,0 1 0,0 0 0,0 0 0,-1 0 0,1 0 0,-1 0 0,0 0 0,0 0 0,0 0 0,0 0 0,-1 0 0,-1-4 0,2 7 0,0-1 0,0 0 0,1 0 0,-1 0 0,1-1 0,-1 1 0,1 0 0,-1 0 0,1 0 0,-1 0 0,1 0 0,0-2 0,0 2 0,0 1 0,0 0 0,0 0 0,0 0 0,0-1 0,1 1 0,-1 0 0,0 0 0,0 0 0,0 0 0,1-1 0,-1 1 0,0 0 0,0 0 0,0 0 0,1 0 0,-1 0 0,0 0 0,0 0 0,0 0 0,1 0 0,-1 0 0,0 0 0,0 0 0,1 0 0,-1 0 0,0 0 0,0 0 0,1 0 0,-1 0 0,0 0 0,0 0 0,0 0 0,1 0 0,-1 0 0,0 0 0,32 14 0,-26-10 0,13 5 0,0-1 0,1 0 0,33 7 0,-44-13 0,1 0 0,0 0 0,-1-1 0,1-1 0,0 0 0,-1 0 0,1-1 0,0 0 0,-1 0 0,11-4 0,-18 5 0,-1-1 0,1 0 0,-1 1 0,1-1 0,-1 0 0,0 1 0,1-1 0,-1 0 0,0 0 0,0 0 0,1 0 0,-1 0 0,0 0 0,0-1 0,0 1 0,0 0 0,-1 0 0,1-1 0,0 1 0,0-1 0,-1 1 0,1-1 0,-1 1 0,1-1 0,-1 1 0,0-1 0,0 1 0,1-1 0,-1 1 0,0-1 0,-1 0 0,1 1 0,0-1 0,0 1 0,0-1 0,-1 1 0,1-1 0,-1 1 0,0-1 0,0-1 0,-1-2 0,-1 0 0,1 0 0,-1 0 0,0 0 0,-1 0 0,1 1 0,-1-1 0,0 1 0,-8-7 0,-2 2-1365,0 2-5461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66 24575,'-6'-3'0,"5"9"0,6 10 0,0-10 0,1 1 0,1-1 0,-1-1 0,1 1 0,0-1 0,0 0 0,0-1 0,1 0 0,0 0 0,0 0 0,0-1 0,14 3 0,-21-5 0,1-1 0,-1 1 0,1-1 0,-1 0 0,1 0 0,-1 1 0,0-1 0,1 0 0,-1 0 0,1 0 0,-1-1 0,1 1 0,-1 0 0,0-1 0,1 1 0,-1 0 0,1-1 0,-1 0 0,0 1 0,0-1 0,1 0 0,-1 0 0,0 1 0,0-1 0,0 0 0,0 0 0,1-2 0,0 1 0,-1-1 0,0 1 0,0-1 0,0 1 0,0-1 0,-1 0 0,1 1 0,-1-1 0,1 0 0,-1 0 0,0 0 0,0 1 0,-1-6 0,0 0 0,-1 1 0,1-1 0,-2 1 0,-4-13 0,-4-12 0,11 31 0,-1 1 0,1-1 0,0 1 0,0-1 0,0 1 0,0-1 0,0 1 0,0-1 0,-1 1 0,1 0 0,0-1 0,0 1 0,0-1 0,1 1 0,-1-1 0,0 1 0,0-1 0,0 1 0,0-1 0,0 1 0,0-1 0,1 1 0,-1-1 0,0 1 0,0 0 0,1-1 0,-1 1 0,0-1 0,1 1 0,-1 0 0,1-1 0,0 1 0,0 0 0,0 0 0,0 0 0,0-1 0,0 1 0,0 1 0,0-1 0,-1 0 0,1 0 0,0 0 0,0 0 0,0 1 0,0-1 0,1 1 0,4 2 0,0 0 0,0 0 0,7 6 0,31 24-48,-27-22-216,-1 1 1,0 1 0,-1 0-1,20 24 1,-25-24-6563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24575,'64'-15'0,"-42"10"0,-1 0 0,1-1 0,-1-1 0,0-1 0,30-16 0,-47 21 0,-1 1 0,1-1 0,-1 0 0,0 0 0,0 0 0,0 0 0,0 0 0,0-1 0,3-5 0,-6 8 0,1-1 0,0 1 0,-1 0 0,1-1 0,-1 1 0,1-1 0,-1 1 0,0 0 0,0-1 0,1 1 0,-1-1 0,0 1 0,0-1 0,0 1 0,-1-1 0,1 1 0,0-1 0,-1 1 0,1-1 0,-1 1 0,1 0 0,-1-1 0,1 1 0,-1 0 0,0-1 0,0 1 0,0 0 0,0 0 0,0 0 0,-1-2 0,-2 0 0,0 0 0,-1 0 0,1 0 0,-1 1 0,1-1 0,-1 1 0,0 0 0,1 1 0,-1-1 0,0 1 0,-8-1 0,2 0 0,0 2 0,0-1 0,0 1 0,-14 2 0,22-1 0,0 0 0,0 0 0,0 0 0,0 1 0,0-1 0,0 1 0,0-1 0,1 1 0,-1 0 0,1 0 0,-4 3 0,-23 27 0,26-28 0,1-1 0,-1 0 0,1 1 0,0-1 0,0 1 0,1 0 0,-1-1 0,1 1 0,0 0 0,0 0 0,0 0 0,1 0 0,-1 0 0,1 0 0,0 0 0,0 0 0,0 0 0,1 1 0,-1-1 0,1 0 0,0-1 0,0 1 0,0 0 0,1 0 0,-1 0 0,5 6 0,-2-4 0,1 1 0,-1-1 0,1 0 0,1 0 0,-1 0 0,1-1 0,0 0 0,0 0 0,0 0 0,1-1 0,0 0 0,0 0 0,8 2 0,-4-2 0,0-1 0,0 0 0,1 0 0,-1-2 0,16 2 0,59-4 0,-33-1 0,-38 2-1365,-2 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62 24575,'-30'-10'0,"-13"-3"0,-1 0 0,4 3 0,7 3 0,6 2 0,5 3 0,4 1 0,2 3 0,5 4 0,3 4 0,1 0 0,2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24575,'59'152'0,"45"82"0,-103-232 0,0 0 0,0 0 0,0 1 0,0-1 0,0 0 0,-1 1 0,1-1 0,-1 1 0,1 4 0,-1-6 0,-1 0 0,1-1 0,0 1 0,0 0 0,-1 0 0,1 0 0,0-1 0,-1 1 0,1 0 0,-1 0 0,1-1 0,-1 1 0,1 0 0,-1-1 0,0 1 0,1-1 0,-1 1 0,0-1 0,1 1 0,-1-1 0,0 1 0,0-1 0,1 0 0,-1 1 0,0-1 0,0 0 0,0 0 0,0 0 0,1 1 0,-1-1 0,0 0 0,-1 0 0,-5 0 0,1 0 0,-1 0 0,1-1 0,-1 1 0,1-1 0,0-1 0,-12-3 0,4 0 0,0-1 0,-16-9 0,28 14 0,0 0 0,1 1 0,-1-2 0,0 1 0,1 0 0,-1 0 0,1 0 0,0-1 0,-1 1 0,1-1 0,0 1 0,0-1 0,0 1 0,0-1 0,0 0 0,0 0 0,0 1 0,0-1 0,1 0 0,-1-3 0,1 4 0,0-1 0,0 1 0,0-1 0,1 1 0,-1-1 0,1 1 0,-1-1 0,1 1 0,-1-1 0,1 1 0,0 0 0,0-1 0,-1 1 0,1 0 0,0 0 0,0 0 0,0-1 0,1 1 0,-1 0 0,0 0 0,0 1 0,0-1 0,1 0 0,-1 0 0,1 1 0,1-2 0,8-3 0,1 1 0,1 0 0,-1 1 0,15-3 0,-12 3 0,-2 0 0,1-1 0,14-5 0,-25 7-195,0 1 0,-1-1 0,1 1 0,0-1 0,-1 0 0,3-2 0,3-5-6631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24575,'2'2'0,"1"4"0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98 24575,'-4'-3'0,"0"0"0,-1 1 0,1-1 0,-1 1 0,-4-2 0,8 4 0,1 0 0,-1-1 0,1 1 0,-1 0 0,1 0 0,-1-1 0,0 1 0,1 0 0,-1 0 0,1 0 0,-1 0 0,1 0 0,-1 0 0,0 0 0,1 0 0,-1 0 0,1 0 0,-1 0 0,1 0 0,-1 0 0,0 1 0,1-1 0,-1 0 0,1 0 0,-1 1 0,1-1 0,-1 0 0,1 1 0,-1-1 0,1 0 0,0 1 0,-1-1 0,1 1 0,-1-1 0,1 1 0,0-1 0,-1 1 0,1-1 0,0 1 0,0-1 0,0 1 0,-1-1 0,1 1 0,0-1 0,0 1 0,0 0 0,0-1 0,0 1 0,0-1 0,0 1 0,0-1 0,0 1 0,0 0 0,0-1 0,1 2 0,-1 2 0,2 0 0,-1 0 0,0 0 0,1 0 0,0-1 0,0 1 0,0 0 0,0-1 0,1 1 0,-1-1 0,1 0 0,0 0 0,0 0 0,5 4 0,7 5 0,28 17 0,-42-28 0,8 4 0,0 0 0,0-1 0,1 0 0,-1 0 0,1-1 0,0 0 0,0-1 0,1 0 0,-1 0 0,0-1 0,15-1 0,-23 0 0,-1 0 0,1 0 0,-1 0 0,0 0 0,1-1 0,-1 1 0,1-1 0,-1 1 0,0-1 0,0 1 0,1-1 0,-1 0 0,0 1 0,0-1 0,0 0 0,0 0 0,0 0 0,0 0 0,0 0 0,2-2 0,-2 1 0,0 0 0,0 0 0,0-1 0,-1 1 0,1 0 0,0-1 0,-1 1 0,1-1 0,-1 1 0,0-5 0,0-2 0,-1-1 0,-1 1 0,1 0 0,-1 0 0,-4-10 0,6 19 0,-1 0 0,1 0 0,0-1 0,0 1 0,0 0 0,0 0 0,0 0 0,0-1 0,0 1 0,0 0 0,0 0 0,0 0 0,0-1 0,0 1 0,0 0 0,0 0 0,0-1 0,0 1 0,0 0 0,0 0 0,0 0 0,0-1 0,0 1 0,0 0 0,0 0 0,0 0 0,0-1 0,0 1 0,1 0 0,-1 0 0,0 0 0,0-1 0,0 1 0,1 0 0,8 2 0,19 14 0,-14-7 0,7 1 0,0 0 0,23 6 0,-34-13 0,0-1 0,0 0 0,0 0 0,0-1 0,0-1 0,0 1 0,12-2 0,-20 0 0,0 1 0,0 0 0,0 0 0,0-1 0,0 1 0,-1-1 0,1 0 0,0 0 0,0 1 0,0-1 0,-1 0 0,1 0 0,-1-1 0,1 1 0,-1 0 0,1 0 0,-1-1 0,0 1 0,2-3 0,-2 2 0,1-1 0,-1 1 0,0-1 0,0 1 0,-1-1 0,1 1 0,-1-1 0,1 0 0,-1 1 0,0-1 0,0 0 0,0-3 0,-1-1 0,1 1 0,-2 0 0,1-1 0,-1 1 0,0 0 0,0 0 0,-1 0 0,0 1 0,0-1 0,-7-10 0,2 6-341,-1 1 0,-1 0-1,-11-10 1,10 12-6485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1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130 150 24575,'-5'-3'0,"5"8"0,4 9 0,8 5 0,0 0 0,15 18 0,2 3 0,26 42 0,-68-96 0,0 0 0,-27-22 0,4 5 0,31 27 0,-22-21 0,1 0 0,1-2 0,-41-56 0,64 80 0,0 1 0,1-1 0,0 0 0,-1 0 0,1 0 0,0 0 0,0 0 0,1 0 0,-1-7 0,0 10 0,1-1 0,1 1 0,-1-1 0,0 1 0,0-1 0,0 0 0,0 1 0,0-1 0,0 1 0,1-1 0,-1 1 0,0-1 0,0 1 0,1-1 0,-1 1 0,0-1 0,1 1 0,-1-1 0,0 1 0,1 0 0,-1-1 0,2 0 0,-1 1 0,0 0 0,0-1 0,0 1 0,1 0 0,-1 0 0,0 0 0,0 0 0,0 0 0,1 0 0,-1 0 0,0 0 0,0 0 0,0 1 0,0-1 0,2 1 0,34 13 0,65 33 0,-4-1 0,-80-39 0,-1-1 0,1-1 0,33 6 0,-49-11 0,1 1 0,-1-1 0,1 0 0,-1 0 0,0 0 0,1 0 0,-1 0 0,1-1 0,-1 1 0,0-1 0,1 1 0,-1-1 0,0 0 0,0 0 0,0 0 0,0 0 0,0-1 0,3-1 0,-3 2 0,-1-1 0,0 1 0,0-1 0,0 0 0,0 1 0,-1-1 0,1 0 0,0 0 0,-1 1 0,1-1 0,-1 0 0,1 0 0,-1 0 0,0 0 0,0 0 0,0 1 0,0-1 0,0 0 0,0 0 0,0 0 0,-1 0 0,1 0 0,-2-3 0,-1-3 0,-1-1 0,0 0 0,0 1 0,-1 0 0,0 0 0,0 0 0,-9-9 0,1 2 0,-1 1 0,-22-17 0,74 82 0,118 88 0,-67-64 0,-25-22-1365,-55-43-5461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24575,'-6'-8'0,"5"16"0,5 20 0,-4-26 0,2 10 0,3 9 0,-1 0 0,-2 0 0,0 1 0,-1-1 0,-4 39 0,-34 117-1365,35-164-5461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24575,'0'-8'0,"1"0"0,-1 1 0,1-1 0,0 0 0,1 1 0,4-14 0,-5 19 0,0 0 0,0 0 0,0 0 0,0 0 0,0 0 0,0 0 0,0 1 0,1-1 0,-1 1 0,1-1 0,-1 1 0,1-1 0,0 1 0,-1 0 0,1 0 0,0 0 0,0 0 0,0 0 0,0 0 0,0 0 0,0 1 0,0-1 0,0 1 0,0-1 0,0 1 0,0 0 0,0 0 0,0 0 0,3 0 0,2 1 0,0 0 0,-1 1 0,1 0 0,-1 0 0,0 0 0,12 7 0,36 24 0,-20-11 0,-31-20 0,0 0 0,0 0 0,0 0 0,0 0 0,-1 0 0,1 1 0,-1-1 0,0 1 0,1-1 0,-1 1 0,-1 0 0,1 0 0,0 0 0,-1 0 0,1 0 0,-1 1 0,0-1 0,0 0 0,1 8 0,-2-8 0,0 1 0,0 0 0,0 0 0,-1 0 0,1-1 0,-1 1 0,0 0 0,0 0 0,-1-1 0,1 1 0,-1-1 0,0 1 0,0-1 0,0 0 0,0 0 0,0 0 0,-5 5 0,-20 14 0,22-19 0,1 0 0,0 0 0,0 1 0,0-1 0,0 1 0,1 0 0,-1 0 0,1 0 0,-3 6 0,5-9 0,1-1 0,0 1 0,-1 0 0,1 0 0,0 0 0,0 0 0,-1 0 0,1 0 0,0 1 0,0-1 0,0 0 0,0 0 0,1 0 0,-1 0 0,0 0 0,0 0 0,1 0 0,-1 0 0,0 0 0,1-1 0,0 3 0,0-1 0,1-1 0,-1 1 0,1 0 0,0-1 0,-1 1 0,1-1 0,0 1 0,0-1 0,3 2 0,5 1 0,0 0 0,1-1 0,13 4 0,-19-6 0,10 3-170,0-1-1,1-1 0,-1 0 1,1-1-1,-1-1 0,1 0 1,22-4-1,-23 1-6655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3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19 24575,'-3'-8'0,"0"1"0,0 3 0,0 5 0,1 5 0,1 4 0,1 3 0,-1 2 0,4 0 0,0 1 0,1 0 0,1-3 0,0-1 0,-1 0 0,0 0 0,-2 1 0,-1 1 0,-1-3-8191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4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24575,'3'-2'0,"0"0"0,0 1 0,0-1 0,0 1 0,0 0 0,0 0 0,0 0 0,0 0 0,0 1 0,1-1 0,-1 1 0,0 0 0,0 0 0,6 1 0,-3 0 0,0 0 0,-1 0 0,0 1 0,1 0 0,-1 0 0,0 1 0,9 5 0,0 2 0,0 1 0,-1 0 0,0 1 0,17 21 0,20 27 0,71 112 0,-104-143 0,-1 0 0,-1 1 0,-1 1 0,-2 0 0,-1 1 0,-2 0 0,-1 1 0,6 56 0,-8-33 0,2 55 0,-8-93 0,0 0 0,-1 0 0,-1 0 0,-5 19 0,4-29-85,1 0 0,-1-1-1,-1 1 1,1-1 0,-1 0-1,-1 0 1,1 0 0,-1-1-1,0 1 1,-1-1 0,1 0-1,-1-1 1,0 0 0,-1 0-1,-10 7 1,1-2-6741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68 24575,'0'-58'0,"0"58"0,0-1 0,0 1 0,0 0 0,0-1 0,0 1 0,0-1 0,0 1 0,0 0 0,0-1 0,-1 1 0,1 0 0,0-1 0,0 1 0,0 0 0,0-1 0,-1 1 0,1 0 0,0-1 0,0 1 0,-1 0 0,1-1 0,0 1 0,-1 0 0,1 0 0,0-1 0,-1 1 0,1 0 0,0 0 0,-1 0 0,1 0 0,-1-1 0,0 1 0,0 0 0,1 1 0,-1-1 0,0 0 0,0 0 0,0 0 0,1 1 0,-1-1 0,0 1 0,0-1 0,1 0 0,-1 1 0,-1 0 0,-19 20 0,11-9 0,0 1 0,1 0 0,0 1 0,1 0 0,0 0 0,1 0 0,1 1 0,0 0 0,1 1 0,1-1 0,0 1 0,1 0 0,-1 20 0,3-3 0,2 0 0,1-1 0,2 1 0,1 0 0,13 43 0,-6-37 0,2-1 0,1 0 0,2-1 0,22 34 0,-29-55 0,1 0 0,1 0 0,1-1 0,0-1 0,0 0 0,19 13 0,-9-9 0,1-1 0,1-2 0,36 17 0,137 58-1365,-183-84-5461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24575,'67'1'0,"75"-3"0,-125 1 0,1-2 0,17-5 0,-26 6 0,-1-1 0,0 0 0,0 0 0,1-1 0,-2 0 0,9-5 0,-15 8 0,1 0 0,-1-1 0,1 1 0,-1 0 0,0 0 0,1 0 0,-1-1 0,0 1 0,0-1 0,0 1 0,0-1 0,0 1 0,0-1 0,-1 0 0,1 1 0,-1-1 0,1 0 0,0-3 0,-1 3 0,0 1 0,-1 0 0,1-1 0,0 1 0,-1 0 0,1-1 0,-1 1 0,0 0 0,1-1 0,-1 1 0,0 0 0,0 0 0,0 0 0,1 0 0,-1 0 0,0 0 0,-1 0 0,1 0 0,0 0 0,0 0 0,0 0 0,0 1 0,-1-1 0,-1 0 0,-15-7 0,0 2 0,-1 0 0,0 0 0,-21-2 0,-3-1 0,39 8 0,0 0 0,0 1 0,0-1 0,0 1 0,0 0 0,0-1 0,0 2 0,0-1 0,0 1 0,0-1 0,-8 3 0,7-1 0,1 1 0,-1-1 0,1 1 0,-1 0 0,1 0 0,0 0 0,0 1 0,-6 7 0,9-10 0,-5 5 0,0 1 0,1-1 0,-9 15 0,13-19 0,-1 1 0,1 0 0,0-1 0,0 1 0,0 0 0,1 0 0,-1 0 0,1 0 0,0 0 0,-1 0 0,1 0 0,1 0 0,-1 0 0,0 0 0,1 3 0,2 5 0,0-1 0,0 1 0,1-1 0,0 1 0,10 15 0,-11-21 0,0-1 0,0 1 0,1-1 0,0 1 0,0-1 0,0 0 0,0-1 0,1 1 0,-1-1 0,1 0 0,0 0 0,10 4 0,23 6 0,0-1 0,2-2 0,41 6 0,-14-8 80,19 5-1525,-73-11-5381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12 24575,'-20'-3'0,"-9"0"0,-3 0 0,3 0 0,2 4 0,5 1 0,3 1 0,4 2 0,3 0 0,0-1 0,1 2 0,1 0-8191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24575,'95'151'0,"-63"-96"0,61 116 0,-90-165 0,0 0 0,-1 1 0,0-1 0,0 1 0,2 11 0,-3-17 0,-1 0 0,0 0 0,0 1 0,0-1 0,0 0 0,0 0 0,-1 0 0,1 1 0,0-1 0,0 0 0,-1 0 0,1 0 0,-1 0 0,1 1 0,-1-1 0,1 0 0,-1 0 0,0 0 0,1 0 0,-1 0 0,0-1 0,0 1 0,0 0 0,0 0 0,0 0 0,0-1 0,0 1 0,0 0 0,0-1 0,0 1 0,0-1 0,0 1 0,0-1 0,-1 0 0,1 0 0,0 1 0,0-1 0,0 0 0,-2 0 0,-15 1 0,1-1 0,-1-1 0,0 0 0,1-1 0,-1-1 0,1-1 0,0 0 0,0-2 0,1 0 0,-1 0 0,1-2 0,-26-16 0,37 21 0,1 0 0,0 0 0,-1-1 0,2 0 0,-1 0 0,0 0 0,1 0 0,0-1 0,0 1 0,0-1 0,-4-9 0,6 12 0,1 0 0,-1 0 0,1 1 0,-1-1 0,1 0 0,0 0 0,0 0 0,0 0 0,0 0 0,0 0 0,0 0 0,0 1 0,1-1 0,-1 0 0,1 0 0,-1 0 0,1 0 0,0 1 0,0-1 0,0 0 0,0 1 0,0-1 0,0 1 0,0-1 0,0 1 0,1-1 0,-1 1 0,0 0 0,1-1 0,-1 1 0,1 0 0,0 0 0,-1 0 0,1 1 0,0-1 0,-1 0 0,3 0 0,7-3 0,0 1 0,0 0 0,0 0 0,0 2 0,22-2 0,58 5 0,-29 6 12,-37-4-1389,-10-2-5449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24575,'8'-2'0,"-1"1"0,-1 3 0,-4 2 0,-2 3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24575,'34'36'0,"38"35"0,-63-63 0,0-2 0,0 1 0,1-1 0,0 0 0,0-1 0,19 7 0,-23-10 0,-1 0 0,0-1 0,1 0 0,0 0 0,-1-1 0,1 0 0,-1 0 0,11-1 0,-14 1 0,-1 0 0,1-1 0,-1 1 0,0 0 0,1-1 0,-1 1 0,0-1 0,1 0 0,-1 0 0,0 1 0,0-1 0,0 0 0,1 0 0,-1 0 0,0 0 0,0 0 0,0 0 0,-1 0 0,1-1 0,0 1 0,0 0 0,-1 0 0,1-1 0,-1 1 0,1 0 0,-1-1 0,1 1 0,-1-1 0,0 1 0,1 0 0,-1-1 0,0 1 0,0-1 0,0 1 0,-1-1 0,1 1 0,0-1 0,-1-1 0,-1-6 0,-1 0 0,0 1 0,-1-1 0,0 0 0,0 1 0,-1 0 0,0 0 0,-10-12 0,20 25 0,0 0 0,1 0 0,0-1 0,0 0 0,9 5 0,-6-4 0,11 7 0,0-1 0,43 16 0,-52-23 0,1-1 0,0 0 0,0-1 0,0 0 0,0-1 0,0 0 0,18-1 0,-28 0 0,0 0 0,0-1 0,0 1 0,0 0 0,0-1 0,0 1 0,0-1 0,0 0 0,0 0 0,-1 1 0,1-1 0,0 0 0,0-1 0,-1 1 0,1 0 0,1-2 0,-2 2 0,0-1 0,0 1 0,0-1 0,-1 1 0,1-1 0,0 1 0,-1-1 0,1 1 0,-1-1 0,1 0 0,-1 1 0,0-1 0,0 0 0,0 1 0,0-4 0,-1 0 0,0 0 0,0-1 0,0 1 0,-1 0 0,0 0 0,0 1 0,0-1 0,-1 0 0,1 1 0,-1-1 0,-4-4 0,0 1-341,0 1 0,-1 0-1,-13-10 1,8 7-6485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135 107 24575,'114'247'0,"-105"-237"0,-7-11 0,-6-7 0,-8-8 0,-24-28 0,8 14 0,-31-37 0,38 46 0,2 0 0,0-2 0,2 0 0,-24-40 0,40 62 0,1 0 0,0 0 0,-1 1 0,1-1 0,-1 0 0,1 0 0,0 0 0,0 0 0,-1 1 0,1-1 0,0 0 0,0 0 0,0 0 0,0 0 0,0-1 0,0 1 0,1 1 0,-1 0 0,0 0 0,0 0 0,1 0 0,-1-1 0,0 1 0,0 0 0,1 0 0,-1 0 0,0 0 0,1 0 0,-1 0 0,0 0 0,0 0 0,1 0 0,-1 0 0,0 0 0,1 0 0,-1 0 0,0 0 0,0 0 0,1 0 0,-1 0 0,0 0 0,1 0 0,-1 0 0,0 1 0,1-1 0,28 17 0,-22-12 0,46 29 0,-25-16 0,1 0 0,35 15 0,-60-31 0,5 2 0,0 0 0,1 0 0,0-1 0,0-1 0,13 3 0,-21-5 0,0 0 0,0 0 0,-1 0 0,1 0 0,0 0 0,0 0 0,0 0 0,0-1 0,-1 1 0,1-1 0,0 1 0,-1-1 0,1 0 0,0 0 0,-1 1 0,1-1 0,-1 0 0,1-1 0,-1 1 0,1 0 0,-1 0 0,0-1 0,0 1 0,0 0 0,1-1 0,-1 1 0,-1-1 0,1 0 0,0 1 0,0-1 0,-1 0 0,1 1 0,-1-1 0,1 0 0,-1 0 0,0 1 0,1-4 0,0-8 0,0-1 0,-3-26 0,1-14 0,1 53 0,0 0 0,0 1 0,0-1 0,0 0 0,0 0 0,0 0 0,1 1 0,-1-1 0,0 0 0,0 0 0,1 0 0,-1 1 0,1-1 0,-1 0 0,0 1 0,1-1 0,0 0 0,-1 1 0,1-1 0,-1 1 0,2-2 0,-2 2 0,1 0 0,0 0 0,0-1 0,0 1 0,-1 0 0,1 0 0,0 0 0,0 0 0,-1 0 0,1 0 0,0 0 0,0 1 0,0-1 0,-1 0 0,1 0 0,0 1 0,0-1 0,0 1 0,5 2 0,-1 0 0,1 1 0,-1 0 0,6 6 0,-8-8 0,170 151 0,-163-144-195,0 0 0,0 0 0,-1 0 0,0 1 0,-1 1 0,8 12 0,-11-14-6631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10 24575,'0'0'0,"0"-1"0,0 1 0,0-1 0,-1 1 0,1-1 0,0 1 0,0-1 0,-1 1 0,1-1 0,0 1 0,-1 0 0,1-1 0,0 1 0,-1-1 0,1 1 0,0 0 0,-1-1 0,1 1 0,-1 0 0,1 0 0,-1-1 0,1 1 0,-1 0 0,1 0 0,-1 0 0,1 0 0,-1 0 0,1-1 0,-1 1 0,1 0 0,-1 0 0,0 1 0,0-1 0,0 1 0,0 0 0,0-1 0,0 1 0,0 0 0,1-1 0,-1 1 0,0 0 0,1 0 0,-1 0 0,0 0 0,1-1 0,-1 3 0,-3 5 0,0 0 0,-3 14 0,6-21 0,-40 166 0,8-27 0,21-87 0,-8 68 0,18-105 0,-4 20 73,3-24-792,-2 23 0,4-23-6107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24575,'1'-4'0,"-1"0"0,1 1 0,1-1 0,-1 0 0,0 0 0,1 1 0,0-1 0,0 1 0,0-1 0,0 1 0,0 0 0,1 0 0,5-5 0,-6 6 0,0 1 0,0 0 0,1-1 0,-1 1 0,1 0 0,-1 0 0,1 0 0,-1 1 0,1-1 0,0 0 0,-1 1 0,1 0 0,0 0 0,-1 0 0,1 0 0,0 0 0,-1 0 0,1 1 0,0-1 0,-1 1 0,3 0 0,15 7 0,0 0 0,24 14 0,-22-11 0,-20-10 0,1 0 0,0 0 0,-1 1 0,0-1 0,1 1 0,-1 0 0,0-1 0,0 1 0,0 0 0,0 0 0,0 0 0,-1 1 0,1-1 0,-1 0 0,1 1 0,-1-1 0,0 1 0,0-1 0,0 1 0,0 0 0,0-1 0,0 1 0,-1 0 0,0 0 0,1-1 0,-1 1 0,0 0 0,0 0 0,-1 0 0,1-1 0,-1 1 0,1 0 0,-1 0 0,0-1 0,0 1 0,0-1 0,0 1 0,0-1 0,-1 1 0,1-1 0,-1 1 0,1-1 0,-1 0 0,0 0 0,0 0 0,0 0 0,-3 2 0,-34 25 0,28-22 0,1 0 0,0 1 0,1 0 0,-17 18 0,25-25 0,0 1 0,0-1 0,1 0 0,-1 0 0,0 0 0,0 0 0,1 1 0,-1-1 0,1 0 0,-1 0 0,1 1 0,-1-1 0,1 1 0,0-1 0,0 0 0,-1 1 0,1-1 0,0 0 0,0 1 0,1-1 0,-1 1 0,0-1 0,0 0 0,1 1 0,-1-1 0,1 0 0,-1 1 0,1-1 0,-1 0 0,1 0 0,0 1 0,0-1 0,0 0 0,-1 0 0,1 0 0,0 0 0,0 0 0,1 0 0,-1 0 0,0-1 0,0 1 0,0 0 0,0 0 0,2 0 0,5 3 0,0-1 0,1 1 0,-1-1 0,1-1 0,13 3 0,23 1-50,0-3 0,73-3-1,-59-1-1163,-45 1-5612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1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10625 1 24575,'2'0'0,"-1"0"0,0 0 0,0 0 0,0 0 0,0 0 0,0 0 0,0 1 0,0-1 0,0 0 0,0 1 0,0-1 0,0 1 0,0-1 0,0 1 0,0 0 0,0-1 0,0 1 0,0 0 0,-1 0 0,1 0 0,0-1 0,1 3 0,-1-1 0,0 0 0,0 1 0,0-1 0,-1 1 0,1-1 0,0 1 0,-1-1 0,0 1 0,1 4 0,-1-1 0,-1 0 0,1 1 0,-1-1 0,0 0 0,0 0 0,-1 0 0,-4 10 0,3-10 0,-1 1 0,0-1 0,0 0 0,-1 0 0,0 0 0,0-1 0,-1 1 0,1-1 0,-1-1 0,0 1 0,-11 5 0,7-4 0,0-1 0,-1-1 0,0 0 0,0 0 0,0-1 0,-21 3 0,-12 1 0,22-3 0,-46 3 0,46-6 0,1 1 0,-39 9 0,39-6 0,0-1 0,-41 2 0,36-6 0,-1 1 0,-38 6 0,38-2 0,-29-1 0,-14 2 0,-43 10 0,77-12 0,1-1 0,-69-4 0,38 0 0,-629 1 0,588-8 0,10 1 0,-30 6-4304,-64 1 5853,22 1 1206,85 6-2755,11 1 0,-329-7 0,205-2 0,167 1 0,-200 9 0,112-1 0,-11 2 0,115-8 0,-52 6 0,-107 29 0,163-34 0,1 0 0,0 1 0,1 0 0,-1 1 0,1 0 0,0 0 0,0 1 0,0 0 0,1 0 0,-8 8 0,5-2 0,1 0 0,0 0 0,1 0 0,0 1 0,-10 24 0,4-8 0,8-18 0,0 1 0,1 0 0,-5 17 0,10-28 0,0-1 0,-1 1 0,1 0 0,0 0 0,0 0 0,0 0 0,0 0 0,0-1 0,0 1 0,0 0 0,0 0 0,1 0 0,-1 0 0,0 0 0,1 0 0,-1-1 0,0 0 0,0 0 0,0 1 0,0-1 0,1 0 0,-1 0 0,0 0 0,0 0 0,1 1 0,-1-1 0,0 0 0,0 0 0,1 0 0,-1 0 0,0 0 0,0 0 0,1 0 0,-1 1 0,0-1 0,0 0 0,1 0 0,-1 0 0,0 0 0,1 0 0,-1 0 0,1-1 0,0 1 0,0 0 0,0-1 0,1 1 0,-1-1 0,0 0 0,0 1 0,0-1 0,0 0 0,0 0 0,0 1 0,0-1 0,0 0 0,0 0 0,0 0 0,0 0 0,0-2 0,1-1 0,0 1 0,0 0 0,-1 0 0,0-1 0,0 1 0,0-1 0,0 1 0,0-1 0,-1 1 0,1-1 0,-1 0 0,0 1 0,0-1 0,0 0 0,-2-6 0,0 5 0,1 1 0,-1-1 0,0 1 0,0-1 0,-1 1 0,1 0 0,-1 0 0,0 0 0,0 1 0,-6-7 0,0 2 0,0 1 0,0 0 0,-1 1 0,0 0 0,0 0 0,-1 1 0,1 1 0,-1 0 0,-15-4 0,-16-2 0,-1 1 0,0 2 0,-80-1 0,45 9 0,-155-2 0,155-6 0,-30-1 0,-246 8 0,264 8 0,8-1 0,12-7 0,-33 0 0,54 7 0,32-3 0,-27 0 0,-425-3 0,228-2 0,-59 27 0,152-8 0,-22-2 0,103-10 0,-48 2 0,-520-8 0,518 7 0,9 1 0,-192-8 0,141-1 0,144 2 0,1 1 0,-18 3 0,16-2 0,-25 2 0,-222-5 0,127-1 0,121 2 0,1 0 0,-18 5 0,16-3 0,-25 1 0,28-3 0,-22 5 0,24-4 0,1 0 0,-1 0 0,-12-1 0,15-2 0,-1 0 0,-13-4 0,-13-2 0,-96 6 0,70 2 0,46 0 0,0 0 0,-17 4 0,17-1 0,-26 0 0,-57 7 0,78-7 0,-13 2 0,21-3 0,0-1 0,-20 2 0,16-4 0,0 1 0,-32 6 0,24-3 0,-1-1 0,0-1 0,-48-4 0,19 1 0,37 1 0,0-1 0,0 0 0,0-2 0,0 0 0,0 0 0,1-2 0,0 0 0,0-1 0,0-1 0,0 0 0,-23-16 0,29 16-119,5 4 5,1 0 1,0 0 0,-1 0 0,0 0-1,0 1 1,0 0 0,0-1 0,0 2-1,0-1 1,-8-1 0,3 4-6713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1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44 150 24575,'-7'-10'0,"0"0"0,0-1 0,-8-17 0,14 25 0,0 0 0,-1 0 0,2 0 0,-1 1 0,0-1 0,0 0 0,1 0 0,0 0 0,0 0 0,0 0 0,0 0 0,0 0 0,0 0 0,1 0 0,-1 0 0,2-4 0,-1 5 0,1 0 0,-1 0 0,1 0 0,-1 0 0,1 0 0,-1 1 0,1-1 0,0 0 0,0 1 0,0-1 0,0 1 0,0 0 0,1 0 0,-1-1 0,0 1 0,0 1 0,1-1 0,-1 0 0,4 0 0,5-1 0,0 0 0,20 0 0,0 0 0,-1 3 0,1 0 0,37 7 0,-56-6 0,-1 1 0,1 0 0,0 1 0,-1 0 0,0 0 0,0 1 0,0 1 0,0 0 0,-1 0 0,0 1 0,10 9 0,-16-12 0,1 1 0,-2-1 0,1 1 0,-1 0 0,1 0 0,-1 0 0,-1 0 0,1 0 0,-1 1 0,0-1 0,0 1 0,2 9 0,-3-6 0,0-1 0,-1 0 0,0 1 0,0-1 0,-1 0 0,0 1 0,0-1 0,-4 9 0,-1 3 0,-1-2 0,-1 1 0,-1-1 0,-1 0 0,0-1 0,-20 25 0,11-18 0,2 0 0,-24 43 0,39-62 0,-1 0 0,-1 0 0,1-1 0,0 1 0,-1-1 0,0 0 0,0 0 0,0 0 0,-1 0 0,1-1 0,-1 1 0,0-1 0,0-1 0,0 1 0,0-1 0,-11 4 0,7-4 0,10-5 0,16-5 0,15-1 0,0 2 0,35-4 0,67-1 0,-114 11-116,-6-1-134,1 1 0,0 1 0,-1 0 1,24 4-1,-27-1-6576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26 24575,'-18'-3'0,"-112"-17"0,111 19 0,1 0 0,-1 1 0,1 1 0,0 1 0,-20 4 0,32-5 0,0 2 0,1-1 0,-1 0 0,1 1 0,-1 0 0,1 1 0,0-1 0,0 1 0,0 0 0,1 0 0,0 0 0,-1 1 0,1-1 0,1 1 0,-1 0 0,1 0 0,0 1 0,0-1 0,0 1 0,1-1 0,0 1 0,0 0 0,0 0 0,-1 12 0,3-14 0,0 0 0,0 0 0,0 0 0,0-1 0,1 1 0,0 0 0,0 0 0,0 0 0,0-1 0,0 1 0,1 0 0,-1-1 0,1 1 0,0-1 0,0 0 0,1 0 0,-1 0 0,1 0 0,4 4 0,2 2 0,1 0 0,0-1 0,1-1 0,17 10 0,0-3 0,2-1 0,0-1 0,0-2 0,1 0 0,58 8 0,-68-15 60,39 1 0,-53-4-209,0 0 1,0-1-1,0 0 1,0 0-1,0-1 1,0 0-1,-1 0 1,1 0-1,8-5 1,-5 1-6678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24575,'-23'21'0,"16"-14"0,-1-1 0,1 1 0,-11 15 0,18-21 0,-1-1 0,1 1 0,-1 0 0,1-1 0,-1 1 0,1 0 0,0-1 0,-1 1 0,1 0 0,0 0 0,-1-1 0,1 1 0,0 0 0,0 0 0,0 0 0,0-1 0,0 1 0,0 0 0,0 0 0,0 0 0,0 0 0,0-1 0,1 2 0,-1-1 0,1 0 0,0-1 0,-1 1 0,1 0 0,0-1 0,-1 1 0,1-1 0,0 1 0,0-1 0,0 1 0,-1-1 0,1 0 0,0 1 0,0-1 0,0 0 0,0 0 0,1 1 0,5 0 0,0-1 0,-1 0 0,1 0 0,8-1 0,1 0 0,0-2 0,0 0 0,16-5 0,-26 6 0,0 0 0,0-1 0,0 1 0,0-1 0,-1 0 0,1-1 0,-1 1 0,0-1 0,0 0 0,7-7 0,-10 9 0,-1 1 0,0-1 0,1 0 0,-1 0 0,0 0 0,0 0 0,0 0 0,0 0 0,0 0 0,-1 0 0,1-1 0,-1 1 0,1 0 0,-1 0 0,0-1 0,0 1 0,0 0 0,0-3 0,-1 2 0,1 1 0,-1-1 0,0 0 0,0 1 0,0-1 0,-1 1 0,1-1 0,-1 1 0,1-1 0,-1 1 0,0 0 0,-3-3 0,-2-1 0,0 0 0,-1 0 0,0 1 0,0 1 0,0-1 0,0 1 0,-14-4 0,10 3 0,-1 2 0,1 0 0,-1 0 0,0 1 0,-26 0 0,34 2 0,0 1 0,0-1 0,0 1 0,0 0 0,0 0 0,0 1 0,1 0 0,-7 2 0,9-3 0,-1 1 0,1 0 0,-1 0 0,1 0 0,-1 0 0,1 0 0,0 0 0,0 0 0,0 1 0,0-1 0,1 1 0,-1-1 0,0 1 0,-1 4 0,3-5-124,-1-1 0,0 1 0,1 0 0,0 0 0,-1-1 0,1 1-1,0 0 1,0 0 0,0 0 0,0 3 0,3 3-6702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10 24575,'-10'-2'0,"-1"-1"0,1 2 0,-1-1 0,0 1 0,1 1 0,-1 0 0,0 0 0,-18 4 0,27-3 0,1-1 0,0 0 0,0 1 0,-1-1 0,1 1 0,0-1 0,0 1 0,0-1 0,0 1 0,0 0 0,0 0 0,0 0 0,0-1 0,0 1 0,0 0 0,0 0 0,0 0 0,0 0 0,1 1 0,-1-1 0,0 0 0,0 2 0,1-1 0,0-1 0,0 1 0,-1 0 0,1 0 0,1 0 0,-1-1 0,0 1 0,0 0 0,1 0 0,-1 0 0,1-1 0,-1 1 0,1 0 0,1 1 0,2 5 0,1-1 0,0 1 0,0-1 0,1 0 0,8 8 0,6 3 0,1-1 0,0-1 0,1-1 0,28 14 0,-47-27 0,0 0 0,1 0 0,-1 0 0,0 1 0,4 3 0,-7-6 0,0 1 0,1-1 0,-1 1 0,0-1 0,1 1 0,-1-1 0,0 1 0,1-1 0,-1 1 0,0-1 0,0 1 0,0-1 0,1 1 0,-1-1 0,0 1 0,0 0 0,0-1 0,0 1 0,0-1 0,0 1 0,0 0 0,0-1 0,0 1 0,-1-1 0,1 1 0,0 0 0,0-1 0,0 1 0,-1-1 0,1 1 0,0-1 0,-1 1 0,1-1 0,0 1 0,-1-1 0,1 0 0,-1 1 0,1-1 0,-1 1 0,1-1 0,-1 0 0,1 1 0,-1-1 0,1 0 0,-1 1 0,-4 2 0,-1-1 0,1 1 0,-1-1 0,1 0 0,-1 0 0,0 0 0,-10 1 0,-47 1 0,21-2 0,9 2-113,2-2-304,-1 2-1,-49 12 1,65-11-6409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4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20 24575,'0'-3'0,"-1"-14"0,-3 17 0,-2 9 0,-6 11 0,-5 5 0,2 1 0,1 0 0,-20 53 0,25-51 0,2-1 0,-7 51 0,8-22 0,3-1 0,1 1 0,7 58 0,-1-82 0,0-1 0,3 1 0,0-1 0,2 0 0,1-1 0,2 0 0,20 40 0,-23-57 0,0 0 0,1-1 0,0 0 0,1 0 0,0-1 0,1-1 0,0 0 0,1 0 0,0-1 0,1-1 0,-1 0 0,25 9 0,-25-11-1365,-1 0-5461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24575,'0'0'0,"0"-1"0,0 1 0,0 0 0,0 0 0,0 0 0,-1-1 0,1 1 0,0 0 0,0 0 0,0 0 0,0 0 0,-1 0 0,1 0 0,0 0 0,0-1 0,0 1 0,-1 0 0,1 0 0,0 0 0,0 0 0,-1 0 0,1 0 0,0 0 0,0 0 0,0 0 0,-1 0 0,1 0 0,0 0 0,0 0 0,-1 0 0,1 0 0,0 1 0,0-1 0,0 0 0,-1 0 0,-3 9 0,1 12 0,5-5 0,1 0 0,1 0 0,0-1 0,1 1 0,12 25 0,-12-30 0,0 0 0,1 0 0,1-1 0,-1 0 0,12 12 0,-13-16 0,1 0 0,-1-1 0,1 1 0,0-1 0,1-1 0,-1 1 0,1-1 0,0 0 0,9 3 0,-14-6 0,0 0 0,0 0 0,1-1 0,-1 1 0,0-1 0,1 0 0,-1 0 0,0 0 0,0 0 0,1 0 0,-1 0 0,0 0 0,1-1 0,-1 1 0,0-1 0,0 0 0,0 1 0,0-1 0,1 0 0,-1 0 0,0 0 0,-1-1 0,1 1 0,0-1 0,0 1 0,0-1 0,-1 1 0,3-3 0,-1 0 0,-1-1 0,1 1 0,-1 0 0,0-1 0,0 1 0,0-1 0,-1 0 0,1 1 0,-1-1 0,0 0 0,-1 0 0,1-7 0,-2-29 0,0 27 0,2-30 0,-1 44 0,0 0 0,0 0 0,0 0 0,0-1 0,0 1 0,0 0 0,0 0 0,0 0 0,0-1 0,0 1 0,0 0 0,0 0 0,0 0 0,0 0 0,0-1 0,0 1 0,0 0 0,0 0 0,1 0 0,-1 0 0,0-1 0,0 1 0,0 0 0,0 0 0,0 0 0,1 0 0,-1 0 0,0 0 0,0 0 0,0-1 0,0 1 0,1 0 0,-1 0 0,0 0 0,0 0 0,8 4 0,8 14 0,-13-14 0,9 10 0,1-1 0,0 0 0,0-1 0,2-1 0,-1 0 0,1-1 0,1 0 0,0-1 0,0-1 0,32 11 0,-38-17 0,0 1 0,0-2 0,0 1 0,0-1 0,0-1 0,12 0 0,-19 0 0,0-1 0,0 1 0,-1 0 0,1-1 0,0 1 0,-1-1 0,1 0 0,0 0 0,-1 0 0,1 0 0,-1 0 0,0-1 0,1 1 0,-1-1 0,0 0 0,0 1 0,0-1 0,0 0 0,0 0 0,0 0 0,-1-1 0,1 1 0,-1 0 0,1-1 0,-1 1 0,0-1 0,1-3 0,-1 3 0,-1 0 0,0 0 0,0-1 0,0 1 0,0 0 0,0 0 0,-1-1 0,1 1 0,-1 0 0,0 0 0,0 0 0,-2-6 0,-4-4 0,-11-19 0,12 22 0,1 2 40,-1 0 0,-10-14 0,13 20-164,1-1 0,-1 1 1,1 0-1,-1 0 0,0 0 0,0 0 1,0 0-1,0 0 0,0 1 0,0 0 1,-4-2-1,-4 1-6702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18 24575,'-2'-15'0,"-1"12"0,-1 10 0,-4 17 0,0 1 0,-7 48 0,13-59 0,1 1 0,1 0 0,0-1 0,1 1 0,0-1 0,7 25 0,-2-15 0,1 0 0,2-1 0,0 0 0,1 0 0,2-1 0,23 35 0,-26-45 0,1 1 0,0-2 0,1 1 0,0-2 0,1 1 0,0-1 0,1-1 0,0 0 0,0-1 0,1-1 0,25 11 0,-24-13-1365,-3-1-5461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1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48 158 24575,'-7'-6'0,"6"7"0,7 10 0,-2-3 0,4 10 0,0 1 0,-1-1 0,-1 2 0,-1-1 0,3 21 0,-8-39 0,1 2 0,-1 1 0,1 0 0,0-1 0,0 1 0,0 0 0,0-1 0,1 1 0,-1-1 0,5 6 0,-6-9 0,0 0 0,1 1 0,-1-1 0,0 0 0,0 0 0,1 0 0,-1 0 0,0 0 0,1 0 0,-1 0 0,0 0 0,1 0 0,-1 0 0,0 0 0,0 0 0,1 0 0,-1 0 0,0 0 0,1 0 0,-1 0 0,0 0 0,0 0 0,1-1 0,-1 1 0,0 0 0,0 0 0,1 0 0,-1 0 0,0-1 0,0 1 0,1 0 0,-1 0 0,0 0 0,0-1 0,0 1 0,0 0 0,1 0 0,-1-1 0,0 1 0,0 0 0,0-1 0,0 1 0,0 0 0,0 0 0,0-1 0,0 1 0,0 0 0,0-1 0,0 1 0,0-1 0,4-16 0,-3 2 0,0 0 0,0 0 0,-2 0 0,0 0 0,-5-26 0,4 32 0,-1-1 0,0 1 0,-1 0 0,0 0 0,0 0 0,-1 1 0,0 0 0,0-1 0,-13-13 0,-45-57 0,71 86 0,26 22 0,46 29 0,-23-26 0,-51-29 0,2 0 0,-1 0 0,0-1 0,0 0 0,1 0 0,11 1 0,-18-3 0,1 0 0,-1 0 0,1 0 0,0 0 0,-1 0 0,1 0 0,0-1 0,-1 1 0,1 0 0,0-1 0,-1 1 0,1-1 0,-1 0 0,1 0 0,-1 1 0,0-1 0,1 0 0,-1 0 0,0 0 0,0-1 0,2 0 0,-1-1 0,-1 1 0,0-1 0,1 1 0,-1-1 0,0 0 0,0 1 0,-1-1 0,1 0 0,0 0 0,-1 1 0,1-5 0,-1-5 0,-1 1 0,0 0 0,0 0 0,-1-1 0,-4-12 0,-7-17 0,22 48 0,4 7 0,50 56 0,35 42 0,-93-106-119,-2-2 170,1 0-1,-1 0 1,-1 0-1,5 7 1,-7-10-89,0 0 1,1-1-1,-1 1 1,0-1 0,0 1-1,0 0 1,1-1-1,-1 1 1,0 0-1,0 0 1,0-1-1,0 1 1,0 0-1,0-1 1,0 1-1,-1 0 1,1-1-1,0 1 1,0 0-1,0-1 1,-1 1-1,1 0 1,0-1 0,-1 1-1,1-1 1,0 1-1,-1-1 1,1 1-1,-1-1 1,1 1-1,-1-1 1,1 1-1,-1-1 1,1 1-1,-1-1 1,0 0-1,1 1 1,-1-1-1,-1 1 1,-7 1-6789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12 24575,'-27'-3'0,"-13"0"0,-3 0 0,2 0 0,7 4 0,5 1 0,6 1 0,4-1 0,3 2 0,-1 1 0,0-1 0,0-1 0,1 1 0,0 1 0,1-2 0,3 0-8191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24575,'19'-3'0,"11"-2"0,42-2 0,-64 7 0,1 0 0,-1 0 0,0 1 0,0 0 0,1 0 0,-1 1 0,0 0 0,0 1 0,0 0 0,7 4 0,-13-6 0,1 0 0,-1 0 0,0 1 0,0-1 0,0 1 0,0-1 0,-1 1 0,1 0 0,0 0 0,-1 0 0,1 0 0,-1 0 0,1 0 0,-1 0 0,0 0 0,0 0 0,0 1 0,0-1 0,0 1 0,-1-1 0,1 0 0,-1 1 0,0-1 0,1 1 0,-1-1 0,-1 5 0,0 3 0,-2 0 0,1 0 0,-1 0 0,-1-1 0,-6 14 0,6-14 0,0 1 0,0-1 0,1 1 0,-2 10 0,4-17 0,1-1 0,0 0 0,-1 0 0,1 0 0,0 1 0,0-1 0,1 0 0,-1 0 0,0 0 0,1 0 0,0 1 0,-1-1 0,1 0 0,0 0 0,0 0 0,0 0 0,0 0 0,0 0 0,0-1 0,2 3 0,0-2 0,-1-1 0,0 1 0,1-1 0,-1 1 0,1-1 0,0 0 0,-1 0 0,1 0 0,0 0 0,0-1 0,-1 1 0,1-1 0,0 1 0,6-1 0,170-3-1365,-165 3-5461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12 24575,'0'-1'0,"0"1"0,0-1 0,-1 0 0,1 1 0,0-1 0,-1 0 0,1 1 0,0-1 0,-1 1 0,1-1 0,-1 1 0,1-1 0,-1 1 0,1-1 0,-1 1 0,0 0 0,1-1 0,-1 1 0,1 0 0,-1-1 0,0 1 0,1 0 0,-1 0 0,0 0 0,1-1 0,-1 1 0,0 0 0,0 0 0,0 0 0,-23 0 0,17 2 0,-14 2 0,-1-1 0,-21 0 0,34-2 44,0 0 0,-17 4-1,-5 1-1539,19-4-5330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24575,'23'42'0,"-4"-17"0,23 26 0,11 12 0,-52-62 0,0 0 0,-1 0 0,1 0 0,0 0 0,0 1 0,0-1 0,0-1 0,1 1 0,-1 0 0,0 0 0,0 0 0,3 0 0,-4-1 0,0 0 0,0 0 0,1 0 0,-1 0 0,0 0 0,1 0 0,-1 0 0,0 0 0,0 0 0,1 0 0,-1 0 0,0 0 0,0 0 0,1 0 0,-1 0 0,0 0 0,0 0 0,1-1 0,-1 1 0,0 0 0,0 0 0,0 0 0,1 0 0,-1-1 0,0 1 0,4-12 0,-2-41 0,-3 39 0,1 1 0,1 0 0,3-15 0,-4 23 0,1 0 0,0 1 0,0-1 0,1 0 0,-1 0 0,1 1 0,4-8 0,-5 11 0,0 0 0,0-1 0,0 1 0,0 0 0,0 0 0,0 0 0,1 0 0,-1 0 0,0 1 0,1-1 0,-1 0 0,0 1 0,1-1 0,-1 1 0,1-1 0,-1 1 0,1 0 0,-1-1 0,1 1 0,0 0 0,-1 0 0,1 0 0,-1 0 0,1 0 0,2 1 0,5 1 0,0 0 0,0 1 0,0 0 0,0 0 0,-1 1 0,0 0 0,1 1 0,11 8 0,6 7 0,26 25 0,-26-21 0,-18-17-120,-2-3-35,0 1-1,-1 0 0,1 1 1,-1-1-1,-1 1 0,1 0 1,3 7-1,-4-5-6670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24575,'23'5'0,"1"2"0,-1 0 0,-1 1 0,0 2 0,0 0 0,0 1 0,-2 1 0,1 1 0,-2 1 0,0 1 0,0 0 0,-1 2 0,-1 0 0,19 26 0,-7-8 0,-2 1 0,30 54 0,-49-76 0,-1 0 0,-1 1 0,0 0 0,-1 0 0,0 1 0,-1-1 0,-1 1 0,-1 0 0,0 0 0,0 18 0,-3-28 8,1-1 0,-1 1 0,0-1 0,-1 1 0,1-1 0,-1 0 0,0 0 0,0 1 0,-1-1 0,1-1 0,-1 1 0,0 0 0,-1-1 0,-3 5 0,0-2-194,0 0 1,0-1-1,-1 0 0,1 0 1,-2-1-1,1 0 1,-10 5-1,5-4-6640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10 24575,'-1'0'0,"1"0"0,0 0 0,0 0 0,0 0 0,-1 0 0,1-1 0,0 1 0,0 0 0,0 0 0,0 0 0,0 0 0,-1-1 0,1 1 0,0 0 0,0 0 0,0 0 0,0-1 0,0 1 0,0 0 0,0 0 0,0-1 0,0 1 0,0 0 0,0 0 0,0 0 0,0-1 0,0 1 0,0 0 0,0 0 0,0-1 0,0 1 0,0 0 0,0 0 0,0 0 0,0-1 0,0 1 0,9-3 0,13 5 0,-5 4 0,1 1 0,-1 1 0,-1 0 0,30 21 0,-10-2 0,-1 1 0,-2 2 0,-1 1 0,39 49 0,-56-61 0,-1 0 0,-1 1 0,0 1 0,-2 0 0,0 1 0,-2 0 0,0 0 0,-1 1 0,7 40 0,-8-27 0,-1 1 0,1 53 0,-8-73 0,1 1 0,-2-1 0,0 0 0,-1 1 0,-1-1 0,-1 0 0,-8 22 0,1-13-227,-2 0-1,0 0 1,-1-2-1,-2 0 1,-30 34-1,36-45-6598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14 24575,'-10'-2'0,"-6"-2"0,-3 1 0,0 1 0,0 0 0,1 3 0,1 2 0,1 0 0,0-1 0,1 0 0,1 0 0,2-2-8191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24575,'-2'0'0,"-4"0"0,-3 0 0,-3 0 0,-1 0 0,-2 2 0,-3 1 0,0 1 0,-3-2 0,-3 0 0,0-1 0,2 0 0,5-1-8191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75 24575,'75'-11'0,"-29"5"0,49-13 0,-63 9 0,-24 7 0,0 0 0,0 1 0,0 0 0,0 0 0,17-1 0,77 5 0,-209-2 0,-112-1 0,119-6 0,-32-1 0,-127 20 0,128-8 0,110 1 0,21-5 0,0 0 0,-1 0 0,1 0 0,0 0 0,0 0 0,0 0 0,0 0 0,-1 0 0,1 0 0,0 0 0,0 0 0,0 0 0,0 1 0,0-1 0,-1 0 0,1 0 0,0 0 0,0 0 0,0 0 0,0 0 0,0 1 0,0-1 0,0 0 0,-1 0 0,1 0 0,0 0 0,0 0 0,0 1 0,0-1 0,0 0 0,0 0 0,0 0 0,0 1 0,11 3 0,41 8 0,52 12 0,140 50 0,-228-68 0,-1 1 0,0 0 0,0 1 0,20 15 0,-31-20 0,0 0 0,0 1 0,0-1 0,0 1 0,-1 0 0,1 0 0,-1 1 0,0-1 0,0 1 0,-1 0 0,1-1 0,-1 1 0,0 0 0,0 0 0,-1 1 0,1-1 0,0 10 0,-2-11 0,-1 1 0,1-1 0,-1 1 0,0-1 0,0 1 0,0-1 0,-1 0 0,0 0 0,0 1 0,0-1 0,0 0 0,-1-1 0,-4 7 0,-4 3 0,0 0 0,-17 14 0,-3-1 0,-1-2 0,-48 26 0,48-31 0,0 2 0,2 0 0,-30 28 0,28-15 0,-30 40 0,31-35 0,10-16 0,0-2 0,-35 27 0,-12 12 0,68-60 0,0 0 0,0 0 0,-1 0 0,1 0 0,0 1 0,0-1 0,0 0 0,0 0 0,-1 0 0,1 0 0,0 1 0,0-1 0,0 0 0,0 0 0,0 0 0,0 1 0,0-1 0,0 0 0,-1 0 0,1 0 0,0 1 0,0-1 0,0 0 0,0 0 0,0 1 0,0-1 0,0 0 0,0 0 0,0 1 0,0-1 0,0 0 0,1 0 0,-1 0 0,0 1 0,0-1 0,0 0 0,0 1 0,10 2 0,20-2 0,-26-1 0,326-19 0,90-33-1365,-400 49-5461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 0 0,1 0 0,-1-1 0,0 1 0,0 0 0,0 1 0,0-1 0,0 0 0,0 1 0,0-1 0,0 1 0,-1 0 0,1-1 0,2 4 0,3 5 0,12 18 0,34 68 0,-53-96 0,0 0 0,0 0 0,0 0 0,0 0 0,0 0 0,0 0 0,0 0 0,0 0 0,0 0 0,0 0 0,0 0 0,0 0 0,0 0 0,0 0 0,0 0 0,0 0 0,0-1 0,0 1 0,0 0 0,0 0 0,0 0 0,0 0 0,0 0 0,0 0 0,0 0 0,0 0 0,0 0 0,1 0 0,-1 0 0,0 0 0,0 0 0,0 0 0,0 0 0,0 0 0,0 0 0,0 0 0,0 0 0,0 0 0,0 0 0,0 0 0,0 0 0,0 0 0,0 0 0,0 0 0,0 0 0,0 0 0,0 0 0,1 0 0,-1 0 0,0 0 0,0 0 0,0 0 0,0 0 0,0 0 0,0 0 0,0 0 0,0 0 0,0 0 0,1-10 0,0-12 0,-2 16 0,1-4 0,0-1 0,0 1 0,1-1 0,4-18 0,-5 27 0,0 0 0,1 1 0,-1-1 0,1 0 0,0 1 0,-1-1 0,1 1 0,0-1 0,0 1 0,0 0 0,0-1 0,0 1 0,0 0 0,0-1 0,0 1 0,1 0 0,-1 0 0,1 0 0,-1 0 0,0 0 0,1 1 0,-1-1 0,1 0 0,0 1 0,-1-1 0,1 1 0,0-1 0,-1 1 0,1 0 0,0 0 0,-1-1 0,1 1 0,0 1 0,-1-1 0,1 0 0,0 0 0,-1 1 0,3 0 0,0 0 0,0 0 0,0 1 0,0 0 0,0 0 0,0 0 0,0 0 0,-1 1 0,1-1 0,-1 1 0,5 5 0,4 5 0,13 19 0,-1-2 0,-17-22-170,1 0-1,0-1 0,0 0 1,0 0-1,1 0 0,0-1 1,12 5-1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14 24575,'-25'0'0,"-11"0"0,-5-3 0,3 0 0,5 0 0,6 0 0,5 1 0,5 4 0,10 1 0,4-3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62 24575,'-27'-8'0,"-15"-2"0,-7 1 0,-1-2 0,4 3 0,6 1 0,9 3 0,6 1 0,5 2 0,6 3 0,3 2 0,3 2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74 24575,'-4'0'0,"-18"-2"0,-30 1 0,46 1 0,1 0 0,-1 1 0,0 0 0,0 0 0,1 0 0,-1 1 0,0 0 0,1 0 0,0 1 0,-7 3 0,11-5 0,-1 0 0,1 0 0,0 0 0,0 0 0,0 0 0,0 0 0,0 0 0,0 1 0,0-1 0,0 0 0,1 0 0,-1 1 0,0-1 0,1 1 0,-1-1 0,1 1 0,-1-1 0,1 1 0,0-1 0,0 1 0,0-1 0,0 1 0,0-1 0,0 1 0,0-1 0,0 1 0,0-1 0,1 1 0,-1-1 0,1 1 0,-1-1 0,1 1 0,0-1 0,-1 0 0,1 1 0,2 1 0,2 5 0,1 0 0,0 0 0,0-1 0,11 10 0,-9-11 0,0 0 0,0 0 0,1 0 0,-1-1 0,1 0 0,0-1 0,0 0 0,14 3 0,-10-3 0,0-1 0,0-1 0,0 0 0,0 0 0,0-2 0,13 0 0,-20 0 0,1-1 0,-1 0 0,0 0 0,0 0 0,0-1 0,0 0 0,0 0 0,0-1 0,0 1 0,-1-1 0,1-1 0,-1 1 0,0-1 0,8-7 0,-10 7 0,1 0 0,-1 0 0,0 0 0,0-1 0,0 1 0,-1-1 0,0 0 0,1 1 0,-2-1 0,1 0 0,-1-1 0,1 1 0,-2 0 0,1 0 0,0-1 0,-1 1 0,-1-9 0,1 9-45,0 0-1,-1 0 1,1 0-1,-1 0 1,-1 0-1,1 0 1,-1 1-1,0-1 1,0 0-1,0 1 1,-1-1-1,1 1 1,-1 0-1,0 0 1,0 0-1,-1 0 1,1 0-1,-1 1 1,0 0-1,0 0 1,0 0-1,0 0 1,0 0-1,-1 1 1,1 0-1,-1 0 0,0 0 1,0 0-1,-8-1 1,-3 0-6781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15 180 24575,'-6'-14'0,"2"11"0,0 9 0,4-1 0,0 0 0,0 0 0,0 0 0,0 0 0,1 0 0,0 0 0,0 0 0,0 0 0,0 0 0,3 5 0,1 2 0,1 0 0,11 19 0,9 5 0,-23-33 0,0 0 0,-1 0 0,1 0 0,0-1 0,1 1 0,-1-1 0,0 0 0,6 3 0,-9-5 0,0 0 0,0 1 0,1-1 0,-1 0 0,0 0 0,0 0 0,0 0 0,0 0 0,1 0 0,-1 0 0,0 0 0,0 0 0,0 0 0,0 0 0,0 0 0,1 0 0,-1 0 0,0 0 0,0 0 0,0 0 0,0 0 0,1 0 0,-1 0 0,0 0 0,0 0 0,0-1 0,0 1 0,0 0 0,1 0 0,-1 0 0,0 0 0,0 0 0,0 0 0,0 0 0,0 0 0,0-1 0,1 1 0,-1-8 0,-5-10 0,5 16 0,-10-23 0,-24-44 0,24 49 0,0 0 0,0-1 0,-9-36 0,18 56 0,1-1 0,-1 1 0,1 0 0,0-1 0,0 1 0,0-1 0,0 1 0,0-1 0,0 1 0,0-1 0,0 1 0,0 0 0,1-1 0,-1 1 0,1-2 0,0 2 0,-1 1 0,1-1 0,0 1 0,-1-1 0,1 1 0,0 0 0,-1-1 0,1 1 0,0 0 0,-1-1 0,1 1 0,0 0 0,0 0 0,-1 0 0,1 0 0,0 0 0,0-1 0,0 1 0,-1 1 0,1-1 0,0 0 0,0 0 0,-1 0 0,1 0 0,0 0 0,0 1 0,-1-1 0,1 0 0,0 1 0,0-1 0,9 5 0,0 0 0,-1 0 0,1 1 0,16 13 0,14 10 0,-39-29 0,77 41 0,-69-37 0,0-1 0,-1 1 0,1-2 0,1 1 0,-1-1 0,0-1 0,12 1 0,-20-2 0,0 0 0,0 0 0,1 0 0,-1 0 0,0 0 0,0-1 0,1 1 0,-1 0 0,0-1 0,0 1 0,0-1 0,0 1 0,1-1 0,-1 1 0,0-1 0,0 0 0,0 0 0,0 1 0,0-1 0,-1 0 0,1 0 0,0 0 0,0 0 0,-1 0 0,1 0 0,0 0 0,-1 0 0,1-1 0,-1 1 0,1 0 0,-1 0 0,0 0 0,1-1 0,-1 1 0,0 0 0,0 0 0,0-1 0,0 1 0,0 0 0,-1-2 0,1-3 0,-1 0 0,0 0 0,0 0 0,-1 1 0,0-1 0,0 1 0,-3-8 0,-7-9 0,-1 1 0,-1 0 0,-32-37 0,93 114 0,59 91 0,-101-140 0,6 8-73,-6-8-185,0 0-1,-1 0 1,1 0-1,3 11 1,-4-7-6568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 24575,'0'-5'0,"0"-4"0,0 2 0,-3 2 0,0 4 0,0 6 0,0 3 0,2 4 0,-1 1 0,2 2 0,0 1 0,0 0 0,-3-1 0,0 1 0,0-1 0,0-2-8191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42 24575,'-30'-8'0,"-15"-2"0,-5 0 0,4 3 0,4 1 0,7 5 0,7 3 0,3 3 0,4 3 0,2 1 0,3 1 0,0 1 0,2-1 0,2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24575,'18'-7'0,"0"1"0,1 1 0,0 1 0,0 1 0,35-2 0,-52 5 0,-1 0 0,1 0 0,0 0 0,0 0 0,0 0 0,-1 1 0,1-1 0,0 1 0,0-1 0,-1 1 0,1-1 0,0 1 0,-1 0 0,1 0 0,-1 0 0,1 0 0,-1 0 0,1 0 0,-1 1 0,0-1 0,0 0 0,0 1 0,1-1 0,-1 1 0,1 1 0,-2 0 0,1-1 0,0 1 0,-1-1 0,0 1 0,1-1 0,-1 0 0,0 1 0,-1-1 0,1 1 0,0-1 0,-1 1 0,1-1 0,-1 1 0,0-1 0,1 0 0,-1 1 0,-3 3 0,-1 2 0,0 1 0,-13 14 0,13-17 0,-1 1 0,1 0 0,0 1 0,-4 8 0,8-15 0,1 0 0,-1 0 0,1 0 0,0 0 0,-1 0 0,1 0 0,0 0 0,-1 0 0,1 0 0,0 0 0,0 0 0,0 0 0,0 0 0,0 0 0,0 0 0,0 0 0,0 0 0,0 0 0,0 0 0,1 0 0,-1 0 0,0 0 0,1 0 0,-1 0 0,1 0 0,-1 0 0,1 0 0,0 0 0,-1-1 0,1 1 0,0 0 0,-1 0 0,1-1 0,0 1 0,0 0 0,0-1 0,0 1 0,0-1 0,0 1 0,0-1 0,0 1 0,0-1 0,0 0 0,0 0 0,0 1 0,2-1 0,6 1 0,0 1 0,1-2 0,-1 0 0,14-1 0,-12 1 0,25-1-117,54-2 364,-80 1-460,0 1-1,1-1 1,-1-1-1,0 0 0,-1 0 1,14-7-1,-11 3-6612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24575,'-30'-7'0,"-13"-3"0,-3 0 0,3 3 0,6 1 0,7 3 0,7 3 0,4 6 0,3 0 0,1 3 0,4-1-8191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24575,'13'10'0,"6"8"0,3 4 0,0 1 0,-2 1 0,0-1 0,-3 1 0,-1-2 0,-3-1 0,-1-2 0,-3 0 0,-3 1 0,-3-2 0,-1-1 0,-1-1 0,-1 0 0,-1-1 0,1-3-8191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60 237 24575,'-5'-3'0,"0"0"0,0-1 0,1 0 0,-1 0 0,1 0 0,0 0 0,1-1 0,-1 0 0,1 1 0,0-1 0,0-1 0,-4-8 0,6 10 0,0 0 0,0 1 0,0-1 0,1 0 0,-1 1 0,1-1 0,0 0 0,0 0 0,1 1 0,-1-1 0,1 0 0,0 0 0,0 1 0,0-1 0,0 1 0,1-1 0,-1 1 0,1-1 0,0 1 0,0 0 0,2-3 0,2 0 0,-1 0 0,0 0 0,1 1 0,0 0 0,1 0 0,-1 1 0,1 0 0,-1 0 0,1 0 0,1 1 0,12-5 0,7 0 0,52-8 0,-77 16 0,11-2 0,-1 0 0,1 1 0,18 0 0,-27 1 0,0 1 0,0-1 0,0 1 0,0 0 0,0 0 0,-1 0 0,1 1 0,0-1 0,-1 1 0,1 0 0,-1 0 0,1 0 0,-1 0 0,6 6 0,0 3 0,0 0 0,-1 0 0,13 25 0,-4-6 0,-13-24 0,-1 1 0,0-1 0,0 1 0,-1 0 0,0 0 0,0 0 0,-1 0 0,1 0 0,-2 0 0,1 0 0,-1 0 0,0 0 0,0 1 0,-3 12 0,-1-3 0,0 0 0,-1-1 0,-1 0 0,-1 0 0,-8 16 0,-3 0 0,-1-1 0,-27 33 0,39-56 0,0-1 0,-1 0 0,0 0 0,-1-1 0,1 0 0,-1-1 0,-15 8 0,40-19 0,-1 1 0,0 0 0,27-3 0,61-4 0,-24 4 66,30-1-1497,-94 8-5395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24575,'0'0'0,"0"0"0,0-1 0,0 1 0,-1-1 0,1 1 0,0-1 0,0 1 0,0-1 0,-1 1 0,1 0 0,0-1 0,-1 1 0,1 0 0,0-1 0,-1 1 0,1 0 0,0-1 0,-1 1 0,1 0 0,-1 0 0,1-1 0,0 1 0,-1 0 0,0 0 0,1 0 0,-1 0 0,1 1 0,0-1 0,-1 0 0,1 1 0,0-1 0,0 0 0,-1 1 0,1-1 0,0 1 0,0-1 0,0 1 0,0-1 0,-1 0 0,1 1 0,0-1 0,0 1 0,0-1 0,0 1 0,0 26 0,8 9 0,25 67 0,-6-27 0,8 60 0,-30-107 0,-1 0 0,0 53 0,-4-66 0,-2 13 0,3-23 0,2-12 0,-1-2 0,1 0 0,0-1 0,1 1 0,0 1 0,0-1 0,0 0 0,1 1 0,0 0 0,11-12 0,-11 15 0,1-1 0,-1 1 0,1 0 0,-1 0 0,1 0 0,0 1 0,0 0 0,1 0 0,-1 1 0,1 0 0,-1 0 0,1 0 0,7 0 0,-4 1 0,0 0 0,0 1 0,0 0 0,0 0 0,0 1 0,0 1 0,0 0 0,0 0 0,18 7 0,-23-7 0,-1 0 0,1 0 0,-1 1 0,0-1 0,0 1 0,0 0 0,0 0 0,0 1 0,-1-1 0,1 1 0,-1 0 0,0-1 0,0 1 0,0 1 0,-1-1 0,1 0 0,-1 1 0,0-1 0,0 1 0,-1 0 0,3 8 0,-4-3-1365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64 24575,'-22'-14'0,"-37"-17"0,52 27 0,-1 1 0,1 1 0,-1-1 0,0 1 0,1 0 0,-1 1 0,0 0 0,0 0 0,-11 1 0,16 0 0,1 1 0,0-1 0,-1 1 0,1-1 0,0 1 0,-1 0 0,1-1 0,0 1 0,0 1 0,0-1 0,-1 0 0,1 0 0,0 1 0,1-1 0,-1 1 0,-2 2 0,2-1 0,0 0 0,0-1 0,0 1 0,1 1 0,-1-1 0,1 0 0,0 0 0,0 1 0,0-1 0,-1 5 0,1 6 0,0 0 0,1 0 0,1 0 0,3 21 0,-4-30 0,9 43 0,25 81 0,-20-79 0,4 12 0,11 83 0,-13-32 0,-16-110 0,0 0 0,1 1 0,0-1 0,-1 0 0,1 0 0,0 0 0,0 0 0,1 0 0,-1 0 0,1 0 0,-1 0 0,3 3 0,-2-5 0,0 1 0,0 0 0,0-1 0,0 0 0,0 1 0,0-1 0,0 0 0,0 0 0,0 0 0,1 0 0,-1 0 0,0-1 0,1 1 0,-1-1 0,1 0 0,4 1 0,35 0 0,51-5 0,-82 3-273,1-1 0,-1 0 0,0-1 0,15-5 0,-17 4-6553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24575,'-1'-1'0,"-1"0"0,1 0 0,-1 1 0,0-1 0,0 0 0,1 1 0,-1-1 0,0 1 0,0-1 0,0 1 0,0 0 0,-2-1 0,3 1 0,1 1 0,-1-1 0,1 0 0,0 0 0,-1 0 0,1 0 0,0 0 0,-1 0 0,1 0 0,0 1 0,-1-1 0,1 0 0,0 0 0,-1 0 0,1 1 0,0-1 0,0 0 0,-1 0 0,1 1 0,0-1 0,0 0 0,-1 1 0,1-1 0,0 1 0,0 0 0,0 0 0,-1 0 0,1 0 0,0 0 0,0 0 0,1 0 0,-1 0 0,0 0 0,0-1 0,0 1 0,1 0 0,-1 0 0,0 0 0,1 1 0,4 8 0,-1 0 0,1-1 0,1 1 0,0-1 0,0 0 0,1-1 0,0 0 0,0 0 0,12 10 0,-18-17 0,0-1 0,0 1 0,0-1 0,0 1 0,0 0 0,0-1 0,0 0 0,0 1 0,0-1 0,0 0 0,0 1 0,0-1 0,0 0 0,0 0 0,0 0 0,0 0 0,0 0 0,0 0 0,0 0 0,0 0 0,0 0 0,0 0 0,0-1 0,0 1 0,0 0 0,0-1 0,0 1 0,0-1 0,0 1 0,0-1 0,-1 0 0,1 1 0,0-1 0,0 0 0,0 1 0,-1-1 0,1 0 0,0 0 0,0-1 0,3-4 0,1-1 0,-1 0 0,-1 0 0,4-11 0,-1 5 0,-3 7 0,0 0 0,0 0 0,1 0 0,0 1 0,0 0 0,8-9 0,-11 13 0,1 0 0,-1 0 0,1-1 0,0 1 0,-1 0 0,1 0 0,0 1 0,0-1 0,0 0 0,0 1 0,0-1 0,-1 1 0,1-1 0,0 1 0,0 0 0,0 0 0,1 0 0,-1 0 0,0 0 0,0 0 0,-1 1 0,1-1 0,0 1 0,0-1 0,3 2 0,11 7 0,0-1 0,-1 2 0,0 0 0,22 20 0,18 12 0,-54-41-114,-1-1 64,1 0 0,-1 1 0,0-1 0,1 0 0,-1 0 0,0 1 0,1-1 0,-1 0 0,0 0 0,1 0 0,-1 0-1,0 1 1,1-1 0,-1 0 0,1 0 0,-1 0 0,0 0 0,1 0 0,-1 0 0,1 0 0,-1 0 0,0 0 0,1 0 0,0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24575,'23'0'0,"62"3"0,-75-2 0,0 0 0,0 1 0,0 0 0,-1 1 0,1 0 0,11 6 0,-18-8 0,0 1 0,0 0 0,0 0 0,-1 0 0,1 1 0,-1-1 0,1 0 0,-1 1 0,0 0 0,0-1 0,0 1 0,0 0 0,-1 0 0,1 0 0,1 4 0,0 4 0,1 1 0,3 23 0,-3-11 0,-1-3 0,-1 1 0,-1 35 0,1 6 0,2-37 0,1-1 0,1 0 0,1 0 0,20 44 0,-7-19 0,-16-39 0,-1-3 0,0 0 0,-1-1 0,0 1 0,0 0 0,1 10 0,-3-16 0,0 0 0,0 0 0,0 0 0,0 0 0,0 0 0,-1-1 0,1 1 0,-1 0 0,1 0 0,-1-1 0,1 1 0,-1 0 0,0-1 0,0 1 0,0 0 0,0-1 0,0 1 0,-1-1 0,1 0 0,0 1 0,-1-1 0,1 0 0,0 0 0,-1 0 0,0 0 0,1 0 0,-1 0 0,-3 1 0,-3 0 0,-1 1 0,0-1 0,0-1 0,0 0 0,0 0 0,-15-1 0,-23 2 0,11 3-1365,21-3-5461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 24575,'-52'-14'0,"-2"3"0,-78-7 0,127 18 0,0 0 0,1 0 0,-1 0 0,0 1 0,1-1 0,-1 1 0,0 1 0,1-1 0,-1 1 0,1-1 0,0 1 0,0 1 0,-1-1 0,1 0 0,-6 7 0,7-7 0,1 0 0,0 0 0,0 1 0,0-1 0,1 1 0,-1-1 0,1 1 0,-1 0 0,1 0 0,0 0 0,0-1 0,0 1 0,0 0 0,1 0 0,-1 0 0,1 1 0,0-1 0,0 0 0,0 0 0,0 0 0,1 0 0,-1 0 0,1 0 0,-1 0 0,2 3 0,1 1 0,0-1 0,0 1 0,1-1 0,0 0 0,0 0 0,0 0 0,0 0 0,1-1 0,0 0 0,0 0 0,1 0 0,0-1 0,-1 0 0,1 0 0,7 4 0,5 1 0,-1-1 0,1 0 0,1-2 0,25 7 0,-18-8 0,1 0 0,0-2 0,0-1 0,0-1 0,34-3 0,-44-1-1365,-3 0-5461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202 121 24575,'-32'-3'0,"5"0"0,0 1 0,0 1 0,-30 3 0,55-2 0,-1 1 0,0-1 0,1 1 0,-1 0 0,0-1 0,1 1 0,-1 1 0,-2 0 0,5-2 0,-1 1 0,1-1 0,0 0 0,-1 1 0,1-1 0,-1 1 0,1-1 0,0 0 0,-1 1 0,1-1 0,0 1 0,0-1 0,-1 1 0,1-1 0,0 1 0,0-1 0,0 1 0,0-1 0,0 1 0,-1-1 0,1 1 0,0-1 0,0 1 0,0-1 0,0 1 0,1 0 0,-1-1 0,0 1 0,0-1 0,0 1 0,0-1 0,0 1 0,1-1 0,-1 1 0,0-1 0,1 0 0,-1 1 0,0-1 0,0 1 0,1-1 0,-1 0 0,1 1 0,-1-1 0,0 1 0,1-1 0,0 0 0,5 5 0,-1 0 0,1-1 0,1 1 0,-1-1 0,1-1 0,-1 0 0,1 0 0,0 0 0,15 3 0,-5-2 0,0-1 0,1 0 0,20-1 0,-31-1 0,13-1 0,31-2 0,-46 1 0,1 1 0,-1-2 0,1 1 0,-1 0 0,1-1 0,-1 0 0,0-1 0,0 1 0,0-1 0,6-4 0,-10 6 0,1 0 0,0-1 0,-1 1 0,0 0 0,1-1 0,-1 0 0,0 1 0,0-1 0,0 0 0,0 1 0,0-1 0,0 0 0,0 0 0,-1 0 0,1 0 0,-1 0 0,1 0 0,-1-2 0,0 1 0,0-1 0,0 1 0,-1 0 0,1 0 0,-1-1 0,0 1 0,0 0 0,0 0 0,0 0 0,-3-4 0,0 0 0,0 0 0,-1 1 0,1-1 0,-2 1 0,1 0 0,-1 0 0,0 1 0,-9-7 0,8 7 0,-1 0 0,0 1 0,1 0 0,-1 1 0,-1 0 0,1 0 0,-1 0 0,-15-1 0,20 3 0,0 1 0,0-1 0,0 1 0,0 0 0,0 1 0,0-1 0,-1 1 0,1 0 0,0 0 0,0 0 0,1 0 0,-1 1 0,0 0 0,0 0 0,1 0 0,-1 0 0,1 0 0,-1 1 0,1-1 0,-5 6 0,-3 5-1365,2 0-5461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24575,'-10'3'0,"-1"1"0,1 0 0,0 1 0,0 0 0,-12 8 0,20-11 0,0-1 0,0 1 0,0 0 0,0 0 0,0 0 0,0 0 0,0 0 0,0 0 0,1 1 0,0-1 0,-1 0 0,1 1 0,0-1 0,0 1 0,0-1 0,0 1 0,0 0 0,1-1 0,-1 1 0,1 0 0,0 0 0,0-1 0,0 1 0,0 0 0,0 0 0,2 4 0,0 0 0,0-1 0,1 0 0,0 0 0,0 0 0,0-1 0,1 1 0,0-1 0,0 0 0,0 0 0,0 0 0,8 6 0,9 5 0,34 23 0,-22-17 0,-12-9 0,-16-10 0,0 0 0,0 0 0,0 0 0,0 1 0,7 7 0,-12-11 0,0 1 0,1-1 0,-1 0 0,0 0 0,0 1 0,1-1 0,-1 0 0,0 1 0,0-1 0,0 0 0,0 0 0,0 1 0,1-1 0,-1 0 0,0 1 0,0-1 0,0 0 0,0 1 0,0-1 0,0 0 0,0 1 0,0-1 0,0 1 0,0-1 0,0 0 0,0 1 0,-1-1 0,1 0 0,0 0 0,0 1 0,0-1 0,0 0 0,-1 1 0,1-1 0,0 0 0,0 0 0,0 1 0,-1-1 0,1 0 0,0 0 0,0 1 0,-1-1 0,1 0 0,0 0 0,-1 0 0,1 0 0,0 1 0,0-1 0,-1 0 0,1 0 0,0 0 0,-1 0 0,-19 3 0,-42-1 0,46-3 0,-1 1 0,1 1 0,-1 1 0,1 0 0,-1 1 0,-24 8 0,4 4-1365,22-10-5461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 24575,'-1'-7'0,"0"7"0,-3 11 0,-2 3 0,-3-2 0,-1 0 0,0 0 0,-1-1 0,-13 11 0,8-8 0,-17 21 0,29-29 0,-1 0 0,1 0 0,0 1 0,0-1 0,1 1 0,0 0 0,-3 10 0,0 6 0,1 0 0,2 0 0,0 1 0,2-1 0,0 1 0,2-1 0,0 1 0,2-1 0,0 0 0,2 1 0,8 26 0,5 1 0,2 0 0,2-1 0,50 81 0,-20-38 0,-30-50 0,2-1 0,2-2 0,35 43 0,-52-74-1365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68 24575,'-20'-11'0,"20"11"0,0 0 0,-1 0 0,1 0 0,0 0 0,0 0 0,-1-1 0,1 1 0,0 0 0,0 0 0,-1 0 0,1 0 0,0 0 0,0 1 0,-1-1 0,1 0 0,0 0 0,0 0 0,0 0 0,-1 0 0,1 0 0,0 0 0,0 0 0,-1 0 0,1 1 0,0-1 0,0 0 0,-1 0 0,1 1 0,0 0 0,0-1 0,0 1 0,0 0 0,0-1 0,0 1 0,0 0 0,0-1 0,0 1 0,0 0 0,0-1 0,0 1 0,0 0 0,0-1 0,1 2 0,2 8 0,1 0 0,1 0 0,-1 0 0,2-1 0,9 14 0,37 43 0,-38-49 0,-10-14 0,-1 1 0,0 0 0,1-1 0,0 0 0,0 1 0,0-2 0,7 5 0,-9-6 0,-1 0 0,1 0 0,0-1 0,0 1 0,0-1 0,0 1 0,0-1 0,0 0 0,-1 0 0,1 0 0,0 0 0,0 0 0,0 0 0,0 0 0,0-1 0,0 1 0,0-1 0,0 0 0,-1 1 0,1-1 0,0 0 0,2-2 0,5-3 0,0-2 0,-1 1 0,0-1 0,-1 0 0,0-1 0,0 0 0,-1 0 0,8-14 0,1 0 0,-15 21 0,1 1 0,0-1 0,1 1 0,-1-1 0,0 1 0,0-1 0,0 1 0,1 0 0,-1 0 0,1-1 0,-1 1 0,1 0 0,0 1 0,-1-1 0,1 0 0,0 0 0,-1 1 0,1-1 0,3 0 0,-2 1 0,-1 0 0,1 1 0,0-1 0,-1 1 0,1-1 0,-1 1 0,1 0 0,-1 0 0,1 0 0,-1 0 0,1 1 0,3 2 0,4 2 0,0 0 0,0-1 0,1 0 0,0 0 0,0-1 0,16 3 0,-21-6 0,0 0 0,0 0 0,1 0 0,-1-1 0,0 0 0,0 0 0,0-1 0,0 1 0,0-2 0,0 1 0,0 0 0,0-1 0,11-5 0,-15 5 0,1 1 0,-1-1 0,0 0 0,0 0 0,0 0 0,0 0 0,0 0 0,0 0 0,0-1 0,-1 1 0,1 0 0,-1-1 0,0 1 0,0-1 0,0 0 0,0 1 0,0-1 0,-1 0 0,1 0 0,-1 1 0,1-5 0,-1 3 0,0 1 0,0-1 0,0 0 0,-1 1 0,1-1 0,-1 1 0,0-1 0,0 0 0,0 1 0,0 0 0,-1-1 0,0 1 0,1 0 0,-1 0 0,0 0 0,-3-3 0,-2-2-341,0 2 0,0-1-1,-12-7 1,6 6-6485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36 24575,'1'-3'0,"-2"1"0,1 0 0,0-1 0,0 1 0,-1-1 0,1 1 0,-1 0 0,1 0 0,-1-1 0,0 1 0,-2-3 0,3 4 0,-1 1 0,1 0 0,0-1 0,0 1 0,-1 0 0,1 0 0,0-1 0,-1 1 0,1 0 0,0 0 0,-1 0 0,1-1 0,-1 1 0,1 0 0,0 0 0,-1 0 0,1 0 0,-1 0 0,1 0 0,0 0 0,-1 0 0,1 0 0,-1 0 0,1 0 0,-1 0 0,0 0 0,0 1 0,-1-1 0,1 1 0,0 0 0,0-1 0,0 1 0,0 0 0,0 0 0,0 0 0,0 0 0,0 0 0,-1 1 0,-5 8 0,1 0 0,0 0 0,0 1 0,-5 15 0,4-11 0,1 0 0,1 1 0,0 0 0,1 0 0,1 0 0,-3 32 0,5-5 0,3 44 0,0-66 0,2 0 0,0-1 0,1 1 0,1-1 0,1 0 0,0-1 0,2 0 0,0 0 0,18 25 0,-19-33 0,0 0 0,1-1 0,0 0 0,1-1 0,1 0 0,-1 0 0,1-1 0,0 0 0,15 6 0,-14-9-227,0 0-1,1-1 1,-1-1-1,1 0 1,22 2-1,-20-4-6598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9 175 24575,'0'0'0,"0"0"0,0-1 0,0 1 0,0 0 0,0 0 0,0 0 0,0 0 0,0-1 0,0 1 0,0 0 0,0 0 0,0 0 0,0 0 0,0-1 0,0 1 0,0 0 0,0 0 0,0 0 0,0 0 0,0-1 0,0 1 0,0 0 0,0 0 0,0 0 0,0 0 0,0-1 0,1 1 0,-1 0 0,0 0 0,0 0 0,0 0 0,0 0 0,0 0 0,1 0 0,-1-1 0,0 1 0,0 0 0,0 0 0,0 0 0,1 0 0,-1 0 0,0 0 0,0 0 0,1 0 0,6 6 0,6 13 0,-5-2 0,-2 2 0,0-1 0,0 1 0,4 37 0,-9-53 0,-1 0 0,1 0 0,0 0 0,0-1 0,0 1 0,0 0 0,2 3 0,-3-6 0,0 0 0,0 0 0,0 0 0,0 1 0,0-1 0,0 0 0,1 0 0,-1 0 0,0 1 0,0-1 0,0 0 0,1 0 0,-1 0 0,0 0 0,0 0 0,0 0 0,1 1 0,-1-1 0,0 0 0,0 0 0,0 0 0,1 0 0,-1 0 0,0 0 0,0 0 0,1 0 0,-1 0 0,0 0 0,0 0 0,1 0 0,-1 0 0,0 0 0,1-1 0,0 1 0,-1-1 0,1 0 0,0 0 0,-1 1 0,1-1 0,-1 0 0,1 0 0,-1 0 0,0 1 0,1-1 0,-1 0 0,0 0 0,1-1 0,1-6 0,0-1 0,-1 1 0,0-1 0,0 1 0,-1-1 0,0 1 0,0-1 0,-1 1 0,0-1 0,0 1 0,-1-1 0,-6-14 0,-2-2 0,-1 1 0,-25-41 0,34 61 0,-2-2 0,0-1 0,0 0 0,1 0 0,0 0 0,0 0 0,-2-9 0,5 16 0,0 0 0,0 0 0,0-1 0,0 1 0,0 0 0,0 0 0,0 0 0,0 0 0,0 0 0,0 0 0,0 0 0,0 0 0,0 0 0,0 0 0,0 0 0,0 0 0,0 0 0,0 0 0,0-1 0,0 1 0,0 0 0,0 0 0,0 0 0,0 0 0,0 0 0,0 0 0,0 0 0,0 0 0,0 0 0,0 0 0,0 0 0,0 0 0,0 0 0,0 0 0,0 0 0,0 0 0,0 0 0,0-1 0,1 1 0,-1 0 0,0 0 0,0 0 0,0 0 0,0 0 0,0 0 0,0 0 0,0 0 0,0 0 0,0 0 0,0 0 0,0 0 0,0 0 0,0 0 0,0 0 0,1 0 0,-1 0 0,0 0 0,0 0 0,0 0 0,0 0 0,0 0 0,0 0 0,0 0 0,0 0 0,0 0 0,5 5 0,5 8 0,2 3 0,0-1 0,1 0 0,0-1 0,1 0 0,1-1 0,0-1 0,17 11 0,-24-18 0,1-1 0,0 0 0,-1-1 0,1 0 0,1 0 0,-1-1 0,0 0 0,0 0 0,14 0 0,-19-2 0,-1 0 0,1 0 0,-1-1 0,1 1 0,-1-1 0,1 0 0,-1 0 0,1 0 0,-1-1 0,0 1 0,7-4 0,-8 3 0,0 0 0,0 0 0,0 0 0,0 0 0,0 0 0,-1 0 0,1 0 0,-1-1 0,1 1 0,-1-1 0,0 1 0,0-1 0,0 1 0,0-1 0,0 0 0,-1 0 0,1-3 0,1-9 0,-2 0 0,-1-29 0,0 26 0,1-25 0,0 42 0,0 1 0,0-1 0,0 0 0,0 1 0,0-1 0,0 1 0,0-1 0,0 0 0,0 1 0,1-1 0,-1 1 0,0-1 0,0 0 0,1 1 0,-1-1 0,0 1 0,1-1 0,0 0 0,-1 1 0,0 0 0,1 0 0,-1 0 0,0 0 0,1 0 0,-1 0 0,0 0 0,0 0 0,1 0 0,-1 0 0,0 1 0,1-1 0,-1 0 0,0 0 0,0 0 0,1 0 0,-1 0 0,0 1 0,0-1 0,0 0 0,1 0 0,-1 0 0,0 1 0,0-1 0,0 0 0,1 1 0,12 20 0,-13-21 0,34 58 0,64 82 0,-56-83 0,-36-47-341,0 0 0,-1 0-1,7 18 1,-7-15-6485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24575,'-31'0'0,"-14"0"0,-7 0 0,0 0 0,1 0 0,4 0 0,6 2 0,4 2 0,4-1 0,2 2 0,1 0 0,2-1 0,2 2 0,0 0 0,3-2 0,5-1-8191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24575,'2'-2'0,"0"1"0,0-1 0,0 1 0,0 0 0,1-1 0,-1 1 0,1 0 0,-1 1 0,1-1 0,-1 0 0,1 1 0,3-1 0,36-1 0,-30 3 0,16-2 0,64 3 0,-90-2 0,0 0 0,0 0 0,0 0 0,0 1 0,1-1 0,-1 1 0,0-1 0,0 1 0,0 0 0,0 0 0,0 0 0,-1 0 0,1 0 0,0 1 0,0-1 0,-1 0 0,1 1 0,0-1 0,-1 1 0,0 0 0,1-1 0,-1 1 0,1 2 0,-1-2 0,0 1 0,-1-1 0,0 0 0,1 0 0,-1 1 0,0-1 0,0 0 0,0 1 0,0-1 0,0 0 0,-1 1 0,1-1 0,-1 0 0,1 0 0,-1 1 0,0-1 0,0 0 0,0 0 0,0 0 0,0 0 0,-3 3 0,-24 30 0,18-24 0,2-1 0,-12 19 0,19-28 0,1-1 0,0 1 0,-1 0 0,1 0 0,-1-1 0,1 1 0,0 0 0,0 0 0,-1-1 0,1 1 0,0 0 0,0 0 0,0 0 0,0 0 0,0-1 0,0 1 0,0 0 0,0 0 0,0 0 0,1-1 0,-1 1 0,0 0 0,1 1 0,0-1 0,-1 0 0,1-1 0,0 1 0,0 0 0,0 0 0,0-1 0,0 1 0,0-1 0,0 1 0,0-1 0,0 1 0,0-1 0,0 0 0,0 1 0,1-1 0,7 1 0,-1 0 0,1-1 0,15-1 0,-16 1 0,-1 0 0,23-1 0,56-9 0,-72 8-1365,-2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24575,'-27'-5'0,"-12"-2"0,-2 1 0,3 1 0,7 1 0,5 2 0,5 1 0,3 0 0,5 4 0,2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24575,'-2'4'0,"1"0"0,0 0 0,0 0 0,0 0 0,1 0 0,-1 0 0,1 0 0,0 0 0,0 0 0,0 0 0,1 0 0,0 0 0,-1 0 0,2 0 0,-1 0 0,0-1 0,1 1 0,-1 0 0,3 3 0,0 1 0,1 0 0,0 0 0,0-1 0,0 0 0,1 0 0,0 0 0,11 8 0,-14-12 0,0-1 0,1 0 0,-1 0 0,0 1 0,1-2 0,-1 1 0,5 1 0,-7-3 0,0 1 0,0-1 0,-1 0 0,1 0 0,0 0 0,0 0 0,0 0 0,0 0 0,0 0 0,0-1 0,0 1 0,-1 0 0,1 0 0,0-1 0,0 1 0,0-1 0,-1 1 0,1 0 0,0-1 0,0 1 0,-1-1 0,1 0 0,0 1 0,-1-1 0,1 0 0,-1 1 0,1-1 0,-1 0 0,1 1 0,-1-1 0,1 0 0,-1 0 0,0 0 0,1 0 0,-1 1 0,0-1 0,0-1 0,2-7 0,0 0 0,-1 1 0,0-1 0,-1 0 0,0 0 0,-1-14 0,0-22 0,0 44 0,1 1 0,0-1 0,0 0 0,0 0 0,1 0 0,-1 1 0,0-1 0,0 0 0,0 0 0,1 0 0,-1 1 0,0-1 0,1 0 0,-1 0 0,0 1 0,1-1 0,-1 0 0,1 1 0,-1-1 0,1 1 0,0-1 0,-1 0 0,1 1 0,-1-1 0,1 1 0,0 0 0,0-1 0,-1 1 0,1-1 0,0 1 0,0 0 0,-1 0 0,1-1 0,0 1 0,0 0 0,0 0 0,-1 0 0,1 0 0,0 0 0,0 0 0,0 0 0,-1 0 0,1 1 0,0-1 0,0 0 0,0 0 0,-1 1 0,1-1 0,1 1 0,5 2 0,0 0 0,0 1 0,-1 0 0,8 5 0,-12-8 0,113 72 0,-113-71-124,0-1 0,0 1 0,0 0 0,0 0 0,0 0 0,0 0-1,0 0 1,-1 0 0,1 1 0,1 2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24575,'44'19'0,"0"1"0,-1 3 0,-1 2 0,68 52 0,-93-63 0,0 1 0,0 1 0,-2 1 0,0 0 0,-1 1 0,0 1 0,-2 0 0,0 1 0,-1 0 0,-1 1 0,-1 0 0,8 28 0,-14-36 0,0-1 0,-1 1 0,0-1 0,-1 1 0,-1 0 0,-1 21 0,0-27 0,0 0 0,-1 1 0,0-1 0,0 0 0,0 0 0,-1 0 0,0 0 0,-1-1 0,0 1 0,0-1 0,0 0 0,-8 9 0,3-6-195,1-1 0,-1-1 0,0 0 0,-1 0 0,0-1 0,-15 8 0,8-6-6631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1 0,1-1 0,-1 0 0,1 1 0,-1-1 0,1 0 0,-1 1 0,1-1 0,-1 1 0,1-1 0,-1 1 0,1-1 0,0 1 0,-1-1 0,1 1 0,0 0 0,0-1 0,-1 1 0,1 0 0,0-1 0,0 1 0,-1 0 0,1 0 0,0 0 0,0 0 0,1 0 0,22-2 0,-16 3 0,0 0 0,0 0 0,0 1 0,0 0 0,0 1 0,14 6 0,42 26 0,-63-34 0,22 14 0,0 2 0,21 20 0,1 1 0,-17-14 0,0 2 0,-1 1 0,-2 1 0,-1 1 0,35 55 0,-45-58 0,-1 0 0,-2 0 0,0 1 0,-1 0 0,-2 1 0,-1 0 0,-1 1 0,2 33 0,-5-36 0,8 132 0,-11-146 0,-1 0 0,0 0 0,-1 0 0,0 0 0,-1 0 0,-5 13 0,5-17 0,0-1 0,-1 0 0,0 0 0,0 0 0,-1 0 0,0 0 0,0-1 0,0 0 0,-1 0 0,-7 6 0,-21 19-1365,23-21-5461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24575,'41'119'0,"-2"-33"0,-16-38 0,-22-46 0,8 22 0,-8-24 0,-1 1 0,0 0 0,1 0 0,-1-1 0,0 1 0,0 0 0,0 0 0,0-1 0,0 1 0,0 0 0,0 0 0,0 0 0,0-1 0,0 1 0,0 0 0,0 0 0,-1-1 0,1 1 0,0 0 0,0 0 0,-1-1 0,1 1 0,-1 0 0,1-1 0,-1 1 0,0 0 0,0-1-57,0 0 0,0 0 1,0 0-1,1 0 0,-1 0 0,0 0 0,0 0 0,0 0 0,0-1 0,0 1 1,0 0-1,0-1 0,0 1 0,0-1 0,0 1 0,1-1 0,-1 1 0,0-1 0,0 0 1,1 1-1,-1-1 0,0 0 0,0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10 24575,'-30'-2'0,"-13"-2"0,-1 1 0,7 3 0,7 1 0,6 2 0,4 1 0,4 1 0,2-1 0,0 2 0,1 0 0,0-2 0,1-1-8191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24575,'-3'-18'0,"3"18"0,0-1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0,0 0 0,9 8 0,21 25 0,48 71 0,-65-83 0,-2 0 0,0 0 0,-1 1 0,-1 0 0,8 31 0,-5-2 0,9 88 0,-19-87 0,-2-71 0,3-58 0,-2 69 0,0 0 0,0 0 0,1 0 0,1 1 0,-1-1 0,1 1 0,7-14 0,-9 19 0,1-1 0,0 1 0,-1 0 0,1 0 0,0 0 0,0 0 0,0 0 0,0 0 0,0 1 0,0-1 0,1 1 0,-1-1 0,1 1 0,-1 0 0,1 0 0,-1 0 0,4 0 0,-2 0 0,-1 1 0,1 0 0,0 0 0,0 0 0,0 0 0,-1 1 0,1-1 0,0 1 0,0 0 0,6 3 0,5 3 0,-1 1 0,0 0 0,-1 1 0,20 16 0,-30-22 0,10 9 0,0 0 0,-1 1 0,17 24 0,-5-6 0,-22-29-195,0 0 0,0 0 0,0 0 0,0 0 0,0 0 0,4 1 0,3 2-6631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32 24575,'-26'-6'0,"-74"-14"0,82 17 0,1 2 0,-1 0 0,-29 2 0,46-1 0,-1 0 0,0 0 0,1 0 0,-1 0 0,0 1 0,1-1 0,-1 0 0,1 1 0,-1 0 0,1-1 0,-1 1 0,1 0 0,0 0 0,-1-1 0,1 1 0,0 0 0,-1 0 0,1 1 0,0-1 0,0 0 0,0 0 0,0 1 0,0-1 0,0 0 0,1 1 0,-1-1 0,-1 4 0,2-3 0,0 1 0,0-1 0,0 1 0,0-1 0,0 1 0,0-1 0,1 0 0,-1 1 0,1-1 0,0 1 0,-1-1 0,1 0 0,0 1 0,1-1 0,-1 0 0,0 0 0,3 3 0,22 33 0,-2 0 0,-1 2 0,-3 1 0,-1 0 0,-2 1 0,13 47 0,7 32 0,36 126 0,-70-230 0,0 0 0,-1 1 0,0 19 0,0-5 0,-2-31 0,0 0 0,0 1 0,1-1 0,-1 0 0,1 1 0,-1-1 0,1 0 0,-1 1 0,1-1 0,0 0 0,-1 0 0,1 1 0,0-1 0,0 0 0,0 0 0,0 0 0,0 0 0,0 0 0,0-1 0,0 1 0,1 0 0,-1 0 0,0-1 0,0 1 0,1-1 0,-1 1 0,0-1 0,1 1 0,-1-1 0,3 0 0,5 1 0,0 0 0,0-1 0,17-1 0,-11 0 0,13 0 0,47-2 0,-65 1 0,0 1 0,0-1 0,0-1 0,0 1 0,12-7 0,-12 3-1365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24575,'3'0'0,"1"1"0,-1-1 0,0 1 0,0 0 0,0 0 0,0 0 0,0 0 0,-1 1 0,1-1 0,0 1 0,-1 0 0,1 0 0,-1 0 0,1 0 0,-1 0 0,3 4 0,4 4 0,-1 1 0,10 15 0,78 146 0,-93-162 0,-9-15 0,-11-15 0,-7-15 0,2-1 0,-34-75 0,34 53 0,20 51 0,0 0 0,1 0 0,0 0 0,0 1 0,0-1 0,1-13 0,3 15 0,2 9 0,6 12 0,-8-12 0,2 3 0,1 0 0,-1-1 0,1 0 0,0 0 0,1-1 0,0 1 0,0-1 0,0-1 0,0 1 0,0-1 0,1-1 0,0 1 0,0-1 0,0-1 0,16 4 0,-6-2 0,-11-1 0,1-1 0,0-1 0,14 2 0,-19-3 0,-1-1 0,1 1 0,0 0 0,-1-1 0,1 1 0,-1-1 0,1 0 0,0 0 0,-1 0 0,0 0 0,1 0 0,-1 0 0,0-1 0,1 1 0,1-3 0,-1 1 0,0 1 0,-1-1 0,1 0 0,-1 0 0,0 0 0,0 0 0,0 0 0,0 0 0,-1-1 0,1 1 0,-1-1 0,0 1 0,0-1 0,0-4 0,1-3 0,-2-1 0,1 0 0,-2-13 0,0-21 0,1 45 0,0 1 0,0-1 0,0 1 0,0-1 0,0 1 0,0-1 0,0 1 0,0-1 0,1 1 0,-1-1 0,0 0 0,0 1 0,0-1 0,1 1 0,-1 0 0,0-1 0,1 1 0,-1-1 0,0 1 0,1-1 0,-1 1 0,0 0 0,1-1 0,0 1 0,-1 0 0,1 0 0,-1 0 0,1 0 0,-1 0 0,1 0 0,-1 0 0,1 0 0,-1 0 0,1 1 0,-1-1 0,1 0 0,-1 0 0,0 0 0,1 1 0,-1-1 0,1 0 0,-1 1 0,0-1 0,1 1 0,17 20 0,-1 4 0,20 29 0,55 62 0,-81-104-118,21 23 367,-31-33-342,1 0-1,-1 0 1,0 0-1,0 0 1,0 1-1,0-1 1,0 0-1,0 0 1,0 1-1,-1-1 1,1 0-1,-1 1 1,0-1-1,0 0 0,0 5 1,-2 1-6733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24575,'-7'5'0,"0"-2"0,0 1 0,-1-1 0,1 0 0,-1-1 0,1 1 0,-1-1 0,-11 1 0,-8-1 0,-31 0 0,-10 0 0,-111 23-1365,163-24-5461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24575,'22'-5'0,"6"-1"0,33-4 0,-53 9 0,0 1 0,-1-1 0,1 2 0,0-1 0,0 1 0,0 0 0,-1 1 0,1 0 0,8 3 0,-14-4 0,0 0 0,0 0 0,0 0 0,-1 0 0,1 0 0,0 1 0,-1-1 0,1 1 0,-1-1 0,0 1 0,1-1 0,-1 1 0,0 0 0,0 0 0,0 0 0,0-1 0,0 1 0,0 0 0,-1 0 0,1 0 0,-1 0 0,1 0 0,-1 1 0,0-1 0,0 0 0,0 0 0,0 0 0,0 0 0,0 0 0,-1 4 0,-2 5 0,0 0 0,0 0 0,-1 0 0,-6 12 0,8-18 0,-11 19 0,-6 16 0,18-38 0,0 0 0,0 0 0,1 1 0,-1-1 0,1 0 0,-1 1 0,1-1 0,0 1 0,0-1 0,0 0 0,0 1 0,1-1 0,0 5 0,0-5 0,0-1 0,-1 0 0,1 0 0,0 0 0,0 0 0,0 1 0,0-1 0,0 0 0,0-1 0,0 1 0,0 0 0,1 0 0,-1 0 0,0-1 0,0 1 0,1 0 0,-1-1 0,0 1 0,1-1 0,-1 0 0,1 1 0,1-1 0,5 1 0,0-1 0,15 0 0,-14 0 0,14-1 0,0-2 0,0 0 0,0-1 0,-1-1 0,1-1 0,-1-1 0,22-11 0,-28 10-1365,-3 0-5461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24575,'45'-5'0,"53"-3"0,-83 8 0,0 0 0,-1 1 0,1 1 0,21 4 0,-24-2 0,-1 0 0,1 1 0,20 11 0,-25-12 0,-1 0 0,0 0 0,0 1 0,0 0 0,0 0 0,-1 0 0,8 9 0,-12-12 0,0 0 0,0-1 0,-1 1 0,1 0 0,0 0 0,0 0 0,-1 0 0,0 0 0,1 0 0,-1 0 0,0 0 0,0 0 0,0 3 0,-6 29 0,1-6 0,4-15 0,1-1 0,1 1 0,0 0 0,0-1 0,2 1 0,-1-1 0,6 13 0,36 83 0,-12-33 0,-17-42 0,18 32 0,8 15 0,-39-76 0,0 1 0,-1-1 0,1 1 0,-1 0 0,0 0 0,-1-1 0,1 1 0,-1 0 0,1 0 0,-2 0 0,1 0 0,0-1 0,-3 8 0,3-9 0,-1-1 0,0 1 0,0-1 0,-1 1 0,1-1 0,0 0 0,-1 0 0,1 1 0,-1-1 0,0 0 0,0-1 0,0 1 0,0 0 0,0 0 0,0-1 0,0 1 0,-1-1 0,1 0 0,0 0 0,-1 0 0,1 0 0,-1 0 0,0 0 0,1-1 0,-5 1 0,-96 8 0,70-5-1365,20-3-5461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 24575,'16'0'0,"1"1"0,-1 1 0,0 0 0,18 6 0,-72-6 0,-57-10 0,-6 0 0,96 8-227,0 0-1,-1-1 1,1 0-1,0 0 1,-6-1-1,2-1-6598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31 24575,'1'-6'0,"-1"1"0,-7 2 0,-8 1 0,-28 0 0,27 2 0,-24-3 0,7-2-682,-66 0-1,87 6-6143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78 24575,'11'-3'0,"-1"0"0,1-1 0,12-7 0,-20 9 0,0 1 0,0-1 0,0 0 0,0-1 0,0 1 0,-1 0 0,1-1 0,-1 0 0,0 1 0,0-1 0,0 0 0,0 0 0,0 0 0,1-4 0,3-5 0,-3 9 0,-2 9 0,-2 5 0,-1 0 0,-1 0 0,1 0 0,-2 0 0,-5 11 0,-5 18 0,-20 61 0,-9 34 0,28-56 0,12-58 0,0 0 0,2 0 0,0 0 0,4 37 0,4-10 0,-4-29 0,2 32 0,-6 8 0,2 44 0,1-92 0,0 1 0,0-1 0,1-1 0,1 1 0,0 0 0,0-1 0,1 0 0,9 14 0,7 8 0,29 32 0,-39-51 0,7 4 18,-15-14-172,0-1 1,0 1-1,0 0 0,0 0 1,-1 0-1,1 0 0,-1 0 1,4 8-1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 24575,'-1'-2'0,"-1"0"0,1 0 0,-1 1 0,1-1 0,0 0 0,0 0 0,0 0 0,0-1 0,0 1 0,1 0 0,-1-3 0,0 4 0,1 1 0,0-1 0,0 1 0,0-1 0,0 1 0,0-1 0,0 1 0,0-1 0,1 1 0,-1-1 0,0 1 0,0-1 0,0 1 0,0-1 0,1 1 0,-1 0 0,0-1 0,0 1 0,1-1 0,-1 1 0,0 0 0,1-1 0,0 0 0,0 1 0,-1 0 0,1 0 0,0-1 0,0 1 0,0 0 0,0 0 0,-1 0 0,1 0 0,0 0 0,0 0 0,0 0 0,0 0 0,-1 0 0,1 0 0,0 0 0,0 1 0,1-1 0,7 4 0,0 1 0,0 0 0,0 0 0,0 0 0,-1 1 0,0 1 0,8 7 0,6 4 0,136 115 0,-126-102 0,-2 1 0,44 62 0,-52-60 0,-2 2 0,30 68 0,17 83 0,-53-146 0,-7-20 0,0 1 0,-1-1 0,-2 1 0,0 1 0,-1-1 0,-1 27 0,-2-42 0,0 1 0,-1-1 0,0 1 0,-1-1 0,1 0 0,-1 1 0,-1-1 0,0 0 0,0 0 0,0 0 0,0-1 0,-1 1 0,-6 6 0,-14 25 0,19-28 0,-1-1 0,0 1 0,-1-1 0,0-1 0,0 1 0,-12 9 0,-16 12-1365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24575,'20'3'0,"0"0"0,0-2 0,0 0 0,0-1 0,0-1 0,1-1 0,33-8 0,-37 5 0,1 1 0,33-14 0,-47 16 0,0 0 0,0 0 0,0 0 0,0 0 0,-1-1 0,1 0 0,-1 1 0,0-1 0,0-1 0,0 1 0,0 0 0,0-1 0,4-6 0,-7 8 0,1 0 0,0 0 0,0 1 0,-1-1 0,1 0 0,-1 0 0,1-1 0,-1 1 0,0 0 0,0 0 0,0 0 0,0 0 0,-1 0 0,1 0 0,0 0 0,-1 0 0,1 0 0,-1 0 0,0 0 0,0 0 0,1 0 0,-1 1 0,-1-1 0,1 0 0,0 0 0,0 1 0,-1-1 0,1 1 0,-1-1 0,1 1 0,-1 0 0,1-1 0,-1 1 0,-3-2 0,-1 0 0,0 0 0,-1 0 0,1 0 0,0 1 0,-1 0 0,0 0 0,1 0 0,-1 1 0,-10 0 0,11 1 0,0 0 0,0 0 0,0 1 0,0 0 0,0 1 0,0-1 0,0 1 0,1 0 0,-1 0 0,0 1 0,1 0 0,0 0 0,-1 0 0,1 1 0,-5 4 0,2-1 0,1 1 0,-1 0 0,2 0 0,-1 1 0,1-1 0,1 2 0,-9 17 0,10-20 0,1 1 0,0-1 0,1 1 0,-4 15 0,6-20 0,-1-1 0,1 1 0,0 0 0,1-1 0,-1 1 0,0 0 0,1 0 0,0-1 0,-1 1 0,1-1 0,0 1 0,0-1 0,1 1 0,-1-1 0,0 0 0,1 1 0,0-1 0,2 3 0,5 4 0,0-1 0,1 1 0,0-1 0,0-1 0,1 0 0,0-1 0,0 0 0,1 0 0,0-1 0,14 4 0,11 1 0,1-1 0,40 4 0,-72-12-91,-1 0 0,1-1 0,0 1 0,0-1 0,0-1 0,0 1 0,0-1 0,0 0 0,0 0 0,-1-1 0,1 0 0,0 0 0,-1 0 0,6-3 0,0-4-6735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8 24575,'-16'-3'0,"1"1"0,-1 0 0,1 2 0,-1 0 0,-27 3 0,-64 10 0,93-10-195,0-2 0,0 1 0,0-1 0,0-1 0,0-1 0,-15-2 0,16 0-6631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24575,'1'0'0,"0"1"0,0-1 0,0 1 0,0 0 0,0-1 0,0 1 0,0 0 0,0 0 0,0-1 0,0 1 0,0 0 0,-1 0 0,1 0 0,0 0 0,-1 0 0,2 2 0,-1-1 0,17 28 0,24 57 0,-16-30 0,26 35 0,-32-58 0,30 67 0,-48-95 0,0 1 0,0-1 0,0 1 0,-1-1 0,0 1 0,0 0 0,-1 10 0,0-15 0,0-1 0,0 1 0,0-1 0,-1 1 0,1-1 0,0 1 0,-1-1 0,1 1 0,-1-1 0,0 1 0,1-1 0,-1 0 0,0 0 0,0 1 0,0-1 0,0 0 0,0 0 0,0 0 0,0 0 0,0 0 0,0 0 0,-1 0 0,1 0 0,0 0 0,0-1 0,-1 1 0,1-1 0,-1 1 0,1-1 0,-1 1 0,1-1 0,-1 0 0,1 1 0,-1-1 0,1 0 0,-1 0 0,1 0 0,-1-1 0,-1 1 0,-7-1 0,-1-1 0,1 0 0,0-1 0,0 0 0,-17-8 0,9 2 0,2 0 0,-22-15 0,32 21 0,1-2 0,0 1 0,0-1 0,0 0 0,0 0 0,1 0 0,0 0 0,-7-12 0,10 15 0,0 1 0,0-1 0,1 0 0,-1 0 0,1 0 0,-1 0 0,1 1 0,0-1 0,-1 0 0,1 0 0,0 0 0,0 0 0,1 0 0,-1 0 0,0 0 0,1 0 0,-1 1 0,1-1 0,-1 0 0,1 0 0,0 0 0,0 1 0,0-1 0,0 0 0,0 1 0,0-1 0,0 1 0,0-1 0,1 1 0,-1 0 0,1-1 0,-1 1 0,1 0 0,-1 0 0,4-2 0,5-2 17,1 1 0,0-1-1,-1 2 1,1-1 0,1 1 0,-1 1-1,18-2 1,-15 3-392,0-2 0,1 0 1,25-9-1,-24 5-6451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4 0,-2 6 0,0 4 0,-1 4 0,0 0-8191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24575,'1'2'0,"-1"1"0,1 0 0,0-1 0,1 1 0,-1-1 0,0 1 0,1-1 0,-1 1 0,1-1 0,0 0 0,3 3 0,3 5 0,3 6 0,1 0 0,0-1 0,1-1 0,17 14 0,-21-21 0,0 1 0,1-2 0,0 1 0,0-1 0,1-1 0,0 0 0,22 7 0,-31-11 0,0-1 0,0 1 0,1-1 0,-1 1 0,0-1 0,1 0 0,-1 0 0,0 0 0,0-1 0,1 1 0,-1 0 0,0-1 0,0 0 0,0 1 0,1-1 0,-1 0 0,0 0 0,0 0 0,0 0 0,0 0 0,-1-1 0,1 1 0,0-1 0,0 1 0,-1-1 0,3-3 0,-2 2 0,0 1 0,-1-1 0,0 1 0,1-1 0,-1 0 0,0 0 0,0 0 0,-1 1 0,1-1 0,-1 0 0,1 0 0,-1 0 0,0 0 0,0 0 0,0 0 0,-1 0 0,1 0 0,-1 0 0,1 0 0,-3-4 0,0-1 0,-1 1 0,0-1 0,0 1 0,-1 0 0,0 0 0,0 0 0,0 1 0,-1 0 0,-7-7 0,22 19 0,0 0 0,0-1 0,1-1 0,-1 1 0,1-2 0,1 1 0,17 3 0,-17-5 0,1 0 0,-1-1 0,1 0 0,0-1 0,-1-1 0,1 1 0,13-4 0,-20 3 0,0 0 0,0 0 0,0 0 0,0-1 0,0 0 0,0 0 0,0-1 0,0 1 0,-1-1 0,1 0 0,-1 0 0,0 0 0,0-1 0,0 0 0,0 1 0,-1-1 0,6-9 0,-8 11 6,0 0-1,0 0 1,0 0-1,0 0 0,0 0 1,-1 0-1,1-1 1,-1 1-1,0 0 1,1 0-1,-1-1 1,0 1-1,0 0 0,-1-1 1,1 1-1,0 0 1,-1 0-1,1-1 1,-1 1-1,0 0 1,-1-3-1,0 3-98,1-1 0,-1 1 1,0-1-1,0 1 0,0 0 0,0 0 0,0 0 0,0 0 1,-1 0-1,1 0 0,-1 0 0,1 1 0,-1 0 1,0-1-1,-4 0 0,-8-3-6733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50 115 24575,'34'35'0,"-1"1"0,-3 2 0,0 1 0,29 55 0,-10 2 0,-57-112 0,-13-23 0,-71-81 0,45 60 0,-69-113 0,116 173 0,0 0 0,0 0 0,0 0 0,0 0 0,0 0 0,0 0 0,0 0 0,0-1 0,0 1 0,0 0 0,0 0 0,1 0 0,-1 0 0,0 0 0,0 0 0,0 0 0,0 0 0,0 0 0,0 0 0,0 0 0,0 0 0,0 0 0,0 0 0,0 0 0,0 0 0,0 0 0,0-1 0,0 1 0,0 0 0,0 0 0,0 0 0,0 0 0,0 0 0,0 0 0,0 0 0,0 0 0,0 0 0,0 0 0,0 0 0,0-1 0,0 1 0,0 0 0,0 0 0,0 0 0,0 0 0,0 0 0,0 0 0,0 0 0,0 0 0,0 0 0,0 0 0,0 0 0,0 0 0,0 0 0,0 0 0,9 6 0,12 12 0,-13-10 0,69 62 0,-65-60 0,0-2 0,0 0 0,1 0 0,1-1 0,13 5 0,-20-9 0,2 1 0,0-1 0,-1 0 0,1-1 0,15 3 0,-22-5 0,-1 0 0,1 0 0,-1 0 0,1 0 0,-1 0 0,1 0 0,0 0 0,-1 0 0,1-1 0,-1 1 0,1-1 0,-1 1 0,0-1 0,1 1 0,-1-1 0,1 0 0,-1 0 0,0 0 0,0 0 0,1 0 0,-1 0 0,0 0 0,0 0 0,0 0 0,0 0 0,0 0 0,0-1 0,0 1 0,-1-1 0,1 1 0,0 0 0,-1-1 0,1 1 0,-1-3 0,2-4 0,-1 0 0,0 1 0,-1-1 0,0 0 0,0 0 0,-2-11 0,-13-47 0,2 11 0,13 55 0,0 0 0,0 0 0,0 0 0,0 0 0,1 1 0,-1-1 0,0 0 0,0 0 0,0 0 0,0 0 0,0 0 0,0 0 0,0 0 0,0 0 0,0 0 0,0 0 0,0 1 0,0-1 0,0 0 0,0 0 0,1 0 0,-1 0 0,0 0 0,0 0 0,0 0 0,0 0 0,0 0 0,0 0 0,0 0 0,0 0 0,0 0 0,1 0 0,-1 0 0,0 0 0,0 0 0,0 0 0,0 0 0,0 0 0,0 0 0,0 0 0,0 0 0,0 0 0,1 0 0,-1 0 0,0 0 0,0 0 0,0 0 0,0 0 0,0-1 0,0 1 0,0 0 0,0 0 0,0 0 0,0 0 0,0 0 0,1 0 0,-1 0 0,0 0 0,0 0 0,0 0 0,0 0 0,0-1 0,0 1 0,0 0 0,0 0 0,0 0 0,0 0 0,0 0 0,8 7 0,-6-5 0,99 102 0,-61-60 0,53 45 0,-66-67-38,36 30-1289,-50-43-5499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37 24575,'0'-36'0,"0"36"0,0 0 0,0 0 0,0 0 0,0 0 0,0 0 0,0 0 0,0 0 0,-1 0 0,1 0 0,0 0 0,0 0 0,0 0 0,0 0 0,0 0 0,0 0 0,0 1 0,0-1 0,0 0 0,0 0 0,0 0 0,0 0 0,0 0 0,0 0 0,0 0 0,0 0 0,0 0 0,0 0 0,-1 0 0,1 0 0,0 0 0,0-1 0,0 1 0,0 0 0,0 0 0,0 0 0,0 0 0,0 0 0,0 0 0,0 0 0,0 0 0,0 0 0,0 0 0,0 0 0,0 0 0,0 0 0,0 0 0,0 0 0,0 0 0,0 0 0,0 0 0,0 0 0,0 0 0,0 0 0,0 0 0,-1 0 0,1-1 0,0 1 0,0 0 0,0 0 0,0 0 0,0 0 0,-3 8 0,-2 12 0,-1 100 0,2-9 0,-16 100 0,5-96-1365,13-102-5461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24575,'1'-3'0,"-1"-1"0,2 1 0,-1 0 0,0 0 0,0 0 0,1 1 0,0-1 0,-1 0 0,1 0 0,0 1 0,0-1 0,1 1 0,-1 0 0,0 0 0,1 0 0,-1 0 0,1 0 0,0 0 0,3-1 0,-2 1 0,0 1 0,0 0 0,0 0 0,0 0 0,0 1 0,-1-1 0,1 1 0,0 0 0,0 0 0,0 0 0,0 1 0,0-1 0,0 1 0,0 0 0,5 2 0,18 7 0,51 27 0,-77-36 0,0-1 0,0 1 0,0 0 0,0-1 0,0 1 0,0 0 0,0 0 0,0 0 0,0 0 0,0 0 0,0 0 0,-1 0 0,1 0 0,0 0 0,-1 0 0,1 0 0,-1 0 0,1 1 0,-1-1 0,1 2 0,-1-1 0,0 0 0,0 0 0,0-1 0,-1 1 0,1 0 0,0 0 0,-1 0 0,1 0 0,-1 0 0,0 0 0,1-1 0,-2 3 0,-4 5 0,0 0 0,0-1 0,-1 0 0,-9 8 0,10-9 0,0-1 0,1 0 0,0 1 0,0 0 0,1 0 0,0 0 0,-4 9 0,7-14 0,0 0 0,1 0 0,-1 0 0,1 0 0,-1 0 0,1 0 0,0 0 0,0 0 0,0 0 0,0 1 0,0-1 0,0 0 0,1 2 0,-1-3 0,1 0 0,0 1 0,-1-1 0,1 0 0,0 0 0,0 0 0,0 0 0,-1 0 0,1 0 0,0 0 0,0 0 0,0 0 0,1-1 0,-1 1 0,0 0 0,0-1 0,0 1 0,1 0 0,-1-1 0,0 0 0,0 1 0,2-1 0,25 6 0,-1-2 0,40 1 0,59-3-270,-97-3-825,-13 1-5731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24575,'-2'-10'0,"-2"-6"0,1 3 0,1 5 0,2 7 0,2 7 0,1 3 0,-1 4 0,0 2 0,-1 1 0,0 0 0,0-2-8191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24575,'5'-5'0,"4"-2"0,1 3 0,1 3 0,1 3 0,1 4 0,1 3 0,0 4 0,1 1 0,-3 1 0,0 0 0,0 1 0,-2-1 0,-3 1 0,0-1 0,-1 0 0,-2-3-8191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5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15439 0 24575,'1'1'0,"-1"-1"0,1 0 0,0 0 0,-1 1 0,1-1 0,0 0 0,-1 1 0,1-1 0,-1 1 0,1-1 0,-1 1 0,1-1 0,-1 1 0,1-1 0,-1 1 0,0 0 0,1-1 0,-1 1 0,0-1 0,1 1 0,-1 0 0,0-1 0,0 1 0,0 0 0,1-1 0,-1 1 0,0 1 0,2 22 0,-1-21 0,-1 2 0,0 1 0,0-1 0,-1 1 0,1-1 0,-1 0 0,0 1 0,0-1 0,-1 0 0,0 0 0,-2 6 0,-2-1 0,1-1 0,-2 0 0,1 0 0,-9 8 0,4-4 0,0-1 0,-1 0 0,-1 0 0,0-1 0,0-1 0,-1-1 0,-25 15 0,-13 2 0,-30 16 0,51-29 0,0-1 0,-1-2 0,-36 7 0,-22 4 0,-18 2 0,57-15 0,-74 0 0,-769-9 0,840-1 0,-84-16 0,95 11 0,-20-2 0,-223-28 0,-236-7 0,310 28 0,36 1 0,105 9 0,-70-3 0,23 1 0,63 2 0,-95-9 0,92 9 0,-44-3 0,-4 2 0,-6-1 0,33 9 0,-1-1 0,-85-9 0,38 1 0,5 1 0,-16-8 0,71 9 0,-105 5 0,80 3 0,-4-1 0,-108-3 0,128-5 0,-27-1 0,-420 9 0,410 6 0,8 1 0,57-8 0,-147 9 0,98 0 0,-140 20 0,205-23 0,1 2 0,0 1 0,0 1 0,0 2 0,-35 19 0,51-22 0,0 0 0,0 1 0,0 1 0,2 0 0,-1 0 0,1 2 0,1 0 0,0 0 0,1 1 0,-18 30 0,22-31 0,3-6 0,0 1 0,0-1 0,-1 0 0,0 0 0,-9 9 0,13-15 0,-1 0 0,1 1 0,-1-1 0,0 0 0,0 0 0,1 0 0,-1 0 0,0 0 0,0 0 0,0-1 0,0 1 0,0-1 0,0 1 0,0-1 0,0 0 0,0 0 0,-1 0 0,1 0 0,0 0 0,0 0 0,0 0 0,0-1 0,0 1 0,0-1 0,0 0 0,0 0 0,-2 0 0,-11-7 0,-1-1 0,-14-11 0,1 1 0,24 15 0,-114-63 0,104 60 0,1 1 0,-1 1 0,-1 1 0,1 0 0,-1 0 0,-25-1 0,-194 3 0,117 4 0,-221-2 0,315 1 0,-30 5 0,-15 1 0,-48 0 0,-27 1 0,-249 21 0,329-22 0,-233 29 0,-46 5 0,102-26 0,-54-1 0,172-7 0,-78 8 0,60 2 0,-204 22 0,-123 12 0,311-34 0,-72 10 0,-19-1 0,179-20 0,-41 2 0,75-8 0,-28 0 0,-65 8 0,54-2 0,-106-4 0,84-4 0,67 2 0,-1 1 0,-44 7 0,51-5 0,-1 0 0,0-2 0,-25-2 0,-37 1 0,32 7 0,-21 1 0,-7 1 0,36-3 0,0 0 0,-63 3 0,62-8 0,-80-3 0,74-5 0,33 4 0,-31-2 0,-377 6 0,420-1 0,-1 1 0,0 0 0,-9 3 0,12-2 0,1-1 0,-1 0 0,0 0 0,1 0 0,-1-1 0,0 0 0,0 0 0,0 0 0,-9-3 0,-5-1 0,-34-4 0,4 1 0,-25 0 0,1 0 0,72 6 0,-17-1 0,0-2 0,0 0 0,1-2 0,0 0 0,-1 0 0,-20-12 0,23 7 0,-1-1 0,2 0 0,-19-19 0,-26-20 0,-10 5-1365,60 39-5461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6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24575,'68'1'0,"74"-3"0,-129 1 0,0-1 0,0-1 0,-1 0 0,22-8 0,-28 10 0,-1-2 0,-1 1 0,1 0 0,0-1 0,0 0 0,-1 0 0,0-1 0,0 1 0,0-1 0,0 0 0,0 0 0,-1 0 0,6-9 0,-8 12 0,0-1 0,0 0 0,0 0 0,-1 1 0,1-1 0,-1 0 0,1 0 0,-1 0 0,0 0 0,0 0 0,0 0 0,0 0 0,0 0 0,0 0 0,0 0 0,-1 0 0,0-3 0,0 3 0,0-1 0,-1 1 0,1-1 0,-1 1 0,0-1 0,0 1 0,0 0 0,0 0 0,0-1 0,-4-1 0,-4-3 0,0 1 0,0 0 0,-1 0 0,-18-5 0,19 7 0,0 0 0,0 2 0,0-1 0,0 1 0,-1 0 0,1 1 0,-1 1 0,-11 0 0,19 0 0,-1 0 0,1 1 0,-1-1 0,1 1 0,0 0 0,-1 0 0,1 0 0,0 0 0,0 1 0,-1 0 0,1-1 0,1 1 0,-1 0 0,0 0 0,0 1 0,1-1 0,-1 0 0,1 1 0,0 0 0,0-1 0,0 1 0,0 0 0,0 0 0,0 0 0,1 0 0,0 1 0,-2 5 0,0 0 0,2 1 0,-1-1 0,1 1 0,1-1 0,0 1 0,0-1 0,3 18 0,3 3 0,12 32 0,-7-24 0,-10-34 0,0 1 0,1-1 0,0 0 0,0 1 0,0-1 0,0 0 0,1 0 0,-1 0 0,1-1 0,6 7 0,-7-8 0,1 1 0,0-1 0,1 0 0,-1 0 0,0-1 0,1 1 0,-1-1 0,1 1 0,-1-1 0,1 0 0,0 0 0,-1-1 0,8 1 0,9 0 20,0 0 0,0-2 0,1-1 0,-1 0 0,30-8 0,-40 7-144,0 0 0,1-1 1,-1 0-1,0 0 0,-1-1 0,1 0 1,-1-1-1,0 0 0,0 0 0,-1-1 1,15-15-1,-14 10-6702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 24575,'-11'26'0,"8"-21"0,1-1 0,0 1 0,0 0 0,0 0 0,1 0 0,-1 0 0,1 1 0,1-1 0,-1 0 0,1 0 0,-1 1 0,2 6 0,-1-11 0,1 0 0,-1 0 0,0 0 0,1 0 0,-1 1 0,1-1 0,-1 0 0,1-1 0,0 1 0,-1 0 0,1 0 0,0 0 0,0 0 0,-1 0 0,1-1 0,0 1 0,0 0 0,0-1 0,0 1 0,2 0 0,-1 0 0,0-1 0,0 1 0,1-1 0,-1 1 0,0-1 0,1 0 0,-1 0 0,0 0 0,5-1 0,-2 0 0,1 0 0,0 0 0,-1-1 0,1 0 0,-1 0 0,1-1 0,6-3 0,-8 2 0,0 0 0,0 1 0,0-2 0,-1 1 0,1 0 0,-1-1 0,4-5 0,-4 5 0,0 0 0,1 0 0,0 0 0,6-6 0,-8 9 0,-1 1 0,1 0 0,0 0 0,0 0 0,0 0 0,0 0 0,0 0 0,0 0 0,0 1 0,0-1 0,0 1 0,0-1 0,0 1 0,0 0 0,0 0 0,0 0 0,3 0 0,2 1 0,0 1 0,0 0 0,0 0 0,-1 1 0,1 0 0,0 0 0,-1 0 0,0 1 0,8 6 0,-4-3 0,0-1 0,15 6 0,13 5-1365,-28-13-5461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24575,'12'31'0,"10"14"0,3 7 0,3 0 0,-2-3 0,1-6 0,-3-5 0,-2-6 0,0-4 0,-1-4 0,-5-4 0,-1-2 0,-5-2 0,-3-1 0,-3-4-8191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8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1 24575,'-20'5'0,"-12"2"0,-3-1 0,2-1 0,5 1 0,3 0 0,5-2 0,2-1 0,2-1 0,2-1 0,0-1 0,0 0 0,0 0 0,2-3 0,4-3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0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24575,'8'25'0,"4"11"0,4 2 0,1-4 0,0-6 0,-1-7 0,1-6 0,-1-6 0,-3-4-8191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2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24575,'15'2'0,"6"4"0,0 3 0,-2 3 0,-5-1-8191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132 163 24575,'5'11'0,"0"2"0,8 22 0,-12-32 0,-1-1 0,1 1 0,0 0 0,-1 0 0,0-1 0,0 1 0,1 0 0,-2 0 0,1 0 0,0-1 0,-1 1 0,1 0 0,-1 0 0,-1 3 0,1-5 0,1 0 0,-1-1 0,1 1 0,-1 0 0,1-1 0,-1 1 0,0-1 0,0 1 0,1-1 0,-1 1 0,0-1 0,0 1 0,1-1 0,-1 0 0,0 1 0,0-1 0,0 0 0,1 0 0,-1 0 0,0 1 0,0-1 0,0 0 0,0 0 0,0 0 0,0-1 0,1 1 0,-1 0 0,0 0 0,0 0 0,0-1 0,0 1 0,1 0 0,-1-1 0,0 1 0,0 0 0,0-2 0,-4 0 0,1-1 0,-1 0 0,1 0 0,-7-6 0,0-2 0,0 0 0,0-1 0,2 0 0,-1 0 0,2-1 0,0-1 0,0 1 0,-8-23 0,15 35 0,1-1 0,-1 1 0,1-1 0,-1 1 0,1-1 0,0 1 0,0-1 0,0 0 0,0 1 0,0-1 0,0 1 0,0-1 0,0 1 0,1-1 0,-1 0 0,0 1 0,1-1 0,0 1 0,-1-1 0,2-1 0,0 1 0,-1 1 0,0 0 0,0 0 0,1 0 0,-1 0 0,1 0 0,-1 1 0,1-1 0,-1 0 0,1 1 0,-1-1 0,1 1 0,0-1 0,-1 1 0,1 0 0,0 0 0,-1 0 0,1 0 0,3 0 0,7 2 0,-1 0 0,0 0 0,1 1 0,-1 1 0,0 0 0,20 10 0,-20-8 0,0-1 0,1 0 0,0-1 0,0-1 0,22 5 0,-16-7 0,1 0 0,0 0 0,26-4 0,-40 2 0,0 0 0,0 1 0,0-1 0,-1-1 0,1 1 0,0-1 0,-1 0 0,1 0 0,-1 0 0,0-1 0,1 1 0,-1-1 0,0 0 0,-1 0 0,1-1 0,0 1 0,-1-1 0,3-4 0,-4 6 0,-1 0 0,0-1 0,0 1 0,1-1 0,-2 0 0,1 1 0,0-1 0,-1 0 0,1 1 0,-1-1 0,0 0 0,0 0 0,0 0 0,0 1 0,0-1 0,-1 0 0,1 0 0,-1 1 0,1-1 0,-1 1 0,0-1 0,-2-3 0,2 5 0,0-1 0,0 0 0,-1 1 0,1-1 0,0 1 0,-1 0 0,1-1 0,-1 1 0,1 0 0,-1 0 0,0 0 0,0 0 0,1 0 0,-1 0 0,0 0 0,0 1 0,0-1 0,0 1 0,0-1 0,0 1 0,0 0 0,0 0 0,0 0 0,0 0 0,0 0 0,0 0 0,0 0 0,1 1 0,-1-1 0,0 1 0,-3 1 0,2-1 0,0 0 0,0 0 0,0 0 0,0 1 0,0 0 0,0-1 0,1 1 0,-1 0 0,1 0 0,-1 1 0,1-1 0,0 0 0,0 1 0,0-1 0,0 1 0,0 0 0,1 0 0,-1 0 0,1 0 0,0 0 0,0 0 0,0 0 0,0 0 0,0 0 0,1 0 0,-1 0 0,1 1 0,0-1 0,0 0 0,1 5 0,-1-2 0,1 0 0,0 0 0,1 0 0,-1-1 0,1 1 0,0 0 0,1-1 0,-1 1 0,1-1 0,0 0 0,1 0 0,-1 0 0,1 0 0,0-1 0,7 7 0,0-2 12,0-2 0,1 1 0,0-1 0,0-1 0,0 0 0,1-1 0,0 0 0,0-1 0,26 5 0,-4-5-507,1-1 0,55-2 0,-78-1-6331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0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298 539 24575,'-4'-41'0,"-2"1"0,-18-67 0,16 82 0,0 1 0,-2 0 0,-1 1 0,-1 0 0,-20-30 0,12 24 0,0 2 0,-2 0 0,-1 2 0,-42-36 0,64 60 0,0 0 0,0 0 0,1 1 0,-1-1 0,0 0 0,0 1 0,0-1 0,0 1 0,0-1 0,0 1 0,0-1 0,0 1 0,0 0 0,0-1 0,0 1 0,0 0 0,0 0 0,0 0 0,0 0 0,-1 0 0,1 0 0,-1 0 0,1 1 0,1 0 0,-1 0 0,0-1 0,0 1 0,1 0 0,-1 0 0,1 0 0,-1 0 0,1 0 0,-1 0 0,1 0 0,-1 0 0,1 0 0,0 0 0,0 0 0,-1 0 0,1 0 0,0 0 0,0 0 0,0 0 0,0 0 0,0 0 0,1 1 0,1 18 0,0 1 0,2-1 0,0-1 0,14 36 0,-9-26 0,-3-9 0,1-1 0,1 1 0,0-1 0,2 0 0,0-1 0,2 0 0,-1-1 0,2-1 0,0 1 0,2-2 0,-1 0 0,2-1 0,30 23 0,-28-26 0,1 0 0,0-1 0,1-1 0,0 0 0,28 7 0,-39-14 0,1 0 0,-1 0 0,0-1 0,1 0 0,-1 0 0,0-1 0,1-1 0,-1 1 0,1-2 0,-1 1 0,0-1 0,0 0 0,0-1 0,16-7 0,-23 8 0,1 1 0,0-1 0,-1 0 0,1 0 0,-1 0 0,0-1 0,1 1 0,-1-1 0,0 1 0,-1-1 0,1 1 0,0-1 0,-1 0 0,0 0 0,1 0 0,-1 0 0,0 0 0,0 0 0,-1 0 0,1 0 0,-1-1 0,0 1 0,1 0 0,-1 0 0,-1 0 0,1-1 0,0 1 0,-1 0 0,0 0 0,1 0 0,-1 0 0,-1 0 0,1 0 0,0 0 0,-1 0 0,1 0 0,-1 1 0,0-1 0,0 1 0,0-1 0,-4-3 0,6 6 0,-1-1 0,1 0 0,-1 1 0,1-1 0,-1 1 0,1 0 0,-1-1 0,1 1 0,-1-1 0,0 1 0,1 0 0,-1 0 0,0-1 0,1 1 0,-1 0 0,0 0 0,0 0 0,1 0 0,-1-1 0,0 1 0,1 0 0,-1 0 0,0 1 0,0-1 0,1 0 0,-1 0 0,0 0 0,1 0 0,-1 1 0,0-1 0,1 0 0,-1 0 0,0 1 0,1-1 0,-1 1 0,1-1 0,-1 1 0,1-1 0,-1 1 0,1-1 0,-1 1 0,1-1 0,-1 1 0,1-1 0,0 1 0,-1 0 0,1-1 0,0 1 0,-1 0 0,1 0 0,-1 2 0,0 0 0,0 0 0,1 0 0,-1 0 0,1 0 0,0 0 0,0 0 0,0 0 0,0-1 0,1 7 0,1-3 0,1 0 0,-1-1 0,1 1 0,0-1 0,1 0 0,-1 0 0,1 0 0,0 0 0,0-1 0,0 1 0,1-1 0,0 0 0,0-1 0,7 5 0,-5-3 0,0-1 0,0-1 0,0 1 0,1-1 0,-1-1 0,1 1 0,0-1 0,-1-1 0,1 1 0,13 0 0,-16-3 0,0 1 0,0-1 0,0 0 0,0-1 0,-1 1 0,1-1 0,-1 0 0,1 0 0,-1 0 0,0-1 0,1 1 0,-1-1 0,-1 0 0,1 0 0,0 0 0,-1-1 0,1 0 0,-1 1 0,0-1 0,0 0 0,3-7 0,-6 10 0,0 1 0,0 0 0,1-1 0,-1 1 0,0 0 0,0-1 0,0 1 0,1 0 0,-1 0 0,0-1 0,0 1 0,1 0 0,-1 0 0,0-1 0,1 1 0,-1 0 0,0 0 0,1 0 0,-1 0 0,0-1 0,1 1 0,-1 0 0,1 0 0,3 6 0,1 19 0,-3-17 0,69 240 0,-32-129 0,-38-118 0,-1 0 0,0 0 0,1 0 0,-1 0 0,0 0 0,1 0 0,-1 0 0,0 0 0,0 0 0,0 0 0,0 1 0,0-1 0,0 0 0,0 0 0,-1 0 0,1 0 0,0 0 0,-1 0 0,1 0 0,0 0 0,-1 0 0,0 1 0,0-1 0,0-1 0,0 1 0,0-1 0,0 0 0,0 0 0,0 1 0,0-1 0,0 0 0,0 0 0,0 0 0,0 0 0,0 0 0,0 0 0,0 0 0,0-1 0,0 1 0,0 0 0,0 0 0,1-1 0,-1 1 0,0-1 0,0 1 0,0-1 0,-1 0 0,-68-42-1365,54 33-5461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73 147 24575,'49'122'0,"-119"-243"0,23 45 0,46 75 0,1 1 0,-1-1 0,1 0 0,-1 0 0,1 0 0,-1 1 0,1-1 0,0 0 0,0 0 0,-1 0 0,1 0 0,0 0 0,0 0 0,0 0 0,0 0 0,0-1 0,0 2 0,1 0 0,-1-1 0,0 1 0,0 0 0,1 0 0,-1 0 0,0-1 0,0 1 0,1 0 0,-1 0 0,0 0 0,1-1 0,-1 1 0,0 0 0,0 0 0,1 0 0,-1 0 0,0 0 0,1 0 0,-1 0 0,1 0 0,-1 0 0,0 0 0,1 0 0,-1 0 0,0 0 0,1 0 0,-1 0 0,6 1 0,-1 1 0,1 0 0,9 4 0,-10-4 0,38 17 0,-21-9 0,1-1 0,35 10 0,-24-11 0,66 7 0,-90-14 0,1-1 0,0 0 0,-1 0 0,1-1 0,-1-1 0,1 0 0,-1 0 0,0-1 0,1-1 0,14-6 0,-23 9 0,1-1 0,-1 1 0,0 0 0,0 0 0,-1-1 0,1 1 0,0-1 0,0 0 0,-1 0 0,1 1 0,-1-1 0,0 0 0,1 0 0,-1 0 0,0 0 0,0-1 0,0 1 0,0 0 0,-1 0 0,1-1 0,-1 1 0,1 0 0,-1-5 0,0 4 0,0 1 0,-1-1 0,1 0 0,-1 1 0,0-1 0,0 1 0,0-1 0,0 1 0,0 0 0,0-1 0,-1 1 0,1 0 0,-1 0 0,1 0 0,-1 0 0,0 0 0,0 0 0,0 0 0,0 1 0,0-1 0,-3-1 0,0 0 0,-1-1 0,1 2 0,-1-1 0,0 0 0,0 1 0,0 0 0,0 1 0,-9-2 0,13 3 0,-1-1 0,1 1 0,-1 0 0,1 1 0,-1-1 0,1 0 0,0 1 0,-1-1 0,1 1 0,0 0 0,0 0 0,-1 0 0,1 0 0,0 0 0,0 0 0,0 1 0,0-1 0,0 1 0,0-1 0,1 1 0,-1 0 0,1-1 0,-1 1 0,-2 4 0,2-2 0,0 0 0,0 1 0,0-1 0,0 0 0,0 1 0,1 0 0,0-1 0,0 1 0,1 0 0,-1 0 0,1-1 0,0 1 0,0 0 0,0 0 0,1 0 0,0-1 0,0 1 0,0 0 0,0-1 0,1 1 0,0-1 0,0 1 0,0-1 0,0 0 0,1 0 0,0 0 0,-1 0 0,1 0 0,1-1 0,-1 1 0,1-1 0,4 4 0,9 5 30,1-1 0,0-1 0,27 12 0,-33-17-242,0-1 0,0-1 0,0 0-1,0 0 1,1-1 0,23 0 0,-24-2-6614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8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136 583 24575,'-11'2'0,"-7"1"0,-32 10 0,46-11 0,0-1 0,0 1 0,1-1 0,-1 1 0,0 0 0,1 0 0,-1 1 0,1-1 0,0 1 0,0 0 0,0 0 0,0 0 0,0 0 0,-2 3 0,5-5 0,-1 0 0,1 1 0,-1-1 0,1 0 0,0 0 0,-1 0 0,1 0 0,0 0 0,0 1 0,-1-1 0,1 0 0,0 0 0,1 0 0,-1 1 0,0-1 0,0 0 0,0 0 0,1 0 0,0 3 0,0-2 0,0 1 0,1-1 0,-1 0 0,1 0 0,0 1 0,0-1 0,-1 0 0,5 2 0,2 2 0,0 0 0,0 0 0,17 6 0,-25-11 0,15 6 0,29 9 0,-40-14 0,-1-1 0,1 0 0,0-1 0,0 1 0,0-1 0,0 0 0,0 1 0,0-2 0,0 1 0,-1 0 0,1-1 0,0 0 0,7-2 0,-9 2 0,0-1 0,-1 1 0,1-1 0,0 0 0,-1 1 0,1-1 0,-1 0 0,1 0 0,-1 0 0,0 0 0,0 0 0,0 0 0,0 0 0,0-1 0,0 1 0,-1 0 0,1 0 0,-1-1 0,0 1 0,1 0 0,-1-1 0,-1-2 0,2-1 0,-1 0 0,-1 0 0,1 0 0,-1 0 0,0 0 0,-1 0 0,-3-10 0,3 13 0,0-1 0,0 1 0,0 0 0,-1 0 0,-3-4 0,5 6 0,1 1 0,-1-1 0,1 1 0,-1-1 0,1 1 0,-1 0 0,0-1 0,1 1 0,-1 0 0,0-1 0,1 1 0,-1 0 0,0 0 0,0 0 0,0-1 0,0 1 0,1 1 0,0-1 0,-1 0 0,1 0 0,-1 0 0,1 1 0,0-1 0,-1 0 0,1 0 0,0 1 0,-1-1 0,1 0 0,0 0 0,0 1 0,-1-1 0,1 1 0,0-1 0,0 0 0,-1 1 0,1-1 0,0 0 0,0 1 0,0-1 0,0 1 0,0-1 0,0 1 0,0-1 0,-1 1 0,1 1 0,0 0 0,0 0 0,0 0 0,0 1 0,1-1 0,-1 0 0,1 0 0,-1 0 0,1 0 0,-1 0 0,1 0 0,0-1 0,0 1 0,0 0 0,0 0 0,0-1 0,1 1 0,-1 0 0,0-1 0,1 1 0,-1-1 0,1 0 0,0 1 0,-1-1 0,1 0 0,3 2 0,4 2 0,1 0 0,0-1 0,18 7 0,-19-8 0,1-1 0,0 1 0,-1-2 0,1 1 0,0-1 0,0-1 0,0 0 0,0 0 0,16-3 0,-21 2 0,-1 0 0,1-1 0,-1 1 0,1-1 0,-1 0 0,0 0 0,0 0 0,0-1 0,0 1 0,0-1 0,0 0 0,-1 0 0,1 0 0,-1-1 0,0 1 0,0-1 0,0 0 0,-1 1 0,1-2 0,-1 1 0,0 0 0,2-7 0,0 0 0,-2 0 0,0-1 0,0 1 0,-1-1 0,0 1 0,-1-1 0,0 0 0,-1 1 0,0-1 0,-1 1 0,-4-13 0,-4-13 0,-31-70 0,26 75 0,-1 0 0,-35-49 0,-52-49 0,65 80 0,38 49 0,-1 1 0,1 0 0,0-1 0,0 1 0,0 0 0,0-1 0,-1 1 0,1 0 0,0 0 0,0-1 0,0 1 0,-1 0 0,1 0 0,0-1 0,-1 1 0,1 0 0,0 0 0,0 0 0,-1-1 0,1 1 0,0 0 0,-1 0 0,1 0 0,0 0 0,-1 0 0,1 0 0,-1 0 0,1 0 0,0 0 0,-1 0 0,1 0 0,-1 11 0,8 18 0,4 3 0,1-1 0,2 0 0,20 32 0,61 84 0,-68-106 0,-4-8 0,50 56 0,-58-74 0,0 0 0,1-1 0,1-1 0,0 0 0,24 12 0,3-3-1365,-30-13-5461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2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 24575,'0'2'0,"1"0"0,-1-1 0,1 1 0,-1 0 0,1-1 0,0 1 0,0 0 0,0-1 0,0 1 0,0-1 0,0 1 0,3 1 0,16 17 0,-20-20 0,41 37 0,-22-18 0,1-2 0,0 0 0,41 25 0,-48-34 0,-11-6 0,1 0 0,0 0 0,0 0 0,0 0 0,0-1 0,0 1 0,0-1 0,0 0 0,0 0 0,1 0 0,-1 0 0,5 0 0,-7-2 0,0 1 0,0 0 0,0 0 0,-1-1 0,1 1 0,0-1 0,-1 1 0,1 0 0,0-1 0,-1 1 0,1-1 0,0 0 0,-1 1 0,1-1 0,-1 1 0,1-1 0,-1 0 0,0 1 0,1-1 0,-1 0 0,1 0 0,-1 1 0,0-1 0,0 0 0,0 0 0,1 0 0,-1 1 0,0-1 0,0 0 0,0 0 0,0-1 0,-3-27 0,2 25 0,-7-39 0,2 18 0,1-1 0,1 0 0,2 0 0,1-36 0,5 46 120,-4 15-155,0 1 1,1 0-1,-1-1 1,0 1-1,0 0 1,0 0-1,1-1 1,-1 1-1,0 0 1,0 0-1,1-1 1,-1 1-1,0 0 0,1 0 1,-1 0-1,0 0 1,1-1-1,-1 1 1,0 0-1,1 0 1,-1 0-1,0 0 1,1 0-1,-1 0 1,0 0-1,1 0 1,-1 0-1,0 0 0,1 0 1,-1 0-1,0 0 1,1 0-1,-1 0 1,0 0-1,1 1 1,-1-1-1,0 0 1,1 0-1,-1 0 1,0 1-1,1-1 0,-1 0 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4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212 616 24575,'-20'-11'0,"-1"-2"0,0 2 0,-1 1 0,0 0 0,-45-12 0,66 21 0,-1 1 0,0 0 0,1 0 0,-1-1 0,0 1 0,1 0 0,-1 0 0,1 0 0,-1 1 0,0-1 0,1 0 0,-1 1 0,1-1 0,-1 1 0,1-1 0,-1 1 0,1 0 0,-3 1 0,3-1 0,0 0 0,0 0 0,1 0 0,-1 0 0,1 0 0,-1 0 0,1 0 0,-1 0 0,1 1 0,0-1 0,0 0 0,-1 0 0,1 0 0,0 0 0,0 0 0,0 1 0,0-1 0,0 0 0,0 0 0,1 0 0,-1 0 0,0 1 0,1-1 0,-1 0 0,0 0 0,2 2 0,2 5 0,0-1 0,0 1 0,1 0 0,0-1 0,1 0 0,0 0 0,0-1 0,0 0 0,1 0 0,7 6 0,-6-6 0,0 0 0,1-1 0,0 0 0,0 0 0,0-1 0,1 0 0,-1-1 0,17 4 0,-23-7 0,-1 1 0,1-1 0,-1 0 0,1 0 0,-1 0 0,1 0 0,-1 0 0,1-1 0,-1 1 0,1-1 0,-1 1 0,1-1 0,-1 0 0,0 0 0,0 0 0,1 0 0,-1-1 0,0 1 0,0-1 0,0 1 0,0-1 0,0 0 0,-1 1 0,1-1 0,0 0 0,-1 0 0,0 0 0,1-1 0,-1 1 0,0 0 0,0 0 0,0-1 0,0 1 0,-1 0 0,2-6 0,-1 3 0,0 0 0,0 0 0,-1-1 0,0 1 0,0-1 0,0 1 0,0 0 0,-1-1 0,0 1 0,0 0 0,-1 0 0,1 0 0,-1 0 0,0 0 0,0 0 0,-4-6 0,5 10 0,1 1 0,0-1 0,-1 0 0,1 1 0,-1-1 0,1 1 0,-1-1 0,1 1 0,-1-1 0,1 1 0,-1-1 0,1 1 0,-1-1 0,0 1 0,1 0 0,-1-1 0,0 1 0,1 0 0,-1-1 0,0 1 0,1 0 0,-2 0 0,1 0 0,1 0 0,-1 1 0,0-1 0,1 0 0,0 1 0,-1-1 0,1 0 0,-1 1 0,1-1 0,-1 1 0,1-1 0,0 1 0,-1-1 0,1 1 0,0-1 0,0 1 0,-1-1 0,1 1 0,0-1 0,0 1 0,-1 0 0,1 3 0,-1-1 0,0 1 0,1-1 0,0 1 0,-1 0 0,1-1 0,1 1 0,0 4 0,0-3 0,1 0 0,0-1 0,0 1 0,1-1 0,-1 0 0,1 0 0,0 0 0,0 0 0,0 0 0,1 0 0,-1-1 0,1 0 0,0 0 0,8 6 0,-6-6 0,1 1 0,-1-1 0,1 0 0,0 0 0,0-1 0,0 1 0,0-2 0,0 1 0,12 0 0,-15-2 0,0 0 0,-1-1 0,1 1 0,0-1 0,-1 0 0,1 0 0,-1-1 0,1 1 0,-1-1 0,0 1 0,0-1 0,0 0 0,0 0 0,0 0 0,0-1 0,0 1 0,-1-1 0,1 0 0,-1 1 0,1-1 0,-1 0 0,3-7 0,-1 3 0,0-1 0,0 1 0,-1-1 0,0-1 0,0 1 0,-1 0 0,0 0 0,1-17 0,-4 1 0,-1 0 0,-1 0 0,0-1 0,-2 2 0,-10-28 0,8 24 0,-7-21 0,-3 1 0,-1 1 0,-3 0 0,-1 1 0,-36-51 0,40 74 0,18 21 0,0 1 0,-1-1 0,1 1 0,0 0 0,-1-1 0,1 1 0,-1 0 0,1 0 0,-1-1 0,1 1 0,0 0 0,-1 0 0,1 0 0,-1 0 0,1 0 0,-1-1 0,1 1 0,-1 0 0,1 0 0,-1 0 0,0 1 0,1-1 0,-1 0 0,1 1 0,-1-1 0,1 1 0,0-1 0,-1 1 0,1-1 0,0 0 0,-1 1 0,1-1 0,0 1 0,0 0 0,0-1 0,-1 1 0,1-1 0,0 1 0,0-1 0,0 1 0,0-1 0,0 1 0,0 0 0,0 0 0,0 9 0,0 1 0,0-1 0,1 0 0,1 0 0,4 18 0,21 51 0,-21-62 0,18 52 0,31 77 0,-49-132 0,0 0 0,2-1 0,-1 0 0,2-1 0,0 0 0,0 0 0,1-1 0,0 0 0,1 0 0,13 9 0,-12-11 0,1 1 0,1-2 0,-1 0 0,21 9 0,-26-14 0,1 1 0,1-2 0,-1 1 0,0-1 0,1 0 0,-1-1 0,1 0 0,13-1 0,-21 0 0,-1 0 0,0 0 0,1 0 0,-1 0 0,0-1 0,0 1 0,1 0 0,-1-1 0,0 1 0,0-1 0,1 1 0,-1-1 0,0 0 0,0 1 0,0-1 0,0 0 0,0 0 0,0 0 0,0 0 0,0 0 0,-1 0 0,2-2 0,-1 1 0,0 0 0,0 0 0,-1 0 0,1 0 0,-1 0 0,0-1 0,1 1 0,-1 0 0,0 0 0,0 0 0,-1-1 0,1-2 0,-2-1 0,1 0 0,-1 0 0,0 0 0,0 0 0,0 0 0,-1 1 0,0-1 0,-6-8 0,7 12 0,-1-2 0,0 1 0,0-1 0,0 1 0,0 0 0,0 0 0,-6-3 0,9 6 0,0 0 0,0 0 0,0 0 0,0 0 0,0 0 0,0 1 0,0-1 0,-1 0 0,1 0 0,0 0 0,0 0 0,0 0 0,0 0 0,0 1 0,0-1 0,0 0 0,0 0 0,0 0 0,0 0 0,0 0 0,0 0 0,0 1 0,0-1 0,0 0 0,0 0 0,0 0 0,0 0 0,0 0 0,0 1 0,0-1 0,0 0 0,0 0 0,0 0 0,0 0 0,0 0 0,0 0 0,1 1 0,-1-1 0,0 0 0,0 0 0,0 0 0,0 0 0,0 0 0,0 0 0,1 0 0,2 8 0,3 1 0,0-1 0,1 0 0,0 0 0,0-1 0,1 0 0,0 0 0,0-1 0,0 0 0,14 7 0,2-1 0,1 0 0,35 11 0,-49-20 0,-1 0 0,0-1 0,1 0 0,0-1 0,16 1 0,-23-2 0,0 0 0,0 0 0,0-1 0,0 1 0,0-1 0,0 0 0,1 0 0,-2 0 0,1-1 0,0 1 0,0-1 0,0 0 0,-1 0 0,1-1 0,-1 1 0,0 0 0,4-5 0,-5 5 0,0-1 0,0 0 0,-1 1 0,0-1 0,1 0 0,-1 0 0,0 0 0,0 0 0,-1 0 0,1 0 0,-1-1 0,1 1 0,-1 0 0,0 0 0,0 0 0,-1 0 0,1 0 0,0-1 0,-1 1 0,0 0 0,0 0 0,0 0 0,-2-5 0,-2-2 0,-1-1 0,1 1 0,-2-1 0,-14-17 0,21 27 0,-1 0 0,0 1 0,1-1 0,-1 0 0,0 0 0,0 1 0,0-1 0,0 0 0,1 1 0,-1-1 0,0 1 0,0-1 0,0 1 0,-2-1 0,3 1 0,-1 0 0,1 0 0,0 0 0,0 0 0,0 0 0,0 0 0,0 0 0,0 0 0,0 0 0,0 0 0,0 0 0,0 0 0,-1 0 0,1 0 0,0 0 0,0 1 0,0-1 0,0 0 0,0 0 0,0 0 0,0 0 0,0 0 0,0 0 0,0 0 0,0 0 0,0 0 0,0 0 0,0 1 0,0-1 0,0 0 0,0 0 0,0 0 0,0 0 0,0 0 0,0 0 0,0 0 0,0 0 0,0 0 0,0 1 0,0-1 0,0 0 0,0 0 0,0 0 0,0 0 0,0 0 0,7 10 0,3 1 0,1 0 0,0-1 0,1-1 0,14 9 0,-7-4 0,50 28 0,-67-41 0,1 0 0,-1 0 0,1 1 0,-1-2 0,1 1 0,-1 0 0,1 0 0,0-1 0,-1 0 0,1 1 0,0-1 0,-1 0 0,1 0 0,0-1 0,-1 1 0,1 0 0,0-1 0,-1 0 0,1 1 0,-1-1 0,1 0 0,-1 0 0,5-3 0,3-3 0,-1 0 0,1-1 0,-1 1 0,10-13 0,8-7 0,-22 23 0,1-1 0,0 0 0,0-1 0,0 1 0,8-13 0,-13 17 0,0-1 0,0 1 0,0-1 0,-1 1 0,1-1 0,0 1 0,-1-1 0,1 0 0,-1 1 0,0-1 0,1 0 0,-1 1 0,0-1 0,0 0 0,0 1 0,0-1 0,-1 0 0,1 1 0,0-1 0,-1 0 0,1 1 0,-1-1 0,1 1 0,-1-1 0,0 1 0,0-1 0,0 1 0,-1-3 0,-3-1 0,1 0 0,-1 1 0,0 0 0,-1 0 0,1 0 0,0 0 0,-1 1 0,0 0 0,0 0 0,0 0 0,-8-2 0,3 2 0,1 1 0,0-1 0,-1 2 0,1-1 0,-1 1 0,-13 1 0,22 0 0,1 0 0,0 0 0,-1 0 0,1 0 0,0 1 0,-1-1 0,1 0 0,0 1 0,0-1 0,0 1 0,-1-1 0,1 1 0,0 0 0,0-1 0,0 1 0,0 0 0,0 0 0,0 0 0,0 0 0,0 0 0,0 0 0,-1 2 0,2-2 0,-1 1 0,0 0 0,1 0 0,-1 0 0,1 0 0,0 0 0,0 0 0,0 0 0,0 0 0,0 0 0,0 0 0,0-1 0,1 5 0,1 0 0,0 0 0,1 0 0,-1 1 0,1-1 0,0-1 0,1 1 0,-1 0 0,5 4 0,2 0 0,1-1 0,0 0 0,0-1 0,24 14 0,-5-4 0,-3-1 0,0-1 0,1-1 0,53 19 0,-66-29 0,1 0 0,0-1 0,0-1 0,0-1 0,0 0 0,0-1 0,1 0 0,-1-2 0,20-2 0,-1-7-1365,-21 4-5461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5.0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144 415 24575,'-5'3'0,"1"-1"0,-1 1 0,1 0 0,0 0 0,0 0 0,0 0 0,0 1 0,-5 6 0,8-9 0,0 1 0,0-1 0,0 1 0,0-1 0,1 1 0,-1 0 0,0-1 0,1 1 0,-1 0 0,1-1 0,0 1 0,-1 0 0,1 0 0,0 0 0,0-1 0,0 1 0,0 0 0,1 0 0,-1 0 0,0-1 0,1 1 0,-1 0 0,1 0 0,-1-1 0,1 1 0,0 0 0,2 2 0,1 1 0,0 0 0,1 1 0,0-2 0,0 1 0,0 0 0,1-1 0,0 0 0,0-1 0,0 1 0,0-1 0,0 0 0,0 0 0,11 2 0,-16-5 0,0 1 0,1-1 0,-1 0 0,1 0 0,-1 0 0,0 0 0,1 0 0,-1 0 0,0 0 0,1 0 0,-1 0 0,1-1 0,-1 1 0,0 0 0,0-1 0,1 0 0,-1 1 0,0-1 0,0 0 0,1 1 0,0-2 0,0 0 0,-1 0 0,1 0 0,-1 0 0,0 0 0,1 0 0,-1 0 0,0 0 0,0 0 0,-1 0 0,1-1 0,0-2 0,1-6 0,-1 0 0,0 0 0,0 0 0,-3-14 0,0 3 0,-1 0 0,-2 0 0,0 0 0,-2 0 0,0 1 0,-1-1 0,-20-35 0,-94-130 0,118 181 0,-1-1 0,-4-6 0,-17-18 0,24 30 0,3 7 0,4 9 0,22 33 0,1-1 0,48 61 0,81 79 0,-65-82 0,-8-11-1365,-70-80-5461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1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425 244 24575,'-5'-1'0,"-1"0"0,1-1 0,0 1 0,-1-2 0,1 1 0,0 0 0,-8-7 0,6 5 0,-143-86 74,-49-29-1513,181 110-5387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2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126 164 24575,'9'47'0,"-4"-22"0,13 42 0,-112-212 0,37 61 0,50 68 0,10 12 0,6 7 0,-7-2 0,26 17 0,34 15 0,-51-28 0,1 0 0,-1-1 0,1-1 0,-1 0 0,1-1 0,21 2 0,-30-4 0,20 2 0,1-2 0,36-4 0,-54 4 0,0-1 0,0-1 0,0 1 0,-1-1 0,1 0 0,0 0 0,-1 0 0,0-1 0,1 0 0,-1 0 0,0 0 0,-1-1 0,1 1 0,0-1 0,6-8 0,-10 10 0,1 0 0,-1 0 0,0-1 0,1 1 0,-1 0 0,0 0 0,-1-1 0,1 1 0,0-1 0,-1 1 0,1-1 0,-1 1 0,0-1 0,1 1 0,-2-1 0,1 1 0,0-1 0,0 1 0,-1-1 0,1 1 0,-1-1 0,0 1 0,1 0 0,-4-5 0,3 5 0,0 1 0,0-1 0,0 1 0,0-1 0,-1 1 0,1 0 0,0-1 0,-1 1 0,1 0 0,-1 0 0,0 0 0,1 0 0,-1 0 0,0 0 0,0 1 0,1-1 0,-1 1 0,0-1 0,0 1 0,0 0 0,0-1 0,0 1 0,0 0 0,1 0 0,-1 0 0,0 1 0,0-1 0,0 0 0,0 1 0,0-1 0,0 1 0,1 0 0,-3 0 0,2 0 0,1 0 0,-1 0 0,0 1 0,0-1 0,1 0 0,-1 1 0,1-1 0,0 1 0,-1-1 0,1 1 0,0-1 0,0 1 0,0 0 0,0 0 0,0 0 0,0 0 0,0 0 0,1-1 0,-1 1 0,1 1 0,-1-1 0,1 0 0,0 0 0,0 0 0,0 0 0,0 0 0,0 0 0,1 4 0,0 0 0,0 0 0,1 1 0,-1-1 0,1 0 0,0 0 0,1 0 0,0-1 0,4 8 0,-2-6 0,0-1 0,1 0 0,0 0 0,0 0 0,0-1 0,1 0 0,0 0 0,0 0 0,0-1 0,10 4 0,12 4 0,41 12 0,-64-22 0,16 4-227,1-2-1,0 0 1,-1-2-1,1 0 1,30-2-1,-39 0-6598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5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164 414 24575,'-12'-5'0,"-8"-2"0,-28-7 0,43 13 0,0 0 0,0 0 0,0 0 0,0 1 0,0 0 0,0 0 0,0 0 0,0 1 0,0 0 0,0 0 0,-6 2 0,10-3 0,0 0 0,0 1 0,0-1 0,0 0 0,0 1 0,0-1 0,1 1 0,-1-1 0,0 1 0,0-1 0,1 1 0,-1-1 0,0 1 0,1 0 0,-1-1 0,0 1 0,1 0 0,-1 0 0,1 0 0,-1-1 0,1 1 0,0 0 0,-1 0 0,1 0 0,0 0 0,0 0 0,-1 0 0,1 0 0,0 0 0,0 0 0,0 0 0,0-1 0,0 1 0,0 0 0,0 0 0,1 0 0,-1 0 0,0 0 0,1 0 0,-1 0 0,0 0 0,1 0 0,-1-1 0,1 1 0,0 1 0,3 4 0,0-1 0,1 1 0,0-1 0,9 8 0,-12-11 0,20 20 0,-10-10 0,16 14 0,-25-24 0,0 0 0,1 0 0,-1 0 0,0 0 0,0 0 0,1 0 0,-1-1 0,1 0 0,0 0 0,-1 0 0,6 1 0,-8-2 0,0 0 0,1 0 0,-1 0 0,0 0 0,0 0 0,0 0 0,0 0 0,0 0 0,0 0 0,1-1 0,-1 1 0,0 0 0,0-1 0,0 1 0,0-1 0,0 1 0,0-1 0,0 0 0,0 1 0,-1-1 0,1 0 0,0 0 0,0 1 0,1-3 0,-2 2 0,1-1 0,0 0 0,-1 0 0,1 0 0,-1 1 0,0-1 0,1 0 0,-1 0 0,0 0 0,0 0 0,0 0 0,-1 0 0,1-2 0,-3-6 0,1 1 0,-1-1 0,-1 1 0,-6-12 0,5 12 0,4 6 0,-1 1 0,1-1 0,-1 0 0,1 0 0,-2-5 0,16 17 0,7 7 0,1-1 0,25 15 0,-37-25 0,0 0 0,0-1 0,0 0 0,1-1 0,0 0 0,0 0 0,0-1 0,15 1 0,-21-2 0,0-1 0,0-1 0,0 1 0,0 0 0,-1-1 0,1 0 0,0 0 0,0 0 0,-1 0 0,1-1 0,-1 0 0,1 1 0,-1-1 0,0 0 0,1-1 0,-1 1 0,0 0 0,0-1 0,-1 0 0,1 0 0,-1 0 0,1 0 0,-1 0 0,0 0 0,0-1 0,0 1 0,2-7 0,-1 1 0,0 0 0,0 0 0,-1-1 0,0 1 0,-1 0 0,0-1 0,0 0 0,-1 1 0,-1-1 0,-1-11 0,-2-2 0,-2-1 0,0 1 0,-2 1 0,0 0 0,-14-26 0,3 14 0,-1 0 0,-33-42 0,50 73 0,0-2 0,0 1 0,-1 0 0,0-1 0,-7-5 0,11 10 0,-1 0 0,1-1 0,-1 1 0,0-1 0,1 1 0,-1 0 0,1 0 0,-1-1 0,1 1 0,-1 0 0,0 0 0,1 0 0,-1 0 0,0-1 0,1 1 0,-1 0 0,0 0 0,1 0 0,-1 0 0,1 1 0,-1-1 0,0 0 0,1 0 0,-1 0 0,0 0 0,1 1 0,-1-1 0,1 0 0,-1 1 0,1-1 0,-1 0 0,1 1 0,-1-1 0,1 1 0,-1-1 0,1 0 0,-1 1 0,1-1 0,-1 1 0,1 0 0,0-1 0,0 1 0,-1-1 0,1 1 0,0-1 0,0 1 0,-1 0 0,1-1 0,0 2 0,-3 6 0,1 1 0,0-1 0,1 1 0,-1-1 0,2 1 0,-1 0 0,1-1 0,2 12 0,1 4 0,10 41 0,-8-51 9,0 0 1,0 0-1,2 0 0,0-1 0,0 0 1,1 0-1,1-1 0,0 0 0,1 0 0,0-1 1,0-1-1,23 18 0,-14-14-195,1 0 1,0-2-1,1 0 0,1-1 1,-1-1-1,2-1 1,29 7-1,-35-12-6640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268 16 24575,'-27'-3'0,"-15"0"0,-2 0 0,1 0 0,5 1 0,7 1 0,6 1 0,8-1-8191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4.4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73 24575,'1'1'0,"15"31"0,26 38 0,-36-61 0,0 0 0,1-1 0,0 0 0,0-1 0,1 0 0,0 0 0,0 0 0,0-1 0,11 6 0,-19-12 0,1 1 0,0-1 0,0 1 0,0-1 0,-1 1 0,1-1 0,0 0 0,0 1 0,0-1 0,0 0 0,0 0 0,0 0 0,0 1 0,0-1 0,-1 0 0,1 0 0,0 0 0,0-1 0,0 1 0,0 0 0,0 0 0,0 0 0,0-1 0,0 1 0,-1 0 0,1-1 0,0 1 0,0-1 0,0 1 0,-1-1 0,1 1 0,0-1 0,0 0 0,-1 1 0,1-1 0,-1 0 0,1 1 0,-1-1 0,1 0 0,-1 0 0,1 0 0,-1 0 0,1 1 0,-1-1 0,0 0 0,0 0 0,1 0 0,-1 0 0,0-2 0,1-4 0,0-1 0,-1 0 0,1 0 0,-3-13 0,0 2 0,-11-37 0,9 41 0,0 1 0,1-1 0,1 0 0,-1-22 0,5 25 120,-2 12-142,0 0 0,0 0-1,0 0 1,0 0 0,0 0 0,0 0 0,0-1 0,0 1 0,0 0-1,0 0 1,0 0 0,0 0 0,0 0 0,0-1 0,0 1-1,1 0 1,-1 0 0,0 0 0,0 0 0,0 0 0,0 0-1,0 0 1,0 0 0,0-1 0,0 1 0,0 0 0,1 0-1,-1 0 1,0 0 0,0 0 0,0 0 0,0 0 0,0 0-1,0 0 1,1 0 0,-1 0 0,0 0 0,0 0 0,0 0-1,0 0 1,0 0 0,1 0 0,-1 0 0,0 0 0,0 0-1,0 0 1,0 0 0,0 0 0,0 0 0,1 0 0,-1 0-1,0 0 1,0 0 0,0 0 0,0 0 0,0 1 0,0-1 0,0 0-1,1 0 1,-1 0 0,0 0 0,0 0 0,0 0 0,0 0-1,0 1 1,0-1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118 402 24575,'-6'-4'0,"-8"-6"0,-19-10 0,30 18 0,0 1 0,0-1 0,-1 1 0,1-1 0,0 1 0,-1 0 0,1 1 0,-1-1 0,0 1 0,1-1 0,-1 1 0,-4 0 0,7 0 0,0 1 0,1-1 0,-1 0 0,0 0 0,0 0 0,1 1 0,-1-1 0,1 0 0,-1 1 0,0-1 0,1 0 0,-1 1 0,1-1 0,-1 1 0,0-1 0,1 1 0,0-1 0,-1 1 0,1-1 0,-1 1 0,1 0 0,0-1 0,-1 1 0,1 1 0,-1-1 0,1 1 0,0 0 0,-1-1 0,1 1 0,0 0 0,0-1 0,0 1 0,1 0 0,-1 0 0,1 1 0,0 3 0,1-1 0,0 0 0,0 0 0,0 1 0,5 6 0,10 12 0,41 43 0,-57-66 0,0 0 0,0 1 0,0-1 0,0 0 0,0 0 0,0-1 0,0 1 0,0 0 0,1 0 0,-1 0 0,0-1 0,1 1 0,-1-1 0,0 1 0,1-1 0,-1 1 0,1-1 0,-1 0 0,1 0 0,-1 0 0,0 0 0,1 0 0,-1 0 0,1 0 0,-1 0 0,1-1 0,1 1 0,-2-1 0,1 0 0,-1 0 0,0 0 0,0 0 0,0-1 0,1 1 0,-1 0 0,0 0 0,0-1 0,-1 1 0,1-1 0,0 1 0,0 0 0,-1-1 0,1 1 0,-1-1 0,1 0 0,-1 1 0,0-1 0,0 1 0,1-1 0,-1 0 0,0 1 0,-1-3 0,1-3 0,-1 0 0,0-1 0,0 1 0,-1 0 0,0 0 0,0 1 0,-1-1 0,-4-8 0,29 64 0,-17-41 0,0 0 0,0-1 0,1 0 0,0 0 0,1 0 0,-1-1 0,14 10 0,-15-12 0,0-1 0,1 0 0,-1 0 0,1-1 0,0 1 0,0-1 0,0 0 0,0-1 0,0 1 0,0-1 0,0-1 0,9 1 0,-13-1 0,0 0 0,0 0 0,0-1 0,0 1 0,0 0 0,0-1 0,0 0 0,0 1 0,-1-1 0,1 0 0,0 0 0,0 0 0,-1 0 0,1 0 0,0 0 0,-1-1 0,2-1 0,-1 0 0,1 0 0,-1 0 0,0 0 0,0 0 0,-1-1 0,1 1 0,-1 0 0,2-7 0,0-1 0,-1-1 0,0 1 0,-1-1 0,-1-21 0,-1 10 0,-2 1 0,-1 0 0,-1 0 0,0 0 0,-12-29 0,-52-101 0,69 151 0,-13-26 0,-34-62 0,43 84 0,2 7 0,2 13 0,6 23 0,6 26 0,-6-26 0,1 0 0,3 0 0,15 40 0,-21-68 0,0 0 0,2 0 0,-1 0 0,1 0 0,0-1 0,1 0 0,0 0 0,1 0 0,0-1 0,0-1 0,1 1 0,0-1 0,0-1 0,0 0 0,13 7 0,-11-8 0,1-1 0,0 1 0,-1-2 0,26 5 0,-29-7 0,0 0 0,1-1 0,-1 0 0,0 0 0,1-1 0,-1 0 0,0 0 0,11-4 0,-15 4 0,-1-1 0,1 1 0,-1-1 0,0 0 0,0 0 0,1-1 0,-1 1 0,0 0 0,-1-1 0,1 0 0,0 0 0,-1 0 0,0 0 0,0 0 0,1 0 0,-2-1 0,1 1 0,2-5 0,-3 5 0,0 0 0,0 0 0,-1 0 0,1 0 0,-1 0 0,1 0 0,-1 0 0,0 0 0,0 0 0,0 0 0,-1 0 0,1-1 0,-1 1 0,1 0 0,-1 0 0,0 1 0,0-1 0,-1 0 0,1 0 0,0 0 0,-1 1 0,-3-5 0,5 7 0,0-1 0,0 1 0,0 0 0,-1 0 0,1-1 0,0 1 0,0 0 0,0-1 0,-1 1 0,1 0 0,0 0 0,-1-1 0,1 1 0,0 0 0,0 0 0,-1 0 0,1 0 0,0-1 0,-1 1 0,1 0 0,0 0 0,-1 0 0,1 0 0,-1 0 0,1 0 0,-1 8 0,6 13 0,-2-14 0,1 1 0,-1-1 0,1 1 0,1-1 0,5 7 0,-9-12 0,0-1 0,0 1 0,1-1 0,-1 1 0,1-1 0,-1 0 0,0 0 0,1 1 0,0-1 0,-1 0 0,1 0 0,0-1 0,-1 1 0,1 0 0,0-1 0,0 1 0,0-1 0,0 1 0,0-1 0,0 0 0,-1 0 0,1 0 0,0 0 0,0 0 0,0 0 0,0 0 0,3-2 0,28-14 0,-30 13 0,1 1 0,-1 0 0,1 0 0,0 0 0,0 0 0,0 1 0,0-1 0,0 1 0,0 0 0,0 0 0,0 1 0,0-1 0,1 1 0,-1 0 0,7 1 0,-2 1-5,0 0 0,-1 1 0,1 0 0,-1 0 0,16 10 0,38 28 147,-43-27-880,34 19-1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0 309 24575,'35'-19'0,"-4"3"0,-1-1 0,42-32 0,-68 46 0,0 0 0,0-1 0,-1 0 0,1 0 0,-1 0 0,0 0 0,0-1 0,0 1 0,0-1 0,-1 1 0,3-7 0,-4 7 0,-1 0 0,1 1 0,0-1 0,-1 0 0,0 1 0,0-1 0,0 0 0,0 0 0,0 1 0,-1-1 0,0 0 0,0 1 0,0-1 0,0 1 0,0-1 0,-3-4 0,0-1 0,-1 1 0,0 0 0,0 0 0,0 0 0,-1 1 0,0 0 0,-1 0 0,1 0 0,-10-6 0,16 13 0,-1-1 0,1 1 0,-1 0 0,1-1 0,0 1 0,-1 0 0,1 0 0,-1-1 0,1 1 0,-1 0 0,1 0 0,0 0 0,-1 0 0,1 0 0,-1 0 0,1 0 0,-1 0 0,1 0 0,-1 0 0,1 0 0,-1 0 0,1 0 0,-1 0 0,1 0 0,-1 0 0,1 0 0,-1 0 0,1 1 0,0-1 0,-1 0 0,0 1 0,1 0 0,-1-1 0,1 1 0,-1 0 0,1 0 0,-1 0 0,1 0 0,0 0 0,-1 0 0,1 0 0,0 0 0,0 0 0,0 1 0,0 0 0,0 5 0,1 1 0,2 13 0,1-5 15,0-1 0,2 0 0,0 0 0,0 0 0,1-1 0,1 0 0,11 16 0,-10-19-180,-1 0 0,1 0 0,1-1 0,0-1 0,0 1 0,1-2 0,0 0 0,21 12 0,-24-15-6661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6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56 339 24575,'-11'15'0,"1"0"0,-12 26 0,20-37 0,0 0 0,0 0 0,1 0 0,-1 0 0,1 0 0,0 1 0,1-1 0,-1 0 0,1 1 0,-1-1 0,1 0 0,1 1 0,-1-1 0,1 0 0,-1 1 0,4 7 0,-3-10 0,0 0 0,1 1 0,-1-1 0,1 0 0,0 0 0,-1-1 0,1 1 0,0 0 0,0-1 0,1 1 0,-1-1 0,0 1 0,0-1 0,1 0 0,-1 0 0,1 0 0,-1 0 0,0-1 0,1 1 0,0-1 0,-1 1 0,1-1 0,-1 0 0,1 0 0,0 0 0,-1 0 0,4-1 0,-2 1 0,0-1 0,0 1 0,0-1 0,0 0 0,0 0 0,0-1 0,0 1 0,-1-1 0,1 0 0,0 0 0,-1 0 0,1 0 0,-1-1 0,0 1 0,0-1 0,5-5 0,-5 2 0,0 0 0,0 1 0,0-1 0,-1-1 0,0 1 0,0 0 0,-1 0 0,1-1 0,-1 1 0,-1-1 0,1 1 0,-1-1 0,0 0 0,-1 1 0,0-1 0,-2-8 0,-3-11 0,-1 1 0,-19-43 0,13 36 0,7 17 0,-7-16 0,2-1 0,1-1 0,-12-63 0,23 84 0,4 19 0,6 20 0,8 24 0,3-1 0,1-1 0,3-1 0,44 63 0,-55-89-109,-4-8-142,-1 0 0,-1 1 0,0 0-1,7 20 1,-12-22-6575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7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146 208 24575,'9'-5'0,"0"1"0,0-2 0,-1 0 0,11-8 0,-17 13 0,-1 0 0,1-1 0,-1 1 0,1-1 0,-1 1 0,0-1 0,0 1 0,0-1 0,1 1 0,-2-1 0,1 0 0,0 0 0,0 0 0,0 1 0,-1-1 0,1 0 0,-1 0 0,0 0 0,1 0 0,-1 0 0,0 0 0,0 0 0,0 0 0,-1 0 0,1 0 0,0 0 0,-1 0 0,1 0 0,-2-3 0,-1 0 0,-1-1 0,0 1 0,0 0 0,0 0 0,-1 0 0,1 1 0,-8-6 0,-40-27 0,42 31 0,3 2 0,1-1 0,-1 1 0,0 1 0,0 0 0,-12-4 0,18 6 0,0 1 0,-1 0 0,1-1 0,-1 1 0,1 0 0,-1 0 0,0 0 0,1 0 0,-1 0 0,1 0 0,-1 1 0,1-1 0,0 0 0,-1 1 0,1-1 0,-1 1 0,1 0 0,0-1 0,-1 1 0,1 0 0,0 0 0,-1 0 0,1 0 0,0 0 0,0 0 0,0 0 0,0 0 0,0 0 0,0 1 0,1-1 0,-1 0 0,0 1 0,1-1 0,-1 0 0,0 3 0,-3 5 0,1 0 0,1 0 0,-1 0 0,2 0 0,-2 19 0,3-24 0,0 0 0,0 1 0,0-1 0,1 0 0,0 1 0,0-1 0,0 0 0,0 0 0,1 0 0,0 0 0,0 0 0,0 0 0,0 0 0,6 6 0,1 0 0,1 0 0,0-1 0,0 0 0,1-1 0,1 0 0,-1 0 0,1-2 0,0 1 0,22 7 0,7-1 0,73 14 0,-98-23 0,7 0-341,0 0 0,1-2-1,33-1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16 24575,'-3'0'0,"-3"0"0,-3-2 0,-2-1 0,-3-1 0,-3 2 0,-1 0 0,-1 1 0,1 0 0,-1 1 0,-1 0 0,1 0 0,1 0 0,2 0 0,0 0 0,1 1 0,2-1-8191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9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 24575,'-22'0'0,"-11"0"0,1 2 0,3 2 0,4-1 0,4 2 0,3 0 0,0 0 0,-1-2 0,2-1 0,3-1-8191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0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29 124 24575,'7'92'0,"1"-1"0,-17 33 0,5-90 0,1 1 0,4 64 0,0-94 0,0 1 0,0 0 0,1-1 0,2 7 0,-4-11 0,1 0 0,-1 1 0,1-1 0,0 0 0,0 0 0,-1 0 0,1 0 0,0 0 0,0 0 0,2 2 0,-3-3 0,0 0 0,1 0 0,-1 0 0,1 1 0,-1-1 0,1 0 0,-1 0 0,0 0 0,1 0 0,-1 0 0,1 0 0,-1 0 0,1 0 0,-1 0 0,1 0 0,-1 0 0,0 0 0,1 0 0,-1 0 0,1-1 0,-1 1 0,1 0 0,-1 0 0,0 0 0,1-1 0,-1 1 0,0 0 0,1 0 0,-1-1 0,1 0 0,1-2 0,1-1 0,-1 0 0,-1 0 0,1 0 0,0 0 0,-1 0 0,0 0 0,0 0 0,0 0 0,-1 0 0,1-6 0,1-3 0,1-11 0,0 0 0,-2 1 0,-3-36 0,-13-71 0,6 59 0,-10-112 0,15 160 0,3 18 0,0 0 0,0 0 0,1 0 0,-1 1 0,1-6 0,0 9 0,0 1 0,0 0 0,0 0 0,0-1 0,0 1 0,0 0 0,0 0 0,0 0 0,0-1 0,0 1 0,0 0 0,0 0 0,0 0 0,1-1 0,-1 1 0,0 0 0,0 0 0,0 0 0,0 0 0,0-1 0,0 1 0,1 0 0,-1 0 0,0 0 0,0 0 0,0 0 0,0-1 0,1 1 0,-1 0 0,0 0 0,0 0 0,0 0 0,0 0 0,1 0 0,-1 0 0,8 4 0,5 12 0,83 126 0,17 24 0,-89-133 0,89 110 0,-93-121 0,1 0 0,1-1 0,1-2 0,25 17 0,-42-32 0,22 14 0,-26-17 0,0 0 0,-1 0 0,1-1 0,0 1 0,0 0 0,-1-1 0,1 1 0,0-1 0,0 0 0,0 0 0,0 1 0,0-1 0,2-1 0,-4 1 0,1 0 0,-1 0 0,0 0 0,0 0 0,0 0 0,0 0 0,1-1 0,-1 1 0,0 0 0,0 0 0,0 0 0,0 0 0,0-1 0,1 1 0,-1 0 0,0 0 0,0 0 0,0-1 0,0 1 0,0 0 0,0 0 0,0 0 0,0-1 0,0 1 0,0 0 0,0 0 0,0 0 0,0-1 0,0 1 0,0 0 0,0 0 0,0 0 0,0-1 0,0 1 0,0 0 0,0 0 0,0-1 0,0 1 0,0 0 0,0 0 0,-1 0 0,1 0 0,0-1 0,0 1 0,0 0 0,0 0 0,-1 0 0,1 0 0,0 0 0,0-1 0,-1 1 0,-8-9 0,-15-8 0,0 2 0,-1 0 0,-1 2 0,-34-12 0,32 12 0,-8-1 0,0 0 0,-1 3 0,0 1 0,-1 1 0,0 3 0,0 1 0,-76-1 0,97 7-1365,3-1-5461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1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14 24575,'-1'0'0,"-4"-3"0,1 1 0,-1 0 0,0 0 0,1 1 0,-7-2 0,10 3 0,0 0 0,-1 0 0,1 0 0,0 0 0,0 0 0,0 0 0,0 0 0,-1 0 0,1 0 0,0 1 0,0-1 0,0 0 0,0 1 0,0-1 0,0 1 0,0 0 0,0-1 0,0 1 0,0 0 0,0-1 0,0 1 0,0 0 0,0 0 0,0 0 0,1 0 0,-1 0 0,0 1 0,-7 12 0,1 1 0,0-1 0,-7 28 0,-8 48 0,17-59 0,0-1 0,2 0 0,2 1 0,1-1 0,1 1 0,1-1 0,2 1 0,1-1 0,1 0 0,2-1 0,1 1 0,16 34 0,-16-44 0,-2-2 0,2 0 0,0 0 0,0-1 0,2-1 0,20 26 0,-29-40-151,0 0-1,0 0 0,0 0 0,0-1 1,1 1-1,-1-1 0,0 0 1,4 2-1,5 0-6674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24575,'-1'0'0,"0"0"0,0 0 0,0 0 0,0 0 0,0 0 0,0 0 0,-1 0 0,1 0 0,0 0 0,0 1 0,0-1 0,0 0 0,1 1 0,-1-1 0,0 1 0,0-1 0,0 1 0,0-1 0,0 1 0,0 0 0,1-1 0,-1 1 0,-1 1 0,2-1 0,0 0 0,-1 1 0,1-1 0,0 0 0,0 0 0,0 0 0,0 0 0,0 0 0,0 0 0,0 0 0,1 0 0,-1 0 0,0 0 0,1 0 0,-1 1 0,1-1 0,-1-1 0,1 3 0,3 3 0,0 0 0,0 0 0,1-1 0,0 1 0,7 6 0,10 8 0,-2-1 0,1-2 0,31 20 0,-46-33 0,1 0 0,-1 0 0,1-1 0,0 0 0,0-1 0,1 1 0,-1-1 0,0-1 0,1 1 0,-1-1 0,1-1 0,-1 1 0,10-2 0,-15 1 0,0 0 0,0-1 0,0 1 0,1-1 0,-1 1 0,-1-1 0,1 0 0,0 1 0,0-1 0,0 0 0,0 0 0,0-1 0,-1 1 0,1 0 0,-1-1 0,1 1 0,-1-1 0,3-2 0,-3 2 0,1-1 0,-1 0 0,0 1 0,0-1 0,0 0 0,0 0 0,-1 0 0,1 0 0,-1 0 0,1 0 0,-1-5 0,-1-2 0,0 0 0,-1 0 0,0 0 0,0 1 0,-1-1 0,-6-15 0,-1 9 0,9 15 0,7 10 0,1 1 0,1 0 0,1-1 0,-1 0 0,2 0 0,-1-1 0,1 0 0,0-1 0,1 0 0,22 11 0,-17-10 0,0-2 0,1 0 0,-1 0 0,1-2 0,0 0 0,30 2 0,-44-5 0,6-1 0,0 1 0,0-1 0,0 0 0,-1-1 0,10-2 0,-16 3 0,0 0 0,-1-1 0,1 1 0,-1-1 0,1 1 0,-1-1 0,1 0 0,-1 0 0,1 0 0,-1 0 0,0 0 0,1 0 0,-1 0 0,0 0 0,0 0 0,0 0 0,0-1 0,0 1 0,0 0 0,0-1 0,0 1 0,-1-1 0,1 1 0,0-1 0,-1 1 0,1-1 0,-1 0 0,0 1 0,0-1 0,1 0 0,-1 1 0,0-1 0,0 1 0,-1-4 0,0-2 0,-1 0 0,1 0 0,-2 0 0,1 1 0,-1-1 0,0 0 0,0 1 0,-5-7 0,-1-1 0,-1 1 0,-16-18 0,15 20-455,1 1 0,-24-16 0,19 16-6371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24575,'44'25'0,"-1"2"0,0 2 0,-3 2 0,0 2 0,53 56 0,-73-67 0,0 2 0,-2 0 0,0 1 0,-2 1 0,0 0 0,-2 2 0,-1-1 0,-2 2 0,0-1 0,9 47 0,-18-63 0,0-1 0,-1 1 0,0 0 0,-1 0 0,0 0 0,-4 19 0,3-24 0,-1 1 0,0-1 0,-1 1 0,0-1 0,0 0 0,0 0 0,-1 0 0,0 0 0,-1-1 0,-9 13 0,-29 20-1365,25-25-5461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1 24575,'0'0'0,"0"0"0,0 0 0,0 1 0,0-1 0,0 0 0,0 0 0,0 0 0,0 0 0,0 1 0,0-1 0,0 0 0,-1 0 0,1 0 0,0 1 0,0-1 0,0 0 0,0 0 0,0 0 0,0 0 0,0 0 0,0 1 0,0-1 0,-1 0 0,1 0 0,0 0 0,0 0 0,0 0 0,0 0 0,-1 1 0,1-1 0,0 0 0,0 0 0,0 0 0,0 0 0,-1 0 0,1 0 0,0 0 0,0 0 0,0 0 0,-1 0 0,1 0 0,0 0 0,0 0 0,0 0 0,0 0 0,-1 0 0,1 0 0,0 0 0,0 0 0,0 0 0,0 0 0,-1-1 0,1 1 0,0 0 0,0 0 0,0 0 0,0 0 0,-1 0 0,1 0 0,0 0 0,0-1 0,0 1 0,0 0 0,0 0 0,0 0 0,0 0 0,0-1 0,-1 1 0,1 0 0,1 16 0,-1-15 0,6 35 0,18 66 0,21 32 0,-42-126 0,9 22 0,-8-22 0,-1 0 0,0 0 0,0 0 0,-1 1 0,0-1 0,2 15 0,-4-21 0,-1-1 0,1 1 0,0 0 0,-1-1 0,1 1 0,-1 0 0,0-1 0,-1 4 0,2-5 0,0 0 0,0 0 0,0 1 0,0-1 0,0 0 0,-1 1 0,1-1 0,0 0 0,0 0 0,0 1 0,-1-1 0,1 0 0,0 0 0,0 0 0,0 1 0,-1-1 0,1 0 0,0 0 0,0 0 0,-1 0 0,1 1 0,0-1 0,-1 0 0,1 0 0,0 0 0,-1 0 0,1 0 0,0 0 0,0 0 0,-1 0 0,1 0 0,0 0 0,-1 0 0,1 0 0,0 0 0,-1 0 0,1 0 0,0 0 0,0 0 0,-1-1 0,1 1 0,0 0 0,-1 0 0,1 0 0,0 0 0,0-1 0,-1 1 0,1 0 0,0 0 0,0-1 0,0 1 0,-1-1 0,1 1 0,-1-1 0,1 0 0,0 0 0,0 0 0,-1 0 0,1 0 0,0 0 0,0 0 0,0 0 0,0 0 0,0 0 0,0 0 0,1 0 0,-1 0 0,0 0 0,0 0 0,1 0 0,-1 0 0,1 0 0,-1 0 0,1 0 0,-1 0 0,1 1 0,-1-1 0,1 0 0,0 0 0,-1 1 0,2-2 0,1-2 0,1 1 0,0-1 0,-1 1 0,7-4 0,-2 2 0,0 1 0,0 0 0,0 1 0,1 0 0,-1 0 0,1 1 0,-1 0 0,1 0 0,0 1 0,0 0 0,0 1 0,0 0 0,0 0 0,0 1 0,-1 0 0,12 3 0,-8-1 0,0 1 0,0 0 0,0 1 0,-1 0 0,1 1 0,-1 0 0,-1 1 0,1 0 0,-1 1 0,17 16 0,-24-21 0,0 0 0,0 1 0,-1-1 0,1 1 0,-1-1 0,0 1 0,0 0 0,0 0 0,0 0 0,-1 0 0,1 0 0,-1 0 0,1 7 0,-2-9 0,0 1 0,0-1 0,0 1 0,-1 0 0,1-1 0,0 1 0,-1-1 0,0 1 0,0-1 0,0 0 0,0 1 0,0-1 0,0 0 0,0 1 0,-1-1 0,1 0 0,-1 0 0,1 0 0,-1 0 0,0 0 0,0-1 0,0 1 0,-4 2 0,-2 1 0,-1-1 0,0 1 0,0-2 0,0 1 0,0-1 0,0-1 0,-1 1 0,-17 1 0,-10-2 0,-36-1 0,48-1 0,-7 0 0,1-1 0,0-2 0,0 0 0,-57-16 0,87 19-80,0-1 0,0 1-1,-1-1 1,1 1 0,0-1-1,0 1 1,0-1 0,0 0-1,0 1 1,0-1 0,0 0 0,0 0-1,0 0 1,0 0 0,0 0-1,-1-2 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66 24575,'-2'0'0,"1"0"0,0 0 0,-1 0 0,1 0 0,0 0 0,0 1 0,-1-1 0,1 0 0,0 0 0,0 1 0,-1-1 0,1 1 0,0-1 0,0 1 0,0 0 0,0 0 0,-2 0 0,3 0 0,0-1 0,-1 1 0,1 0 0,0-1 0,-1 1 0,1 0 0,0-1 0,0 1 0,0 0 0,-1-1 0,1 1 0,0 0 0,0 0 0,0-1 0,0 1 0,0 0 0,0-1 0,1 1 0,-1 0 0,0-1 0,0 1 0,1 1 0,0 1 0,1 0 0,-1-1 0,1 1 0,0 0 0,0-1 0,0 1 0,0-1 0,0 1 0,1-1 0,-1 0 0,1 0 0,3 2 0,3 1 0,0 0 0,1-1 0,0 0 0,-1-1 0,1 0 0,0-1 0,1 0 0,-1 0 0,13-1 0,-19-1 0,1 0 0,-1 0 0,1-1 0,-1 1 0,0-1 0,1 0 0,-1-1 0,0 1 0,0-1 0,7-3 0,-9 4 0,1-1 0,-1 0 0,0 0 0,1 0 0,-1 0 0,0-1 0,0 1 0,0-1 0,-1 1 0,1-1 0,-1 1 0,1-1 0,-1 0 0,0 0 0,0 0 0,1-5 0,-1 3 0,-1 1 0,0-1 0,0 0 0,0 1 0,-1-1 0,0 0 0,0 1 0,0-1 0,0 1 0,-1-1 0,0 1 0,0 0 0,0-1 0,0 1 0,-1 0 0,1 1 0,-1-1 0,0 0 0,-6-5 0,9 9 0,0 0 0,-1-1 0,1 1 0,0 0 0,0-1 0,-1 1 0,1 0 0,0 0 0,0 0 0,-1-1 0,1 1 0,0 0 0,-1 0 0,1 0 0,0 0 0,-1-1 0,1 1 0,0 0 0,-1 0 0,1 0 0,0 0 0,-1 0 0,1 0 0,0 0 0,-1 0 0,1 0 0,-1 0 0,1 1 0,-1 8 0,10 14 0,-1-13 0,-1 0 0,1 0 0,1-1 0,-1 0 0,1-1 0,1 0 0,0 0 0,0-1 0,1 0 0,13 7 0,-21-13-151,-1 0-1,1-1 0,-1 1 0,0 0 1,1-1-1,-1 1 0,1-1 1,5 0-1,1-1-6674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3 24575,'-1'-1'0,"0"1"0,0 0 0,0-1 0,0 1 0,0 0 0,-1 0 0,1-1 0,0 1 0,0 0 0,0 0 0,0 0 0,0 1 0,0-1 0,0 0 0,0 0 0,-1 1 0,1-1 0,0 0 0,0 1 0,0-1 0,0 1 0,0-1 0,1 1 0,-1 0 0,0-1 0,0 1 0,0 0 0,0 0 0,1-1 0,-1 1 0,0 0 0,1 0 0,-1 0 0,1 0 0,-1 0 0,1 0 0,-1 0 0,1 0 0,0 0 0,-1 0 0,1 0 0,0 0 0,0 0 0,0 2 0,-1 4 0,1 0 0,1 0 0,-1 0 0,1 0 0,3 12 0,85 253 0,-79-244 0,27 61 0,-30-75 0,0-1 0,1 0 0,0 0 0,14 14 0,-20-24 0,0-1 0,1 0 0,-1 1 0,1-1 0,-1-1 0,1 1 0,-1 0 0,1-1 0,4 3 0,-5-4 0,-1 0 0,0 1 0,0-1 0,0 0 0,1 0 0,-1 0 0,0 0 0,0 0 0,0 0 0,1 0 0,-1 0 0,0 0 0,0-1 0,0 1 0,1-1 0,-1 1 0,0-1 0,0 1 0,0-1 0,0 1 0,0-1 0,0 0 0,0 0 0,0 1 0,0-1 0,0 0 0,0-1 0,15-19-1365,-9 12-5461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296 1 24575,'-27'2'0,"-12"2"0,-2 1 0,1 1 0,5-1 0,6 2 0,3-2 0,3 0 0,3 1 0,5-1-8191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 24575,'-18'8'0,"-3"7"0,5 3 0,9 5 0,10 2 0,8 0 0,5 1 0,5-2 0,4-2 0,0 0 0,-1-1 0,-1-2 0,-1-1 0,-1-2 0,-3-3 0,1-4 0,0-1 0,-3-2-8191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65 24575,'-28'-12'0,"4"1"0,-1 1 0,0 1 0,-1 1 0,-32-6 0,56 14 0,0 0 0,0 0 0,0 0 0,0 0 0,0 0 0,0 0 0,0 0 0,0 1 0,0-1 0,0 1 0,0-1 0,-4 2 0,5-1 0,1-1 0,-1 1 0,1 0 0,-1-1 0,1 1 0,-1-1 0,1 1 0,-1 0 0,1-1 0,-1 1 0,1 0 0,0 0 0,-1-1 0,1 1 0,0 0 0,0 0 0,0 0 0,-1-1 0,1 1 0,0 0 0,0 0 0,0 0 0,0 0 0,0-1 0,1 1 0,-1 0 0,0 0 0,0 0 0,0-1 0,1 1 0,-1 0 0,1 1 0,2 5 0,1 1 0,0-1 0,0 0 0,1 0 0,0 0 0,0-1 0,7 7 0,46 40 0,-33-32 0,-18-15 0,-1-1 0,1 0 0,1 0 0,-1-1 0,1 0 0,0 0 0,12 4 0,-18-7 0,0-1 0,0 1 0,0-1 0,0 0 0,0 1 0,1-1 0,-1 0 0,0 0 0,0-1 0,0 1 0,0 0 0,0-1 0,0 1 0,0-1 0,2-1 0,-2 1 0,0 0 0,-1 0 0,1 0 0,-1-1 0,0 1 0,1-1 0,-1 1 0,0-1 0,0 0 0,0 1 0,0-1 0,0 0 0,0 0 0,-1 1 0,1-1 0,-1 0 0,1 0 0,-1 0 0,1-3 0,-1 1 0,1 0 0,-1-1 0,0 1 0,-1 0 0,1 0 0,-1 0 0,1-1 0,-1 1 0,-2-4 0,-16-35 0,1 2 0,19 39 0,3 4 0,5 5 0,-8-6 0,92 82 0,-29-22 0,-61-59-151,0 1-1,0-1 0,0 0 0,0 0 1,1-1-1,-1 1 0,0 0 1,7 1-1,1-1-6674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22 105 24575,'-3'-5'0,"1"1"0,-1 1 0,1-1 0,0 0 0,0 0 0,0 0 0,1 0 0,-1 0 0,1 0 0,-1-7 0,2 11 0,0-1 0,0 1 0,0 0 0,0 0 0,1-1 0,-1 1 0,0 0 0,0 0 0,0 0 0,0-1 0,0 1 0,1 0 0,-1 0 0,0 0 0,0-1 0,0 1 0,1 0 0,-1 0 0,0 0 0,0 0 0,1 0 0,-1-1 0,0 1 0,0 0 0,1 0 0,-1 0 0,0 0 0,0 0 0,1 0 0,-1 0 0,0 0 0,0 0 0,1 0 0,-1 0 0,0 0 0,0 0 0,1 0 0,-1 0 0,0 1 0,0-1 0,1 0 0,-1 0 0,12 5 0,25 19 0,-30-18 0,0-1 0,0-1 0,0 1 0,0-1 0,1-1 0,0 1 0,9 2 0,-16-6 0,-1 1 0,1-1 0,0 0 0,0 0 0,0 1 0,-1-1 0,1 0 0,0 0 0,0 0 0,0 0 0,0 0 0,0 0 0,-1 0 0,1-1 0,0 1 0,0 0 0,0 0 0,-1-1 0,1 1 0,0 0 0,0-1 0,-1 1 0,1-1 0,0 1 0,-1-1 0,1 1 0,0-1 0,-1 1 0,1-1 0,-1 0 0,1 1 0,-1-1 0,1 0 0,-1 1 0,0-1 0,1 0 0,-1 0 0,0 0 0,1 1 0,-1-1 0,0 0 0,0 0 0,0 0 0,0-1 0,0-4 0,0-1 0,0 0 0,-1 0 0,-3-11 0,0-2 0,4 19 0,0 0 0,0 0 0,0-1 0,0 1 0,0 0 0,0 0 0,0 0 0,1-1 0,-1 1 0,0 0 0,1 0 0,-1 0 0,1 0 0,-1 0 0,1 0 0,-1 0 0,1 0 0,0 0 0,-1 0 0,1 0 0,0 0 0,0 0 0,0 0 0,1 0 0,0 0 0,0 0 0,0 0 0,0 1 0,0-1 0,0 1 0,0-1 0,0 1 0,0 0 0,0 0 0,1-1 0,-1 2 0,3-1 0,5 2 0,0 0 0,0 0 0,-1 1 0,16 6 0,216 105 0,-225-108-341,-1 2 0,0-1-1,18 14 1,-23-13-6485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9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24575,'1'12'0,"1"0"0,0-1 0,1 1 0,0-1 0,6 15 0,0 1 0,7 23 0,2-2 0,3 0 0,2-1 0,1-1 0,47 65 0,-67-106 0,-1-1 0,1 0 0,0 0 0,8 7 0,-12-10 0,1-1 0,-1 1 0,1-1 0,0 0 0,-1 1 0,1-1 0,-1 0 0,1 1 0,0-1 0,0 0 0,-1 0 0,1 0 0,0 0 0,-1 1 0,1-1 0,0 0 0,-1 0 0,1 0 0,1-1 0,-1 1 0,-1-1 0,1 1 0,0-1 0,-1 1 0,1-1 0,-1 0 0,1 1 0,0-1 0,-1 0 0,0 1 0,1-1 0,-1 0 0,1 0 0,-1 1 0,0-1 0,0 0 0,1 0 0,-1 0 0,0 0 0,0 1 0,0-2 0,0-28 0,0 27 0,-1 0 0,1-1 0,0 1 0,0-1 0,0 1 0,0-1 0,1 1 0,-1-1 0,1 1 0,0 0 0,0-1 0,0 1 0,1 0 0,1-4 0,-2 7 0,0-1 0,0 0 0,0 0 0,0 1 0,0-1 0,0 0 0,0 1 0,1-1 0,-1 1 0,0 0 0,0-1 0,0 1 0,1 0 0,-1 0 0,0 0 0,0 0 0,1 0 0,-1 0 0,0 0 0,0 0 0,1 0 0,-1 0 0,0 1 0,0-1 0,1 1 0,-1-1 0,0 1 0,0-1 0,0 1 0,0 0 0,2 1 0,4 3 0,1 0 0,-2 1 0,9 7 0,-12-10 0,12 11 0,-7-7 0,1 0 0,-1 1 0,-1 0 0,1 1 0,-2 0 0,1 0 0,6 13 0,-12-21 0,-1 0 0,1 1 0,-1-1 0,1 0 0,-1 1 0,0-1 0,0 0 0,1 1 0,-1-1 0,0 0 0,0 1 0,0-1 0,-1 1 0,1-1 0,0 0 0,0 1 0,-1-1 0,1 0 0,-1 0 0,1 1 0,-2 0 0,1 0 0,-1 0 0,1-1 0,-1 1 0,1-1 0,-1 1 0,0-1 0,0 0 0,0 1 0,0-1 0,0 0 0,-4 1 0,-3 1 0,0 0 0,-1-1 0,0-1 0,-17 2 0,2-2 0,-1-2 0,1 0 0,-1-1 0,1-2 0,-43-11 0,64 13 0,0 1 0,0-1 0,0 0 0,0 0 0,1 0 0,-1 0 0,1-1 0,-1 1 0,1-1 0,-4-5 0,6 8 0,0-1 0,1 0 0,-1 0 0,0 0 0,1 0 0,-1 0 0,1 0 0,0 0 0,-1 0 0,1-1 0,0 1 0,-1 0 0,1 0 0,0 0 0,0 0 0,0 0 0,0-2 0,1 1 0,-1 1 0,1 0 0,-1-1 0,1 1 0,0 0 0,-1 0 0,1 0 0,0-1 0,0 1 0,0 0 0,0 0 0,0 0 0,0 0 0,0 0 0,0 1 0,0-1 0,3-1 0,1-1 0,0 1 0,0 0 0,0 0 0,0 0 0,1 1 0,-1 0 0,1 0 0,7-1 0,48 2 0,-36 1 0,171 15 0,-137-8 0,1-3 0,91-4 0,-142-2 0,1 0 0,-1 0 0,0-1 0,0 0 0,-1-1 0,1 0 0,10-4 0,-16 5 0,-1 1 0,0-1 0,1 1 0,-1-1 0,0 0 0,0 0 0,0 0 0,0 0 0,0 0 0,0 0 0,-1-1 0,1 1 0,-1-1 0,1 1 0,-1-1 0,0 1 0,0-1 0,0 0 0,0 0 0,-1 1 0,1-1 0,-1 0 0,0 0 0,0 0 0,0 0 0,0-5 0,-2 0 0,1 0 0,-1 0 0,0 0 0,-1 0 0,0 0 0,0 0 0,-1 1 0,0 0 0,-8-12 0,1 4 0,-1 0 0,0 2 0,-19-17 0,29 27 0,-2 1 0,1-1 0,0 1 0,0 0 0,-1-1 0,1 2 0,-1-1 0,0 0 0,1 1 0,-1-1 0,0 1 0,-5 0 0,7 0 0,0 1 0,-1 0 0,1 1 0,0-1 0,0 0 0,0 1 0,-1-1 0,1 1 0,0-1 0,0 1 0,0 0 0,0 0 0,0 0 0,0 0 0,0 1 0,0-1 0,1 0 0,-1 1 0,0-1 0,1 1 0,-1 0 0,1 0 0,-2 2 0,-1 2 0,1 0 0,0 0 0,0 0 0,1 1 0,0-1 0,0 1 0,0 0 0,1-1 0,0 1 0,0 0 0,0 0 0,1 0 0,1 9 0,0-7 0,0-1 0,0 1 0,1 0 0,0-1 0,1 0 0,0 1 0,0-1 0,0 0 0,1-1 0,6 10 0,-2-7 0,1 0 0,0 0 0,1-1 0,0 0 0,0-1 0,1 0 0,0-1 0,19 10 0,-3-4 0,1-1 0,49 14 0,-55-20-455,-1-2 0,43 4 0,-45-7-6371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24575,'45'176'0,"-18"-81"0,-20-67 0,5 19 0,1 0 0,28 63 0,-40-109 0,-1 1 0,1-1 0,0 0 0,0 0 0,-1 1 0,1-1 0,0 0 0,0 0 0,0 0 0,2 1 0,1-3 0,-1-8 0,-2-24 0,-1 25 0,0 0 0,0 0 0,1 0 0,0 0 0,1 1 0,1-9 0,-2 14 0,0 0 0,0 0 0,0 1 0,0-1 0,0 0 0,0 1 0,0-1 0,1 1 0,-1-1 0,1 1 0,-1 0 0,1 0 0,-1-1 0,1 1 0,-1 0 0,1 0 0,0 0 0,0 1 0,0-1 0,0 0 0,-1 1 0,1-1 0,0 1 0,0 0 0,0-1 0,0 1 0,0 0 0,0 0 0,3 1 0,3 0 0,1 0 0,-1 1 0,0 0 0,0 0 0,1 1 0,-2 0 0,1 1 0,12 7 0,5 4 0,26 21 0,-45-31 0,6 4 0,0 0 0,13 15 0,-23-22 0,0 0 0,0 0 0,0 1 0,-1-1 0,1 0 0,0 1 0,-1 0 0,0-1 0,0 1 0,0 0 0,0-1 0,0 1 0,0 0 0,-1 0 0,1 0 0,-1 0 0,0 0 0,0 4 0,0-5 0,-1 0 0,0 0 0,0 0 0,0 0 0,0 0 0,0 0 0,0 0 0,-1-1 0,1 1 0,-1 0 0,1-1 0,-1 1 0,1-1 0,-1 1 0,0-1 0,0 0 0,0 0 0,0 0 0,0 0 0,0 0 0,0 0 0,0 0 0,0-1 0,-4 2 0,-6 0 0,0 0 0,0 0 0,-13-1 0,-8-1 0,0-1 0,1-2 0,-1-1 0,-42-11 0,59 12-101,-16-4 324,30 6-322,0 0 0,1 1 0,-1-1 0,0 0 0,1 0-1,-1 0 1,1 0 0,0 0 0,-1 0 0,1 0 0,0-1-1,-1 1 1,1 0 0,-2-4 0,0-3-6727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0 24575,'-7'5'0,"-3"4"0,0 4 0,5 1 0,3 1 0,4 1 0,5-1 0,3 1 0,3 0 0,-1-4-8191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24575,'20'10'0,"6"6"0,0 2 0,-6 2 0,-5-1 0,-6-4-8191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77 136 24575,'22'51'0,"-10"-26"0,10 35 0,-13-33 0,-2 2 0,-1-1 0,-1 0 0,2 48 0,-7-75 0,0 0 0,0 0 0,0 0 0,0-1 0,0 1 0,0 0 0,0 0 0,0 0 0,0 0 0,0 0 0,-1 0 0,1-1 0,0 1 0,-1 0 0,1 0 0,0-1 0,-1 1 0,0 1 0,0-2 0,1 0 0,-1 0 0,1 0 0,0 0 0,-1 0 0,1 0 0,-1 0 0,1 0 0,-1 0 0,1 0 0,0 0 0,-1 0 0,1 0 0,-1-1 0,1 1 0,0 0 0,-1 0 0,1 0 0,0-1 0,-1 1 0,1 0 0,0-1 0,-1 1 0,1 0 0,0-1 0,-21-27 0,21 27 0,-18-27 0,-8-14 0,-29-62 0,49 90 0,0-1 0,2 1 0,-1-1 0,2 0 0,0 0 0,0 0 0,2-1 0,0-27 0,1 38 0,0 1 0,1-1 0,0 0 0,0 1 0,1-1 0,-1 0 0,1 1 0,0 0 0,0-1 0,0 1 0,1 0 0,0 0 0,-1 0 0,1 0 0,1 1 0,-1-1 0,0 1 0,1 0 0,0 0 0,0 0 0,0 1 0,7-5 0,-6 5 0,0 0 0,1 0 0,-1 0 0,1 1 0,0-1 0,-1 1 0,1 1 0,0-1 0,0 1 0,-1 0 0,1 0 0,0 1 0,0 0 0,-1 0 0,1 0 0,0 0 0,-1 1 0,9 4 0,-11-5 0,1 1 0,-1 0 0,0 0 0,0 0 0,0 0 0,0 0 0,0 1 0,0 0 0,-1-1 0,1 1 0,-1 0 0,4 6 0,-5-7 0,0 0 0,-1 0 0,1-1 0,-1 1 0,1 0 0,-1 0 0,0 0 0,0-1 0,0 1 0,0 0 0,0 0 0,0 0 0,0 0 0,0 0 0,-1-1 0,1 1 0,-1 0 0,1 0 0,-1-1 0,0 1 0,0 0 0,0-1 0,0 1 0,0-1 0,0 1 0,0-1 0,-3 3 0,-1 1 13,0 0 0,-1-1-1,1 1 1,-1-1 0,0 0-1,-13 5 1,-41 13-761,47-17 42,-8 2-6120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44 24575,'0'-2'0,"-3"-3"0,1-1 0,-1 0 0,-5-7 0,8 12 0,0 1 0,0-1 0,-1 1 0,1 0 0,0-1 0,0 1 0,-1-1 0,1 1 0,0 0 0,-1-1 0,1 1 0,0 0 0,-1-1 0,1 1 0,-1 0 0,1-1 0,0 1 0,-1 0 0,1 0 0,-1 0 0,1-1 0,-1 1 0,1 0 0,-1 0 0,1 0 0,-1 0 0,1 0 0,-1 0 0,1 0 0,-1 0 0,1 0 0,-1 0 0,1 0 0,-1 0 0,1 1 0,0-1 0,-1 0 0,1 0 0,-1 0 0,1 1 0,-1-1 0,1 0 0,0 0 0,-1 1 0,1-1 0,-1 0 0,1 1 0,0-1 0,-1 0 0,1 1 0,0-1 0,0 1 0,-1-1 0,1 1 0,0-1 0,0 0 0,0 1 0,0-1 0,-1 1 0,1 0 0,-2 3 0,1 0 0,0 0 0,-1 1 0,1-1 0,0 0 0,1 0 0,-1 1 0,1-1 0,0 0 0,0 1 0,0-1 0,1 1 0,1 4 0,-2-7 0,1 0 0,-1 0 0,1 0 0,0 0 0,0 0 0,-1 0 0,2 0 0,-1 0 0,0-1 0,0 1 0,0 0 0,1-1 0,-1 1 0,1 0 0,0-1 0,-1 0 0,1 1 0,0-1 0,0 0 0,0 0 0,0 0 0,0 0 0,0 0 0,0-1 0,0 1 0,0-1 0,4 1 0,14 1 0,0-1 0,0 0 0,0-2 0,0-1 0,-1 0 0,1-1 0,32-10 0,-50 12 0,0 0 0,-1 1 0,1-1 0,0 0 0,-1 0 0,1 0 0,-1 0 0,0 0 0,1 0 0,-1 0 0,0 0 0,1-1 0,-1 1 0,0 0 0,0-1 0,0 1 0,0-1 0,0 1 0,-1-1 0,2-2 0,-2 2 0,0 1 0,0-1 0,0 1 0,0-1 0,0 0 0,0 1 0,0-1 0,-1 0 0,1 1 0,0-1 0,-1 1 0,1-1 0,-1 1 0,0-1 0,0 1 0,0-1 0,1 1 0,-1-1 0,0 1 0,-1 0 0,-1-2 0,-2-2-136,0 1-1,0 0 1,-1 1-1,1 0 1,-1-1-1,0 2 1,0-1-1,0 1 0,-9-3 1,-1 1-6690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206 738 24575,'5'-56'0,"-5"-86"0,-3 105 0,-2 0 0,-1 1 0,-15-49 0,-68-172 0,59 179 0,30 78 0,0-1 0,0 1 0,0-1 0,-1 1 0,1-1 0,0 1 0,0 0 0,0-1 0,-1 1 0,1-1 0,0 1 0,-1 0 0,1-1 0,0 1 0,-1 0 0,1-1 0,0 1 0,-1 0 0,1-1 0,-1 1 0,1 0 0,0 0 0,-1 0 0,1-1 0,-1 1 0,0 0 0,0 0 0,1 1 0,-1-1 0,1 0 0,-1 1 0,1-1 0,-1 0 0,1 1 0,-1-1 0,1 1 0,0-1 0,-1 1 0,1-1 0,-1 1 0,1-1 0,0 1 0,0 0 0,-1 0 0,-9 35 0,8-29 0,-6 27 0,0 1 0,-3 49 0,10-72 0,1 1 0,0 0 0,1 0 0,1 0 0,0-1 0,0 1 0,1-1 0,1 1 0,0-1 0,7 12 0,1 0 20,2-2 0,1 1 0,0-2 0,2 0 0,26 25 0,1-4-763,61 43 1,-90-74-6084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3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92 150 24575,'-6'2'0,"0"1"0,0-1 0,0 1 0,0 0 0,0 1 0,0-1 0,1 1 0,0 0 0,0 0 0,0 1 0,-6 7 0,8-9 0,1 1 0,0-1 0,0 0 0,1 1 0,-1-1 0,1 1 0,0-1 0,0 1 0,0-1 0,0 1 0,0 0 0,1 0 0,0-1 0,0 1 0,0 0 0,0 0 0,0-1 0,1 1 0,0 0 0,0 0 0,2 5 0,-1-3 0,1 0 0,1 0 0,-1 0 0,1-1 0,0 1 0,1-1 0,-1 0 0,1 0 0,5 4 0,-8-7 0,0-1 0,1 1 0,-1-1 0,0 1 0,0-1 0,1 0 0,-1 0 0,1 0 0,-1 0 0,1 0 0,4 0 0,-6-1 0,0 0 0,1 0 0,-1 0 0,1-1 0,-1 1 0,0 0 0,1-1 0,-1 1 0,0-1 0,1 1 0,-1-1 0,0 0 0,0 1 0,0-1 0,1 0 0,-1 0 0,0 0 0,0 0 0,0 0 0,0 0 0,0 0 0,-1 0 0,2-1 0,0-2 0,0 0 0,0 0 0,-1 0 0,1-1 0,-1 1 0,0 0 0,0 0 0,-1-1 0,1 1 0,-1-1 0,0-6 0,-1 0 0,0 1 0,0 0 0,-5-19 0,2 20 0,4 10 0,5 18 0,-2-13 0,0 0 0,0 0 0,1 0 0,-1 0 0,1 0 0,1-1 0,-1 0 0,1 0 0,0 0 0,0 0 0,11 7 0,-8-7 0,1 0 0,-1-1 0,1 0 0,0-1 0,0 0 0,0 0 0,0-1 0,13 2 0,19-1 0,71-3 0,-43-2 0,-67 2 0,0 1 0,0-1 0,0-1 0,0 1 0,0 0 0,1-1 0,-1 1 0,0-1 0,0 1 0,0-1 0,0 0 0,-1 0 0,1 0 0,3-2 0,-3 1 0,-1 1 0,0-1 0,0 1 0,0-1 0,0 0 0,0 0 0,0 1 0,0-1 0,-1 0 0,1 0 0,0 0 0,-1 0 0,0 0 0,1 0 0,-1 0 0,0-2 0,0-2 0,0 0 0,-1 0 0,0 0 0,0 0 0,0 1 0,0-1 0,-1 0 0,-3-6 0,-25-45 0,11 23 0,8 14 0,-12-28 0,21 43 0,0 1 0,1 0 0,0 0 0,0 0 0,0-1 0,0 1 0,1-1 0,0 1 0,0-6 0,0 8-42,1 1-1,-1-1 0,1 1 1,-1-1-1,1 0 0,0 1 1,-1-1-1,1 1 0,0 0 1,0-1-1,0 1 0,0 0 1,0 0-1,1-1 0,-1 1 1,0 0-1,0 0 0,1 0 1,-1 0-1,1 1 0,-1-1 1,1 0-1,-1 1 0,1-1 1,-1 1-1,1-1 0,0 1 1,-1-1-1,1 1 0,-1 0 1,4 0-1,7-1-6783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681 2704 24575,'-234'-235'0,"208"203"0,2-2 0,1-1 0,-29-60 0,39 70 0,-16-30 0,11 16 0,-3 2 0,-27-37 0,-70-81 0,107 139 0,2 0 0,0-1 0,1-1 0,0 0 0,2 0 0,0 0 0,1 0 0,1-1 0,0 0 0,-1-33 0,5 42 0,1 0 0,0 0 0,1 0 0,0 0 0,0 0 0,8-18 0,30-56 0,-28 59 0,16-23 0,1 1 0,53-65 0,-49 76 0,0 1 0,70-54 0,-12 10 0,-22 16 0,185-187 0,-198 189 0,107-88 0,80-34 0,-192 149 0,2 3 0,1 3 0,1 2 0,106-35 0,-58 30-195,1 5-1,203-25 1,220 29-348,-368 27 543,228 36 0,-268-20 0,-1 6 0,176 63 0,-221-60-86,0 3-1,78 50 1,-58-23-43,85 70 0,-125-87 239,-2 2 0,-3 2-1,-1 2 1,76 106 0,-101-121-15,-2 1-1,-1 0 1,25 69-1,-34-76-65,-2 1-1,-1 0 1,-1 1 0,-2 0-1,2 52 1,-7-64 17,0 0-1,0 0 1,-2 0-1,0 0 1,-2-1 0,0 1-1,0-1 1,-2 0-1,0-1 1,-1 1 0,-14 21-1,-7 5-45,-2-2 0,-1 0 0,-43 39 0,-120 98 0,183-167 0,-223 200 0,10-8 0,185-169 0,-2-2 0,-1-2 0,-1-1 0,-2-3 0,-1-2 0,0-2 0,-65 21 0,-10-7-391,-1-5 0,-135 15 0,-256 5-997,-608-9-1144,1039-40-832,17 1 3630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224 723 24575,'6'-7'0,"11"-17"0,-1-1 0,-1 0 0,12-28 0,-23 45 0,-2 1 0,1-1 0,-1 0 0,0 1 0,0-1 0,-1 0 0,0 0 0,0-1 0,-1 1 0,0 0 0,-1 0 0,0 0 0,0 0 0,0 0 0,-1 0 0,-3-7 0,-5-9 0,-2 1 0,0 1 0,-17-25 0,-51-59 0,2 3 0,-10-19 0,88 126 0,-1-1 0,0 0 0,1 1 0,0-1 0,0 5 0,0 22 0,2 0 0,1 0 0,1 0 0,14 49 0,-10-54 0,2-1 0,0 0 0,1 0 0,1-1 0,2 0 0,0-1 0,1-1 0,1 0 0,1-1 0,26 23 0,-23-26 0,1 0 0,1-1 0,0-2 0,1 0 0,31 13 0,-38-20 0,1 0 0,-1-2 0,1 0 0,0-1 0,0-1 0,0 0 0,0-1 0,1-1 0,19-1 0,-34-1 0,0 1 0,0-1 0,0 1 0,0-1 0,0 0 0,1 0 0,-1-1 0,-1 1 0,1-1 0,0 1 0,0-1 0,-1 0 0,1 0 0,-1 0 0,1 0 0,-1-1 0,0 1 0,0 0 0,0-1 0,0 0 0,0 1 0,-1-1 0,1 0 0,-1 0 0,0 0 0,0 0 0,0 0 0,0 0 0,1-5 0,-1-1 0,0-1 0,0 1 0,0-1 0,-1 1 0,-1-1 0,1 0 0,-2 1 0,-3-17 0,-23-56 0,34 95 0,0-1 0,2 0 0,-1-1 0,1 1 0,1-1 0,0-1 0,13 12 0,-10-11 0,1 0 0,0 0 0,1-1 0,1-1 0,-1-1 0,17 8 0,-29-15 0,0-1 0,-1 1 0,1 0 0,0-1 0,0 1 0,0-1 0,0 0 0,0 0 0,0 1 0,0-1 0,0 0 0,0-1 0,2 1 0,-3-1 0,0 1 0,0 0 0,0-1 0,-1 1 0,1-1 0,0 1 0,0-1 0,-1 0 0,1 1 0,0-1 0,-1 0 0,1 1 0,-1-1 0,1 0 0,-1 0 0,1 1 0,-1-1 0,0 0 0,1 0 0,-1 0 0,0 0 0,0 0 0,0 0 0,1 1 0,-1-1 0,0 0 0,0 0 0,0 0 0,-1 0 0,1-2 0,-1-2-273,1-1 0,-1 1 0,-1-1 0,-2-6 0,-2-4-6553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24575,'13'5'0,"4"4"0,1 4 0,-2 1 0,-4 4 0,-3 1 0,-4 0 0,-3-1 0,-1-1 0,-2-3-8191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3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1 250 24575,'9'14'0,"0"-2"0,1 1 0,12 11 0,-17-19 0,0-1 0,1 1 0,-1-1 0,1-1 0,0 1 0,0-1 0,0 0 0,1 0 0,10 3 0,-11-5 0,3 2 0,1 0 0,0-1 0,0 0 0,0-1 0,11 0 0,-18-1 0,-1 0 0,0 0 0,0 0 0,0-1 0,0 1 0,1-1 0,-1 1 0,0-1 0,0 0 0,0 0 0,0 0 0,0 0 0,-1 0 0,1 0 0,0-1 0,0 1 0,-1-1 0,1 1 0,-1-1 0,1 0 0,-1 1 0,0-1 0,1 0 0,-1 0 0,0 0 0,0 0 0,-1 0 0,1 0 0,1-4 0,-2 3 0,1-1 0,-1 1 0,1-1 0,-1 1 0,0-1 0,-1 1 0,1-1 0,0 1 0,-1-1 0,0 1 0,0-1 0,0 1 0,-3-6 0,-2-3 0,-1 0 0,-10-14 0,10 15 0,6 11 0,1 0 0,0 0 0,0 0 0,0 0 0,0 0 0,0 0 0,0 0 0,0-1 0,0 1 0,0 0 0,0 0 0,0 0 0,-1 0 0,1 0 0,0 0 0,0 0 0,0 0 0,0 0 0,0 0 0,0 0 0,0 0 0,0 0 0,0-1 0,0 1 0,0 0 0,0 0 0,0 0 0,0 0 0,0 0 0,0 0 0,0 0 0,0 0 0,0 0 0,0-1 0,0 1 0,0 0 0,0 0 0,0 0 0,0 0 0,0 0 0,0 0 0,0 0 0,0 0 0,0 0 0,0 0 0,0-1 0,0 1 0,0 0 0,0 0 0,0 0 0,1 0 0,-1 0 0,0 0 0,0 0 0,0 0 0,0 0 0,0 0 0,0 0 0,0 0 0,0 0 0,0 0 0,0 0 0,1 0 0,7 3 0,14 9 0,-21-11 0,28 16 0,0-1 0,42 16 0,-58-27 0,0-1 0,1 0 0,-1-1 0,1 0 0,0-1 0,0-1 0,0 0 0,19-2 0,-30 1 0,0 0 0,-1-1 0,1 1 0,0-1 0,0 0 0,0 0 0,-1 0 0,1 0 0,0-1 0,-1 1 0,1-1 0,-1 1 0,0-1 0,1 0 0,-1 0 0,0 0 0,0 0 0,0 0 0,1-3 0,2-3 0,-1 0 0,0 0 0,0-1 0,3-14 0,-4 13 0,0 1 0,1 0 0,0 0 0,5-9 0,10-6 0,-13 16 0,0 1 0,-1-1 0,0-1 0,0 1 0,5-13 0,-9 19 0,0 0 0,-1-1 0,1 1 0,-1 0 0,1 0 0,-1-1 0,0 1 0,0 0 0,0-1 0,0 1 0,-1 0 0,1 0 0,-1-1 0,1 1 0,-1 0 0,0 0 0,0 0 0,0 0 0,0 0 0,0 0 0,0 0 0,-1 0 0,1 0 0,0 0 0,-1 1 0,0-1 0,-3-2 0,2 1 0,-1 0 0,1 1 0,-1 0 0,0-1 0,0 2 0,0-1 0,0 0 0,0 1 0,0 0 0,0-1 0,-1 2 0,-8-2 0,12 2 0,-1 0 0,1 0 0,-1 0 0,1 0 0,0 1 0,-1-1 0,1 0 0,-1 1 0,1-1 0,-1 1 0,1 0 0,0-1 0,-1 1 0,1 0 0,0 0 0,0 0 0,0 0 0,-1 0 0,1 0 0,0 0 0,0 0 0,0 0 0,1 0 0,-1 0 0,0 1 0,0-1 0,1 0 0,-1 1 0,1-1 0,-1 1 0,1-1 0,-1 1 0,1-1 0,0 1 0,0-1 0,0 1 0,0-1 0,0 1 0,0-1 0,0 2 0,1 1 0,0 1 0,0-1 0,0 0 0,0 0 0,1 1 0,-1-1 0,1 0 0,0 0 0,0-1 0,1 1 0,-1 0 0,6 5 0,2 2 0,-1-1 0,20 15 0,-18-17 0,0 0 0,1-1 0,0 0 0,0-1 0,0-1 0,24 8 0,-26-10 0,1-1 0,-1 0 0,1 0 0,-1-1 0,1-1 0,0 0 0,-1 0 0,1-1 0,12-2 0,-20 2-62,0 0 0,0 1 0,0-1 0,0 0 0,0-1 0,-1 1 0,1 0 0,0-1 0,-1 1 0,1-1 0,-1 0 0,0 0-1,1 0 1,-1 0 0,0 0 0,0-1 0,-1 1 0,1-1 0,0 1 0,-1-1 0,2-3 0,1-6-6764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4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105 135 24575,'-9'-2'0,"0"0"0,0 1 0,0-1 0,0 2 0,-15 0 0,22-1 0,1 2 0,-1-1 0,1 0 0,-1 0 0,1 0 0,-1 1 0,1-1 0,0 1 0,-1-1 0,1 1 0,-1-1 0,1 1 0,0 0 0,0 0 0,-1-1 0,1 1 0,0 0 0,0 0 0,0 0 0,0 1 0,0-1 0,0 0 0,0 0 0,1 0 0,-1 1 0,0-1 0,1 0 0,-1 1 0,1-1 0,-1 1 0,1-1 0,0 1 0,-1-1 0,1 1 0,0-1 0,0 1 0,0-1 0,0 0 0,0 1 0,1-1 0,-1 1 0,0-1 0,1 3 0,1 1 0,-1 0 0,1 0 0,0 0 0,1 0 0,-1 0 0,1 0 0,5 7 0,29 31 0,-18-23 0,-13-13 0,0 0 0,0 0 0,1-1 0,0 0 0,1 0 0,7 5 0,-13-10 0,-1-1 0,1 1 0,-1 0 0,1 0 0,-1-1 0,1 1 0,-1-1 0,1 1 0,-1-1 0,1 0 0,0 0 0,-1 0 0,1 0 0,0 0 0,-1 0 0,1 0 0,0 0 0,-1 0 0,1-1 0,-1 1 0,1-1 0,-1 1 0,1-1 0,-1 0 0,1 0 0,-1 1 0,1-1 0,-1 0 0,0 0 0,0 0 0,1-1 0,-1 1 0,0 0 0,0 0 0,0-1 0,0 1 0,0 0 0,-1-1 0,1 1 0,0-1 0,0-2 0,3-5 0,-1-1 0,-1 1 0,0 0 0,0-1 0,-1 1 0,0-1 0,-1-15 0,2-3 0,-3 27 0,1 0 0,0 0 0,0 0 0,0 0 0,1 0 0,-1 0 0,0 0 0,0 0 0,0 0 0,1 0 0,-1 0 0,0 1 0,1-1 0,-1 0 0,1 0 0,-1 0 0,1 0 0,-1 1 0,1-1 0,0 0 0,-1 1 0,1-1 0,0 0 0,0 1 0,-1-1 0,1 1 0,0-1 0,0 1 0,0 0 0,0-1 0,-1 1 0,1 0 0,0-1 0,0 1 0,0 0 0,0 0 0,0 0 0,0 0 0,0 0 0,0 0 0,0 0 0,0 0 0,1 1 0,5 0 0,-1 1 0,1 0 0,-1 1 0,13 6 0,-12-5 0,37 17 0,-8-2 0,0-2 0,2-1 0,48 13 0,-84-28 0,19 4 0,-1 0 0,1-2 0,0 0 0,29 0 0,-48-3 0,-1 0 0,1 0 0,-1 0 0,0 0 0,1 0 0,-1-1 0,0 1 0,1 0 0,-1-1 0,0 1 0,1-1 0,-1 1 0,0-1 0,0 0 0,0 0 0,1 1 0,-1-1 0,0 0 0,1-2 0,-1 2 0,-1 0 0,1 0 0,-1 0 0,0 0 0,1 0 0,-1 0 0,0-1 0,0 1 0,0 0 0,0 0 0,0 0 0,0 0 0,0-1 0,0 1 0,0 0 0,0 0 0,-1 0 0,1-2 0,-3-2 0,1-1 0,-1 1 0,0-1 0,0 1 0,-1 0 0,1 0 0,-6-6 0,-15-11 0,0 1 0,0 1 0,-35-21 0,13 9 0,25 18 0,13 9 0,0 0 0,0-1 0,0 0 0,1-1 0,-10-10 0,16 16 0,0 0 0,1 1 0,-1-1 0,1 0 0,-1 0 0,1 1 0,-1-1 0,1 0 0,0 0 0,-1 0 0,1 1 0,0-1 0,0 0 0,-1 0 0,1 0 0,0 0 0,0 0 0,0 0 0,0 0 0,0 1 0,1-3 0,-1 2 0,1 0 0,-1 1 0,1-1 0,-1 0 0,1 1 0,-1-1 0,1 0 0,0 1 0,0-1 0,-1 1 0,1-1 0,0 1 0,0-1 0,-1 1 0,1 0 0,0-1 0,2 1 0,3-2 0,1 1 0,0 0 0,1 1 0,7 0 0,-13 0 0,8 0-136,1 0-1,-1 2 1,1-1-1,-1 1 1,0 1-1,0 0 1,0 0-1,0 1 0,14 7 1,-11-3-6690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78 24575,'96'121'0,"27"35"0,-112-135 0,-10-21 0,-1 1 0,0-1 0,0 0 0,0 0 0,0 1 0,0-1 0,0 0 0,0 1 0,0-1 0,0 0 0,0 0 0,0 1 0,0-1 0,0 0 0,0 1 0,0-1 0,0 0 0,0 0 0,0 1 0,0-1 0,0 0 0,0 1 0,-1-1 0,1 0 0,0 1 0,-1-1 0,1 0 0,-1 0 0,1 0 0,-1 0 0,0 0 0,1 0 0,-1 0 0,1 0 0,-1 0 0,1 0 0,-1 0 0,1 0 0,-1 0 0,1-1 0,-1 1 0,1 0 0,-1 0 0,0-1 0,-14-6 0,0-1 0,0-1 0,0 0 0,-14-13 0,-50-48 0,62 53 0,0-1 0,-20-28 0,29 34 0,0-1 0,1 0 0,0 0 0,1 0 0,-6-19 0,11 29 0,0-1 0,0 1 0,0 0 0,0-1 0,1 1 0,0-1 0,0 1 0,0 0 0,0-1 0,0 1 0,1-1 0,-1 1 0,3-5 0,-2 6 0,0 0 0,0 1 0,0-1 0,0 0 0,0 1 0,1-1 0,-1 1 0,1-1 0,-1 1 0,1 0 0,-1-1 0,1 1 0,0 0 0,0 0 0,0 0 0,-1 1 0,1-1 0,0 0 0,0 1 0,0-1 0,0 1 0,0 0 0,4-1 0,6 0 0,0 1 0,0 0 0,0 1 0,-1 0 0,1 1 0,0 0 0,19 7 0,-9-1 0,-1 1 0,0 1 0,20 13 0,-38-22 0,-1 0 0,0 1 0,0-1 0,-1 1 0,1-1 0,0 1 0,0 0 0,-1-1 0,1 1 0,-1 0 0,0 0 0,2 3 0,-3-4 0,0 0 0,1-1 0,-1 1 0,0 0 0,0 0 0,0 0 0,0 0 0,0 0 0,0 0 0,0 0 0,0 0 0,0 0 0,0 0 0,-1 0 0,1 0 0,0 0 0,-1-1 0,1 1 0,-1 0 0,1 0 0,-1 0 0,1 0 0,-1-1 0,1 1 0,-1 0 0,0-1 0,1 1 0,-1 0 0,0-1 0,0 1 0,0-1 0,-1 1 0,-4 3 0,1-1 0,-1-1 0,0 1 0,0-1 0,0 0 0,-1-1 0,1 1 0,-10 0 0,-55 0 0,57-2 0,-18 0 0,-68-2 0,88-1-1365,2 0-5461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24575,'42'63'0,"2"-1"0,3-2 0,103 101 0,-142-153 0,3 3 0,2 0 0,14 10 0,-24-19 0,-1 0 0,1 0 0,0-1 0,0 1 0,0-1 0,0 1 0,0-1 0,0 0 0,1 0 0,-1-1 0,0 1 0,1-1 0,-1 1 0,0-1 0,0 0 0,7-1 0,-9 0 0,1 1 0,-1-1 0,1 1 0,-1-1 0,0 1 0,1-1 0,-1 0 0,0 0 0,1 0 0,-1 0 0,0 0 0,0 0 0,0 0 0,0 0 0,0 0 0,0-1 0,1-1 0,-1 0 0,1 0 0,-1 1 0,-1-1 0,1 0 0,0 0 0,-1 0 0,0 0 0,1-5 0,-2-1 0,0 0 0,0 0 0,0 1 0,-2-1 0,-2-10 0,-2 1 0,3 11 0,1-1 0,1 0 0,0 1 0,0-1 0,-1-8 0,3 16 0,0 0 0,0-1 0,0 1 0,0 0 0,0 0 0,0 0 0,0 0 0,0 0 0,0 0 0,0-1 0,0 1 0,0 0 0,0 0 0,1 0 0,-1 0 0,0 0 0,0 0 0,0 0 0,0-1 0,0 1 0,0 0 0,0 0 0,1 0 0,-1 0 0,0 0 0,0 0 0,0 0 0,0 0 0,0 0 0,1 0 0,-1 0 0,0 0 0,0 0 0,0 0 0,0 0 0,0 0 0,1 0 0,-1 0 0,0 0 0,0 0 0,0 0 0,0 0 0,0 0 0,1 0 0,-1 0 0,0 0 0,0 0 0,0 0 0,0 1 0,0-1 0,0 0 0,0 0 0,1 0 0,-1 0 0,0 0 0,0 0 0,10 7 0,-8-5 0,0-1 0,37 25 0,53 28 0,-78-47 0,0-1 0,0-1 0,1 0 0,0-1 0,0 0 0,0-1 0,30 1 0,-29-3-1365,-3-2-5461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18 24575,'-4'-2'0,"-1"-1"0,0 1 0,1 0 0,-1 0 0,0 0 0,0 1 0,-7-1 0,11 1 0,0 1 0,0 0 0,0 0 0,0 0 0,0 0 0,0 0 0,0 0 0,0 0 0,0 0 0,0 1 0,0-1 0,0 0 0,0 1 0,0-1 0,0 0 0,0 1 0,0-1 0,0 1 0,1 0 0,-1-1 0,0 1 0,0 0 0,1-1 0,-1 1 0,0 0 0,1 0 0,-1-1 0,1 1 0,-1 0 0,1 0 0,-1 0 0,1 0 0,0 0 0,-1 0 0,1 0 0,0 0 0,0 0 0,0 0 0,0 0 0,0 0 0,0 0 0,0 0 0,0 0 0,0 0 0,0 1 0,1 4 0,1 0 0,-1 0 0,1-1 0,0 1 0,0 0 0,0-1 0,1 0 0,0 1 0,0-1 0,7 8 0,-6-8 0,0 0 0,0 0 0,0-1 0,1 0 0,0 1 0,0-1 0,0-1 0,0 1 0,1-1 0,5 3 0,-8-5 0,0 0 0,0 0 0,1 0 0,-1 0 0,0-1 0,0 1 0,1-1 0,-1 0 0,0 0 0,1 0 0,-1 0 0,0 0 0,0-1 0,1 0 0,-1 1 0,0-1 0,6-3 0,-6 2 0,-1 0 0,1 0 0,-1 0 0,1 0 0,-1 0 0,0-1 0,0 1 0,0-1 0,0 1 0,0-1 0,0 0 0,-1 0 0,0 0 0,1 0 0,-1 0 0,0 0 0,1-6 0,-1 4 0,0 0 0,0 0 0,-1 0 0,0 0 0,0 0 0,0 0 0,0 0 0,-1 0 0,0 0 0,0 0 0,0 0 0,-2-5 0,0 7 0,3 7 0,2 9 0,3-3-101,0 0-1,10 13 0,-9-14-958,2 4-5766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6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45 24575,'-1'-1'0,"0"1"0,0 0 0,0-1 0,0 1 0,0 0 0,1 0 0,-1-1 0,0 1 0,0 0 0,0 0 0,0 0 0,0 0 0,0 0 0,0 0 0,0 0 0,0 1 0,0-1 0,1 0 0,-1 0 0,0 1 0,0-1 0,0 1 0,0-1 0,1 1 0,-1-1 0,-1 1 0,2 0 0,-1 1 0,1-1 0,-1 0 0,1 0 0,-1 0 0,1 1 0,0-1 0,0 0 0,0 0 0,0 1 0,-1-1 0,2 0 0,-1 1 0,0-1 0,0 0 0,0 0 0,1 1 0,-1-1 0,1 1 0,2 7 0,0 0 0,1 0 0,0-1 0,0 0 0,10 13 0,32 35 0,-24-30 0,-19-23 0,-1 1 0,1-1 0,-1 0 0,1 1 0,-1 0 0,0-1 0,0 1 0,-1 0 0,2 4 0,-3-6 0,0-1 0,0 1 0,0-1 0,0 0 0,0 1 0,0-1 0,0 1 0,-1-1 0,1 0 0,0 1 0,-1-1 0,1 0 0,-1 1 0,0-1 0,1 0 0,-1 0 0,0 1 0,0-1 0,0 0 0,0 0 0,0 0 0,0 0 0,0 0 0,0 0 0,0-1 0,-1 1 0,1 0 0,0 0 0,0-1 0,-2 1 0,-4 2 0,1 0 0,-1-1 0,0 0 0,1 0 0,-1-1 0,-12 2 0,-42-2 0,51-3 0,10 2 0,0 0 0,-1 0 0,1 0 0,0 0 0,0-1 0,0 1 0,0 0 0,0 0 0,0 0 0,0 0 0,0 0 0,0 0 0,0 0 0,0 0 0,0-1 0,0 1 0,0 0 0,0 0 0,0 0 0,0 0 0,1 0 0,-1 0 0,0 0 0,0-1 0,0 1 0,0 0 0,0 0 0,0 0 0,0 0 0,0 0 0,0 0 0,0 0 0,0 0 0,0 0 0,1 0 0,-1 0 0,0 0 0,0-1 0,0 1 0,0 0 0,0 0 0,0 0 0,20-7 0,91-17 0,-59 15 0,-1-3 0,71-25 0,-110 32 0,0-1 0,-1 0 0,18-12 0,-25 15 0,0 0 0,0-1 0,0 0 0,0 0 0,0 0 0,-1 0 0,1 0 0,-1 0 0,0-1 0,0 0 0,2-6 0,-4 9 0,-1 0 0,1-1 0,0 1 0,-1-1 0,0 1 0,0-1 0,1 1 0,-1-1 0,-1 1 0,1-1 0,0 1 0,-1-1 0,1 1 0,-1-1 0,-1-3 0,0 2 0,0 0 0,-1 0 0,1 0 0,-1 1 0,0 0 0,1-1 0,-1 1 0,-6-4 0,1 0 0,0 2 0,-1-1 0,0 1 0,0 1 0,0-1 0,-1 1 0,-10-2 0,15 4 0,0 1 0,1 0 0,-1 1 0,0-1 0,0 1 0,1 0 0,-10 1 0,13-1 0,-1 0 0,1 0 0,-1 1 0,1-1 0,-1 1 0,1 0 0,-1-1 0,1 1 0,0 0 0,-1 0 0,1 0 0,0 0 0,0 0 0,0 0 0,-1 0 0,1 0 0,0 0 0,0 0 0,1 1 0,-1-1 0,0 1 0,0-1 0,1 0 0,-1 1 0,1-1 0,-2 4 0,1 0 0,0 0 0,1 1 0,-1-1 0,1 0 0,0 1 0,0-1 0,1 0 0,-1 1 0,1-1 0,0 0 0,1 0 0,2 7 0,-1-5 0,0 0 0,1-1 0,0 0 0,0 0 0,1 0 0,-1 0 0,1 0 0,6 4 0,4 2 0,1 0 0,-1-2 0,2 0 0,-1-1 0,1 0 0,20 7 0,-13-8-227,0 0-1,0-2 1,1 0-1,-1-2 1,44 2-1,-54-6-6598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7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1 24575,'-3'11'0,"0"1"0,2-1 0,-1 1 0,1 0 0,1 0 0,0 0 0,1 0 0,0-1 0,5 20 0,-3-22 0,0 0 0,0 0 0,1-1 0,0 1 0,0-1 0,1 0 0,1 0 0,-1-1 0,1 1 0,0-1 0,1-1 0,12 11 0,-2-2 0,-12-10 0,1 0 0,-1 0 0,1-1 0,0 0 0,0 0 0,0 0 0,1-1 0,10 4 0,-17-6 0,1-1 0,0 0 0,0 0 0,-1 0 0,1 0 0,0 0 0,-1 0 0,1 0 0,0 0 0,-1 0 0,1 0 0,0 0 0,-1 0 0,1 0 0,0-1 0,-1 1 0,1 0 0,0-1 0,-1 1 0,1 0 0,-1-1 0,1 1 0,-1 0 0,1-1 0,-1 1 0,1-2 0,0 1 0,0 0 0,0-1 0,-1 1 0,1-1 0,0 1 0,-1-1 0,0 1 0,1-1 0,-1 1 0,0-1 0,0-1 0,0-4 0,0-1 0,-1 1 0,-2-14 0,-1 6-1365,1 1-5461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8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437 72 24575,'-28'-9'0,"-38"-12"0,-104-18 0,166 38 0,-1 0 0,1 1 0,0 0 0,0 0 0,-1 0 0,1 0 0,0 1 0,0-1 0,-6 3 0,8-3 0,1 1 0,0 0 0,0-1 0,0 1 0,-1 0 0,1 0 0,0 0 0,0 0 0,0 0 0,0 0 0,1 0 0,-1 0 0,0 1 0,0-1 0,1 0 0,-1 0 0,0 1 0,1-1 0,0 1 0,-1-1 0,1 0 0,0 1 0,-1-1 0,1 1 0,0-1 0,0 0 0,0 1 0,0-1 0,1 1 0,-1 1 0,2 6 0,0 0 0,0 0 0,1-1 0,0 1 0,1 0 0,0-1 0,0 0 0,11 15 0,-9-13 0,0-1 0,0 1 0,-1 0 0,7 22 0,-12-32 0,0 1 0,0 0 0,1 0 0,-1 0 0,0 0 0,0 0 0,0 0 0,0-1 0,0 1 0,0 0 0,0 0 0,-1 0 0,1 0 0,0 0 0,0 0 0,-1-1 0,1 1 0,0 0 0,-1 0 0,1-1 0,-1 1 0,1 0 0,-1 0 0,0 0 0,-1 0 0,1 0 0,-1 0 0,1 0 0,-1 0 0,0 0 0,0 0 0,1-1 0,-1 1 0,0-1 0,-3 1 0,-4 0 0,0 0 0,0-1 0,-16-2 0,18 1-114,-1 0 1,1-1-1,0 0 0,0 0 0,0-1 1,0 0-1,0 0 0,0-1 0,1 1 1,0-1-1,-9-7 0,6 2-6712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9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45 24575,'-27'-9'0,"-6"-1"0,-1 0 0,-36-4 0,66 13 0,-1 1 0,0 0 0,0 0 0,0 0 0,1 1 0,-1-1 0,-9 3 0,13-2 0,0-1 0,0 0 0,1 1 0,-1-1 0,0 1 0,0-1 0,0 1 0,1-1 0,-1 1 0,0-1 0,0 1 0,1 0 0,-1-1 0,1 1 0,-1 0 0,1 0 0,-1-1 0,0 3 0,1-2 0,0 0 0,0 0 0,0 0 0,0 0 0,0 1 0,0-1 0,0 0 0,0 0 0,0 0 0,1 0 0,-1 0 0,0 0 0,1 1 0,-1-1 0,1 0 0,0 0 0,-1 0 0,1 0 0,0 0 0,5 6 0,-1-1 0,1 1 0,-1-2 0,2 1 0,-1-1 0,1 0 0,11 7 0,57 25 0,-53-27 0,71 28 0,-81-34 0,0-1 0,0 0 0,0-1 0,0 0 0,0-1 0,14 0 0,-24-1 0,0 0 0,0 0 0,0 0 0,0-1 0,1 1 0,-1 0 0,-1-1 0,1 0 0,0 1 0,0-1 0,0 0 0,0 0 0,0 0 0,-1 0 0,1 0 0,0-1 0,-1 1 0,1 0 0,-1-1 0,1 0 0,-1 1 0,0-1 0,1-1 0,-1 0 0,0 1 0,0 0 0,-1-1 0,1 1 0,-1-1 0,1 1 0,-1 0 0,0-1 0,0 1 0,0-1 0,-1 1 0,1-1 0,0 1 0,-1-1 0,0 1 0,1 0 0,-1-1 0,0 1 0,-2-3 0,0-1 0,-2 0 0,1-1 0,0 1 0,-1 1 0,0-1 0,-1 1 0,-9-8 0,4 4 0,0 1 0,-1 1 0,-16-9 0,27 16 0,0-1 0,-1 0 0,1 0 0,-1 1 0,1-1 0,-1 1 0,1-1 0,-1 1 0,1 0 0,-1 0 0,1-1 0,-1 1 0,0 0 0,1 0 0,-1 1 0,1-1 0,-1 0 0,1 0 0,-1 1 0,1-1 0,-2 1 0,1 1 0,1-1 0,0 0 0,0 0 0,0 1 0,0-1 0,0 0 0,0 1 0,0-1 0,1 1 0,-1-1 0,0 1 0,1 0 0,-1-1 0,1 1 0,0 0 0,-1-1 0,1 1 0,0 0 0,0 3 0,1 6 0,-1 0 0,1 0 0,1 0 0,0 0 0,1 0 0,0 0 0,1-1 0,6 14 0,46 79 0,-51-93 0,163 250 0,-163-253 0,-3-4 0,0 0 0,0 0 0,0 0 0,0 0 0,0 1 0,0-1 0,-1 1 0,0-1 0,0 1 0,0-1 0,1 6 0,-2-9 0,0 1 0,0 0 0,0-1 0,-1 1 0,1 0 0,0-1 0,0 1 0,-1 0 0,1-1 0,0 1 0,-1-1 0,1 1 0,0-1 0,-1 1 0,1 0 0,-1-1 0,1 0 0,-1 1 0,1-1 0,-1 1 0,0-1 0,1 0 0,-1 1 0,1-1 0,-1 0 0,0 1 0,1-1 0,-1 0 0,0 0 0,1 0 0,-1 0 0,0 0 0,0 0 0,1 0 0,-1 0 0,-1 0 0,-27-3 0,9-3 0,-1 0 0,1-1 0,-22-11 0,-55-34 0,95 50 0,-1 1 0,1-1 0,0 1 0,0-1 0,0 0 0,0 0 0,0 1 0,1-1 0,-1-1 0,1 1 0,-1 0 0,-1-5 0,2 6 0,1 0 0,0 0 0,0 0 0,-1 0 0,1 0 0,0 0 0,0 0 0,0 0 0,0 0 0,0 0 0,1 0 0,-1 0 0,0 0 0,0 0 0,1 0 0,-1 0 0,0 0 0,1 0 0,-1 0 0,1 0 0,0 1 0,-1-1 0,1 0 0,-1 0 0,1 0 0,0 1 0,0-1 0,0 0 0,-1 1 0,1-1 0,0 1 0,0-1 0,0 1 0,1-1 0,4-2-195,-1 1 0,1 0 0,-1 1 0,1-1 0,0 1 0,10-1 0,0 1-6631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0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24575,'0'1'0,"0"-1"0,0 1 0,-1-1 0,1 1 0,0-1 0,-1 1 0,1-1 0,0 1 0,-1-1 0,1 1 0,0-1 0,-1 1 0,1-1 0,-1 1 0,1-1 0,-1 0 0,1 1 0,-1-1 0,1 0 0,-1 1 0,1-1 0,-1 0 0,0 0 0,1 0 0,-1 1 0,1-1 0,-2 0 0,-21 3 0,16-2 0,-15 3 0,1 2 0,-1 1 0,-23 10 0,4-2 0,33-12-341,0-1 0,0 0-1,-10 0 1,5-1-6485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18 24575,'-7'-5'0,"-6"-2"0,0 3 0,0 3 0,-1 3 0,0 1 0,-1 1 0,0-1 0,1 2 0,-1 0 0,0-1 0,0-1 0,0-1 0,-2-1 0,-1 0 0,0-1 0,3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47 185 24575,'87'95'0,"-62"-70"0,-13-12 0,1-1 0,28 22 0,-25-24 0,-11-8 0,0 1 0,0 0 0,0 0 0,0 1 0,-1 0 0,0-1 0,1 1 0,3 6 0,-8-10 0,0 0 0,0 0 0,0 0 0,0 0 0,0 0 0,0 0 0,0 1 0,0-1 0,0 0 0,0 0 0,0 0 0,0 0 0,0 0 0,0 0 0,0 1 0,0-1 0,0 0 0,0 0 0,0 0 0,0 0 0,0 0 0,0 0 0,0 1 0,0-1 0,0 0 0,0 0 0,0 0 0,0 0 0,-1 0 0,1 0 0,0 0 0,0 1 0,0-1 0,0 0 0,0 0 0,0 0 0,0 0 0,-1 0 0,1 0 0,0 0 0,0 0 0,0 0 0,0 0 0,0 0 0,0 0 0,-1 0 0,1 0 0,0 0 0,0 0 0,0 0 0,0 0 0,0 0 0,0 0 0,-1 0 0,1 0 0,0 0 0,0 0 0,0 0 0,0 0 0,0 0 0,0 0 0,-1 0 0,1 0 0,0 0 0,0 0 0,0-1 0,0 1 0,-11-3 0,-4-6 0,-1-1 0,1-1 0,1 0 0,0 0 0,-18-21 0,-7-5 0,21 22 0,2-1 0,0-1 0,1-1 0,0 0 0,2 0 0,-19-34 0,43 61 0,0 0 0,1-1 0,15 8 0,-2-3 0,0-2 0,1-1 0,0-1 0,46 10 0,-56-16 0,0-1 0,0-1 0,0 0 0,28-2 0,-42 1 0,0 0 0,0-1 0,0 1 0,0-1 0,0 1 0,0-1 0,0 0 0,-1 1 0,1-1 0,0 0 0,-1 0 0,1 0 0,0-1 0,-1 1 0,1 0 0,-1-1 0,0 1 0,1-1 0,0-1 0,0 0 0,-1 0 0,0 0 0,1 0 0,-1 0 0,-1 0 0,1 0 0,0 0 0,-1-1 0,0 1 0,1 0 0,-1-3 0,-1-4 0,0 1 0,-1 0 0,0-1 0,0 1 0,0 0 0,-2 0 0,-3-9 0,-51-78 0,54 91 0,19 26 0,1-1 0,1 0 0,0-2 0,1 0 0,22 17 0,109 71 0,-131-94 0,37 23-1365,-46-28-5461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498 12 24575,'-18'-4'0,"0"1"0,-33-1 0,44 4 0,0 0 0,-1 1 0,1 0 0,0 1 0,0-1 0,0 1 0,0 0 0,0 1 0,-12 6 0,-12 9 0,0-1 0,-1-2 0,-50 18 0,-50 1-1365,113-30-5461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9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24575,'39'-23'0,"-27"15"0,21-11 0,-5 4 0,-23 12 0,0 0 0,1 0 0,-1 0 0,1 1 0,0-1 0,-1 1 0,1 1 0,0-1 0,9 0 0,-5 2 0,1 0 0,-1 0 0,0 1 0,0 0 0,0 1 0,0 0 0,0 1 0,-1 0 0,14 6 0,-21-7 0,1 0 0,-1 0 0,0 0 0,0 0 0,0 0 0,0 0 0,0 0 0,-1 1 0,1-1 0,-1 1 0,1-1 0,-1 1 0,0 0 0,0-1 0,0 1 0,0 4 0,2 3 0,-1 1 0,-1-1 0,0 13 0,0-8 0,-1 0 0,-1 0 0,0 0 0,-1 0 0,-1 0 0,0 0 0,-8 23 0,8-31 0,1 1 0,0 0 0,-1 12 0,4-22 0,0-1 0,0 1 0,1-1 0,-1 1 0,1-1 0,-1 1 0,1 0 0,0 0 0,0 0 0,0 0 0,0 0 0,0 0 0,0 0 0,4-1 0,41-25 0,-30 20 23,1 0 1,0 1-1,35-8 0,60-4-839,-91 15 174,-4 2-6184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1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5 24575,'-2'-1'0,"-1"0"0,0 0 0,1 1 0,-1-1 0,0 1 0,0-1 0,1 1 0,-1 0 0,0 0 0,0 0 0,1 1 0,-1-1 0,0 1 0,1-1 0,-1 1 0,-3 1 0,4 0 0,0-1 0,0 0 0,1 1 0,-1-1 0,0 1 0,1-1 0,-1 1 0,1 0 0,0 0 0,-1 0 0,1 0 0,0 0 0,0 0 0,0 0 0,0 0 0,1 0 0,-1 0 0,1 0 0,-1 1 0,1 2 0,-2 4 0,1 0 0,1 0 0,0 0 0,0 0 0,1 0 0,0 1 0,0-1 0,1 0 0,1-1 0,-1 1 0,6 11 0,-6-15 0,1 0 0,0 0 0,0 0 0,0 0 0,1-1 0,-1 0 0,1 1 0,0-1 0,0 0 0,1-1 0,-1 1 0,1-1 0,0 0 0,0 0 0,0 0 0,0-1 0,0 0 0,1 0 0,5 2 0,6 0-170,1-1-1,-1 0 0,1-1 1,-1-1-1,1-1 0,-1 0 1,35-6-1,-36 3-6655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89 24575,'-2'1'0,"0"0"0,0 0 0,0 0 0,-1 0 0,2 0 0,-1 1 0,0-1 0,0 1 0,0-1 0,1 1 0,-3 3 0,3-5 0,1 1 0,0-1 0,-1 1 0,1-1 0,0 1 0,0 0 0,-1-1 0,1 1 0,0-1 0,0 1 0,0-1 0,0 1 0,0 0 0,0-1 0,0 1 0,0-1 0,0 1 0,0-1 0,0 2 0,1-1 0,-1 0 0,1-1 0,-1 1 0,1 0 0,-1-1 0,1 1 0,0 0 0,-1-1 0,1 1 0,0-1 0,-1 1 0,1-1 0,0 0 0,0 1 0,-1-1 0,1 0 0,0 1 0,1-1 0,2 1 0,0 0 0,0 0 0,0-1 0,0 0 0,1 0 0,-1 0 0,0 0 0,0 0 0,0-1 0,0 0 0,0 0 0,8-3 0,-11 4 0,1-1 0,-1 1 0,1-1 0,-1 0 0,1 0 0,-1 1 0,1-1 0,-1 0 0,0 0 0,1-1 0,-1 1 0,0 0 0,0 0 0,0-1 0,0 1 0,0 0 0,0-1 0,0 1 0,-1-1 0,1 1 0,0-1 0,-1 1 0,1-1 0,-1 0 0,0 1 0,1-1 0,-1 0 0,0 1 0,0-1 0,0 0 0,0 1 0,0-1 0,-1 0 0,0-2 0,0 1 0,-1-1 0,0 0 0,0 1 0,0-1 0,0 1 0,0 0 0,-1 0 0,0-1 0,1 2 0,-1-1 0,0 0 0,-5-3 0,1 2 0,1-1 0,-1 1 0,0 0 0,-1 1 0,-9-4 0,14 6 9,0 0-1,-1 0 1,1 0-1,-1 1 1,1-1 0,-1 1-1,0 0 1,1 0-1,-1 0 1,1 1-1,-1-1 1,1 1-1,-4 1 1,4-2-83,1 1-1,0 1 1,0-1 0,0 0 0,0 0-1,0 1 1,0-1 0,0 1 0,0 0-1,0 0 1,1-1 0,-1 1 0,1 0-1,-1 0 1,1 0 0,0 1 0,0-1-1,0 0 1,-1 4 0,-2 6-6752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37 24575,'0'1'0,"0"-1"0,0 1 0,1 0 0,-1 0 0,0-1 0,1 1 0,-1 0 0,1 0 0,-1-1 0,1 1 0,-1 0 0,1-1 0,-1 1 0,1-1 0,0 1 0,-1-1 0,2 1 0,14 9 0,-12-7 0,10 4 0,-1 0 0,2-1 0,-1 0 0,1-1 0,0-1 0,0 0 0,0-1 0,18 1 0,-31-4 0,-1 1 0,1-1 0,0 0 0,-1-1 0,1 1 0,0 0 0,-1 0 0,1-1 0,-1 1 0,1-1 0,-1 1 0,1-1 0,-1 0 0,1 1 0,-1-1 0,1 0 0,-1 0 0,0 0 0,0 0 0,1 0 0,-1-1 0,0 1 0,0 0 0,0 0 0,0-1 0,0 1 0,-1-1 0,1 1 0,0-1 0,0-1 0,0-1 0,0 1 0,0-1 0,-1 0 0,0 0 0,1 0 0,-1 0 0,-1 1 0,1-1 0,0 0 0,-1 0 0,-2-7 0,2 10 0,1-1 0,-1 0 0,1 1 0,0-1 0,-1 1 0,1-1 0,0 1 0,0-1 0,0 0 0,0 1 0,0-1 0,1-1 0,-1 2 0,1 1 0,-1-1 0,0 1 0,1-1 0,-1 1 0,1 0 0,-1-1 0,1 1 0,-1 0 0,1-1 0,0 1 0,-1 0 0,1-1 0,-1 1 0,1 0 0,-1 0 0,1 0 0,0 0 0,-1 0 0,1 0 0,0 0 0,-1 0 0,1 0 0,0 0 0,-1 0 0,1 0 0,-1 0 0,1 0 0,0 0 0,-1 1 0,1-1 0,-1 0 0,2 1 0,16 6 20,32 15 0,-39-16-195,1-1-1,-1 0 0,1 0 1,0-1-1,0-1 0,0 0 1,17 2-1,-16-5-6650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1 24575,'-1'0'0,"1"0"0,-1 0 0,1 1 0,-1-1 0,1 0 0,-1 0 0,1 1 0,-1-1 0,1 0 0,-1 1 0,1-1 0,0 0 0,-1 1 0,1-1 0,0 1 0,-1-1 0,1 1 0,0-1 0,-1 1 0,1-1 0,0 1 0,0-1 0,-1 1 0,1-1 0,0 1 0,0-1 0,0 1 0,0-1 0,0 1 0,0 0 0,0-1 0,0 1 0,0-1 0,0 1 0,0-1 0,0 1 0,0-1 0,1 1 0,-1 0 0,7 23 0,-4-17 0,0 0 0,1-1 0,0 0 0,1 0 0,-1 0 0,1-1 0,8 8 0,43 30 0,-12-9 0,-43-33 0,0 0 0,0 0 0,0 0 0,0 0 0,0 0 0,0 0 0,0 0 0,0 0 0,-1 1 0,1-1 0,0 2 0,-1-3 0,1 1 0,-1-1 0,0 1 0,0 0 0,0-1 0,0 1 0,0-1 0,0 1 0,0 0 0,0-1 0,0 1 0,-1-1 0,1 1 0,0 0 0,0-1 0,0 1 0,-1-1 0,1 1 0,-1 0 0,0 0 0,-1 1 0,1-1 0,-1 1 0,0-1 0,1 0 0,-1 0 0,0 0 0,0 0 0,0 0 0,0 0 0,0-1 0,0 1 0,-3 0 0,-23 3 0,1-1 0,-1-2 0,-48-3 0,18 1 0,32 1-85,15 1-129,0-1 1,0-1 0,1 1 0,-1-2-1,-15-2 1,17 0-6613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24575,'30'12'0,"15"12"0,8 10 0,-1 6 0,-4 4 0,-2 2 0,-5 0 0,-6 1 0,-4-3 0,-2-2 0,-4-2 0,-4-4 0,-2-2 0,-3-5 0,-1-2 0,0-4 0,-4-2 0,-2-6-8191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79 24575,'-20'-17'0,"-10"-7"0,2 4 0,1 8 0,4 6 0,6 6 0,3 6 0,1 2 0,3 2 0,1 2 0,-1-1 0,2 0 0,-1-2 0,-1-3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22 24575,'-8'0'0,"0"0"0,0 1 0,0 0 0,1 1 0,-1-1 0,0 2 0,-9 3 0,15-6 0,1 1 0,-1-1 0,1 1 0,-1 0 0,1 0 0,-1 0 0,1 0 0,-1 0 0,1 0 0,0 0 0,-1 1 0,1-1 0,0 0 0,0 1 0,0-1 0,0 1 0,0-1 0,1 1 0,-1-1 0,0 1 0,1 0 0,-1-1 0,1 1 0,-1 0 0,1-1 0,0 1 0,0 0 0,0 0 0,0-1 0,0 1 0,0 0 0,0 0 0,1-1 0,-1 1 0,0 0 0,1-1 0,0 1 0,1 3 0,1 1 0,1 0 0,0 0 0,0 0 0,0-1 0,1 1 0,0-1 0,0 0 0,0 0 0,8 5 0,-8-6 0,0-1 0,0 1 0,1-1 0,-1 0 0,1-1 0,0 1 0,0-1 0,0-1 0,0 1 0,11 1 0,-16-3 0,1 0 0,0 0 0,-1 0 0,1 0 0,-1 0 0,1 0 0,-1-1 0,1 1 0,0-1 0,-1 1 0,1-1 0,-1 0 0,0 1 0,1-1 0,-1 0 0,0 0 0,1 0 0,-1 0 0,2-2 0,-1 1 0,-1-1 0,1 1 0,-1 0 0,0-1 0,0 1 0,1-1 0,-2 0 0,1 1 0,0-1 0,0-4 0,0-2 0,-1-1 0,1 1 0,-2 0 0,1 0 0,-5-17 0,-2 0 0,4 18 0,1 1 0,0-1 0,-1-8 0,4 14 0,3 5 0,6 10 0,-9-11 0,16 20-341,1 0 0,0-1-1,37 32 1,-42-43-6485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24575,'9'0'0,"-1"2"0,1-1 0,0 1 0,-1 0 0,1 1 0,-1 0 0,12 6 0,-8-4 0,-1 0 0,23 5 0,-32-10 0,0 1 0,-1-1 0,1 0 0,0 1 0,0-1 0,0 0 0,0 0 0,0 0 0,-1-1 0,1 1 0,0 0 0,0-1 0,0 1 0,-1-1 0,1 1 0,0-1 0,0 0 0,-1 0 0,1 0 0,-1 0 0,1 0 0,-1 0 0,1 0 0,-1-1 0,0 1 0,1 0 0,-1-1 0,0 1 0,0-1 0,0 1 0,0-1 0,0 0 0,0 1 0,-1-1 0,1 0 0,-1 0 0,1 0 0,-1 1 0,0-1 0,1 0 0,-1-2 0,0 1 0,0 0 0,1 0 0,-1-1 0,1 1 0,0 0 0,2-6 0,-3 9 0,0-1 0,0 1 0,1-1 0,-1 1 0,0-1 0,1 1 0,-1-1 0,0 1 0,1 0 0,-1-1 0,1 1 0,-1-1 0,1 1 0,-1 0 0,1-1 0,-1 1 0,1 0 0,-1 0 0,1-1 0,-1 1 0,1 0 0,0 0 0,-1 0 0,1 0 0,-1 0 0,1 0 0,0 0 0,-1 0 0,1 0 0,-1 0 0,1 0 0,0 0 0,-1 0 0,1 0 0,-1 1 0,1-1 0,-1 0 0,1 0 0,0 1 0,10 5 0,0 1 0,-1 0 0,0 1 0,15 15 0,8 6 0,-21-20-1365,-2-1-5461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24575,'6'3'0,"0"-1"0,0 1 0,0 0 0,0 1 0,0 0 0,-1 0 0,0 0 0,0 0 0,6 7 0,4 7 0,17 26 0,-17-24 0,19 29 0,2-3 0,63 62 0,17-4 0,-115-104-100,0 1 48,-1-1-1,0 0 0,1 1 0,-1-1 1,0 0-1,1 1 0,-1-1 1,0 0-1,1 1 0,-1-1 0,0 0 1,1 1-1,-1-1 0,0 1 0,0-1 1,0 1-1,1-1 0,-1 1 1,0-1-1,0 1 0,0-1 0,0 0 1,0 2-1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425 3 24575,'-27'-2'0,"-15"1"0,-2 4 0,1 1 0,3 2 0,3 3 0,3 5 0,0 3 0,0 0 0,1 1 0,2-1 0,5-4-8191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55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6517 194 24575,'12'0'0,"-7"1"0,0-1 0,1 0 0,-1 0 0,0-1 0,0 0 0,0 1 0,0-2 0,6-1 0,-11 3 0,0 0 0,1 0 0,-1 0 0,0 0 0,1 0 0,-1-1 0,0 1 0,0 0 0,1 0 0,-1 0 0,0 0 0,0-1 0,1 1 0,-1 0 0,0 0 0,0 0 0,1-1 0,-1 1 0,0 0 0,0 0 0,0-1 0,0 1 0,1 0 0,-1-1 0,0 1 0,0 0 0,0 0 0,0-1 0,0 1 0,0 0 0,0-1 0,0 1 0,0 0 0,0-1 0,-9-6 0,-16 0 0,-101-4 0,-137-24 0,-21-12 0,227 36 0,0 3 0,-94 0 0,-384 9 0,478-4 0,-64-11 0,8 0 0,56 9 0,-98-4 0,26 8 0,-122 3 0,64 15 0,88-6 0,61-7 0,-139 8 0,-75-13 0,238 1 0,1-2 0,-18-3 0,-19-2 0,-117 6 0,88 2 0,-44 6 0,9 1 0,-22-1 0,-17 1 0,69-1 0,12 0 0,-80-7 0,-89 6 0,-9 2 0,84-7 0,0 13 0,51-5 0,41-2 0,-65 6 0,-103 4 0,125-17 0,-169-2 0,178-5 0,-28 0 0,87 7 0,22 1 0,0-1 0,0-2 0,-38-6 0,63 8 0,1-1 0,0 1 0,0 0 0,-1 0 0,1-1 0,0 1 0,0-1 0,0 1 0,-1-1 0,1 0 0,0 1 0,0-1 0,0 0 0,0 0 0,-1-1 0,2 2 0,0 0 0,0-1 0,0 1 0,0 0 0,0 0 0,0 0 0,0-1 0,0 1 0,0 0 0,0 0 0,0-1 0,0 1 0,0 0 0,0 0 0,0 0 0,0-1 0,0 1 0,0 0 0,1 0 0,-1 0 0,0-1 0,0 1 0,0 0 0,0 0 0,0 0 0,1 0 0,-1-1 0,0 1 0,12-6 0,-1 2 0,0 1 0,0 1 0,1 0 0,17-1 0,48 2 0,-43 2 0,121 7 0,-14-1 0,138-6 0,152 4 0,56 14 0,-73-4 0,129-9 0,-354-7 0,1-6 0,-29-1 0,56 1 0,52-1 0,1096 8 0,-1210 8 0,4 0 0,62-27 0,-125 8 0,-53 6 0,114-6 0,-32 10 0,106 3 0,-146 5 0,31 1 0,359-8 0,-472 0-118,12 0 370,-15 0-304,1 0 1,-1 0-1,1 0 0,-1 1 1,0-1-1,1 0 0,-1 0 0,0 0 1,1 0-1,-1 1 0,1-1 1,-1 0-1,0 0 0,1 1 1,-1-1-1,0 0 0,0 0 1,1 1-1,-1-1 0,0 0 1,0 1-1,1-1 0,-1 0 0,0 1 1,0-1-1,0 1 0,0-1 1,1 1-1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13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3328 120 24575,'113'-24'0,"-80"16"0,-32 8 0,1 0 0,0-1 0,-1 1 0,1 0 0,-1-1 0,1 1 0,-1-1 0,1 0 0,-1 1 0,2-2 0,-5 1 0,1 0 0,-1 1 0,0-1 0,0 1 0,0-1 0,0 1 0,1 0 0,-1-1 0,0 1 0,-2 1 0,-352-6-1003,223 7 783,-572-24-1268,533 13 1322,-111-5 42,-579-15-566,510 35 680,2 29 136,127-1 3437,190-25-3551,68-22-12,1 2 0,74-14 0,196 5-50,3 19-670,-179 2 488,318 8-1000,-249-4-462,1231 60 450,-1417-64 1186,521 9 1899,-525-10-1203,16 0 238,-24-1-774,0 1-1,1 0 1,-1 0 0,0 0 0,0 0-1,1-1 1,-1 1 0,0-1 0,0 1-1,0-1 1,0 1 0,0-1 0,2-1-1,-3 2-76,-1-1-1,0 1 1,0-1-1,1 1 1,-1-1-1,0 1 1,0-1-1,1 1 1,-1 0-1,0-1 1,0 1-1,0 0 0,0 0 1,0 0-1,1 0 1,-3 0-1,-47-4-7,-70 3-1,60 2-14,-736 22-1241,0-1 1,-364-22 1238,670-16-15,475 16 599,0-2 1,0 1-1,-23-7 0,72 7-429,-14 5-837,33 9-1,-40-8-6143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0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1320 84 24575,'34'-6'0,"99"-13"0,-113 17 0,0 2 0,1 0 0,-1 1 0,31 6 0,17 12 0,-26-5 0,-96-14 0,-9-6 0,-41-3 0,-243 10 0,218 6 0,-43 1 0,-400-9 0,565 1 0,1 0 0,-1-1 0,0 0 0,1 0 0,-1 0 0,1-1 0,-1 0 0,1 0 0,0-1 0,0 0 0,0 0 0,-6-4 0,12 7 0,0 0 0,0-1 0,0 1 0,0 0 0,0 0 0,0 0 0,0 0 0,0 0 0,0 0 0,0 0 0,0-1 0,0 1 0,0 0 0,0 0 0,0 0 0,0 0 0,0 0 0,0 0 0,0 0 0,0 0 0,0-1 0,0 1 0,1 0 0,-1 0 0,0 0 0,0 0 0,0 0 0,0 0 0,0 0 0,0 0 0,0 0 0,0 0 0,0 0 0,0-1 0,1 1 0,-1 0 0,0 0 0,0 0 0,0 0 0,0 0 0,0 0 0,0 0 0,0 0 0,0 0 0,1 0 0,-1 0 0,0 0 0,0 0 0,0 0 0,0 0 0,0 0 0,0 0 0,0 0 0,1 0 0,-1 0 0,0 0 0,0 1 0,0-1 0,0 0 0,9-1 0,304 1 0,-139 1 0,661 43-1135,-786-38 1220,64 15-1,-112-20 9,1-1 0,-1 1-1,1-1 1,-1 1-1,1 0 1,-1-1 0,1 1-1,2 2 1,-4-3-89,0 0 0,0 0 0,0 0 0,0 0 0,0 0 0,0 0 0,0 1 0,0-1 0,0 0 0,0 0 0,0 0 0,1 0 0,-1 0 0,0 0 0,0 0 0,0 1 1,0-1-1,0 0 0,0 0 0,0 0 0,0 0 0,0 0 0,0 0 0,0 1 0,0-1 0,0 0 0,0 0 0,0 0 0,0 0 0,-1 0 0,1 0 0,0 0 0,0 1 0,0-1 0,0 0 0,0 0 0,0 0 1,0 0-1,-10 3-30,-26 1 26,-1-2 0,-38-4 0,16 1 0,-14 1 0,-396-10 0,-124 3 0,371 9 0,184-2 0,-44-1 0,67-2 0,12-1 0,10 0 0,4 0 0,1 0 0,0 1 0,0 0 0,0 1 0,15 0 0,64 1 0,-54 1 0,653 17-689,128-3 689,-603-14 0,38-19 312,-3-21 193,-93 14-633,137-6 128,-158 21 0,-91 9 0,-32 2 0,0-1 0,1 0 0,-1-1 0,17-4 0,-26 5 0,-5 0 0,-11 2 0,-18 3 0,-27 8 0,-69 9 0,-493 9 0,550-30 0,-276-9 0,83-13 0,202 16 0,31 2 0,-32 0 0,44 4 0,10-1 0,-1 1 0,1 0 0,0 0 0,0 1 0,-9 2 0,16-3 0,-1 0 0,1 0 0,0 0 0,-1 0 0,1 0 0,0 0 0,0 0 0,-1 0 0,1 0 0,0 0 0,0 1 0,-1-1 0,1 0 0,0 0 0,0 0 0,0 0 0,-1 0 0,1 1 0,0-1 0,0 0 0,0 0 0,-1 0 0,1 1 0,0-1 0,0 0 0,0 0 0,0 0 0,0 1 0,-1-1 0,1 0 0,0 1 0,8 3 0,14-1 0,240 25 0,-129-12 0,-56-7 0,377 37 0,2-26 0,-421-20 0,102-3 0,-103 1 0,0-2 0,34-9 0,-54 11 0,-10 1 0,-1 1 0,1-1 0,0 0 0,0 0 0,-1 0 0,1 0 0,-1-1 0,1 0 0,-1 1 0,4-4 0,-34 8 0,9 0 0,0-1 0,-1-1 0,1-1 0,-1 0 0,1-1 0,-1-1 0,1-1 0,0-1 0,0-1 0,-25-9 0,-80-25 0,120 37 0,5 1 0,13-1 0,20 1 0,70 9 0,-2 0 0,-37-8 0,-7 0 0,113 14 0,-72 0-1365,-84-12-5461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24575,'8'-2'0,"-4"1"0,-1 0 0,1 1 0,0-1 0,0 1 0,6-1 0,-10 1 0,1 1 0,-1-1 0,1 0 0,-1 0 0,0 0 0,1 0 0,-1 0 0,0 0 0,1 0 0,-1 1 0,0-1 0,1 0 0,-1 0 0,0 0 0,1 1 0,-1-1 0,0 0 0,0 1 0,1-1 0,-1 0 0,0 0 0,0 1 0,0-1 0,1 1 0,-1 0 0,0 0 0,0 0 0,0 0 0,0 0 0,0 0 0,0 0 0,0 0 0,-1 0 0,1 0 0,0 0 0,-1 0 0,1 0 0,0-1 0,-1 2 0,-7 15 0,1 0 0,1 0 0,0 1 0,1 0 0,2 0 0,-1 0 0,2 0 0,0 21 0,4 74 0,22 142 0,-14-175 0,26 270 0,30 235 0,-39-297 0,-22-198 0,0-32 0,-3 0 0,-6 62 0,1-98-118,0-1-194,1 1 0,1-1 1,3 28-1,1-31-6514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5582 27 24575,'51'-4'0,"-20"3"0,0-2 0,58-13 0,-84 14 0,-15 2 0,-16 4 0,-22 8 0,0-3 0,0-1 0,-50 0 0,-305 6 0,292-13 0,-166 7 0,-74 7 0,-299 6 0,251-4 0,336-12 0,-359 17 0,-168-37 50,1-24-669,474 30 619,-298-18 0,284 22 0,-221-4 0,-107 38 571,457-29-573,-56 7-32,15-2-631,-41-1-1,69-4-6160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24575,'-7'-2'0,"-1"0"0,1 1 0,0 0 0,-1 0 0,1 0 0,-8 1 0,13 0 0,0 0 0,0 0 0,0 1 0,1-1 0,-1 1 0,0-1 0,0 1 0,0-1 0,1 1 0,-1 0 0,0 0 0,1 0 0,-1 0 0,1 0 0,-1 0 0,1 1 0,-1-1 0,1 0 0,0 1 0,0-1 0,-1 1 0,1-1 0,0 1 0,1 0 0,-1-1 0,0 1 0,0 0 0,0 3 0,0-1 0,0 1 0,1 0 0,-1 0 0,1 0 0,0-1 0,1 1 0,-1 0 0,1 0 0,0-1 0,2 10 0,4 3 0,12 25 0,-5-12 0,-14-28 0,23 56 0,-21-51 0,-1 0 0,1 0 0,-1 0 0,-1 0 0,1 0 0,-1 13 0,-1-19 5,1 1 0,0 0 0,-1 0 0,1 0 0,-1-1 0,1 1 0,-1 0 0,0-1 0,0 1 0,0 0 0,0-1 0,0 1 0,0-1 0,0 1 0,0-1 0,-1 0 0,1 0 0,0 1 0,-1-1 0,1 0 0,-1 0 0,1 0 0,-4 1 0,0 0-217,0-1 0,0 1 0,-1-1-1,1 0 1,0 0 0,-11-1 0,3 0-6614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24575,'0'-5'0,"0"-13"0,2 16 0,2 10 0,39 85 0,-16-35 0,-24-52 0,-1-1 0,0 1 0,0-1 0,0 1 0,-1 0 0,0 0 0,0 7 0,-1-12 0,0 1 0,0-1 0,0 1 0,0-1 0,0 1 0,0-1 0,-1 0 0,1 1 0,-1-1 0,1 1 0,-1-1 0,1 0 0,-1 0 0,0 1 0,1-1 0,-1 0 0,0 0 0,0 0 0,0 0 0,0 0 0,0 0 0,0 0 0,0 0 0,-1 0 0,1 0 0,0-1 0,0 1 0,-1 0 0,1-1 0,0 1 0,-1-1 0,1 0 0,-1 1 0,-1-1 0,-10 1-1365,1 0-5461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5 0,0 2 0,3 1 0,2 0 0,1 1 0,0-2 0,-1-2 0,1-2 0,-1-2 0,-2-1 0,-3-1 0,-3-3 0,-2-6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24575,'15'30'0,"8"13"0,4 3 0,1-2 0,-2-8 0,-3-6 0,-3-6 0,-3-5 0,-3-3 0,-5-2 0,-4-3-8191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24575,'43'7'0,"0"1"0,42 15 0,-72-19 0,0 1 0,0 0 0,0 2 0,-1-1 0,0 1 0,0 1 0,0 0 0,-1 1 0,-1 0 0,14 15 0,-21-21 0,-1 0 0,1 0 0,-1 1 0,0-1 0,0 0 0,-1 1 0,1 0 0,-1-1 0,0 1 0,0 0 0,0 0 0,0-1 0,0 1 0,-1 0 0,0 0 0,0 5 0,0-7 0,-1 1 0,1-1 0,-1 1 0,0-1 0,0 1 0,0-1 0,0 1 0,0-1 0,0 0 0,-1 0 0,1 0 0,-1 1 0,1-1 0,-1-1 0,0 1 0,0 0 0,0 0 0,0-1 0,0 1 0,0-1 0,0 1 0,-1-1 0,1 0 0,0 0 0,-3 1 0,-2 0 0,0 0 0,0-1 0,0 0 0,0 0 0,0 0 0,0-1 0,0 0 0,0 0 0,0-1 0,0 0 0,1 0 0,-1-1 0,0 1 0,0-1 0,1-1 0,-1 0 0,1 0 0,-7-4 0,7 4 0,1-1 0,0 1 0,0-1 0,0-1 0,0 1 0,1-1 0,0 1 0,0-1 0,0-1 0,0 1 0,1 0 0,0-1 0,0 0 0,0 1 0,1-1 0,0-1 0,0 1 0,0 0 0,-1-12 0,3-41-1365,1 46-5461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24575,'-12'23'0,"-2"7"0,1 1 0,6-2 0,4-3 0,5-7 0,2-4 0,3-4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24575,'5'0'0,"0"0"0,-1 1 0,1-1 0,0 1 0,-1 0 0,1 0 0,-1 1 0,1-1 0,-1 1 0,0 0 0,0 0 0,0 1 0,5 2 0,-7-3 0,0 0 0,0 0 0,0 0 0,0 0 0,-1 0 0,1 0 0,-1 0 0,1 1 0,-1-1 0,0 1 0,0-1 0,0 1 0,0-1 0,-1 1 0,1-1 0,0 1 0,-1 0 0,0-1 0,0 1 0,0 0 0,0 0 0,0-1 0,0 1 0,-2 3 0,1-2 0,0 0 0,-1-1 0,1 1 0,-1-1 0,0 1 0,0-1 0,0 0 0,-1 0 0,1 0 0,-1 0 0,0 0 0,1-1 0,-7 5 0,5-4 0,0 0 0,1 0 0,0 0 0,0 0 0,0 1 0,0 0 0,0-1 0,-2 6 0,5-8 0,-1 0 0,1 0 0,0 0 0,0 0 0,0-1 0,0 1 0,0 0 0,0 0 0,0 0 0,0 0 0,0-1 0,1 1 0,-1 0 0,0 0 0,0 0 0,1-1 0,-1 1 0,0 0 0,1 0 0,-1-1 0,1 1 0,-1 0 0,1-1 0,-1 1 0,1-1 0,0 1 0,-1 0 0,1-1 0,0 1 0,-1-1 0,1 0 0,0 1 0,1 0 0,28 12 0,-26-12 0,26 7 0,1-1 0,1-2 0,-1 0 0,48-1 0,-68-4-273,1 0 0,-1 0 0,1-2 0,13-2 0,-12 1-6553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11 24575,'5'-2'0,"-1"0"0,1 1 0,0-1 0,0 1 0,0 0 0,0 1 0,0-1 0,0 1 0,0 0 0,0 0 0,0 0 0,0 1 0,0 0 0,-1 0 0,1 0 0,0 1 0,0-1 0,-1 1 0,1 0 0,0 0 0,-1 1 0,0 0 0,0-1 0,0 1 0,0 1 0,0-1 0,-1 0 0,1 1 0,-1 0 0,5 7 0,-3-1 0,0 0 0,0-1 0,-2 2 0,1-1 0,-1 0 0,0 1 0,-1-1 0,-1 1 0,1 16 0,-2-25 0,0 0 0,0 0 0,-1 0 0,1 0 0,-1 0 0,1-1 0,-1 1 0,0 0 0,0 0 0,0-1 0,0 1 0,0 0 0,0-1 0,0 1 0,0-1 0,-1 0 0,1 1 0,0-1 0,-1 0 0,0 0 0,1 0 0,-1 0 0,1 0 0,-1 0 0,0 0 0,0 0 0,0-1 0,1 1 0,-4 0 0,-5 1 0,-1-1 0,1 0 0,-1 0 0,-12-2 0,12 1 0,-19 0-92,1 1-544,-40-6-1,49 2-6189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24575,'-3'1'0,"0"0"0,-1 0 0,1 0 0,0 0 0,-1 1 0,-3 2 0,7-4 0,-1 1 0,1-1 0,-1 0 0,1 1 0,-1-1 0,1 1 0,0-1 0,-1 1 0,1-1 0,0 1 0,-1-1 0,1 1 0,0 0 0,0-1 0,-1 1 0,1-1 0,0 1 0,0 0 0,0-1 0,0 1 0,0-1 0,0 1 0,0 0 0,0-1 0,0 1 0,0-1 0,0 1 0,1 0 0,-1-1 0,0 1 0,0-1 0,1 1 0,-1 0 0,0-1 0,0 1 0,1-1 0,-1 1 0,1-1 0,-1 0 0,0 1 0,1-1 0,-1 1 0,2 0 0,2 3 0,1 0 0,0 0 0,0 0 0,0-1 0,0 0 0,1 0 0,-1 0 0,12 4 0,2-1 0,29 5 0,-34-8-94,3 1 150,0-1 1,0 0 0,31-1-1,-44-2-118,-1 0-1,1 0 1,0 0 0,0-1-1,-1 0 1,1 1-1,-1-2 1,1 1 0,0 0-1,-1-1 1,0 1 0,1-1-1,-1 0 1,0 0-1,0 0 1,0-1 0,0 1-1,0-1 1,-1 0-1,1 1 1,-1-1 0,0 0-1,3-5 1,0-3-6764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24575,'13'32'0,"3"14"0,0 2 0,-3-6 0,-4-4 0,-3-7 0,-3-5 0,-2-8-8191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24575,'13'-8'0,"9"-2"0,3 3 0,0 3 0,-2 4 0,-2 5 0,-2 4 0,-2 1 0,-2 1 0,0 0 0,0 2 0,-1 1 0,-2 1 0,-4 0 0,-2-3-8191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191 381 24575,'-15'27'0,"8"-15"0,0 0 0,-13 18 0,20-30 0,0 0 0,0 0 0,0 1 0,-1-1 0,1 0 0,0 0 0,0 0 0,0 1 0,-1-1 0,1 0 0,0 0 0,0 0 0,-1 0 0,1 0 0,0 1 0,0-1 0,-1 0 0,1 0 0,0 0 0,0 0 0,-1 0 0,1 0 0,0 0 0,-1 0 0,1 0 0,0 0 0,0 0 0,-1 0 0,1 0 0,0 0 0,0 0 0,-1 0 0,1 0 0,0 0 0,-1-1 0,1 1 0,0 0 0,0 0 0,-1 0 0,1 0 0,0-1 0,0 1 0,0 0 0,-1 0 0,1 0 0,0-1 0,0 1 0,0 0 0,0 0 0,0-1 0,-1 1 0,1 0 0,0 0 0,0-1 0,0 1 0,0 0 0,0-1 0,0 1 0,0 0 0,0-1 0,-5-22 0,4 18 0,-15-65 0,-41-105 0,27 87 0,10 32 0,23 61 0,-1 0 0,1 0 0,7 9 0,0-1 0,12 20 0,1 0 0,37 38 0,-55-67 0,-1 0 0,1 0 0,0 0 0,0 0 0,0-1 0,1 0 0,-1 0 0,9 3 0,-12-5 0,-1-1 0,1 1 0,-1-1 0,1 1 0,0-1 0,-1 0 0,1 0 0,0 0 0,-1 0 0,1 0 0,0 0 0,-1-1 0,1 1 0,0 0 0,-1-1 0,1 1 0,-1-1 0,1 0 0,-1 1 0,1-1 0,-1 0 0,1 0 0,-1 0 0,0 0 0,1 0 0,-1-1 0,0 1 0,0 0 0,0 0 0,0-1 0,0 1 0,0-1 0,0 1 0,-1-1 0,2-1 0,1-4 0,-1 0 0,1-1 0,-1 1 0,-1-1 0,1 0 0,-1-13 0,-2-51 0,0 36 0,0 22 0,0 10 0,1 0 0,0 0 0,0 0 0,0 0 0,0 1 0,0-1 0,1 0 0,2-8 0,-3 12 0,0 0 0,0 0 0,0 0 0,0 0 0,0 0 0,0 0 0,0 0 0,0 0 0,0 0 0,0-1 0,0 1 0,1 0 0,-1 0 0,0 0 0,0 0 0,0 0 0,0 0 0,0 0 0,0 0 0,0 0 0,0 0 0,0 0 0,1 0 0,-1 0 0,0 0 0,0 0 0,0 0 0,0 0 0,0 0 0,0 0 0,0 0 0,0 0 0,0 0 0,1 0 0,-1 0 0,0 0 0,0 0 0,0 0 0,0 1 0,0-1 0,0 0 0,0 0 0,0 0 0,0 0 0,0 0 0,0 0 0,0 0 0,5 7 0,2 7 0,22 64-82,70 160-1201,-92-224-5543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150 226 24575,'3'-15'0,"0"1"0,-2-1 0,1 1 0,-2-1 0,0 1 0,-3-20 0,3 29 0,-1 0 0,0 0 0,0-1 0,-1 1 0,0 0 0,1 0 0,-2 0 0,1 1 0,0-1 0,-1 0 0,0 1 0,0 0 0,-1-1 0,1 1 0,-1 1 0,1-1 0,-1 0 0,-1 1 0,1 0 0,-7-4 0,8 5 0,0 1 0,0 0 0,0 0 0,0 0 0,0 0 0,0 0 0,0 1 0,0-1 0,0 1 0,-1 0 0,1 0 0,0 0 0,0 1 0,0-1 0,0 1 0,-5 1 0,6-1 0,0 0 0,0 0 0,0 0 0,0 0 0,0 0 0,0 1 0,0-1 0,0 1 0,1 0 0,-1-1 0,1 1 0,-1 0 0,1 0 0,0 0 0,-1 0 0,1 0 0,0 0 0,0 1 0,1-1 0,-1 0 0,0 0 0,0 3 0,0 1 0,0 0 0,1 0 0,-1 0 0,1 0 0,1 0 0,-1 0 0,1 0 0,0-1 0,0 1 0,0 0 0,5 11 0,-2-9 0,0-1 0,1 1 0,-1-1 0,1 0 0,1 0 0,-1 0 0,10 8 0,-1-3 0,1 0 0,0-2 0,0 0 0,1 0 0,0-2 0,0 0 0,21 7 0,-26-11-119,-7-2 36,0 0 0,0-1 0,0 1 0,0-1 0,1 0 0,-1 0-1,0 0 1,1-1 0,-1 1 0,0-1 0,1 0 0,-1-1 0,0 1 0,8-2 0,1-4-6743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24575,'48'50'0,"69"62"0,-113-108 0,1-1 0,0 1 0,0-1 0,0 0 0,1-1 0,10 5 0,-15-7 0,0 0 0,0 1 0,0-1 0,0 0 0,0 1 0,1-1 0,-1 0 0,0 0 0,0 0 0,0 0 0,1 0 0,-1-1 0,0 1 0,0 0 0,0 0 0,0-1 0,1 1 0,-1-1 0,0 1 0,0-1 0,0 1 0,0-1 0,0 0 0,0 0 0,0 1 0,0-1 0,-1 0 0,1 0 0,0 0 0,0 0 0,-1 0 0,1 0 0,0 0 0,-1 0 0,1 0 0,-1 0 0,0 0 0,1 0 0,-1-1 0,1-1 0,-1-1 0,1-1 0,-1 1 0,0-1 0,0 0 0,0 1 0,0-1 0,-1 0 0,-1-5 0,-13-39 0,9 35 0,0-7 0,4 13 0,-1 0 0,1-1 0,-1 1 0,-1 0 0,0 1 0,0-1 0,0 1 0,-9-12 0,12 19 0,1-1 0,0 1 0,0 0 0,0 0 0,-1-1 0,1 1 0,0 0 0,0 0 0,-1-1 0,1 1 0,0 0 0,-1 0 0,1 0 0,0-1 0,-1 1 0,1 0 0,0 0 0,-1 0 0,1 0 0,0 0 0,-1 0 0,1 0 0,0 0 0,-1 0 0,1 0 0,0 0 0,-1 0 0,1 0 0,0 0 0,-1 0 0,1 0 0,0 0 0,-1 0 0,1 1 0,0-1 0,-1 0 0,0 1 0,1 0 0,-1 0 0,0 0 0,1 0 0,0 0 0,-1 0 0,1 0 0,-1 0 0,1 0 0,0 0 0,0 2 0,-1 3 0,1 0 0,0 0 0,1 9 0,1-7 0,0-1 0,0 0 0,1 0 0,0 0 0,1 0 0,0-1 0,0 1 0,0-1 0,1 0 0,0 0 0,0 0 0,0-1 0,1 0 0,-1 0 0,2 0 0,-1 0 0,0-1 0,14 6 0,-14-7 0,1 0 0,-1 0 0,1 0 0,0-1 0,0 0 0,0-1 0,0 1 0,0-1 0,0-1 0,1 1 0,-1-1 0,0-1 0,0 1 0,1-1 0,-1 0 0,0-1 0,0 0 0,0 0 0,12-6 0,-15 6 0,-1 0 0,0-1 0,0 1 0,0-1 0,-1 1 0,1-1 0,0 0 0,-1 0 0,0 0 0,0 0 0,0-1 0,0 1 0,0-1 0,-1 1 0,0-1 0,1 1 0,-1-1 0,0 0 0,-1 0 0,1 1 0,-1-1 0,0 0 0,0-7 0,0 2 0,-1 1 0,-1-1 0,1 1 0,-1 0 0,-1-1 0,1 1 0,-1 0 0,-1 0 0,-6-11 0,9 17 0,0 1 0,0-1 0,0 1 0,0 0 0,0 0 0,0-1 0,-1 1 0,1 0 0,0 0 0,-1 0 0,1 0 0,0 0 0,-1 1 0,1-1 0,-3 0 0,4 1 0,-1 0 0,0 0 0,0 0 0,1 0 0,-1 0 0,0 0 0,0 0 0,1 0 0,-1 0 0,0 0 0,0 1 0,1-1 0,-1 0 0,0 1 0,1-1 0,-1 0 0,0 1 0,1-1 0,-1 1 0,1-1 0,-1 1 0,1-1 0,-1 1 0,1 0 0,-1-1 0,1 1 0,-1-1 0,1 1 0,0 0 0,0-1 0,-1 1 0,1 0 0,0 0 0,0-1 0,0 1 0,-1 1 0,-1 7 0,1 0 0,-1 1 0,1-1 0,1 1 0,0-1 0,0 1 0,1 0 0,0-1 0,1 0 0,0 1 0,0-1 0,1 0 0,1 0 0,-1 0 0,1 0 0,1-1 0,-1 1 0,1-1 0,1-1 0,0 1 0,8 8 0,-13-14 0,1-1 0,-1 1 0,1-1 0,0 0 0,-1 1 0,1-1 0,0 0 0,0 0 0,0-1 0,0 1 0,0 0 0,0 0 0,0-1 0,0 1 0,0-1 0,0 0 0,0 0 0,0 0 0,0 0 0,1 0 0,-1 0 0,0 0 0,0-1 0,0 1 0,0-1 0,0 1 0,0-1 0,0 0 0,2-1 0,1-1 0,0-1 0,0 0 0,0 0 0,0 0 0,-1 0 0,0-1 0,0 0 0,6-9 0,-9 13 0,-1-1 0,1 1 0,0 0 0,0 0 0,0-1 0,0 1 0,0 0 0,0 0 0,0 0 0,1 0 0,-1 0 0,0 1 0,1-1 0,-1 0 0,0 0 0,1 1 0,-1-1 0,1 1 0,-1 0 0,1-1 0,-1 1 0,1 0 0,-1 0 0,2 0 0,1 0 0,0 1 0,1 0 0,-2 1 0,1-1 0,0 1 0,0 0 0,6 3 0,-1 0 0,0 0 0,0-1 0,0 0 0,0-1 0,1 0 0,0 0 0,-1-1 0,1-1 0,0 1 0,15-1 0,31-2-74,29 0 257,-74 1-429,-1 2 1,1-1-1,-1 1 0,1 1 1,16 5-1,-18-3-6580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24575,'1'0'0,"0"0"0,0 0 0,0 1 0,0-1 0,0 0 0,0 0 0,0 1 0,-1-1 0,1 1 0,0-1 0,0 1 0,0-1 0,0 1 0,-1-1 0,1 1 0,0 0 0,0-1 0,-1 1 0,1 0 0,-1 0 0,1 0 0,-1-1 0,1 1 0,-1 0 0,1 0 0,-1 0 0,0 0 0,1 0 0,-1 0 0,0 0 0,0 0 0,0 0 0,0 0 0,0 2 0,1 5 0,-1 1 0,-1-1 0,-1 11 0,0-4 0,1 22 0,3 46 0,0-64 0,1 1 0,0-1 0,2 0 0,7 20 0,43 86 0,-54-122-1365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152 172 24575,'-5'-4'0,"-4"-5"0,0 0 0,-1 1 0,-1 0 0,1 1 0,-1 0 0,-1 0 0,-20-8 0,31 15 0,-1-1 0,0 1 0,1-1 0,-1 1 0,0 0 0,1 0 0,-1 0 0,0 0 0,1 0 0,-1 0 0,0 0 0,1 0 0,-1 1 0,1-1 0,-1 0 0,-2 2 0,3-1 0,0-1 0,0 1 0,1 0 0,-1-1 0,0 1 0,0 0 0,1 0 0,-1 0 0,0 0 0,1 0 0,-1 0 0,1 0 0,0 0 0,-1 0 0,1 0 0,0 0 0,-1 0 0,1 0 0,0 0 0,0 0 0,0 0 0,0 0 0,0 1 0,0 0 0,1 6 0,1 0 0,-1 0 0,2 0 0,-1 0 0,1-1 0,0 1 0,0-1 0,1 0 0,8 12 0,-6-10 0,0-1 0,1 1 0,0-1 0,1 0 0,0-1 0,16 12 0,-23-18 0,1 0 0,-1 0 0,1 0 0,-1 0 0,1 0 0,-1-1 0,1 1 0,0 0 0,-1-1 0,1 1 0,0-1 0,0 0 0,-1 0 0,1 1 0,0-1 0,0 0 0,-1-1 0,1 1 0,0 0 0,0 0 0,-1-1 0,1 1 0,0-1 0,-1 1 0,1-1 0,-1 0 0,1 0 0,0 0 0,-1 0 0,0 0 0,1 0 0,-1 0 0,0 0 0,1 0 0,-1-1 0,0 1 0,0 0 0,0-1 0,1-2 0,0 0 0,1-1 0,-1 1 0,0-1 0,-1 0 0,1 0 0,-1 0 0,0 0 0,0 0 0,0 0 0,-1 0 0,0 0 0,0-9 0,-3 3 0,1 1 0,-1-1 0,-1 1 0,0 0 0,0 0 0,-1 1 0,-6-10 0,-2-1 0,0 1 0,-20-21 0,30 37 0,0 0 0,0 1 0,0-1 0,0 0 0,0 1 0,-1 0 0,-3-3 0,6 5 0,0-1 0,0 1 0,0 0 0,0-1 0,0 1 0,0 0 0,0 0 0,0 0 0,0-1 0,0 1 0,0 0 0,0 0 0,0 1 0,0-1 0,0 0 0,0 0 0,0 0 0,0 1 0,0-1 0,0 0 0,0 1 0,0-1 0,0 1 0,1-1 0,-1 1 0,0 0 0,0-1 0,0 1 0,1 0 0,-1-1 0,0 1 0,1 0 0,-1 0 0,0 1 0,-2 4 0,-1 1 0,1-1 0,0 1 0,1 0 0,0 0 0,0 0 0,1 1 0,-1-1 0,2 0 0,-1 0 0,1 1 0,1 10 0,0-6 0,0 0 0,2 0 0,-1 0 0,1-1 0,1 1 0,9 20 0,-11-28-151,0 0-1,0-1 0,0 1 0,0 0 1,1-1-1,0 0 0,-1 0 1,5 4-1,3-1-6674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15 24575,'0'-14'0,"0"13"0,0 3 0,0 25 0,0-9 0,-1 66 0,0 20 0,14 120 0,-7-184-111,7 61-516,2 146 0,-15-235-6199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9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91 24575,'1'-3'0,"0"1"0,0-1 0,0 0 0,-1 1 0,1-1 0,-1 0 0,0 0 0,0 1 0,0-1 0,0 0 0,-1 0 0,1 1 0,0-1 0,-1 0 0,0 1 0,-1-4 0,1 4 0,-1 0 0,1 0 0,0 0 0,-1 1 0,1-1 0,-1 1 0,0-1 0,0 1 0,1-1 0,-1 1 0,0 0 0,0 0 0,0 0 0,0 0 0,-1 0 0,1 0 0,0 1 0,0-1 0,0 1 0,-3-1 0,2 1 0,1 0 0,0 0 0,0 0 0,0 0 0,-1 0 0,1 0 0,0 0 0,0 1 0,0-1 0,0 1 0,0 0 0,-1-1 0,1 1 0,0 0 0,1 0 0,-1 0 0,0 1 0,0-1 0,0 0 0,1 1 0,-1-1 0,0 1 0,1 0 0,0-1 0,-1 1 0,1 0 0,0 0 0,0 0 0,0 0 0,0 0 0,0 0 0,1 0 0,-1 0 0,0 0 0,1 3 0,-1-2 0,0 1 0,1 0 0,-1 0 0,1-1 0,0 1 0,0 0 0,0 0 0,1 0 0,0-1 0,-1 1 0,1 0 0,0-1 0,1 1 0,-1-1 0,1 1 0,-1-1 0,1 0 0,0 1 0,1-1 0,2 4 0,-3-5 0,1 0 0,-1 0 0,0-1 0,1 1 0,-1-1 0,1 1 0,-1-1 0,1 0 0,0 0 0,0 0 0,-1 0 0,1 0 0,0-1 0,0 1 0,0-1 0,0 0 0,0 0 0,0 0 0,-1 0 0,7-1 0,-7 0 0,1 0 0,-1 0 0,0 0 0,0 0 0,0 0 0,0 0 0,0 0 0,0-1 0,0 1 0,0-1 0,0 1 0,-1-1 0,1 0 0,0 0 0,-1 0 0,0 0 0,1 0 0,-1 0 0,0 0 0,0 0 0,0 0 0,0 0 0,-1-1 0,1 1 0,-1 0 0,1-4 0,-1 2 0,0-1 0,0 0 0,0 0 0,-1 1 0,1-1 0,-1 0 0,-1 1 0,1-1 0,-1 1 0,1-1 0,-1 1 0,0 0 0,-1 0 0,1 0 0,-1 0 0,-4-5 0,5 7 0,0-1 0,1 1 0,-1 0 0,0 0 0,-1 0 0,1 1 0,0-1 0,0 0 0,-1 1 0,1 0 0,-1-1 0,0 1 0,1 0 0,-1 0 0,0 1 0,1-1 0,-1 0 0,0 1 0,0 0 0,0-1 0,1 1 0,-1 1 0,0-1 0,0 0 0,0 0 0,0 1 0,1 0 0,-5 1 0,6-1 0,-1-1 0,1 1 0,-1 0 0,1 0 0,0 0 0,0 0 0,-1 0 0,1 0 0,0 1 0,0-1 0,0 0 0,0 0 0,0 1 0,1-1 0,-1 1 0,-1 1 0,1 0 0,0 1 0,0-1 0,1 1 0,-1-1 0,1 1 0,0 0 0,0 3 0,0 3 0,1 0 0,1-1 0,0 1 0,4 13 0,-3-16-105,0-1 0,0 0 0,0 1 0,1-1 0,-1 0 0,2-1 0,-1 1 0,0-1 0,1 0 0,0 0 0,0 0 0,7 4 0,-3-3-6721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24575,'-12'60'0,"3"6"0,3 1 0,4 0 0,2 1 0,10 78 0,45 160 0,-32-190 0,-11-51 0,6 112 0,-18-172 0,0 1 0,0-1 0,-1 0 0,0 1 0,0-1 0,0 0 0,-4 10 0,5-14 0,0 0 0,-1-1 0,1 1 0,-1 0 0,1 0 0,-1 0 0,0 0 0,1 0 0,-1-1 0,0 1 0,0 0 0,1 0 0,-1-1 0,0 1 0,0-1 0,0 1 0,0-1 0,0 1 0,0-1 0,0 1 0,0-1 0,0 0 0,0 0 0,0 1 0,0-1 0,0 0 0,0 0 0,0 0 0,0 0 0,0 0 0,0 0 0,0 0 0,0-1 0,0 1 0,0 0 0,0-1 0,0 1 0,0 0 0,0-1 0,0 1 0,0-1 0,0 0 0,1 1 0,-1-1 0,-1-1 0,-8-5-1365,3-2-5461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88 24575,'-8'-10'0,"3"2"0,-1 0 0,0 1 0,0-1 0,0 1 0,-1 1 0,0 0 0,0 0 0,-16-10 0,22 15 0,0 0 0,1 1 0,-1-1 0,0 1 0,0 0 0,0-1 0,0 1 0,0 0 0,0-1 0,0 1 0,0 0 0,0 0 0,0 0 0,0 0 0,0 0 0,0 0 0,0 0 0,0 0 0,0 1 0,0-1 0,0 0 0,0 0 0,0 1 0,0-1 0,1 1 0,-1-1 0,0 1 0,0-1 0,0 1 0,0-1 0,1 1 0,-1 0 0,0 0 0,1-1 0,-1 1 0,0 0 0,1 0 0,-1 0 0,1 0 0,-1-1 0,1 1 0,0 0 0,-1 0 0,1 0 0,0 0 0,0 0 0,-1 2 0,1 2 0,-1 1 0,0-1 0,1 0 0,0 1 0,1-1 0,-1 1 0,3 7 0,0-2 0,0 0 0,1 0 0,1 0 0,-1-1 0,8 11 0,-8-14 0,0-1 0,1 0 0,0 1 0,0-2 0,1 1 0,-1 0 0,1-1 0,9 6 0,-11-9 0,0 0 0,0 0 0,0 0 0,0 0 0,0-1 0,1 0 0,-1 0 0,0 0 0,1 0 0,6 0 0,-10-1 0,1 0 0,-1 0 0,1-1 0,-1 1 0,1 0 0,-1 0 0,1-1 0,-1 1 0,1-1 0,-1 1 0,0-1 0,1 0 0,-1 1 0,0-1 0,1 0 0,-1 0 0,0 0 0,0 0 0,0 0 0,0 0 0,0 0 0,0 0 0,0-1 0,0 1 0,0 0 0,-1-1 0,1 1 0,0 0 0,-1-1 0,0 1 0,1-1 0,-1 1 0,1-3 0,0-4 0,-1 0 0,0-1 0,0 1 0,-1-1 0,1 1 0,-2 0 0,1 0 0,-1-1 0,-1 1 0,0 0 0,0 1 0,0-1 0,-7-10 0,8 14 0,-1-1 0,0 1 0,0-1 0,0 1 0,-1 0 0,0 0 0,0 1 0,0-1 0,0 1 0,0 0 0,-1 0 0,1 0 0,-1 0 0,0 1 0,0 0 0,0 0 0,0 0 0,0 1 0,0-1 0,0 1 0,-1 1 0,-5-1 0,9 1 0,-1 0 0,0 0 0,1 0 0,-1 0 0,1 1 0,-1-1 0,1 1 0,-1-1 0,1 1 0,0 0 0,-1 0 0,1 0 0,0 1 0,0-1 0,-1 0 0,1 1 0,0 0 0,0-1 0,1 1 0,-1 0 0,0 0 0,1 0 0,-1 0 0,1 0 0,-1 0 0,1 1 0,0-1 0,-1 4 0,1-3 0,0 1 0,1 0 0,-1-1 0,1 1 0,0 0 0,0 0 0,0-1 0,0 1 0,1 0 0,0-1 0,-1 1 0,1 0 0,1-1 0,-1 1 0,0-1 0,1 1 0,0-1 0,0 0 0,2 3 0,7 9 0,0-2 0,25 25 0,-29-32 0,0 0 0,0-1 0,1 0 0,0 0 0,0 0 0,0-1 0,13 5 0,-9-7-1365,-2-2-5461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24575,'0'166'0,"1"184"0,3-281 0,4-1 0,2-1 0,30 106 0,-34-148 0,-5-18 0,0 0 0,1 0 0,0 0 0,0 0 0,1-1 0,4 9 0,-7-14-21,1-1 0,-1 0 0,0 1 0,0-1 0,0 0 0,0 0 0,0 1 0,0-1 0,1 0 0,-1 0 0,0 1 0,0-1 0,0 0 0,1 0 0,-1 1 0,0-1 0,0 0 0,0 0 0,1 0 0,-1 0 0,0 1 0,1-1 0,-1 0 0,0 0 0,0 0 0,1 0 0,-1 0 0,0 0 0,1 0 0,-1 0 0,0 0 0,0 0 0,1 0 0,-1 0 0,0 0 0,1 0 0,-1 0 0,0 0 0,1 0 0,-1 0 0,0 0 0,0-1 0,1 1 0,-1 0 0,0 0 0,0 0 0,1 0 0,-1-1 0,0 1 0,0 0 0,0 0 0,1-1 0,-1 1 0,0 0 0,0 0 0,0-1 0,0 1 0,1 0 0,-1 0 0,0-1 0,0 1 0,0 0 0,0-1 0,0 1 0,2-8-6805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118 143 24575,'-6'0'0,"0"-1"0,0 0 0,0 1 0,0 0 0,0 1 0,0-1 0,-7 3 0,12-3 0,0 0 0,-1 1 0,1-1 0,0 1 0,0-1 0,0 1 0,0 0 0,0-1 0,0 1 0,0 0 0,0 0 0,0 0 0,0 0 0,0-1 0,0 1 0,-1 2 0,2-2 0,0 1 0,-1-1 0,1 0 0,0 0 0,0 1 0,-1-1 0,1 0 0,0 1 0,0-1 0,1 0 0,-1 1 0,0-1 0,0 0 0,1 0 0,-1 1 0,0-1 0,1 0 0,-1 0 0,2 2 0,1 3 0,0-1 0,1-1 0,-1 1 0,1 0 0,0-1 0,0 0 0,0 0 0,7 5 0,-9-7 0,1 0 0,-1-1 0,1 1 0,-1-1 0,1 1 0,-1-1 0,1 0 0,0 0 0,0 0 0,0 0 0,0-1 0,-1 1 0,1-1 0,0 0 0,0 0 0,0 0 0,0 0 0,5-1 0,-7 1 0,0-1 0,0 1 0,1-1 0,-1 0 0,0 1 0,0-1 0,0 0 0,0 0 0,0 0 0,0 0 0,0 0 0,0 0 0,0 0 0,0 0 0,-1-1 0,1 1 0,0 0 0,-1 0 0,1 0 0,-1-1 0,0 1 0,1 0 0,-1-1 0,0 1 0,0-1 0,1 1 0,-1 0 0,0-1 0,-1-1 0,1-2 0,0 0 0,-1-1 0,0 1 0,0 0 0,0-1 0,-3-5 0,-4-7 0,-1 0 0,-20-33 0,22 41 0,-1 0 0,0 0 0,0 1 0,-1 0 0,-18-14 0,26 22 0,-1 0 0,0-1 0,0 1 0,0 0 0,0 1 0,0-1 0,0 0 0,0 0 0,0 1 0,0-1 0,-5 1 0,7 0 0,-1 0 0,0 0 0,1 0 0,-1 0 0,0 0 0,1 1 0,-1-1 0,0 0 0,1 1 0,-1-1 0,0 0 0,1 1 0,-1-1 0,1 0 0,-1 1 0,1-1 0,-1 1 0,1-1 0,-1 1 0,1 0 0,0-1 0,-1 1 0,1-1 0,0 1 0,-1 0 0,1-1 0,0 1 0,0 0 0,-1-1 0,1 1 0,0 0 0,0-1 0,0 1 0,0 0 0,0 0 0,0-1 0,0 1 0,0 0 0,0-1 0,1 2 0,1 9-27,0 1 0,1-1 0,0 0 0,1 0 0,0 0 0,11 19 0,-3-6-1149,-6-10-5650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24575,'-2'3'0,"-1"5"0,-1 4 0,2 6 0,0 4 0,1 3 0,0 0 0,1 2 0,3-3 0,0 1 0,0-2 0,0 0 0,2-1 0,-1-2 0,0-2 0,-4-4 0,-1-4-8191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118 124 24575,'-4'-7'0,"-4"-6"0,0 1 0,-1 0 0,0 1 0,-1 0 0,-16-15 0,25 26 0,0-1 0,0 0 0,0 0 0,0 1 0,0-1 0,0 1 0,0-1 0,0 1 0,0-1 0,0 1 0,0 0 0,0-1 0,0 1 0,0 0 0,0 0 0,0 0 0,0 0 0,0 0 0,-1 0 0,1 0 0,-1 0 0,1 1 0,0-1 0,0 1 0,0-1 0,0 1 0,0 0 0,1-1 0,-1 1 0,0 0 0,0 0 0,1 0 0,-1 0 0,0 0 0,1-1 0,-1 1 0,1 0 0,-1 0 0,0 2 0,0 1 0,0 1 0,0 0 0,0-1 0,0 1 0,1 0 0,-1 0 0,1 0 0,1 6 0,1 0 0,0-1 0,8 20 0,-8-24 0,0-1 0,0 0 0,1 0 0,-1-1 0,1 1 0,1-1 0,5 8 0,-9-12 0,1 1 0,0 0 0,-1-1 0,1 1 0,0 0 0,-1-1 0,1 1 0,0-1 0,0 1 0,-1-1 0,1 0 0,0 1 0,0-1 0,0 0 0,-1 1 0,1-1 0,0 0 0,0 0 0,0 0 0,0 0 0,0 0 0,0 0 0,0 0 0,-1 0 0,1 0 0,0 0 0,0-1 0,0 1 0,0 0 0,0 0 0,-1-1 0,1 1 0,0-1 0,0 1 0,0-1 0,-1 1 0,1-1 0,0 1 0,-1-1 0,2 0 0,-1-2 0,1 1 0,0-1 0,-1 1 0,0-1 0,1 1 0,-1-1 0,0 0 0,0 1 0,-1-1 0,1 0 0,0-4 0,0-3 0,-1-1 0,0 1 0,0-1 0,-1 1 0,-3-15 0,2 19 0,1 0 0,-1-1 0,-1 1 0,1 0 0,-1 1 0,0-1 0,0 0 0,-1 1 0,-7-10 0,11 15 0,0-1 0,-1 1 0,1-1 0,0 1 0,-1-1 0,1 1 0,-1-1 0,1 1 0,-1 0 0,1-1 0,-1 1 0,1 0 0,-1-1 0,1 1 0,-1 0 0,1 0 0,-1 0 0,1-1 0,-1 1 0,1 0 0,-1 0 0,0 0 0,1 0 0,-1 0 0,0 0 0,0 1 0,1-1 0,-1 1 0,1-1 0,-1 0 0,1 1 0,-1-1 0,1 1 0,-1 0 0,1-1 0,0 1 0,-1-1 0,1 1 0,0 0 0,0-1 0,0 1 0,-1 0 0,1-1 0,0 2 0,-1 2 0,1 1 0,0-1 0,-1 1 0,2 0 0,0 5 0,1 2 0,1 0 0,1 0 0,0 0 0,7 13 0,-8-20 0,-1 0 0,1 0 0,0 0 0,0-1 0,0 1 0,1-1 0,0 0 0,-1 0 0,1 0 0,1-1 0,7 6 0,-12-9-35,1 1 0,-1-1 0,1 0 0,0 1 0,0-1 0,-1 0 0,1 1 0,0-1 0,0 0 0,-1 0 0,1 0 0,0 0 0,0 0 0,-1 0 0,1 0 0,0 0 0,0 0 0,-1 0 0,1 0 0,0 0 0,0-1 0,-1 1 0,1 0 0,0-1 0,-1 1 0,1 0 0,0-1 0,-1 1 0,1-1 0,0 1 0,-1-1 0,1 1 0,-1-1 0,1 1 0,-1-1 0,1 1 0,-1-1 0,1 0 0,3-8-6791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24575,'6'15'0,"0"8"0,3 4 0,0 1 0,0-2 0,-1-1 0,-2-1 0,1-3 0,-1-3 0,-2-1 0,-1-1 0,-1-2 0,-2 1 0,1-3-8191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5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24575,'6'-2'0,"-1"1"0,1 0 0,0 0 0,0 1 0,-1 0 0,1 0 0,0 0 0,0 1 0,7 1 0,-11-2 0,0 1 0,0 0 0,0-1 0,0 1 0,0 0 0,0 0 0,0 0 0,-1 1 0,1-1 0,0 0 0,-1 1 0,1-1 0,-1 1 0,1-1 0,-1 1 0,0 0 0,0-1 0,0 1 0,0 0 0,0 0 0,0 0 0,0 0 0,0 0 0,-1 0 0,1 0 0,-1 0 0,0 0 0,1 4 0,-1-4 0,0 0 0,0 1 0,0-1 0,-1 0 0,1 1 0,-1-1 0,1 0 0,-1 0 0,0 0 0,0 1 0,0-1 0,0 0 0,0 0 0,0 0 0,-2 2 0,-3 2 0,1 0 0,-1-1 0,-8 6 0,9-7 0,1 0 0,-1-1 0,1 2 0,0-1 0,0 0 0,-4 7 0,8-11 0,-1 1 0,1 0 0,-1 0 0,1 0 0,0 0 0,0 0 0,-1-1 0,1 1 0,0 0 0,0 0 0,0 0 0,0 0 0,0 0 0,0 0 0,0 0 0,0 0 0,0 0 0,1 0 0,-1-1 0,0 1 0,0 0 0,1 1 0,0 0 0,1-1 0,-1 1 0,0 0 0,1-1 0,-1 1 0,1-1 0,-1 1 0,1-1 0,2 2 0,2 1 0,0-1 0,0 0 0,0-1 0,1 1 0,7 1 0,8 2-100,-13-3-58,-1-1 0,1 0 0,-1 0-1,1-1 1,-1 0 0,1-1 0,14 0 0,-10-3-6668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24575,'11'-7'0,"1"1"0,1 0 0,-1 1 0,14-4 0,-23 8 0,0 0 0,0 0 0,0 1 0,1-1 0,-1 1 0,0 0 0,0 0 0,1 0 0,-1 0 0,0 1 0,0-1 0,0 1 0,1 0 0,-1 0 0,0 0 0,0 0 0,0 0 0,0 1 0,-1-1 0,1 1 0,0 0 0,4 4 0,-1 0 0,0 2 0,0-1 0,-1 1 0,0-1 0,6 13 0,-8-14 0,0 0 0,0 1 0,-1-1 0,0 1 0,0-1 0,-1 1 0,0-1 0,1 10 0,-3-13 0,1 0 0,0 0 0,-1 0 0,0 0 0,1-1 0,-1 1 0,0 0 0,-1 0 0,1-1 0,0 1 0,-1-1 0,1 1 0,-1-1 0,-4 4 0,3-2 0,0-1 0,-1 0 0,0 0 0,1-1 0,-1 1 0,0-1 0,0 0 0,-8 3 0,12-5 0,-1 0 0,0 1 0,0-1 0,0 0 0,0 1 0,0-1 0,0 1 0,0-1 0,1 1 0,-1-1 0,0 1 0,0-1 0,1 1 0,-1 0 0,0-1 0,1 1 0,-1 0 0,0 1 0,1-2 0,0 1 0,0-1 0,0 1 0,0-1 0,0 1 0,1-1 0,-1 0 0,0 1 0,0-1 0,0 1 0,1-1 0,-1 0 0,0 1 0,1-1 0,-1 1 0,0-1 0,1 0 0,-1 1 0,0-1 0,1 0 0,-1 0 0,0 1 0,1-1 0,-1 0 0,1 0 0,7 4 0,0-1 0,-1 0 0,10 1 0,-11-2 0,88 33-495,-80-29-375,2 0-5956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24575,'3'20'0,"3"9"0,3 5 0,2 1 0,3-2 0,-2-5 0,-3-4 0,-2-6-8191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7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0 24575,'-13'3'0,"-6"0"0,-3 3 0,0-1 0,2 3 0,0-1 0,3 1 0,0 2 0,5-1-8191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8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24575,'16'-4'0,"1"0"0,32-3 0,-43 7 0,-1-1 0,1 1 0,-1 0 0,0 1 0,1 0 0,-1-1 0,0 2 0,1-1 0,-1 0 0,0 1 0,0 0 0,0 0 0,6 4 0,-9-4 0,-1-1 0,1 1 0,-1 0 0,1-1 0,-1 1 0,1 0 0,-1 0 0,0 0 0,0 0 0,0 0 0,0 0 0,0 0 0,-1 0 0,1 1 0,0-1 0,-1 0 0,0 0 0,1 1 0,-1-1 0,0 0 0,0 0 0,-1 1 0,1-1 0,0 0 0,-1 0 0,0 4 0,-1 0 0,0 0 0,-1 0 0,1 0 0,-1 0 0,0 0 0,-1 0 0,1-1 0,-6 6 0,1-3 0,-1 1 0,-18 12 0,19-14 0,-1-1 0,1 2 0,0-1 0,-8 10 0,16-16 0,-1 0 0,0 0 0,1 0 0,-1 0 0,1 0 0,-1 0 0,1 0 0,-1 0 0,1 0 0,0 0 0,-1 0 0,1 0 0,0 0 0,0 0 0,0 0 0,0 0 0,0 0 0,0 0 0,0 0 0,0 0 0,0 0 0,0 0 0,1 0 0,-1 0 0,1 2 0,0-2 0,0 1 0,1 0 0,-1 0 0,1-1 0,-1 1 0,1-1 0,0 1 0,-1-1 0,1 0 0,0 1 0,3 0 0,6 3 0,0 0 0,1-1 0,16 3 0,-27-7 0,26 5-341,0-1 0,1-2-1,46-1 1,-59-1-6485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5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5370 43 24575,'1'0'0,"0"-1"0,0 0 0,-1 0 0,1 0 0,0 0 0,-1 0 0,1-1 0,-1 1 0,1 0 0,-1 0 0,0 0 0,1 0 0,-1-1 0,0 1 0,0 0 0,0 0 0,0 0 0,0-1 0,0 1 0,0 0 0,0 0 0,-1 0 0,1 0 0,0-1 0,-1 1 0,1 0 0,-2-1 0,1 0 0,0 1 0,0 0 0,-1 0 0,1 1 0,0-1 0,-1 0 0,1 0 0,-1 1 0,1-1 0,-1 1 0,1-1 0,-1 1 0,1 0 0,-1-1 0,0 1 0,1 0 0,-1 0 0,1 0 0,-1 0 0,-2 1 0,-129 23 0,30-3 0,-376 18-468,-2-45 234,-456-1-807,584 8 807,-280 29 75,14 0-129,534-30 827,1-4 1,-111-19-1,193 22-512,-21-4 376,21 4-380,1 1 1,0 0-1,0-1 1,0 0-1,0 1 1,0-1-1,0 1 1,0-1-1,0 0 1,0 0 0,0 0-1,0 1 1,0-1-1,1 0 1,-2-2-1,2 2-23,0 1 0,0 0 0,0-1 0,0 1 0,0 0 0,0-1 0,0 1 0,0 0 0,0-1 0,0 1 0,0-1 0,0 1 0,0 0 0,0-1 0,1 1 0,-1 0 0,0 0 0,0-1 0,1 1 0,-1 0 0,0-1 0,0 1 0,1 0 0,-1 0 0,0 0 0,0-1 0,1 1 0,-1 0 0,0 0 0,1 0 0,-1 0 0,0-1 0,1 1 0,-1 0 0,0 0 0,1 0 0,-1 0 0,1 0 0,0 0 0,17-3 0,-17 3 0,213-3 0,-120 5 0,607 13-2676,-19 0-1260,215-23 3211,-52 1 2023,-831 7-611,-1 0 107,0 0-1,0-1 1,25-4-1,-38 5-766,0 0 0,0 0 0,0 0 0,0 0 0,0 0 0,0 0-1,0 0 1,1 0 0,-1 0 0,0 0 0,0 0 0,0 0 0,0 0 0,0 0 0,0 0 0,0 0 0,1 0 0,-1 0 0,0 0 0,0 0 0,0 0-1,0 0 1,0 0 0,0 0 0,0 0 0,1 0 0,-1 0 0,0 0 0,0 0 0,0 0 0,0-1 0,0 1 0,0 0 0,0 0 0,0 0 0,0 0-1,0 0 1,0 0 0,1 0 0,-1 0 0,0-1 0,0 1 0,0 0 0,0 0 0,0 0 0,0 0 0,0 0 0,0 0 0,0 0 0,0-1 0,0 1-1,0 0 1,0 0 0,0 0 0,0 0 0,-1-1 0,-8-2 401,-15-1-272,-85-6-128,-167 6-1,169 5-23,-603 39-920,-140-5 916,-247-76-1739,342 6 692,536 29 997,-46-1 405,89 6 2660,161 1-2960,1 0-1,-1 1 1,1 0 0,-1 1-1,1 1 1,-16 5-1,-7 4-54,38-10 0,7-1 0,11 0 0,95-2 0,232 7 0,220 4-27,-407-11-172,204-6-862,-43-1-734,236 1 1503,232-1-1664,90 17 1575,-666-4-703,319 10 730,-375-3 3003,-143-11-2618,7 1-3753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1213 84 24575,'11'-4'0,"-3"1"0,-1 0 0,0 0 0,1 0 0,10-8 0,-17 11 0,-1 0 0,0 0 0,0 0 0,1-1 0,-1 1 0,0 0 0,0 0 0,1 0 0,-1 0 0,0-1 0,0 1 0,0 0 0,1 0 0,-1 0 0,0-1 0,0 1 0,0 0 0,0 0 0,0-1 0,1 1 0,-1 0 0,0 0 0,0-1 0,0 1 0,0 0 0,0-1 0,0 1 0,0 0 0,0 0 0,0-1 0,0 1 0,0 0 0,0-1 0,0 1 0,0 0 0,0 0 0,0-1 0,0 1 0,-1-1 0,-11-4 0,-21 1 0,33 4 0,-291 0 0,137 2 0,-90 6 0,-124-1 0,237-8 0,128 1 0,0 1 0,-1-1 0,1-1 0,0 1 0,0 0 0,0-1 0,0 0 0,0 1 0,0-1 0,0-1 0,0 1 0,-3-2 0,7 3 0,-1 0 0,0 0 0,0-1 0,0 1 0,0 0 0,0 0 0,0-1 0,1 1 0,-1 0 0,0 0 0,0 0 0,0-1 0,1 1 0,-1 0 0,0 0 0,0 0 0,1 0 0,-1 0 0,0 0 0,0-1 0,1 1 0,-1 0 0,0 0 0,0 0 0,1 0 0,-1 0 0,0 0 0,0 0 0,1 0 0,-1 0 0,0 0 0,0 0 0,1 0 0,12-1 0,236-1 0,-129 3 0,641-1-588,-753 0 588,17 1 0,0-2 0,0 0 0,26-6 0,-51 7 1,0-1 0,0 1-1,0 0 1,0 0 0,0 0 0,0 0 0,0 0 0,-1 0 0,1 0-1,0 0 1,0 0 0,0 0 0,0 0 0,0 0 0,0 0 0,0 0-1,0 0 1,0 0 0,0 0 0,0-1 0,0 1 0,0 0 0,0 0 0,0 0-1,0 0 1,0 0 0,0 0 0,0 0 0,0 0 0,0 0 0,0 0-1,0 0 1,0 0 0,0 0 0,0 0 0,0-1 0,0 1 0,0 0-1,0 0 1,0 0 0,1 0 0,-1 0 0,0 0 0,0 0 0,0 0-1,0 0 1,0 0 0,0 0 0,0 0 0,0 0 0,0 0 0,0 0-1,0 0 1,0 0 0,0 0 0,1 0 0,-13-4 122,-17-1 195,-60-5-571,-1 3-1,0 5 1,0 4-1,-105 15 1,153-10-6573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24575,'-8'-8'0,"9"10"0,1 0 0,-1 0 0,-1 0 0,1 0 0,0 0 0,0 1 0,-1-1 0,0 0 0,1 0 0,-1 1 0,0-1 0,0 3 0,-3 29 0,-2 1 0,1 0 0,2 1 0,1 0 0,2-1 0,7 47 0,14 181 0,-6-97 0,-4-71 0,11 60 0,-2-26 0,-5-6 0,-11-70 0,5 63 0,7 108 0,6 21 0,-18 46 0,-7-167 0,3-51 0,-2 80 0,-12-80-1365,12-60-5461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6334 46 24575,'-212'-11'0,"163"7"0,-15-3 0,-30-1 0,3 0 0,0 1 0,49 8 0,-44 7 0,31-2 0,-87 9 0,-22 1 0,98-10 0,-34 2 0,-761-9 0,763 9 0,13-1 0,-45 0 0,65-2 0,0-2 0,-79-9 0,-75-12 0,-20 0 0,-10 6 0,51 7 0,-5-1 0,-18-2 0,103 6 0,-6-5 0,-39 0 0,-316 7 0,356 8 0,10-1 0,63-6 0,-123 7 0,103-2 0,-103-5 0,82-2 0,-14 0 0,-115 2 0,152 7 0,51-5 0,0-1 0,-1-1 0,1 0 0,0-1 0,0-1 0,-25-4 0,26 2-455,0 0 0,-25 0 0,29 2-6371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24575,'-1'0'0,"0"1"0,0-1 0,0 0 0,0 1 0,0-1 0,0 1 0,0-1 0,0 1 0,0 0 0,0-1 0,1 1 0,-1 0 0,0 0 0,1-1 0,-1 1 0,0 0 0,1 0 0,-1 0 0,1 0 0,-1 0 0,1 0 0,-1 1 0,-7 24 0,6-14 0,0-1 0,1 1 0,1 0 0,0-1 0,3 19 0,14 56 0,-12-67 0,-4-11-136,1 0-1,-1 0 1,0 0-1,0 0 1,-1 0-1,0 0 1,-1 0-1,0 0 0,-2 10 1,-1-6-6690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24575,'0'-2'0,"-9"-22"0,9 23 0,-1 0 0,1 0 0,0-1 0,0 1 0,-1 0 0,1 0 0,0 0 0,0 0 0,0-1 0,0 1 0,1 0 0,-1 0 0,0 0 0,0 0 0,1-1 0,-1 1 0,1-1 0,0 1 0,-1 1 0,0 0 0,1 0 0,-1 0 0,1 0 0,-1 0 0,0 0 0,1 0 0,-1 0 0,0 0 0,1 0 0,-1 0 0,1 0 0,-1 0 0,0 0 0,1 0 0,-1 1 0,0-1 0,1 0 0,-1 0 0,0 0 0,1 0 0,-1 1 0,0-1 0,1 0 0,-1 0 0,0 1 0,0-1 0,1 0 0,-1 1 0,0-1 0,0 0 0,0 1 0,1-1 0,-1 1 0,9 12 0,27 43 0,-17-29 0,20 40 0,-37-63-97,0 0-1,0 1 1,-1-1-1,1 0 1,-1 1-1,0 0 1,-1-1-1,1 1 1,-1 0-1,0-1 1,0 1-1,0 0 0,-1 6 1,-3-2-6729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24575,'0'-1'0,"0"1"0,1 0 0,-1 0 0,0-1 0,1 1 0,-1 0 0,0 0 0,1 0 0,-1 0 0,0 0 0,1 0 0,-1 0 0,0-1 0,1 1 0,-1 0 0,0 0 0,1 0 0,-1 0 0,0 0 0,1 1 0,-1-1 0,0 0 0,1 0 0,-1 0 0,0 0 0,1 0 0,-1 0 0,1 1 0,11 8 0,6 15 0,-18-23 0,20 31 0,24 54 0,-33-55 120,-11-29-203,1-1 1,-1 1-1,0-1 1,0 1-1,0 0 1,0-1-1,0 1 1,0-1-1,0 1 1,0 0-1,-1-1 1,1 1-1,-1-1 1,1 1-1,-1-1 1,1 1-1,-3 1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0,3 1 0,0 2 0,3 0 0,-1 0 0,3 1 0,-1-1 0,1 0 0,-1 0 0,2 0 0,-2 0 0,-2 0 0,-1-1 0,-2 1 0,-1-3-8191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 24575,'1'-1'0,"0"1"0,-1-1 0,1 1 0,0-1 0,-1 1 0,1-1 0,0 1 0,0 0 0,0-1 0,-1 1 0,1 0 0,0 0 0,0 0 0,0-1 0,0 1 0,0 0 0,0 0 0,-1 0 0,1 0 0,0 0 0,0 1 0,0-1 0,0 0 0,0 0 0,-1 1 0,1-1 0,0 0 0,0 1 0,0-1 0,-1 1 0,1-1 0,0 1 0,-1-1 0,1 1 0,0-1 0,-1 1 0,1 0 0,-1-1 0,1 1 0,0 1 0,4 3 0,-1 1 0,0 0 0,5 11 0,-7-14 0,1 5 0,1 0 0,-1 0 0,0 0 0,-1 0 0,3 16 0,-4-19 0,-1 0 0,0 1 0,1-1 0,-2 0 0,1 0 0,0 1 0,-1-1 0,0 0 0,-1 0 0,-2 9 0,2-12 0,1 0 0,-1 0 0,0 0 0,1 0 0,-1 0 0,0-1 0,0 1 0,0-1 0,0 1 0,-1-1 0,1 0 0,0 0 0,0 1 0,-1-2 0,1 1 0,-4 1 0,-2 0 0,0 0 0,0-1 0,-15 1 0,11-2 0,1-1 0,-1-1 0,1 0 0,0 0 0,0-1 0,0-1 0,0 0 0,0 0 0,1-1 0,0 0 0,0-1 0,0 0 0,-11-10 0,18 14 0,1 0 0,0 0 0,0 0 0,0 0 0,0-1 0,0 1 0,1 0 0,-1-1 0,1 0 0,0 1 0,-1-1 0,1 0 0,0 0 0,1 0 0,-2-3 0,2 5 0,0-1 0,1 0 0,-1 0 0,0 0 0,0 0 0,1 0 0,-1 0 0,1 1 0,0-1 0,-1 0 0,1 0 0,0 1 0,0-1 0,0 1 0,0-1 0,0 1 0,1-1 0,-1 1 0,0 0 0,1-1 0,-1 1 0,1 0 0,-1 0 0,3-1 0,1-1 14,0 0-1,0 1 0,0 0 0,0 0 1,0 1-1,0-1 0,1 1 1,5-1-1,5 1-756,23 1 1,-26 0-6084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24575,'-5'8'0,"1"4"0,1 4 0,3 1 0,3 0 0,2-3 0,1-1 0,-1 0 0,1-3 0,0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24575,'2'0'0,"-1"-1"0,0 1 0,0-1 0,0 1 0,1 0 0,-1 0 0,0 0 0,1-1 0,-1 1 0,0 0 0,0 1 0,1-1 0,-1 0 0,0 0 0,1 0 0,-1 1 0,0-1 0,0 1 0,0-1 0,1 1 0,-1-1 0,0 1 0,1 1 0,0 0 0,-1-1 0,1 1 0,-1 0 0,0 0 0,0 0 0,0 0 0,0 0 0,0 0 0,0 0 0,-1 0 0,1 0 0,0 4 0,0 4 0,0 1 0,0 0 0,-1-1 0,-3 18 0,3-24 0,-1 0 0,0 0 0,-1 0 0,1 0 0,-1 0 0,0 0 0,-4 6 0,-4 11 0,9-21 0,1 1 0,0-1 0,0 1 0,0-1 0,0 0 0,0 1 0,0-1 0,-1 1 0,1-1 0,0 1 0,0-1 0,0 0 0,1 1 0,-1-1 0,0 1 0,0-1 0,0 1 0,0-1 0,0 0 0,0 1 0,1-1 0,-1 1 0,0-1 0,0 0 0,0 1 0,1 0 0,12 4 0,19-4 0,-27-1 0,132-3-1365,-125 3-5461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 24575,'-38'-20'0,"70"32"0,0 1 0,-1 1 0,-1 2 0,29 20 0,-57-35 0,-1 0 0,1 0 0,-1 0 0,1 0 0,-1 0 0,0 1 0,1-1 0,-1 0 0,0 1 0,0-1 0,0 1 0,0-1 0,0 1 0,0-1 0,0 1 0,1 3 0,-2-4 0,-1 1 0,1-1 0,0 0 0,0 0 0,0 1 0,-1-1 0,1 0 0,-1 0 0,1 0 0,-1 1 0,1-1 0,-1 0 0,0 0 0,1 0 0,-1 0 0,0 0 0,0 0 0,0 0 0,0 0 0,0 0 0,0-1 0,0 1 0,0 0 0,0-1 0,-1 1 0,-43 23 0,36-21 0,0 2 0,0-1 0,1 1 0,-1 1 0,-14 12 0,20-14-170,-1-1-1,0 0 0,-1 0 1,1 0-1,0 0 0,-1 0 1,-6 2-1,0-1-6655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24575,'-13'-10'0,"13"11"0,0-1 0,0 1 0,1 0 0,-1-1 0,0 1 0,0-1 0,0 1 0,1 0 0,-1-1 0,0 1 0,1-1 0,-1 1 0,1-1 0,-1 1 0,0-1 0,1 1 0,-1-1 0,1 1 0,0-1 0,0 1 0,4 4 0,0 0 0,1 0 0,0 0 0,-1-1 0,1 1 0,1-2 0,-1 1 0,1-1 0,-1 0 0,1 0 0,0 0 0,0-1 0,0 0 0,15 1 0,5 0 0,1-2 0,51-3 0,-76 2-124,-1-1 0,1 1 0,0-1 0,0 0 0,-1 1 0,1-1-1,-1 0 1,1-1 0,-1 1 0,4-3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24575,'13'30'0,"3"15"0,3 3 0,-3-8-8191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24575,'43'-13'0,"0"1"0,51-5 0,-84 15 0,-1 1 0,1 1 0,0-1 0,-1 2 0,1 0 0,0 0 0,-1 0 0,1 1 0,-1 1 0,0-1 0,0 2 0,0-1 0,0 1 0,13 8 0,-20-11 0,0 1 0,-1-1 0,1 0 0,-1 0 0,1 1 0,-1-1 0,0 1 0,1-1 0,-1 1 0,0 0 0,0 0 0,0-1 0,0 1 0,-1 0 0,1 0 0,0 0 0,-1 0 0,1 0 0,-1 0 0,0 0 0,0 0 0,1 0 0,-1 0 0,-1 0 0,1 0 0,0 0 0,0 0 0,-1 0 0,1 0 0,-1-1 0,0 1 0,1 0 0,-3 3 0,1-2 0,0 1 0,0 0 0,-1-1 0,1 1 0,-1-1 0,0 0 0,0 0 0,0 0 0,-1 0 0,1-1 0,-1 1 0,1-1 0,-1 0 0,-7 3 0,-19 1-1365,16-4-5461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120 168 24575,'28'129'0,"-28"-127"0,2 8 0,0 1 0,1-1 0,8 21 0,-8-28 0,-5-12 0,-4-12 0,-14-24 0,-39-62 0,-10-24 0,59 105 0,10 25 0,0 0 0,-1 0 0,1 0 0,0 0 0,-1 0 0,1 0 0,0 0 0,0 0 0,0 0 0,0 0 0,0 0 0,0 0 0,0 0 0,0 0 0,1 0 0,-1 0 0,0 0 0,1 0 0,-1 0 0,0 0 0,1 0 0,-1 0 0,1 0 0,0 1 0,0-1 0,-1 1 0,1 0 0,-1 0 0,1 0 0,-1 0 0,1 0 0,-1 0 0,1 0 0,-1 1 0,1-1 0,-1 0 0,1 0 0,-1 0 0,1 1 0,-1-1 0,1 0 0,-1 0 0,1 1 0,-1-1 0,1 0 0,-1 1 0,0-1 0,1 1 0,11 11 0,-11-11 0,46 54 0,-33-37 0,1-1 0,0 0 0,1-1 0,1 0 0,22 15 0,-33-27 0,0 0 0,0-1 0,1 0 0,-1 0 0,11 3 0,-15-5 0,-1-1 0,1 1 0,0-1 0,0 0 0,0 0 0,0 0 0,-1 0 0,1 0 0,0 0 0,0 0 0,0-1 0,0 1 0,-1-1 0,1 1 0,0-1 0,0 0 0,-1 1 0,1-1 0,-1 0 0,1 0 0,-1 0 0,1-1 0,-1 1 0,1 0 0,-1 0 0,2-3 0,-1 1 0,1-1 0,-1 0 0,1 0 0,-1 0 0,0-1 0,-1 1 0,1 0 0,-1-1 0,0 1 0,1-6 0,-1-4 0,0-28 0,0 3 0,-1 38 0,0 0 0,0 0 0,0 0 0,0 1 0,0-1 0,0 0 0,0 0 0,0 0 0,1 0 0,-1 1 0,0-1 0,1 0 0,-1 0 0,1 1 0,-1-1 0,1 0 0,-1 1 0,1-2 0,0 2 0,-1 0 0,1 0 0,-1 0 0,1-1 0,-1 1 0,0 0 0,1 0 0,-1 0 0,1 0 0,-1 0 0,1 0 0,-1 0 0,1 0 0,-1 0 0,1 0 0,-1 1 0,0-1 0,1 0 0,-1 0 0,1 0 0,-1 1 0,0-1 0,1 0 0,2 2 0,0 1 0,-1-1 0,1 0 0,-1 0 0,0 1 0,0-1 0,3 6 0,28 53 0,-19-32 0,24 34 0,3 5 29,-24-39-1423,-6-11-5432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122 292 24575,'5'-28'0,"-1"-1"0,0-52 0,-4 71 0,0 1 0,-1-1 0,-1 1 0,1 0 0,-1 0 0,-1-1 0,0 1 0,0 1 0,-1-1 0,0 0 0,0 1 0,-9-12 0,12 18 0,-1 0 0,1 0 0,-1 0 0,0 1 0,0-1 0,1 0 0,-1 1 0,0 0 0,0-1 0,0 1 0,-1 0 0,1 0 0,0 0 0,0 0 0,-1 0 0,1 1 0,0-1 0,-1 1 0,1-1 0,-1 1 0,-2 0 0,3 1 0,0-1 0,0 1 0,0-1 0,0 1 0,0 0 0,0 0 0,0 0 0,1 0 0,-1 0 0,0 0 0,0 1 0,1-1 0,-1 1 0,1-1 0,0 1 0,-1-1 0,1 1 0,0 0 0,0 0 0,0-1 0,0 1 0,0 0 0,0 0 0,0 3 0,-1 2 0,0-1 0,0 0 0,1 1 0,0-1 0,1 0 0,-1 1 0,1 0 0,0-1 0,1 1 0,0-1 0,0 0 0,0 1 0,1-1 0,0 0 0,0 0 0,0 0 0,1 0 0,5 9 0,-2-6 0,0 0 0,1 0 0,0-1 0,0 0 0,1-1 0,0 0 0,0 0 0,1-1 0,0 1 0,14 6 0,-12-7-151,0 0-1,0-1 0,1 0 0,-1-1 1,1-1-1,0 0 0,0 0 1,17 1-1,-17-4-6674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24575,'55'41'0,"104"80"0,-154-117 0,4 4 0,1-1 0,14 9 0,-24-16 0,1 0 0,-1 1 0,1-1 0,-1 0 0,1 0 0,-1 1 0,1-1 0,-1 0 0,1 0 0,-1 0 0,1 0 0,-1 0 0,1 0 0,-1 0 0,1 0 0,-1 0 0,1 0 0,-1 0 0,1 0 0,-1 0 0,1 0 0,-1 0 0,0 0 0,1-1 0,-1 1 0,1 0 0,-1 0 0,1-1 0,0 0 0,-1 1 0,1-1 0,-1 0 0,1 0 0,-1 0 0,0 1 0,1-1 0,-1 0 0,0 0 0,0 0 0,0 0 0,1 0 0,-1 0 0,0-1 0,0-3 0,-1 0 0,1 0 0,-1 0 0,-2-8 0,-7-17-341,-1 0 0,-2 0-1,-19-31 1,25 48-6485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24575,'-1'-9'0,"-16"-67"0,15 68 0,-1 0 0,0 0 0,0 0 0,-1 0 0,0 0 0,-8-11 0,11 18 0,1 1 0,-1-1 0,1 0 0,-1 1 0,1-1 0,-1 1 0,1-1 0,-1 1 0,1-1 0,-1 1 0,0-1 0,1 1 0,-1 0 0,0-1 0,1 1 0,-1 0 0,0-1 0,0 1 0,1 0 0,-1 0 0,0 0 0,0 0 0,1 0 0,-2 0 0,1 0 0,0 1 0,0-1 0,0 0 0,0 1 0,0 0 0,0-1 0,1 1 0,-1-1 0,0 1 0,0 0 0,1 0 0,-1-1 0,0 1 0,1 0 0,-2 1 0,-1 5 0,0-1 0,0 1 0,-3 13 0,6-20 0,-2 7 0,0 0 0,1 0 0,0 0 0,0 0 0,1 0 0,0 1 0,1 9 0,-1-15 0,0 0 0,1 0 0,-1 0 0,1 0 0,-1 0 0,1 0 0,0 0 0,0 0 0,0 0 0,0 0 0,0-1 0,0 1 0,0 0 0,1-1 0,-1 1 0,1-1 0,-1 1 0,1-1 0,-1 0 0,1 1 0,0-1 0,0 0 0,0 0 0,0 0 0,-1-1 0,1 1 0,0 0 0,0-1 0,3 1 0,15 1 0,0-1 0,38-3 0,-6 0 0,-35 2 0,-10 1 0,0-1 0,-1 0 0,1 0 0,11-2 0,-17 1 0,1 1 0,-1-1 0,0 1 0,1-1 0,-1 1 0,0-1 0,1 0 0,-1 1 0,0-1 0,0 0 0,0 0 0,0 0 0,0 0 0,0 0 0,0 0 0,0 0 0,0 0 0,0-1 0,0 1 0,-1 0 0,1 0 0,-1-1 0,1 1 0,-1-1 0,1 1 0,0-3 0,-1 1 0,1 0 0,-1-1 0,1 1 0,0 0 0,0-1 0,1 1 0,2-6 0,-3 8 0,0 0 0,0 0 0,0 1 0,-1-1 0,1 0 0,0 1 0,0-1 0,0 0 0,0 1 0,0-1 0,0 1 0,0 0 0,1-1 0,-1 1 0,0 0 0,0-1 0,0 1 0,0 0 0,0 0 0,0 0 0,1 0 0,-1 0 0,0 0 0,0 1 0,0-1 0,0 0 0,2 1 0,3 2 0,0-1 0,-1 1 0,0 0 0,0 1 0,0-1 0,0 1 0,7 6 0,-6-4 0,0-1 0,1 0 0,0 0 0,10 5 0,-16-9 0,1 0 0,0-1 0,0 1 0,0 0 0,0-1 0,0 0 0,0 1 0,0-1 0,0 0 0,0 0 0,0 0 0,0 0 0,0-1 0,0 1 0,0 0 0,0-1 0,0 1 0,0-1 0,0 0 0,0 0 0,3-2 0,-3 2-47,0 0 0,-1 0 0,1 0 0,0 0 0,-1 0 0,1 0 0,0 0 0,0 1 0,0-1-1,0 1 1,-1-1 0,1 1 0,0 0 0,0-1 0,0 1 0,0 0 0,0 1 0,0-1 0,0 0 0,0 0 0,0 1 0,0-1-1,0 1 1,0 0 0,-1-1 0,1 1 0,0 0 0,2 2 0,8 5-6779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20 164 24575,'-2'-2'0,"0"0"0,0 1 0,1-1 0,-1 0 0,1 0 0,0 0 0,-1 0 0,1 0 0,0 0 0,0 0 0,1-1 0,-1 1 0,0 0 0,1 0 0,-1-1 0,1 1 0,0 0 0,-1-1 0,1 1 0,1-5 0,0 4 0,0-1 0,0 1 0,0-1 0,1 1 0,0 0 0,-1 0 0,1 0 0,0 0 0,1 0 0,-1 0 0,0 0 0,6-4 0,0 0 0,1 1 0,0-1 0,0 1 0,0 1 0,1 0 0,0 1 0,0-1 0,16-3 0,-8 3 0,0 1 0,1 1 0,0 1 0,20-1 0,-35 3 0,-1 0 0,1 1 0,-1-1 0,1 1 0,0-1 0,-1 1 0,1 0 0,-1 0 0,0 1 0,1-1 0,-1 1 0,0-1 0,0 1 0,0 0 0,0 0 0,0 1 0,3 2 0,1 3 0,-1 0 0,1 1 0,-1 0 0,6 13 0,-5-11 0,1 3 0,-3-5 0,0 0 0,0 1 0,0-1 0,3 13 0,-8-19 0,1 1 0,0 0 0,-1 0 0,1-1 0,-1 1 0,0 0 0,-1 0 0,1-1 0,-1 1 0,1 0 0,-1 0 0,0-1 0,0 1 0,-1-1 0,-2 6 0,3-6 0,0-1 0,-1 1 0,1-1 0,-1 0 0,0 0 0,0 1 0,0-1 0,0 0 0,0 0 0,0-1 0,0 1 0,-1 0 0,1-1 0,0 1 0,-1-1 0,-4 2 0,0-1 0,0-1 0,1 0 0,-1 0 0,0-1 0,-13 0 0,-2 0 0,-1-1 0,1-2 0,-36-7 0,51 8 0,0-1 0,0 1 0,0-1 0,1 0 0,0-1 0,-11-6 0,14 7 0,0 0 0,-1 0 0,1 0 0,0-1 0,1 1 0,-1 0 0,1-1 0,-1 0 0,1 0 0,0 0 0,0 0 0,-1-4 0,2 4 7,0 1-1,1-1 0,-1 0 0,1 0 1,0 1-1,0-1 0,0 0 1,0 0-1,1 1 0,-1-1 1,1 0-1,0 0 0,0 1 0,0-1 1,1 1-1,-1-1 0,1 1 1,2-4-1,0 2-141,-1 0 0,1 1 0,0-1 0,0 1 0,0 0 0,0 0 0,1 0 0,0 1 0,0-1 0,9-4 0,-1 3-6691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 24575,'-6'-8'0,"5"8"0,1 0 0,0 0 0,0 0 0,0 0 0,0 0 0,-1 0 0,1 0 0,0 0 0,0 0 0,0 1 0,0-1 0,-1 0 0,1 0 0,0 0 0,0 0 0,0 0 0,0 0 0,0 1 0,-1-1 0,1 0 0,0 0 0,0 0 0,0 0 0,0 0 0,0 1 0,0-1 0,0 0 0,0 0 0,0 0 0,0 1 0,0-1 0,-2 20 0,23 169 0,15 96 0,-31-257 0,0 0 0,0 44 0,-8-94-1365,0 10-5461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396 238 24575,'-20'-34'0,"-36"-50"0,43 67 0,-1 1 0,-1 0 0,0 1 0,-26-20 0,38 33 0,-1 0 0,1-1 0,0 1 0,-1 0 0,0 1 0,1-1 0,-1 1 0,0-1 0,0 1 0,0 0 0,0 1 0,0-1 0,0 1 0,-4 0 0,5 0 0,-1 1 0,1-1 0,0 1 0,0 0 0,0 0 0,0 0 0,0 1 0,0-1 0,0 1 0,0 0 0,0-1 0,1 1 0,-1 0 0,1 1 0,-1-1 0,1 0 0,-3 5 0,-26 34 0,-29 51 0,58-88 0,-1-1 0,1 1 0,1 0 0,-1 0 0,0 0 0,1 1 0,0-1 0,0 0 0,0 0 0,0 9 0,1-11 0,0 0 0,1 0 0,-1 0 0,1 0 0,-1-1 0,1 1 0,0 0 0,-1 0 0,1 0 0,0-1 0,0 1 0,0-1 0,0 1 0,1-1 0,-1 1 0,0-1 0,1 1 0,-1-1 0,1 0 0,-1 0 0,1 0 0,0 0 0,-1 0 0,1 0 0,0 0 0,3 0 0,25 9 0,0-1 0,0-2 0,1-1 0,0-2 0,0-1 0,0-1 0,36-3 0,-62 1 0,0 0 0,-1-1 0,1 0 0,0 0 0,0 0 0,-1 0 0,1-1 0,-1 0 0,7-3 0,-9 4 0,0-1 0,0 1 0,-1-1 0,1 1 0,0-1 0,-1 0 0,0 0 0,1 1 0,-1-1 0,0 0 0,0 0 0,0 0 0,0 0 0,0 0 0,0-1 0,-1 1 0,1 0 0,-1 0 0,1-1 0,-1 1 0,0 0 0,0-3 0,0 0 0,0-1 0,-1 1 0,0 0 0,0 0 0,0-1 0,-1 1 0,1 0 0,-1 0 0,-1 0 0,-2-5 0,0 2 0,0 0 0,-1 1 0,0 0 0,0 0 0,-10-8 0,-1 1 0,0 2 0,0 0 0,-2 1 0,-26-12 0,38 19 0,-1 1 0,1 0 0,-1 0 0,0 1 0,0 0 0,-9-1 0,15 3 0,-1 0 0,1 0 0,0 0 0,0 0 0,-1 0 0,1 1 0,0-1 0,0 1 0,0-1 0,-1 1 0,1 0 0,0 0 0,0 0 0,0 0 0,0 0 0,0 0 0,1 1 0,-1-1 0,0 1 0,1-1 0,-1 1 0,1-1 0,-1 1 0,1 0 0,0 0 0,-2 3 0,0 3-75,0 1 0,0 0-1,1 1 1,0-1-1,1 0 1,0 0 0,0 1-1,1-1 1,1 12 0,-1-12-537,0 8-6214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24575,'-1'77'0,"2"167"0,13-28 0,-10-147 0,17 94 0,-20-137 0,-1-26 0,0 0 0,0 1 0,0-1 0,0 1 0,0-1 0,0 1 0,0-1 0,0 1 0,0-1 0,-1 1 0,1-1 0,0 0 0,0 1 0,0-1 0,-1 1 0,1-1 0,0 0 0,-1 1 0,1-1 0,-1 0 0,1 0 0,-1 0 0,1 0 0,-1 0 0,1 0 0,0 0 0,-1 0 0,1 0 0,-1-1 0,1 1 0,-1 0 0,1 0 0,0-1 0,-1 1 0,1 0 0,0 0 0,-1-1 0,1 1 0,0 0 0,-1-1 0,1 1 0,0-1 0,0 1 0,-1 0 0,1-1 0,-7-9-1365,-1-1-5461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2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152 152 24575,'-1'-5'0,"-4"-20"0,-7-26 0,10 46 0,0-1 0,0 0 0,-1 1 0,1 0 0,-1-1 0,-1 1 0,1 0 0,0 0 0,-1 1 0,-6-6 0,10 9 0,-1 0 0,0 0 0,0 1 0,1-1 0,-1 1 0,0-1 0,0 1 0,0-1 0,0 1 0,1-1 0,-1 1 0,0 0 0,0-1 0,0 1 0,0 0 0,0 0 0,0 0 0,0 0 0,0 0 0,0 0 0,0 0 0,0 0 0,0 0 0,-2 1 0,2-1 0,-1 1 0,1 0 0,0 0 0,0 0 0,0 0 0,0 0 0,0 0 0,0 1 0,0-1 0,0 0 0,0 0 0,1 1 0,-1-1 0,0 3 0,-2 3 0,1 0 0,0 0 0,1 0 0,0 0 0,-1 11 0,2-12 0,-1 0 0,2 1 0,-1-1 0,1 0 0,-1 0 0,2 0 0,-1 0 0,1 0 0,0 0 0,0-1 0,0 1 0,1 0 0,0-1 0,0 0 0,1 0 0,-1 0 0,1 0 0,0 0 0,6 5 0,0-1 0,0 0 0,1-1 0,19 12 0,-25-17 0,0-1 0,1 1 0,-1-1 0,1 0 0,0 0 0,-1-1 0,1 0 0,0 0 0,0 0 0,11-1 0,-16 0 0,1 0 0,0 0 0,-1 0 0,1 0 0,0-1 0,-1 1 0,1-1 0,0 1 0,-1-1 0,1 0 0,-1 1 0,1-1 0,-1 0 0,1 0 0,-1 0 0,0 0 0,1 0 0,-1 0 0,0-1 0,0 1 0,0 0 0,0-1 0,0 1 0,0-1 0,0 1 0,0-1 0,-1 1 0,1-1 0,0 1 0,-1-1 0,0 0 0,1-1 0,-1-1 0,1 0 0,-1 0 0,0 0 0,-1 0 0,1 0 0,-1 0 0,0 0 0,0 0 0,0 0 0,0 1 0,-1-1 0,-3-6 0,0 1 0,-2 0 0,1 1 0,-1 0 0,-1 0 0,1 0 0,-1 1 0,0 0 0,-17-10 0,17 12 0,0 0 0,0 1 0,-1 0 0,0 0 0,1 1 0,-1 0 0,0 1 0,0 0 0,-1 0 0,-13 0 0,21 2 0,-1 0 0,1 0 0,-1 0 0,1 0 0,-1 0 0,1 1 0,-1-1 0,1 1 0,0 0 0,-1 0 0,1 0 0,0 0 0,0 0 0,0 0 0,-1 1 0,1-1 0,1 1 0,-1-1 0,0 1 0,-2 2 0,2-1 0,0 1 0,1-1 0,-1 1 0,1-1 0,0 1 0,0-1 0,0 1 0,0 0 0,0-1 0,1 1 0,0 0 0,0 6 0,1-4 8,0 0 0,0 0 0,0 0 0,1 0 0,0 0 0,0-1 0,0 1 0,1 0 0,0-1 0,0 0 0,0 0 0,1 0 0,-1 0 0,6 5 0,-2-3-173,-1-1 0,1 1 0,0-2 0,1 1 0,-1-1 0,1 0 0,0 0 0,15 5 0,-10-5-6661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4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48 24575,'0'-6'0,"0"-11"0,0 17 0,0 0 0,0 0 0,0 0 0,0 0 0,0 0 0,0 0 0,-1 0 0,1 0 0,0 0 0,0 0 0,0 0 0,0 0 0,0 0 0,0 0 0,0 0 0,0 0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0,0 0 0,0 0 0,0 0 0,0 0 0,-4 9 0,2 1 0,0 0 0,0 0 0,1 0 0,0 0 0,1 0 0,0 0 0,2 17 0,19 70 0,-17-83 0,5 11 0,-8-24 0,-1-1 0,0 1 0,1-1 0,-1 1 0,0-1 0,1 1 0,-1-1 0,0 1 0,1-1 0,-1 1 0,1-1 0,-1 0 0,1 1 0,-1-1 0,1 0 0,0 1 0,0-1 0,-1 0 0,1 0 0,-1-1 0,0 1 0,1 0 0,-1 0 0,0 0 0,1 0 0,-1-1 0,1 1 0,-1 0 0,0 0 0,1 0 0,-1-1 0,0 1 0,0 0 0,1-1 0,-1 1 0,0 0 0,0-1 0,1 1 0,-1 0 0,0-1 0,0 1 0,0-1 0,0 1 0,1 0 0,-1-1 0,4-10 0,-1 1 0,0-1 0,0 0 0,-1 1 0,-1-1 0,0 0 0,0-1 0,-1 1 0,0 0 0,-1 0 0,0 0 0,-1 0 0,0 1 0,-1-1 0,0 0 0,-1 1 0,0-1 0,-1 1 0,0 1 0,0-1 0,-11-14 0,15 22 0,-1 0 0,1 1 0,0-1 0,-1 1 0,1 0 0,-1-1 0,1 1 0,-1 0 0,0 0 0,-3-2 0,5 3 0,-1 0 0,1 0 0,-1 0 0,1 0 0,0 0 0,-1 0 0,1 0 0,-1 0 0,1 0 0,-1 0 0,1 0 0,0 0 0,-1 0 0,1 0 0,-1 0 0,1 0 0,0 1 0,-1-1 0,1 0 0,0 0 0,-1 1 0,0-1 0,0 1 0,1 0 0,-1 0 0,1 0 0,-1-1 0,1 1 0,-1 0 0,1 0 0,0 0 0,-1 0 0,1 0 0,0 0 0,-1 1 0,1 4 0,-1 0 0,1-1 0,0 1 0,1 0 0,-1 0 0,1 0 0,0-1 0,3 10 0,2 0 0,12 27 0,24 30 0,-6-13 0,-35-57 14,0-1-1,-1 1 0,1-1 0,0 1 1,-1 0-1,1-1 0,-1 1 1,0 2-1,0-3-51,0-1 0,0 0 0,0 1 0,0-1 0,0 1 0,0-1-1,0 0 1,0 1 0,0-1 0,0 0 0,-1 1 0,1-1 0,0 1 0,0-1 0,-1 0 0,1 1 0,0-1 0,0 0 0,-1 0-1,1 1 1,0-1 0,-1 0 0,1 0 0,0 1 0,-1-1 0,1 0 0,0 0 0,-1 0 0,1 0 0,-1 1 0,1-1 0,0 0-1,-1 0 1,1 0 0,-1 0 0,1 0 0,0 0 0,-2 0 0,-6-1-6788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6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0 24575,'0'0'0,"1"0"0,-1 0 0,0 0 0,0 1 0,1-1 0,-1 0 0,0 0 0,0 0 0,0 0 0,1 0 0,-1 0 0,0 0 0,0 1 0,0-1 0,0 0 0,1 0 0,-1 0 0,0 1 0,0-1 0,0 0 0,0 0 0,0 0 0,1 1 0,-1-1 0,0 0 0,0 0 0,0 1 0,0-1 0,0 0 0,0 0 0,0 0 0,0 1 0,0-1 0,0 0 0,0 0 0,0 1 0,0-1 0,0 1 0,-10 6 0,-14 2 0,-6-5 0,1-1 0,-1-1 0,-54-4 0,19 1 0,36 1-1365,17 0-5461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81 24575,'-1'-5'0,"0"-1"0,1 1 0,-1-1 0,1 1 0,1 0 0,-1-1 0,1 1 0,1-8 0,-1 11 0,-1 1 0,1-1 0,-1 1 0,1 0 0,0 0 0,0-1 0,-1 1 0,1 0 0,0 0 0,0 0 0,0 0 0,0 0 0,0 0 0,1 0 0,-1 0 0,0 0 0,0 0 0,0 1 0,1-1 0,-1 0 0,1 1 0,-1 0 0,0-1 0,1 1 0,-1-1 0,1 1 0,-1 0 0,1 0 0,-1 0 0,0 0 0,1 0 0,-1 0 0,1 1 0,-1-1 0,3 1 0,8 3 0,1 0 0,0 1 0,-1 0 0,0 1 0,0 1 0,-1 0 0,0 0 0,0 1 0,13 13 0,-21-19 0,-1 0 0,0 0 0,1 1 0,-1-1 0,0 1 0,0 0 0,0-1 0,-1 1 0,1 0 0,-1 0 0,0 0 0,1 0 0,-1 0 0,0 0 0,-1 1 0,1-1 0,-1 0 0,1 0 0,-1 1 0,0-1 0,0 0 0,0 1 0,-1-1 0,1 0 0,-1 0 0,0 0 0,0 1 0,0-1 0,0 0 0,-1 0 0,1 0 0,-1 0 0,1-1 0,-1 1 0,0 0 0,0-1 0,0 1 0,-1-1 0,-2 3 0,-8 5 0,0 0 0,0 0 0,-25 12 0,-3 2 0,39-23 0,0 0 0,1 0 0,-1 0 0,1 1 0,0-1 0,-1 0 0,1 0 0,0 1 0,0-1 0,0 1 0,0-1 0,0 1 0,0 0 0,0-1 0,0 1 0,0 0 0,1-1 0,-1 1 0,0 4 0,1-4 0,1-1 0,-1 1 0,0 0 0,1 0 0,-1 0 0,1-1 0,0 1 0,-1 0 0,1 0 0,0-1 0,0 1 0,0-1 0,0 1 0,0-1 0,0 1 0,1-1 0,-1 0 0,1 1 0,-1-1 0,2 1 0,6 4 0,1 0 0,-1 0 0,1-1 0,0-1 0,16 6 0,56 11 0,-56-16 0,0-1 0,1-1 0,-1-1 0,1-2 0,30-3 0,-44 1-1365,-4-2-5461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24575,'3'-17'0,"0"-9"0,0-2 0,0 1 0,-1 2 0,-4 6 0,-1 4 0,0 6 0,1 8 0,0 6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38 24575,'3'-20'0,"-2"19"0,-1 0 0,0 1 0,0-1 0,0 0 0,0 1 0,0-1 0,0 0 0,0 0 0,0 1 0,0-1 0,0 0 0,0 0 0,-1 1 0,1-1 0,0 0 0,0 1 0,-1-1 0,1 0 0,0 1 0,-1-1 0,1 0 0,-1 0 0,0 1 0,1 0 0,-1 0 0,1 0 0,-1 0 0,1 0 0,-1 0 0,1 1 0,0-1 0,-1 0 0,1 0 0,-1 0 0,1 1 0,0-1 0,-1 0 0,1 0 0,0 1 0,-1-1 0,1 0 0,0 1 0,0-1 0,-1 0 0,1 1 0,0-1 0,-1 1 0,-6 11 0,7-10 0,-11 19 0,2 1 0,0 1 0,2-1 0,-9 45 0,-2 98 0,18-103 0,2 0 0,12 66 0,-5-52 0,-2-20 0,-1-18 0,-1 47 0,-12-216 0,-2-1 0,9 103 0,0-10 0,-1-1 0,-11-58 0,21 155 0,0 56 0,1 9 0,35 110 0,-20-118 0,-24-109 0,0-1 0,0 0 0,0 1 0,-1-1 0,0 1 0,0 4 0,-1-8-87,-3-5 235,-3-9-657,6 11-408,-5-7-5909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8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267 315 24575,'2'-16'0,"0"0"0,0 0 0,-2 0 0,0 0 0,-1 0 0,0 0 0,-2 1 0,1-1 0,-9-22 0,9 30 0,-1 0 0,0 0 0,-1 1 0,0-1 0,0 1 0,-1 0 0,0 0 0,0 1 0,0-1 0,-1 1 0,0 0 0,0 1 0,-1-1 0,1 1 0,-1 1 0,0-1 0,-1 1 0,1 0 0,-15-5 0,18 8 0,0 0 0,-1 0 0,1 0 0,-1 0 0,1 0 0,-1 1 0,1 0 0,-1 0 0,0 0 0,1 1 0,-1-1 0,1 1 0,0 0 0,-1 0 0,1 1 0,-6 2 0,6-2 0,1 0 0,-1 1 0,1-1 0,0 1 0,0 0 0,0 0 0,0 0 0,1 0 0,-1 0 0,1 1 0,0-1 0,0 1 0,0-1 0,0 1 0,1 0 0,-1 0 0,1 0 0,-1 5 0,0 2 0,1-1 0,0 1 0,0 0 0,1 0 0,1-1 0,0 1 0,0 0 0,1-1 0,0 1 0,1-1 0,0 1 0,9 18 0,-1-7 0,2 0 0,0-1 0,1 0 0,25 28 0,-29-38 0,0 0 0,1-1 0,0 0 0,0-1 0,16 10 0,-21-15 0,1 0 0,-1-1 0,1 0 0,0 0 0,1-1 0,-1 0 0,0 0 0,1 0 0,-1-1 0,1 0 0,14-1 0,-19 0 0,-1 0 0,1-1 0,0 1 0,0-1 0,-1 1 0,1-1 0,0 0 0,-1 0 0,1 0 0,-1-1 0,0 1 0,1-1 0,-1 1 0,0-1 0,0 0 0,3-3 0,-2 2 0,0-1 0,-1 0 0,1 0 0,-1 0 0,0 0 0,0 0 0,0-1 0,-1 1 0,2-6 0,-1-4 0,0 0 0,-1 0 0,0 0 0,-1 0 0,-2-22 0,0 25 0,1 0 0,-1 0 0,-1-1 0,0 2 0,0-1 0,-9-18 0,10 26 0,0 0 0,0-1 0,0 1 0,0 0 0,-1 1 0,1-1 0,-1 0 0,1 1 0,-1-1 0,0 1 0,0 0 0,0 0 0,0 0 0,-1 0 0,1 1 0,0-1 0,-1 1 0,1 0 0,-1 0 0,0 0 0,1 0 0,-1 1 0,1 0 0,-7-1 0,1 2 14,0 1-1,0-1 0,1 1 0,-1 0 1,1 1-1,0 0 0,-1 1 1,-8 4-1,-59 40-1498,57-34-5341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24575,'5'-5'0,"0"1"0,1-1 0,0 1 0,-1 1 0,1-1 0,0 1 0,1 0 0,-1 0 0,0 1 0,12-3 0,-7 2 0,-1 2 0,1 0 0,0 0 0,0 1 0,-1 0 0,13 2 0,-20-2 0,0 0 0,-1 1 0,1-1 0,-1 1 0,1 0 0,-1-1 0,1 1 0,-1 0 0,0 1 0,1-1 0,-1 0 0,0 1 0,0-1 0,0 1 0,0 0 0,0-1 0,0 1 0,-1 0 0,1 0 0,0 0 0,-1 1 0,0-1 0,2 4 0,-2-4 0,0 1 0,-1 0 0,1 0 0,-1 0 0,0-1 0,1 1 0,-2 0 0,1 0 0,0 0 0,0 0 0,-1-1 0,0 1 0,1 0 0,-1 0 0,0-1 0,0 1 0,-1 0 0,1-1 0,0 1 0,-1-1 0,-1 3 0,-72 87 0,74-90 0,-1 0 0,1-1 0,0 1 0,0 0 0,0 0 0,1 0 0,-1 0 0,0 0 0,1 0 0,-1 0 0,1 0 0,0 0 0,-1 0 0,1 0 0,0 0 0,0 0 0,0 0 0,1 0 0,0 3 0,0-3 0,0 1 0,0-1 0,0 0 0,0 0 0,1 0 0,-1 0 0,1 0 0,0 0 0,0 0 0,-1 0 0,1 0 0,0-1 0,4 3 0,3 1 0,0-1 0,0 1 0,1-1 0,-1-1 0,1 0 0,16 3 0,10 1 0,25 5 0,-54-11 0,1-1 0,-1 0 0,0 0 0,0 0 0,1-1 0,7-1 0,-13 1-170,0 1-1,1-1 0,-1 0 1,0 0-1,0 0 0,0 0 1,3-2-1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0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60 24575,'0'-12'0,"1"8"0,-1 1 0,0-1 0,0 0 0,0 0 0,-1 0 0,1 1 0,-1-1 0,0 0 0,0 0 0,-2-4 0,3 8 0,0 0 0,0 0 0,0 0 0,0 0 0,0 0 0,0 0 0,0 0 0,0-1 0,0 1 0,-1 0 0,1 0 0,0 0 0,0 0 0,0 0 0,0 0 0,0 0 0,0 0 0,0 0 0,-1 0 0,1 0 0,0 0 0,0 0 0,0 0 0,0-1 0,0 1 0,0 0 0,-1 0 0,1 0 0,0 0 0,0 1 0,0-1 0,0 0 0,0 0 0,-1 0 0,1 0 0,0 0 0,0 0 0,0 0 0,0 0 0,0 0 0,0 0 0,0 0 0,-1 0 0,1 0 0,-5 8 0,-3 9 0,0 10 0,0 1 0,2 0 0,0 0 0,2 1 0,2-1 0,1 58 0,32 172 0,-20-188 0,7 29 0,-23-137 0,-5-72 0,9-219 0,1 167 0,0 162 0,0 0 0,0 0 0,0 0 0,0 0 0,0 0 0,0 0 0,0 0 0,0 0 0,0 0 0,0 0 0,0 0 0,0 0 0,0 0 0,0 0 0,0 0 0,0 0 0,0 0 0,0 0 0,-1 0 0,1 0 0,0 0 0,0 0 0,0 0 0,0 0 0,0 0 0,0 0 0,0 0 0,0 0 0,0 0 0,0 0 0,0 0 0,0 0 0,0 0 0,0 0 0,-1 0 0,1 0 0,0 0 0,0 0 0,0 0 0,0 0 0,0 0 0,0 0 0,-5 13 0,-5 18 0,-1 28 24,-5 114 1,15 61-293,2-115-878,-1-105-5680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1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299 154 24575,'-29'-23'0,"-7"-8"0,-1 3 0,-48-29 0,81 55 0,1 0 0,-1 0 0,1 0 0,-1 1 0,0 0 0,0 0 0,1 0 0,-1 0 0,-8 0 0,11 1 0,-1 0 0,1 0 0,-1 1 0,1-1 0,-1 0 0,1 1 0,0-1 0,-1 1 0,1 0 0,0-1 0,-1 1 0,1 0 0,0 0 0,0 0 0,0 0 0,0 0 0,0 0 0,0 0 0,0 0 0,0 0 0,0 1 0,0-1 0,1 0 0,-1 1 0,1-1 0,-1 0 0,1 1 0,-1 2 0,-1 1 0,1 0 0,1 0 0,-1 1 0,1-1 0,0 0 0,0 1 0,0-1 0,1 1 0,-1-1 0,1 0 0,1 0 0,-1 1 0,5 7 0,-1 0 0,1-1 0,1 0 0,1 0 0,9 13 0,-12-20 0,0 1 0,0-1 0,1 0 0,-1-1 0,1 1 0,0-1 0,0 0 0,1 0 0,12 4 0,-14-5 0,0-2 0,0 1 0,0 0 0,1-1 0,-1 0 0,0-1 0,1 1 0,-1-1 0,1 0 0,-1 0 0,1-1 0,-1 1 0,10-4 0,-13 4 0,0-1 0,-1 0 0,1 1 0,0-1 0,-1 0 0,1 0 0,0 0 0,-1 0 0,0-1 0,1 1 0,-1 0 0,0-1 0,1 1 0,-1-1 0,0 1 0,0-1 0,1-2 0,-1 1 0,0 0 0,0 0 0,0 0 0,-1 0 0,1 0 0,-1 0 0,0 0 0,0 0 0,0 0 0,-1-4 0,0 1 0,0 1 0,0-1 0,-1 1 0,0-1 0,0 1 0,0 0 0,-1 0 0,0 0 0,0 0 0,0 0 0,-6-6 0,2 5 0,0 0 0,0 0 0,0 0 0,-1 1 0,0 0 0,0 1 0,0 0 0,-16-6 0,19 8 0,1 1 0,-1 0 0,1 0 0,-1 1 0,1-1 0,-1 1 0,0 0 0,1 0 0,-1 1 0,0-1 0,1 1 0,-1 0 0,1 0 0,-1 0 0,1 1 0,0 0 0,0 0 0,-1 0 0,-4 3 0,3-1 0,1 1 0,0-1 0,0 1 0,0 0 0,0 0 0,1 1 0,0-1 0,-5 9 0,7-12 0,1 1 0,-1 0 0,1 0 0,0 0 0,0 0 0,0 0 0,0 0 0,1 0 0,-1 1 0,1-1 0,0 0 0,0 0 0,0 0 0,0 1 0,1-1 0,-1 0 0,1 0 0,0 0 0,0 0 0,1 4 0,0-5 0,-1 0 0,0 0 0,1-1 0,-1 1 0,1 0 0,0-1 0,-1 0 0,1 1 0,0-1 0,0 0 0,0 0 0,0 0 0,0 0 0,0 0 0,0 0 0,1 0 0,-1-1 0,0 1 0,0-1 0,0 0 0,1 0 0,-1 0 0,0 0 0,5 0 0,3-1 0,0 0 0,-1-1 0,1 0 0,12-4 0,-17 4 0,0 0 0,0 0 0,0-1 0,-1 0 0,1 0 0,-1 0 0,0 0 0,8-8 0,-11 10 0,0 0 0,0 0 0,0 0 0,0 0 0,0 0 0,-1 0 0,1 0 0,0-1 0,-1 1 0,1 0 0,0-1 0,-1 1 0,0 0 0,1-1 0,-1 1 0,0 0 0,1-1 0,-1 1 0,0-1 0,0 1 0,0-1 0,0 1 0,-1 0 0,1-1 0,0 1 0,-1 0 0,1-1 0,-1 1 0,1 0 0,-1-1 0,1 1 0,-1 0 0,0 0 0,0-1 0,0 1 0,1 0 0,-1 0 0,-2-1 0,-1-1-7,0 1 1,-1 0-1,1 0 0,-1 0 0,1 0 0,-1 1 0,0 0 0,0 0 1,1 0-1,-7 0 0,-7-2-1283,3 0-5536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46 24575,'-27'-7'0,"-15"-3"0,-2 0 0,3 2 0,7 3 0,6 2 0,6 1 0,3 1 0,4 1 0,3 3 0,2 1 0,2 2 0,0 0 0,-1-1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2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24575,'-12'2'0,"-5"4"0,1 6 0,6 2 0,7 3 0,6 3 0,6 0 0,3 2 0,2 0 0,0 1 0,-2-1 0,1-1 0,1-2 0,-3-2 0,0-1 0,-3-1 0,-1-3-8191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8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50 24575,'2'-17'0,"-2"14"0,1 0 0,-1 0 0,1 0 0,-1 0 0,0 0 0,0 0 0,-1 0 0,0-4 0,1 6 0,0 1 0,0 0 0,-1 0 0,1 0 0,0 0 0,0 0 0,-1 0 0,1-1 0,0 1 0,-1 0 0,1 0 0,0 0 0,0 0 0,-1 0 0,1 0 0,0 0 0,-1 0 0,1 0 0,0 0 0,0 1 0,-1-1 0,1 0 0,0 0 0,-1 0 0,1 0 0,0 0 0,0 0 0,0 1 0,-1-1 0,1 0 0,0 0 0,0 0 0,-1 0 0,1 1 0,0-1 0,0 0 0,0 0 0,-1 1 0,-8 9 0,3-2 0,1 1 0,1 0 0,-1 0 0,1 0 0,1 0 0,0 1 0,0-1 0,-1 12 0,2-7 0,1 1 0,0-1 0,1 1 0,3 26 0,5 0 0,2-1 0,27 74 0,-9-42-126,4-2 0,70 115-1,-44-96-62,100 116-1,-134-178 69,1-1-1,1-1 1,1-2-1,41 28 1,-54-42-6705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9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27 24575,'-46'-8'0,"5"1"0,-1 1 0,-69 0 0,107 6 0,-1 1 0,1-1 0,0 1 0,-1 0 0,1 0 0,0 0 0,0 1 0,0-1 0,0 1 0,0 0 0,-5 3 0,7-3 0,1-1 0,-1 0 0,1 1 0,0-1 0,-1 1 0,1-1 0,0 1 0,0 0 0,0-1 0,0 1 0,0 0 0,0 0 0,1 0 0,-1 0 0,1 0 0,-1 0 0,1-1 0,0 1 0,-1 0 0,1 0 0,0 0 0,1 0 0,-1 0 0,0 0 0,0 0 0,1 0 0,0 2 0,1 2 0,0 0 0,1 0 0,0 0 0,0-1 0,0 1 0,1-1 0,0 0 0,0 0 0,0 0 0,10 8 0,-3-4 0,1 0 0,0 0 0,23 11 0,0-2 0,1-2 0,0-2 0,2-1 0,-1-1 0,49 7 0,-69-17-1365,-3-1-5461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89 211 24575,'26'-33'0,"49"-57"0,-74 89 0,1-1 0,-1 1 0,0-1 0,1 0 0,-1 1 0,0-1 0,0 0 0,0 0 0,0 0 0,0 1 0,0-1 0,-1 0 0,1 0 0,-1 0 0,1 0 0,-1-1 0,0 1 0,0 0 0,0 0 0,0 0 0,0 0 0,0 0 0,-1-3 0,0 3 0,0 0 0,-1 0 0,1 0 0,0 0 0,-1 0 0,1 0 0,-1 0 0,1 1 0,-1-1 0,0 1 0,0-1 0,1 1 0,-1 0 0,0-1 0,-1 1 0,1 0 0,0 0 0,0 1 0,0-1 0,-4-1 0,-11-1 0,-1 1 0,1 0 0,-1 2 0,1 0 0,-32 4 0,48-5 0,0 1 0,0 0 0,0 1 0,-1-1 0,1 0 0,0 0 0,0 0 0,0 1 0,0-1 0,0 0 0,0 1 0,0-1 0,0 1 0,0-1 0,0 1 0,0 0 0,0-1 0,0 1 0,0 0 0,1 0 0,-1-1 0,0 1 0,0 0 0,1 0 0,-1 0 0,1 0 0,-1 0 0,1 0 0,-1 0 0,1 0 0,-1 0 0,1 1 0,0-1 0,0 0 0,0 0 0,0 0 0,-1 0 0,1 0 0,1 0 0,-1 3 0,1 0 0,0 1 0,1-1 0,-1 0 0,1 1 0,0-1 0,0 0 0,0 0 0,6 6 0,0 1 0,2-1 0,-1 0 0,1-1 0,1 0 0,11 8 0,62 34 0,-63-39 0,1-2 0,29 11 0,-40-17 0,1-1 0,0 0 0,0-1 0,-1 0 0,2 0 0,17-1 0,-28-1 0,-1-1 0,0 1 0,0 0 0,1 0 0,-1 0 0,0-1 0,0 1 0,1-1 0,-1 1 0,0-1 0,0 1 0,0-1 0,0 0 0,0 1 0,0-1 0,0 0 0,0 0 0,0 0 0,0 0 0,0 0 0,1-1 0,-1 0 0,0 0 0,0 0 0,-1-1 0,1 1 0,0 0 0,-1 0 0,0-1 0,1 1 0,-1 0 0,0-5 0,-1-1 0,0-1 0,0 1 0,-1 1 0,0-1 0,-5-14 0,-1 2 0,2 6 0,-12-24 0,27 48 0,1 0 0,0-1 0,19 13 0,-18-15 0,1 0 0,0-1 0,0 0 0,1-1 0,0-1 0,-1 0 0,1 0 0,1-1 0,-1-1 0,0 0 0,1-1 0,26-1 0,-34-1 0,0 0 0,-1 0 0,1-1 0,6-2 0,-9 2 0,1 1 0,-1 0 0,1-1 0,0 1 0,-1 1 0,1-1 0,0 0 0,0 1 0,0 0 0,-1 0 0,1 0 0,5 1 0,4 3 26,0 1 0,20 9 0,-4-1-1469,-16-8-5383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24575,'0'0'0,"0"0"0,0 0 0,0 0 0,0 0 0,0 1 0,1-1 0,-1 0 0,0 0 0,0 0 0,0 0 0,0 0 0,0 0 0,1 0 0,-1 0 0,0 0 0,0 0 0,0 0 0,0 0 0,1 0 0,-1 0 0,0 0 0,0 0 0,0 0 0,0 0 0,1 0 0,-1 0 0,0 0 0,0 0 0,0 0 0,0 0 0,0 0 0,1 0 0,-1 0 0,0 0 0,0 0 0,0-1 0,0 1 0,0 0 0,0 0 0,1 0 0,-1 0 0,0 0 0,0 0 0,0 0 0,0-1 0,0 1 0,0 0 0,0 0 0,0 0 0,0 0 0,0-1 0,0 1 0,0 0 0,0 0 0,0 0 0,0 0 0,0-1 0,0 1 0,0 0 0,0 0 0,0 0 0,9 12 0,30 82 0,-24-56 0,1 0 0,38 62 0,-47-89-105,14 20-525,24 50 0,-39-69-6196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24575,'18'2'0,"0"0"0,-1 1 0,1 1 0,-1 0 0,0 2 0,19 8 0,47 13 0,-47-18 0,65 7 0,-90-15 0,0-1 0,0 0 0,0 0 0,0-1 0,0-1 0,0 0 0,0 0 0,-1-1 0,1 0 0,15-8 0,-24 10 0,1 0 0,-1 0 0,0-1 0,0 1 0,0-1 0,0 1 0,0-1 0,0 0 0,0 0 0,-1 0 0,1 0 0,0 0 0,-1 0 0,0 0 0,0 0 0,1-1 0,-1 1 0,-1-1 0,1 1 0,0-1 0,0 1 0,0-5 0,-2 3 0,1 1 0,0 0 0,-1 0 0,1 0 0,-1 0 0,0 0 0,0 0 0,0 0 0,0 0 0,-1 0 0,1 0 0,-1 0 0,0 1 0,0-1 0,0 0 0,0 1 0,0 0 0,-3-3 0,0 1 0,0 1 0,-1-1 0,1 1 0,-1 0 0,0 0 0,0 1 0,0-1 0,0 1 0,0 1 0,0-1 0,0 1 0,-1 0 0,1 1 0,-1-1 0,1 1 0,-1 0 0,-6 2 0,9-2 0,-1 1 0,1-1 0,0 1 0,0 1 0,-1-1 0,1 0 0,0 1 0,0 0 0,0 0 0,1 0 0,-1 0 0,0 1 0,1-1 0,0 1 0,-1 0 0,1 0 0,0 0 0,1 1 0,-1-1 0,0 1 0,1-1 0,0 1 0,0 0 0,0 0 0,0 0 0,-1 5 0,3-6 0,-1 0 0,1 0 0,0 1 0,0-1 0,0 0 0,1 0 0,-1 1 0,1-1 0,0 0 0,0 0 0,0 0 0,0 0 0,0 0 0,1 0 0,-1 0 0,1-1 0,0 1 0,0 0 0,0-1 0,0 1 0,0-1 0,4 4 0,2 0 0,0 1 0,0-1 0,0-1 0,1 1 0,0-1 0,9 3 0,8 2 0,1-1 0,0-1 0,0-2 0,0-1 0,31 2 0,140-2 0,-187-5 0,-8 0 0,-1 0 0,1 0 0,-1 0 0,0-1 0,1 1 0,-1 0 0,1-1 0,-1 0 0,0 0 0,0 1 0,1-1 0,-1-1 0,0 1 0,0 0 0,0 0 0,3-3 0,-4 2 0,0 1 0,0-1 0,0 1 0,0-1 0,-1 0 0,1 1 0,0-1 0,-1 0 0,0 0 0,1 0 0,-1 1 0,0-1 0,0 0 0,0 0 0,0 0 0,0 0 0,0 1 0,0-1 0,-1 0 0,1 0 0,0 0 0,-2-2 0,-2-5 17,0 0-1,-1 1 1,0 0-1,0 0 1,-1 0-1,0 1 1,-13-13-1,10 10-390,0 0 0,1-1-1,-8-13 1,11 16-6452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6 24575,'1'-1'0,"0"0"0,1 1 0,-1-1 0,0 0 0,1 1 0,-1 0 0,1-1 0,-1 1 0,1 0 0,-1 0 0,1 0 0,-1 0 0,1 0 0,-1 0 0,1 0 0,-1 0 0,1 1 0,-1-1 0,1 1 0,-1-1 0,0 1 0,1-1 0,-1 1 0,0 0 0,1 0 0,-1-1 0,0 1 0,0 0 0,0 0 0,0 0 0,0 0 0,0 1 0,0-1 0,0 0 0,0 0 0,0 1 0,-1-1 0,1 0 0,0 2 0,3 7 0,0 0 0,-1 0 0,0 0 0,2 15 0,-5-21 0,1-2 0,-1 0 0,1 0 0,-1 0 0,0-1 0,0 1 0,0 0 0,0 0 0,0 0 0,0 0 0,-1 0 0,1-1 0,0 1 0,-1 0 0,0 0 0,1-1 0,-1 1 0,-1 2 0,0-3 0,1 1 0,0-1 0,-1 0 0,1 0 0,-1 0 0,0 0 0,1 0 0,-1 0 0,0-1 0,0 1 0,1 0 0,-1-1 0,0 0 0,0 1 0,0-1 0,0 0 0,-3 0 0,-4 0 0,0-1 0,-1 0 0,1 0 0,0-1 0,0 0 0,0 0 0,0-1 0,1-1 0,-14-6 0,-3-4 0,-42-31 0,63 43 0,1-1 0,0 0 0,-1 0 0,2 0 0,-6-6 0,8 9 0,-1-1 0,1 1 0,0-1 0,-1 0 0,1 1 0,0-1 0,-1 1 0,1-1 0,0 1 0,0-1 0,0 0 0,-1 1 0,1-1 0,0 1 0,0-1 0,0 0 0,0 1 0,0-1 0,0 0 0,0 1 0,0-1 0,1 0 0,-1 1 0,0-1 0,0 1 0,0-1 0,1 0 0,-1 1 0,0-1 0,1 1 0,-1-1 0,0 1 0,1-1 0,-1 1 0,1-1 0,-1 1 0,1-1 0,-1 1 0,1 0 0,-1-1 0,1 1 0,-1 0 0,1-1 0,-1 1 0,1 0 0,0 0 0,-1 0 0,2-1 0,2 0 0,1 0 0,-1 1 0,1-1 0,-1 1 0,0 0 0,1 0 0,-1 0 0,1 0 0,-1 1 0,6 1 0,44 15 0,-47-15 0,8 4-1365,-3 1-5461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 24575,'-10'-4'0,"1"0"0,0 2 0,-1-1 0,1 1 0,-17-2 0,23 4 0,1 0 0,0 0 0,-1 0 0,1 0 0,0 0 0,0 0 0,-1 1 0,1-1 0,0 1 0,0 0 0,-1 0 0,1 0 0,0 0 0,0 0 0,0 0 0,0 0 0,0 1 0,1-1 0,-1 1 0,0-1 0,1 1 0,-1 0 0,1-1 0,-1 1 0,1 0 0,0 0 0,0 0 0,0 0 0,-1 4 0,-1 1 0,2 1 0,-1 0 0,1 0 0,0 0 0,1 0 0,0-1 0,0 1 0,1 0 0,1 10 0,20 72 0,-18-78 0,29 88-188,4-2 0,55 103 0,-81-178-24,2 0 0,0 0 0,2-1 0,0-1 0,27 28 0,-33-41-6143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206 105 24575,'-25'-20'0,"-11"-6"0,-1 0 0,2 8 0,5 7 0,5 7 0,7 6-8191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25 24575,'-19'-4'0,"-21"-4"0,-1 2 0,-44 0 0,80 6 0,1 0 0,-1 0 0,0 1 0,0-1 0,1 1 0,-8 3 0,11-4 0,0 0 0,0 1 0,0-1 0,0 1 0,0-1 0,1 1 0,-1-1 0,0 1 0,0 0 0,0-1 0,1 1 0,-1 0 0,0 0 0,1 0 0,-1-1 0,1 1 0,-1 0 0,1 0 0,-1 0 0,1 0 0,-1 0 0,1 0 0,0 0 0,0 0 0,0 0 0,-1 0 0,1 0 0,0 0 0,0 0 0,0 0 0,0 0 0,1 0 0,-1 0 0,0 0 0,1 2 0,1 3 0,0-1 0,1 1 0,-1-1 0,1 1 0,1-1 0,-1 0 0,1 0 0,-1 0 0,2-1 0,4 6 0,9 6 0,25 16 0,-30-22 0,15 12 0,2-2 0,42 22 0,-71-42 0,0 1 0,1 0 0,-1-1 0,0 1 0,0 0 0,0 0 0,0-1 0,0 1 0,0 0 0,0 0 0,1 2 0,-2-3 0,0 1 0,0-1 0,1 0 0,-1 1 0,0-1 0,0 1 0,0-1 0,0 0 0,0 1 0,0-1 0,0 0 0,0 1 0,0-1 0,0 1 0,0-1 0,0 0 0,0 1 0,0-1 0,-1 0 0,1 1 0,0-1 0,0 1 0,0-1 0,0 0 0,-1 1 0,0 0 0,-1 1 0,1-1 0,-1 0 0,1 0 0,-1 0 0,0 0 0,0 0 0,1-1 0,-1 1 0,0 0 0,0-1 0,0 0 0,1 1 0,-4-1 0,-4 1 0,0-1 0,0 0 0,-1 0 0,-16-4 0,-39-12 0,46 11 0,12 4 0,3 0 0,1 1 0,0-1 0,-1 0 0,1 0 0,-1-1 0,1 1 0,0 0 0,0-1 0,0 0 0,0 0 0,0 0 0,-5-4 0,8 5 3,-1 1 0,1-1 0,0 1 0,0-1 0,-1 0 0,1 1 0,0-1-1,0 1 1,0-1 0,0 1 0,0-1 0,0 0 0,0 1 0,0-1 0,0 1 0,0-1 0,0 0-1,0 1 1,1-1 0,-1 1 0,0-1 0,0 1 0,0-1 0,1 1 0,-1-1 0,0 1 0,1-2 0,13-11-766,-11 11 79,7-7-6142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24575,'-2'1'0,"1"0"0,-1-1 0,0 1 0,0 0 0,0 0 0,1 0 0,-1 0 0,0 1 0,1-1 0,-1 0 0,-1 2 0,3-2 0,0-1 0,0 1 0,-1-1 0,1 1 0,0-1 0,0 1 0,0-1 0,-1 1 0,1 0 0,0-1 0,0 1 0,0-1 0,0 1 0,0 0 0,0-1 0,1 1 0,-1-1 0,0 1 0,0-1 0,0 1 0,0 0 0,1-1 0,-1 1 0,0-1 0,0 1 0,1-1 0,-1 1 0,0-1 0,1 0 0,-1 1 0,1-1 0,-1 1 0,1-1 0,-1 0 0,1 1 0,-1-1 0,1 0 0,-1 1 0,1-1 0,-1 0 0,2 0 0,9 6 0,1 0 0,0-2 0,0 1 0,1-2 0,16 4 0,24 7 0,-48-13 0,13 5 0,0 1 0,18 9 0,-30-12 0,-1-1 0,1 1 0,-1-1 0,0 1 0,0 1 0,-1-1 0,1 1 0,-1 0 0,0 0 0,4 7 0,-1-1 0,-2 2 0,1-1 0,-1 0 0,-1 1 0,0 0 0,2 16 0,-1 1 0,1 50 0,-6-77 0,0 1 0,0 0 0,0 0 0,-1 0 0,0 0 0,1 0 0,-1 0 0,0 0 0,-1 0 0,1-1 0,-3 6 0,3-8 0,0 1 0,-1-1 0,1 1 0,0-1 0,-1 0 0,1 0 0,0 0 0,-1 1 0,0-1 0,1-1 0,-1 1 0,1 0 0,-1 0 0,0-1 0,0 1 0,1-1 0,-1 1 0,0-1 0,0 0 0,0 1 0,0-1 0,1 0 0,-1 0 0,0-1 0,0 1 0,-3-1 0,0 0 4,0 0-1,-1-1 1,1 0-1,0 0 1,0 0-1,0 0 1,0-1-1,1 0 1,-1 0-1,-6-6 1,-2-3-99,-22-26 0,9 9-1119,13 16-5612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4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43 24575,'-3'-5'0,"8"7"0,10 7 0,27 27 0,-20-16 0,2-1 0,26 17 0,-43-32 0,0 0 0,1 0 0,-1 0 0,1-1 0,0 0 0,0-1 0,1 0 0,-1 0 0,0-1 0,1 0 0,16 0 0,-24-1 0,0 0 0,0 0 0,1 0 0,-1 0 0,0 0 0,1-1 0,-1 1 0,0-1 0,0 1 0,0-1 0,1 1 0,-1-1 0,0 0 0,0 1 0,0-1 0,0 0 0,0 0 0,0 0 0,0 0 0,0-1 0,0 0 0,0 0 0,0 0 0,0 0 0,0 0 0,-1 0 0,1 0 0,-1 0 0,1 0 0,-1 0 0,0 0 0,0-3 0,-1-4 0,0 1 0,0 0 0,-1 0 0,0-1 0,-3-7 0,-17-34 0,7 18 0,14 32 0,1-1 0,0 1 0,-1-1 0,1 1 0,0-1 0,0 1 0,-1-1 0,1 1 0,0-1 0,0 1 0,0-1 0,0 0 0,0 1 0,0-1 0,0 1 0,0-1 0,0 1 0,0-2 0,7 6 0,11 14 0,19 25 0,53 46 0,-85-85 0,-1 0 0,1 0 0,-1-1 0,1 1 0,0-1 0,9 3 0,-13-5 0,-1-1 0,1 1 0,0-1 0,0 0 0,0 0 0,0 1 0,0-1 0,0 0 0,0 0 0,0 0 0,0 0 0,0 0 0,0 0 0,0 0 0,0-1 0,0 1 0,0 0 0,0 0 0,0-1 0,0 1 0,0 0 0,-1-1 0,1 1 0,0-1 0,0 0 0,0 1 0,-1-1 0,1 1 0,0-1 0,-1 0 0,1 0 0,0 1 0,-1-1 0,1 0 0,-1 0 0,1 0 0,-1 0 0,0 0 0,1 0 0,-1 1 0,0-1 0,0 0 0,1 0 0,-1 0 0,0-2 0,0-3 0,0 1 0,0-1 0,0 1 0,0-1 0,-1 1 0,0 0 0,0-1 0,-3-6 0,2 8 0,1-1 0,0 1 0,-1-1 0,2 0 0,-1 1 0,1-1 0,-1 0 0,1 0 0,0 1 0,1-1 0,1-6 0,-2 10 0,0 0 0,0 1 0,1-1 0,-1 0 0,0 1 0,1-1 0,-1 0 0,1 1 0,-1-1 0,1 1 0,-1-1 0,1 1 0,-1-1 0,1 1 0,-1-1 0,1 1 0,0-1 0,-1 1 0,1 0 0,0-1 0,-1 1 0,1 0 0,1-1 0,-1 1 0,1 0 0,0 0 0,-1 0 0,1 0 0,0 0 0,-1 0 0,1 1 0,0-1 0,-1 0 0,3 1 0,3 3 0,1-1 0,0 1 0,8 6 0,-13-9 0,4 4-47,217 126-1271,-209-124-5508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24575,'70'42'0,"36"19"0,-95-55 0,1-1 0,22 7 0,-33-11 0,0-1 0,0 0 0,0 0 0,-1 0 0,1 0 0,0 0 0,0 0 0,0 0 0,0 0 0,-1 0 0,1 0 0,0 0 0,0 0 0,-1-1 0,1 1 0,0 0 0,0-1 0,-1 1 0,1 0 0,0-1 0,0 1 0,0-1 0,0-1 0,0 1 0,0-1 0,0 1 0,0 0 0,0-1 0,0 1 0,0-1 0,-1 0 0,1 1 0,0-3 0,1-3 0,-1-1 0,0 1 0,0-13 0,0 8 0,-1 0 0,0 0 0,-1 0 0,-1 0 0,-3-15 0,5 26 0,-1 0 0,1 0 0,0 0 0,-1 0 0,1 0 0,0 0 0,0 0 0,0-1 0,0 1 0,0 0 0,0 0 0,0 0 0,0 0 0,0-1 0,1 1 0,0-2 0,-1 3 0,1 0 0,-1-1 0,1 1 0,0 0 0,-1-1 0,1 1 0,-1 0 0,1 0 0,0 0 0,-1-1 0,1 1 0,0 0 0,-1 0 0,1 0 0,0 0 0,-1 0 0,1 0 0,0 0 0,-1 1 0,1-1 0,-1 0 0,1 0 0,0 0 0,-1 1 0,1-1 0,-1 0 0,1 1 0,0-1 0,-1 0 0,1 1 0,14 8 0,20 15 0,3 2 0,-23-17 0,0 0 0,19 6 0,-25-12 0,-1 0 0,1-1 0,-1 0 0,1-1 0,-1 0 0,12 1 0,-8-2-70,19-1-1225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79 266 24575,'-4'-120'0,"2"102"0,0 1 0,-2 0 0,0 0 0,-11-30 0,14 44 0,-1 0 0,1 1 0,-1-1 0,0 0 0,0 1 0,0-1 0,0 1 0,-2-3 0,3 5 0,1 0 0,0-1 0,-1 1 0,1 0 0,-1-1 0,1 1 0,-1 0 0,1 0 0,-1-1 0,1 1 0,-1 0 0,1 0 0,-1 0 0,1 0 0,-1 0 0,1-1 0,-1 1 0,1 0 0,-1 0 0,1 0 0,-1 0 0,1 1 0,-1-1 0,1 0 0,-1 0 0,0 0 0,1 0 0,-1 1 0,1-1 0,0 0 0,-1 0 0,1 1 0,-1-1 0,1 0 0,-1 1 0,1-1 0,0 0 0,-1 1 0,1-1 0,0 1 0,-1-1 0,1 0 0,0 1 0,-1-1 0,1 1 0,0-1 0,0 1 0,0-1 0,0 1 0,-1-1 0,1 1 0,0 0 0,-2 7 0,0-1 0,1 0 0,0 0 0,0 0 0,1 1 0,0 9 0,6 44 0,-4-46 0,0 0 0,2-1 0,0 1 0,0-1 0,2 0 0,-1 0 0,2 0 0,8 12 0,-11-19 0,0-1 0,1-1 0,-1 1 0,1-1 0,1 0 0,-1 0 0,1 0 0,0 0 0,0-1 0,0 0 0,0-1 0,1 1 0,0-1 0,0-1 0,0 1 0,0-1 0,0 0 0,9 1 0,-10-2-85,1-1 0,-1 1-1,1-1 1,-1-1 0,0 1-1,1-1 1,-1 0 0,1 0-1,-1-1 1,0 0 0,0 0-1,0 0 1,0-1 0,0 0-1,7-5 1,-4 1-6741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24575,'10'17'0,"6"14"0,2 9 0,1 5 0,3 3 0,-3-3 0,0 0 0,-3-1 0,-1-3 0,-1-3 0,-1-3 0,1-3 0,-3-4 0,-3-4 0,0-4 0,-2-3 0,-1-4-8191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250 209 24575,'-11'-4'0,"-106"-38"0,102 37 0,1 2 0,-1 0 0,0 1 0,0 0 0,0 2 0,-18 0 0,38 3 0,7 1 0,177 47 0,-154-40 0,0 3 0,-1 1 0,41 24 0,-42-18 0,-4-3 0,52 25 0,-81-43 0,0 0 0,0 0 0,0 0 0,0 0 0,0 0 0,0 0 0,0 0 0,0 0 0,0 0 0,0 0 0,0 0 0,0 0 0,0-1 0,0 1 0,0 0 0,0 0 0,0 0 0,0 0 0,0 0 0,0 0 0,0 0 0,0 0 0,0 0 0,0 0 0,0 0 0,0 0 0,0 0 0,0-1 0,0 1 0,0 0 0,0 0 0,0 0 0,0 0 0,0 0 0,0 0 0,0 0 0,0 0 0,1 0 0,-1 0 0,0 0 0,0 0 0,0 0 0,0 0 0,0 0 0,0 0 0,0 0 0,0 0 0,0 0 0,0 0 0,0 0 0,0 0 0,0 0 0,0 0 0,1 0 0,-1 0 0,0 0 0,0 0 0,0 0 0,0 0 0,0 0 0,0 0 0,0 0 0,0 0 0,0 0 0,0 0 0,0 0 0,0 0 0,0 0 0,1 0 0,-6-9 0,-7-11 0,-9-9 0,2-1 0,1-2 0,-21-49 0,35 72 0,-1-3 0,0-1 0,1 1 0,0-1 0,1 1 0,-2-18 0,5 27 0,0 1 0,0 0 0,0-1 0,0 1 0,0-1 0,0 1 0,1 0 0,-1 0 0,1-1 0,0 1 0,0 0 0,0 0 0,0 0 0,0-1 0,0 1 0,0 0 0,1 1 0,-1-1 0,1 0 0,-1 0 0,1 1 0,0-1 0,0 1 0,0-1 0,0 1 0,0 0 0,0-1 0,0 1 0,0 0 0,0 1 0,0-1 0,1 0 0,-1 1 0,0-1 0,1 1 0,2-1 0,2 1 12,0-1 0,0 1 0,0 0 0,0 1 0,0 0 0,0 0 0,0 0 0,0 1 0,8 3 0,-3 0-309,0 0 0,0 1 0,-1 0 0,12 8 0,-8-2-6529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24575,'1'-1'0,"-1"0"0,0 1 0,1-1 0,-1 0 0,1 1 0,-1-1 0,1 1 0,-1-1 0,1 1 0,-1-1 0,1 1 0,-1 0 0,1-1 0,0 1 0,-1-1 0,1 1 0,0 0 0,-1 0 0,1-1 0,0 1 0,-1 0 0,1 0 0,0 0 0,0 0 0,-1 0 0,1 0 0,0 0 0,-1 0 0,1 0 0,0 0 0,0 0 0,-1 1 0,1-1 0,0 0 0,-1 0 0,1 1 0,0-1 0,-1 0 0,1 1 0,-1-1 0,2 1 0,4 3 0,-1 0 0,0 1 0,8 7 0,-5-5 0,-4-3 0,39 34 0,37 42 0,-78-78 0,0 1 0,1-1 0,-1 0 0,0 0 0,1 0 0,0 0 0,-1 0 0,6 2 0,-8-4 0,1 0 0,-1 1 0,1-1 0,-1 0 0,1 0 0,-1 0 0,1 0 0,0 0 0,-1 0 0,1 0 0,-1 0 0,1 0 0,-1 0 0,1 0 0,-1 0 0,1-1 0,-1 1 0,1 0 0,-1 0 0,1 0 0,-1-1 0,1 1 0,0-1 0,0 0 0,-1 0 0,1 0 0,0 0 0,-1 0 0,1 0 0,-1 0 0,1 0 0,-1 0 0,0 0 0,1 0 0,-1-1 0,0 1 0,0-2 0,1-9 0,0 0 0,-2-1 0,1 1 0,-2 0 0,-2-14 0,-2-22 0,5 47 0,1 0 0,0 0 0,0 0 0,0 0 0,0 0 0,0 0 0,0 0 0,1 0 0,-1 0 0,0 0 0,0 0 0,1 0 0,-1 0 0,0 0 0,2-1 0,-2 2 0,0 0 0,0 0 0,1-1 0,-1 1 0,0 0 0,1 0 0,-1 0 0,0 0 0,1-1 0,-1 1 0,0 0 0,1 0 0,-1 0 0,0 0 0,1 0 0,-1 0 0,1 0 0,-1 0 0,0 0 0,1 0 0,-1 0 0,0 0 0,1 0 0,-1 1 0,0-1 0,1 0 0,-1 0 0,1 0 0,1 2 0,0-1 0,0 1 0,0-1 0,0 1 0,0 0 0,0-1 0,0 1 0,-1 0 0,1 0 0,1 4 0,42 82 0,49 132 0,-35-73 0,-54-136 0,0 1 0,0 1 0,-1-1 0,-1 1 0,0-1 0,-1 1 0,2 19 0,-4-31 0,0 1 0,0 0 0,-1 0 0,1-1 0,0 1 0,-1-1 0,1 1 0,-1 0 0,1-1 0,-1 1 0,0-1 0,0 1 0,1-1 0,-1 1 0,0-1 0,-1 0 0,1 0 0,0 1 0,-2 0 0,1 0 0,0-1 0,-1 0 0,1 0 0,0 0 0,-1 0 0,0 0 0,1 0 0,-1-1 0,1 1 0,-1-1 0,-3 1 0,-6-2 0,1 1 0,-1-1 0,0-1 0,-14-4 0,25 6 0,-217-67 92,103 28-1549,83 29-5369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7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24575,'24'42'0,"30"44"0,-46-74 0,2 0 0,-1-1 0,1-1 0,23 19 0,-27-24 0,1 0 0,0-1 0,0 0 0,0 0 0,0-1 0,12 4 0,-17-6 0,-1 0 0,1-1 0,0 0 0,-1 1 0,1-1 0,0 0 0,0 0 0,-1 0 0,1 0 0,0 0 0,0 0 0,0-1 0,-1 1 0,1 0 0,0-1 0,-1 1 0,1-1 0,0 0 0,-1 0 0,1 0 0,-1 0 0,1 0 0,-1 0 0,0 0 0,1 0 0,-1 0 0,0 0 0,0-1 0,0 1 0,0-1 0,0 1 0,0-1 0,0 1 0,0-1 0,0-2 0,1-1 0,-1 0 0,0 0 0,0 0 0,0 0 0,-1 0 0,0 0 0,0 0 0,0 0 0,-1 0 0,-1-9 0,-3-6 0,-9-25 0,11 36 0,-2-2 0,4 8 0,0 1 0,0 0 0,0 0 0,1-1 0,-1 1 0,1 0 0,-1-1 0,0-4 0,2 7 0,-1 0 0,0 0 0,0 0 0,0-1 0,0 1 0,1 0 0,-1 0 0,0 0 0,0 0 0,1 0 0,-1 0 0,0-1 0,0 1 0,0 0 0,1 0 0,-1 0 0,0 0 0,0 0 0,1 0 0,-1 0 0,0 0 0,0 0 0,1 0 0,-1 0 0,0 0 0,0 0 0,1 0 0,-1 0 0,0 0 0,0 1 0,1-1 0,-1 0 0,0 0 0,0 0 0,0 0 0,1 0 0,-1 0 0,0 1 0,0-1 0,0 0 0,1 0 0,-1 1 0,12 7 0,-11-8 0,85 70 0,5 4 0,-87-71 0,0-1 0,0 0 0,0 0 0,0 0 0,0 0 0,0-1 0,0 1 0,7 0 0,-9-1 0,-1-1 0,0 0 0,0 0 0,0 0 0,0 0 0,0 0 0,0-1 0,1 1 0,-1 0 0,0-1 0,0 1 0,0 0 0,0-1 0,0 1 0,0-1 0,0 1 0,0-1 0,0 0 0,0 0 0,-1 1 0,1-1 0,0 0 0,0 0 0,-1 0 0,1 0 0,0 0 0,-1 0 0,1 0 0,-1 0 0,1 0 0,-1 0 0,0 0 0,1 0 0,-1 0 0,0 0 0,0 0 0,1 0 0,-1-2 0,0-2 0,1-1 0,-1 0 0,0 1 0,-1-1 0,0 0 0,1 1 0,-2-1 0,-2-9 0,-3-3 0,-11-21 0,-1-3 0,18 35 0,4 5 0,12 10 0,15 17 0,-30-25 0,63 57 0,-54-49 0,1-2 0,0 1 0,0-1 0,1-1 0,12 5 0,-17-7 0,1 0 0,1 0 0,-1-1 0,1 1 0,0-1 0,0-1 0,0 1 0,15-1 0,-23-1-31,1 0 0,-1 0 0,0 0 0,0 0 0,0 0 0,1 0 0,-1 0 0,0 0 0,0 0 0,0 0 0,1 0 0,-1 0 0,0 0 0,0 0 0,0 0 0,0 0 0,1 0 0,-1 0 0,0 0 0,0-1 0,0 1 0,0 0 0,1 0 0,-1 0-1,0 0 1,0 0 0,0-1 0,0 1 0,0 0 0,0 0 0,1 0 0,-1 0 0,0-1 0,0 1 0,0 0 0,0 0 0,0 0 0,0-1 0,0 1 0,0 0 0,0 0 0,0 0 0,0-1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8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24575,'0'0'0,"0"-1"0,0 1 0,0-1 0,0 1 0,0-1 0,0 1 0,0 0 0,0-1 0,1 1 0,-1-1 0,0 1 0,0 0 0,0-1 0,1 1 0,-1 0 0,0-1 0,0 1 0,1 0 0,-1-1 0,0 1 0,1 0 0,-1-1 0,0 1 0,1 0 0,-1 0 0,1 0 0,-1-1 0,0 1 0,1 0 0,-1 0 0,1 0 0,-1 0 0,0 0 0,1 0 0,-1 0 0,1 0 0,-1 0 0,1 0 0,-1 0 0,1 0 0,-1 0 0,0 0 0,1 0 0,-1 0 0,1 0 0,-1 1 0,0-1 0,1 0 0,-1 0 0,1 1 0,-1-1 0,3 1 0,-1 0 0,0 0 0,0 0 0,1 1 0,-1-1 0,0 1 0,3 2 0,13 19 0,-8-10 0,0 0 0,0-1 0,18 14 0,-25-22 0,1-2 0,0 1 0,0 0 0,0-1 0,1 0 0,-1 0 0,0 0 0,1 0 0,0-1 0,-1 0 0,1 0 0,0 0 0,-1 0 0,1-1 0,9 0 0,-12 0 0,0-1 0,0 1 0,-1 0 0,1-1 0,0 0 0,0 1 0,0-1 0,-1 0 0,1 0 0,0 0 0,-1 0 0,1 0 0,-1 0 0,1 0 0,-1-1 0,0 1 0,1-1 0,-1 1 0,0-1 0,0 1 0,0-1 0,0 0 0,0 1 0,0-1 0,-1 0 0,1 0 0,-1 0 0,1 1 0,-1-1 0,1-3 0,0-1 0,-1 1 0,0-1 0,0 1 0,0-1 0,0 1 0,-1 0 0,0-1 0,0 1 0,-3-9 0,-15-32 0,23 50 0,1-1 0,-1 1 0,1-1 0,0 0 0,0-1 0,0 1 0,0-1 0,1 0 0,-1-1 0,1 1 0,-1-1 0,7 1 0,0 0 0,0 1 0,14 5 0,-21-6 0,-1 0 0,0-1 0,0 2 0,0-1 0,0 0 0,0 1 0,0 0 0,6 5 0,-10-7-80,1 0 0,-1 0-1,1-1 1,-1 1 0,1 0-1,-1 0 1,0-1 0,1 1-1,-1 0 1,0 0 0,0 0 0,0 0-1,1 0 1,-1 0 0,0-1-1,0 2 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39 24575,'-4'-5'0,"-15"-17"0,18 21 0,0 0 0,0 0 0,0 0 0,0 0 0,0 0 0,0 0 0,-1 1 0,1-1 0,0 0 0,0 1 0,-1-1 0,1 1 0,0-1 0,-1 1 0,1 0 0,-2-1 0,2 1 0,1 1 0,0-1 0,-1 0 0,1 0 0,-1 0 0,1 1 0,0-1 0,-1 0 0,1 0 0,0 1 0,-1-1 0,1 0 0,0 1 0,0-1 0,-1 0 0,1 1 0,0-1 0,0 1 0,-1-1 0,1 0 0,0 1 0,0-1 0,0 1 0,0-1 0,0 1 0,0-1 0,0 0 0,0 1 0,0-1 0,0 1 0,0-1 0,0 1 0,0-1 0,0 0 0,0 1 0,0-1 0,0 1 0,1 0 0,5 17 0,3 1 0,1 0 0,2-1 0,23 31 0,50 46 0,-33-38 0,-51-56 0,0 0 0,-1-1 0,1 1 0,0 0 0,0 0 0,-1 0 0,1-1 0,-1 1 0,1 0 0,-1 0 0,1 0 0,-1 0 0,0 0 0,1 0 0,-1 0 0,0 0 0,0 0 0,0 0 0,0 0 0,0 0 0,0 2 0,0-2 0,-1 0 0,0 0 0,0-1 0,1 1 0,-1 0 0,0-1 0,0 1 0,0-1 0,1 1 0,-1-1 0,0 1 0,0-1 0,0 0 0,0 1 0,0-1 0,0 0 0,0 0 0,0 0 0,0 0 0,0 1 0,0-1 0,0-1 0,-2 1 0,-16-2 0,-1 0 0,0-1 0,1-2 0,0 0 0,-19-7 0,10 3 0,-36-10-26,-73-26-1313,121 38-5487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24575,'20'10'0,"9"11"0,5 10 0,-1 6 0,-1 5 0,-3 5 0,-5 0 0,-3 0 0,-3-2 0,-2-2 0,-2-4 0,-2-4 0,-1-5 0,-3-2 0,-2-5 0,-3-4-8191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373 185 24575,'-18'-28'0,"-7"-8"0,-4-2 0,2 6 0,3 9 0,3 8 0,2 7 0,0 4 0,0 6 0,-2 2 0,-1 1 0,-3-1 0,-2-1 0,-2 2 0,2-1 0,6 0-8191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24575,'11'9'0,"0"1"0,-1 0 0,0 1 0,-1 0 0,0 1 0,0 0 0,-2 0 0,1 1 0,7 20 0,2 9 0,19 76 0,-31-93 0,-4-17 0,1 0 0,0-1 0,0 1 0,5 9 0,-7-17 0,0 1 0,1-1 0,-1 1 0,0-1 0,1 1 0,-1-1 0,1 0 0,-1 1 0,0-1 0,1 1 0,0-1 0,-1 0 0,1 1 0,-1-1 0,1 0 0,-1 0 0,1 0 0,-1 1 0,1-1 0,0 0 0,-1 0 0,1 0 0,-1 0 0,1 0 0,0 0 0,-1 0 0,1 0 0,-1 0 0,1 0 0,0-1 0,-1 1 0,1 0 0,-1 0 0,1 0 0,-1-1 0,2 0 0,22-14 0,-18 10 0,3-1 0,-1 1 0,2 0 0,-1 0 0,0 0 0,1 2 0,0-1 0,12-2 0,-20 5 0,1 1 0,-1-1 0,0 1 0,1 0 0,0 0 0,-1 0 0,1 0 0,-1 0 0,1 1 0,-1-1 0,0 1 0,1-1 0,-1 1 0,1 0 0,-1 0 0,0 0 0,0 0 0,1 0 0,-1 1 0,0-1 0,0 1 0,0-1 0,0 1 0,-1 0 0,1 0 0,0 0 0,-1 0 0,1 0 0,-1 0 0,0 0 0,0 0 0,0 1 0,0-1 0,0 0 0,1 3 0,-2-2 0,1-1 0,0 0 0,-1 1 0,1-1 0,-1 1 0,0-1 0,1 1 0,-1-1 0,-1 1 0,1-1 0,0 0 0,0 1 0,-1-1 0,0 1 0,1-1 0,-1 0 0,0 1 0,0-1 0,0 0 0,0 0 0,-1 0 0,1 0 0,-1 0 0,1 0 0,-1 0 0,0 0 0,1 0 0,-1-1 0,0 1 0,0-1 0,0 1 0,0-1 0,-1 0 0,1 0 0,-2 1 0,-5 1 0,0 1 0,0-2 0,-1 1 0,1-1 0,0-1 0,-1 0 0,-17 0 0,21-1 0,0 0 0,0-1 0,0 0 0,-1 0 0,-8-2 0,14 2 0,0 1 0,1 0 0,-1-1 0,0 1 0,0 0 0,0-1 0,0 1 0,1-1 0,-1 1 0,0-1 0,1 0 0,-1 1 0,0-1 0,1 0 0,-1 1 0,0-1 0,1 0 0,-1 0 0,1 1 0,0-1 0,-1 0 0,1 0 0,0 0 0,-1 0 0,1 0 0,0 0 0,0 1 0,0-1 0,0 0 0,0 0 0,0 0 0,0 0 0,0 0 0,0 0 0,0 0 0,0 0 0,1 0 0,-1 1 0,0-1 0,1 0 0,-1 0 0,1 0 0,-1 0 0,1 1 0,-1-1 0,1 0 0,0 0 0,1-2 0,0 0 0,1 0 0,-1 1 0,1-1 0,-1 1 0,1 0 0,0 0 0,0 0 0,0 0 0,0 0 0,0 1 0,0-1 0,1 1 0,-1 0 0,0 0 0,1 0 0,-1 0 0,4 0 0,9 0 0,0 0 0,28 2 0,-23-1 0,-2 1 0,7 0 0,-1-1 0,31-5 0,-49 4 0,-1 0 0,1 0 0,-1-1 0,0 0 0,0 0 0,0 0 0,0-1 0,0 0 0,0 0 0,0-1 0,-1 1 0,0-1 0,10-9 0,-13 10 0,0 1 0,0-1 0,0 0 0,-1 1 0,1-1 0,0 0 0,-1 0 0,0 0 0,0-1 0,0 1 0,0 0 0,0 0 0,-1-1 0,1 1 0,-1 0 0,0-1 0,0 1 0,0 0 0,-1-1 0,1 1 0,-1 0 0,1 0 0,-1-1 0,0 1 0,-1 0 0,0-3 0,-1 0 0,0 1 0,-1 0 0,1 0 0,-1 0 0,0 0 0,0 1 0,-1-1 0,1 1 0,-1 0 0,0 1 0,0-1 0,0 1 0,-7-4 0,7 5 0,1 0 0,-1 0 0,0 1 0,1-1 0,-1 1 0,0 0 0,0 1 0,-5-1 0,9 1 0,0 0 0,0 0 0,-1 0 0,1 0 0,0 1 0,0-1 0,0 0 0,0 1 0,0-1 0,0 1 0,0-1 0,0 1 0,0-1 0,0 1 0,0 0 0,0-1 0,0 1 0,0 0 0,1 0 0,-1 0 0,0 0 0,0-1 0,1 1 0,-1 0 0,1 0 0,-1 0 0,1 1 0,-1-1 0,1 0 0,0 0 0,-1 0 0,1 0 0,0 0 0,0 0 0,0 0 0,0 1 0,0-1 0,0 0 0,0 0 0,1 2 0,-1 1 0,1 1 0,0-1 0,0 1 0,1-1 0,-1 0 0,1 1 0,0-1 0,0 0 0,1 0 0,-1 0 0,1 0 0,5 5 0,6 6 0,24 21 0,-23-23 0,15 14-227,1-1-1,0-2 1,2-1-1,1-1 1,37 17-1,-58-33-6598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2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24575,'37'-8'0,"45"-6"0,-64 13 0,-1 0 0,1 1 0,-1 0 0,33 6 0,-44-4 0,-1-1 0,1 1 0,-1 0 0,1 0 0,-1 1 0,0-1 0,0 1 0,0 0 0,0 1 0,-1-1 0,1 1 0,-1 0 0,0 0 0,5 6 0,-7-7 0,0 1 0,0-1 0,0 0 0,0 1 0,0-1 0,-1 1 0,1 0 0,-1-1 0,0 1 0,0 0 0,-1 0 0,1 0 0,-1-1 0,0 1 0,0 0 0,0 0 0,-1 0 0,1 0 0,-1 0 0,0-1 0,-2 8 0,-1-3 0,1-1 0,-2 1 0,1-1 0,-1 0 0,0 0 0,0-1 0,-1 0 0,0 1 0,0-2 0,-1 1 0,1-1 0,-10 6 0,13-10 0,1 1 0,-1 0 0,1 0 0,0 0 0,0 1 0,0-1 0,0 0 0,0 1 0,0-1 0,1 1 0,-1 0 0,1 0 0,-2 4 0,3-6 0,-1 1 0,1-1 0,0 1 0,0 0 0,0-1 0,0 1 0,0-1 0,0 1 0,0 0 0,1-1 0,-1 1 0,1-1 0,-1 1 0,1-1 0,-1 1 0,1-1 0,0 1 0,0-1 0,0 0 0,0 1 0,0-1 0,0 0 0,0 0 0,0 1 0,0-1 0,3 1 0,6 5 0,0-1 0,0 0 0,1 0 0,0-1 0,0-1 0,0 0 0,14 3 0,82 12 0,-92-17 0,0-1 0,0 0 0,-1-1 0,1 0 0,18-3 0,-29 2 0,0 0 0,0 0 0,0-1 0,0 1 0,0-1 0,-1 1 0,1-1 0,0 0 0,-1-1 0,5-3 0,-6 4 0,0 0 0,0 0 0,0-1 0,-1 1 0,1 0 0,-1-1 0,1 0 0,-1 1 0,0-1 0,0 0 0,0 0 0,0 0 0,-1 0 0,1 1 0,0-7 0,-1 5 0,0 0 0,0 0 0,-1 0 0,1 0 0,-1 0 0,0 0 0,0 0 0,-1 0 0,1 1 0,-1-1 0,1 0 0,-1 1 0,0 0 0,-3-4 0,3 5 0,1 0 0,-1 0 0,0 0 0,1 0 0,-1 1 0,0-1 0,0 0 0,0 1 0,-1 0 0,1-1 0,0 1 0,0 0 0,-1 0 0,1 1 0,-1-1 0,1 0 0,0 1 0,-1-1 0,1 1 0,-1 0 0,1 0 0,-6 0 0,1 1 0,-1 0 0,0 0 0,0-1 0,1 0 0,-1-1 0,-12-1 0,16 1 0,0-1 0,0 1 0,0 0 0,0-1 0,0 0 0,1 0 0,-1 0 0,1 0 0,-1-1 0,1 1 0,0-1 0,0 0 0,-5-6 0,-1 0 0,11 16 0,11 20 0,-12-24 0,4 5 0,0 1 0,1-1 0,0 0 0,0 0 0,1 0 0,-1-1 0,15 11 0,-8-8 0,1-1 0,0 0 0,28 13 0,-36-20 0,0 1 0,1-1 0,-1 0 0,1 0 0,-1-1 0,1 0 0,0 0 0,-1 0 0,1-1 0,0 0 0,0-1 0,-1 1 0,1-1 0,0-1 0,-1 1 0,1-1 0,-1 0 0,1 0 0,-1-1 0,0 0 0,0 0 0,0-1 0,-1 1 0,1-1 0,-1-1 0,7-5 0,1-5 0,19-28 0,-13 15 0,-19 28 0,1-1 0,-1 0 0,1 1 0,-1-1 0,1 0 0,-1 1 0,1-1 0,-1 0 0,1 1 0,0-1 0,-1 1 0,1-1 0,0 1 0,0-1 0,-1 1 0,1 0 0,0-1 0,0 1 0,0 0 0,-1 0 0,1 0 0,0-1 0,0 1 0,0 0 0,0 0 0,0 0 0,-1 0 0,1 0 0,0 1 0,0-1 0,0 0 0,0 0 0,-1 0 0,1 1 0,0-1 0,0 0 0,0 1 0,-1-1 0,1 1 0,0-1 0,-1 1 0,1-1 0,0 1 0,-1 0 0,1-1 0,0 2 0,4 3 0,-1 1 0,0 1 0,0-1 0,5 10 0,-3-5 0,-1-1 0,4 4 0,-1 0 0,20 24 0,-27-37 0,-1-1 0,0 0 0,0 1 0,0-1 0,1 0 0,-1 0 0,0 1 0,0-1 0,1 0 0,-1 0 0,0 1 0,1-1 0,-1 0 0,0 0 0,0 0 0,1 0 0,-1 1 0,0-1 0,1 0 0,-1 0 0,1 0 0,-1 0 0,0 0 0,1 0 0,-1 0 0,2-7 0,-5-15 0,-4 3 0,-16-33 0,-3-6 0,18 38 0,2 0 0,0-1 0,-5-41 0,11 54 0,-1 0 0,1 0 0,1 0 0,0 0 0,3-16 0,-3 20 0,1-1 0,-1 1 0,1 0 0,0 0 0,0 0 0,0 0 0,1 0 0,0 0 0,-1 1 0,1-1 0,5-4 0,-6 7-4,0-1 0,0 1 0,0 0-1,0-1 1,0 1 0,0 0 0,0 0-1,0 0 1,0 0 0,0 1 0,1-1-1,-1 0 1,0 1 0,0 0 0,1 0 0,-1-1-1,0 1 1,5 1 0,-3 0 22,0 0 0,0 0 0,-1 0 1,1 1-1,0 0 0,-1-1 0,1 2 0,-1-1 1,1 0-1,2 3 0,6 6-315,-1 1 0,0 0 0,0 0 0,10 17 0,-12-15-6529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41 24575,'-7'-3'0,"-16"-8"0,-28-8 0,46 17 0,-1 1 0,0-1 0,0 1 0,0 1 0,1-1 0,-1 1 0,0 0 0,0 0 0,0 0 0,-10 3 0,15-3 0,0 0 0,0 1 0,0-1 0,0 0 0,0 1 0,0-1 0,0 1 0,1-1 0,-1 1 0,0 0 0,0-1 0,0 1 0,1 0 0,-1-1 0,0 1 0,1 0 0,-1 0 0,1 0 0,-1 0 0,1 0 0,-1 1 0,0 0 0,1-1 0,-1 1 0,1 0 0,0 0 0,0 0 0,0 0 0,0-1 0,1 1 0,-1 0 0,0 0 0,1 2 0,2 3 0,-1 0 0,1 0 0,1-1 0,6 11 0,7 7 0,1-2 0,1 0 0,1-1 0,1-1 0,0-1 0,2-1 0,0-1 0,38 21 0,-57-35 0,1 0 0,0-1 0,0 0 0,0 0 0,1 0 0,9 2 0,-14-4 0,1 0 0,-1 0 0,0 0 0,0 0 0,0 0 0,0 0 0,1 0 0,-1 0 0,0-1 0,0 1 0,0 0 0,0-1 0,0 1 0,0-1 0,0 1 0,0-1 0,0 0 0,0 1 0,0-1 0,0 0 0,0 0 0,-1 1 0,1-1 0,0 0 0,0 0 0,-1 0 0,1 0 0,-1 0 0,1 0 0,-1 0 0,1 0 0,-1 0 0,0 0 0,1-1 0,-1 1 0,0 0 0,0 0 0,0-2 0,1-3-80,-1 0 0,0 0-1,0 0 1,-1 0 0,1 0-1,-1 0 1,-1 1 0,1-1-1,-1 0 1,0 0 0,0 1 0,-1-1-1,0 1 1,0 0 0,0 0-1,-5-6 1,-3-4-6746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91 24575,'-15'-17'0,"-8"-7"0,-2 2 0,1 6 0,1 7 0,3 7 0,-1 3 0,2 5 0,2 1-8191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129 264 24575,'-2'-2'0,"1"0"0,0 0 0,-1 0 0,0 0 0,0 0 0,1 0 0,-1 1 0,0-1 0,0 1 0,-1-1 0,-3-1 0,6 3 0,-1 0 0,1 0 0,-1 0 0,1-1 0,-1 1 0,1 0 0,-1 0 0,1 0 0,-1 0 0,1 0 0,-1 0 0,1 1 0,-1-1 0,1 0 0,-1 0 0,1 0 0,-1 0 0,1 0 0,-1 1 0,1-1 0,0 0 0,-1 1 0,0-1 0,0 1 0,1 0 0,-1 0 0,0 0 0,1 0 0,-1 1 0,1-1 0,-1 0 0,1 0 0,-1 0 0,1 1 0,0-1 0,-1 0 0,1 2 0,0 6 0,0-1 0,0 0 0,1 1 0,0-1 0,1 0 0,2 9 0,2 8 0,0 14 0,-1 0 0,1 62 0,-7-8 0,-17-210 0,-56-197 0,53 240 0,40 105 0,-6-10 0,7 9 0,1-1 0,1-1 0,2-1 0,33 31 0,117 85 0,-99-89 0,41 33 0,-115-86 0,-1-1 0,1 1 0,-1-1 0,1 0 0,-1 1 0,1-1 0,-1 1 0,1-1 0,-1 0 0,1 1 0,0-1 0,-1 0 0,1 0 0,0 1 0,-1-1 0,1 0 0,0 0 0,-1 0 0,1 0 0,0 0 0,0 0 0,-1-1 0,0 1 0,1 0 0,-1-1 0,0 1 0,0 0 0,0-1 0,0 1 0,1 0 0,-1-1 0,0 1 0,0 0 0,0-1 0,0 1 0,0-1 0,0 1 0,0 0 0,0-1 0,0 1 0,0-1 0,0 1 0,0 0 0,0-2 0,-9-29 0,8 28 0,-80-288 0,70 238 0,3-1 0,2 0 0,2-83 0,-7 184-1365,10-31-5461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74 24575,'1'-3'0,"0"-1"0,0 0 0,-1 1 0,0-1 0,1 0 0,-1 0 0,-1 1 0,1-1 0,-1 0 0,1 1 0,-3-8 0,2 10 0,1-1 0,-1 1 0,0 0 0,0-1 0,0 1 0,0 0 0,0-1 0,0 1 0,0 0 0,0 0 0,0 0 0,0 0 0,-1 0 0,1 0 0,0 1 0,-1-1 0,1 0 0,0 1 0,-1-1 0,1 1 0,-1-1 0,1 1 0,-1 0 0,0-1 0,1 1 0,-1 0 0,1 0 0,-1 0 0,1 0 0,-3 1 0,-8 1 0,0 0 0,-19 8 0,20-6 0,-1-1 0,-22 4 0,12-5 0,-1 0 0,0-1 0,1-2 0,-1 0 0,1-1 0,-29-7 0,26-1-1365,16 5-5461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 15 24575,'-21'-3'0,"1"2"0,-1 0 0,0 1 0,1 1 0,-1 1 0,-35 9 0,35-8 0,1 0 0,0-1 0,-1-1 0,-32-3 0,-81-15 0,68 6-1365,50 9-5461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90 147 24575,'1'15'0,"0"0"0,1 0 0,0 0 0,1 0 0,1-1 0,7 18 0,41 80 0,-36-80 0,-10-20 0,1-1 0,0 0 0,1 0 0,16 18 0,-23-29 0,-1 1 0,0-1 0,0 0 0,1 1 0,-1-1 0,0 0 0,1 1 0,-1-1 0,0 0 0,1 1 0,-1-1 0,0 0 0,1 0 0,-1 0 0,1 1 0,-1-1 0,0 0 0,1 0 0,-1 0 0,1 0 0,-1 0 0,1 0 0,-1 0 0,0 0 0,1 0 0,0 0 0,-1 0 0,1-1 0,-1 1 0,0-1 0,0 1 0,0-1 0,1 1 0,-1 0 0,0-1 0,0 1 0,0-1 0,0 1 0,0-1 0,0 1 0,0-1 0,0 1 0,0-1 0,0 1 0,0-2 0,-5-24 0,-5 3 0,-1 0 0,-1 1 0,-30-41 0,13 19 0,-9-12 0,-24-38 0,56 82 0,0 1 0,1-1 0,0 1 0,1-1 0,0-1 0,-3-20 0,7 31 0,0 0 0,0 0 0,0 0 0,0 0 0,0 0 0,0 0 0,1-4 0,-1 6 0,0-1 0,1 1 0,-1 0 0,0-1 0,0 1 0,1 0 0,-1-1 0,0 1 0,1 0 0,-1 0 0,0-1 0,1 1 0,-1 0 0,0 0 0,1-1 0,-1 1 0,0 0 0,1 0 0,-1 0 0,1 0 0,-1 0 0,1 0 0,-1-1 0,0 1 0,1 0 0,-1 0 0,1 0 0,-1 0 0,1 1 0,-1-1 0,0 0 0,1 0 0,-1 0 0,1 0 0,-1 0 0,0 0 0,1 1 0,-1-1 0,0 0 0,1 0 0,-1 1 0,0-1 0,1 1 0,16 9 0,0 1 0,-2 1 0,18 15 0,13 11 0,-9-11 0,93 63 0,-114-80 0,-8-5 0,-1 0 0,1 0 0,1-1 0,-1 0 0,0-1 0,1 0 0,10 3 0,-18-6 0,1 0 0,-1 0 0,0 0 0,1 0 0,-1 0 0,1 0 0,-1 0 0,0-1 0,1 1 0,-1 0 0,0-1 0,1 1 0,-1-1 0,0 1 0,0-1 0,1 0 0,-1 0 0,0 1 0,0-1 0,1-1 0,0 0 0,-1 0 0,0 0 0,0 0 0,1 0 0,-1 0 0,0 0 0,-1 0 0,1-1 0,0 1 0,0 0 0,-1-3 0,2-5 0,-2-1 0,1 0 0,-2 0 0,-1-11 0,2 20 0,-3-18 0,-1 1 0,0 0 0,-14-34 0,12 37 0,5 6 0,6 12 0,9 14 0,47 69 0,114 168 0,-173-250 0,25 42 0,-24-40 0,-1 1 0,0-1 0,0 0 0,0 1 0,0-1 0,1 12 0,-4-7-1365,-1-2-5461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24575,'5'7'0,"0"0"0,0 0 0,-1 1 0,0-1 0,0 1 0,4 11 0,2 4 0,-3-9 0,93 183 0,-93-185-1365,0-3-5461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45 24575,'-28'-8'0,"-13"-2"0,-3 1 0,3 1 0,7 2 0,6 3 0,6 4 0,3 1 0,1 1 0,1 3 0,0-1 0,1 0 0,-2 1 0,-1 0 0,4-2-8191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1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24575,'5'3'0,"-1"1"0,0 0 0,7 9 0,101 147 0,-92-134 0,74 105 0,-92-128-105,0-1 0,-1 1 0,1-1 0,-1 1 0,0 0 0,1 0 0,-1-1 0,-1 1 0,1 0 0,0 0 0,-1 0 0,1 6 0,-3 0-6721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1 24575,'-8'10'0,"-1"3"0,-1-1 0,0 0 0,-15 13 0,-13 1 0,-1-2 0,-52 25 0,-38 22 0,53-19-1365,57-38-5461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24575,'1'15'0,"0"-1"0,1 0 0,1 0 0,0 0 0,10 26 0,33 63 0,-42-95 0,81 175 0,-64-128-1365,-16-42-5461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24575,'-1'2'0,"-1"0"0,0 0 0,1 1 0,-1-1 0,1 1 0,0-1 0,0 1 0,0-1 0,0 1 0,1 0 0,-1 0 0,0-1 0,1 1 0,0 0 0,0 0 0,0-1 0,0 1 0,0 0 0,1 0 0,0 4 0,2 6 0,1-1 0,0 1 0,7 11 0,-9-17 0,62 116 0,-25-50 0,-10-20-1365,-25-44-5461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67 24575,'-49'-4'0,"-288"-30"0,264 29 0,25 3 0,43 1-151,0 0-1,0 0 0,0 0 0,0 0 1,0-1-1,0 0 0,0 0 1,-5-3-1,1 0-6674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31 24575,'-27'0'0,"-18"0"0,-5-3 0,1 0 0,1-3 0,3 0 0,7 1 0,6 2 0,4 0 0,4 2 0,1 0 0,4 1 0,-1 0 0,1 0 0,1 1 0,4-1-8191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78 24575,'5'-3'0,"0"2"0,0-1 0,0 0 0,1 1 0,-1 0 0,1 0 0,-1 1 0,10 0 0,-13 0 0,-1 0 0,1 0 0,-1 1 0,1-1 0,-1 1 0,1-1 0,-1 1 0,1 0 0,-1-1 0,1 1 0,-1 0 0,0 0 0,1 0 0,-1 0 0,0 0 0,0 0 0,0 1 0,0-1 0,0 0 0,0 1 0,0-1 0,0 0 0,0 1 0,-1-1 0,1 1 0,-1-1 0,1 1 0,-1 0 0,1-1 0,-1 1 0,0-1 0,0 4 0,1 4 0,0 0 0,0 1 0,-1-1 0,-1 0 0,0 1 0,0-1 0,-4 14 0,4-22 0,1 1 0,-1-1 0,0 0 0,1 0 0,-1 0 0,0 0 0,0 0 0,0 0 0,0 0 0,0 0 0,0 0 0,0 0 0,0 0 0,-1 0 0,1-1 0,0 1 0,-2 0 0,0 0 0,0 0 0,-1-1 0,1 1 0,0-1 0,0 0 0,0 1 0,-5-2 0,-1 0 0,-1-1 0,1 0 0,0 0 0,-12-5 0,4 0 0,1-1 0,-1-1 0,2 0 0,-1-1 0,1-1 0,-17-16 0,29 25 0,1 0 0,0-1 0,0 1 0,0 0 0,0-1 0,0 1 0,1-1 0,-1 0 0,1 0 0,-1 0 0,1 0 0,0 0 0,0 0 0,1 0 0,-2-3 0,2 3 0,0 1 0,1 0 0,-1-1 0,0 1 0,1 0 0,0 0 0,-1 0 0,1-1 0,0 1 0,0 0 0,0 0 0,0 0 0,0 0 0,1 0 0,-1 1 0,0-1 0,1 0 0,0 1 0,-1-1 0,1 1 0,3-3 0,0 1 0,1 0 0,-1 0 0,1 0 0,0 0 0,0 1 0,0 0 0,0 1 0,0-1 0,12 0 0,0 0 0,0 2 0,22 1 0,-33 0-195,-1 0 0,1 0 0,-1 1 0,0-1 0,0 2 0,11 4 0,-5-1-6631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88 24575,'-14'-10'0,"-3"-4"0,-1 2 0,-1 0 0,0 1 0,-29-13 0,47 24 0,-1-1 0,1 0 0,0 1 0,-1-1 0,1 1 0,-1-1 0,1 1 0,-1 0 0,1 0 0,-1 0 0,1 0 0,-1 0 0,1 0 0,0 0 0,-1 0 0,1 0 0,-1 1 0,1-1 0,-1 1 0,1-1 0,0 1 0,-3 1 0,3-1 0,0 0 0,0 1 0,0-1 0,1 1 0,-1-1 0,1 0 0,-1 1 0,1-1 0,-1 1 0,1-1 0,0 1 0,0 0 0,-1-1 0,1 1 0,0-1 0,1 1 0,-1-1 0,0 1 0,0-1 0,1 1 0,0 2 0,9 29 0,1-1 0,2 0 0,31 55 0,-23-45 0,43 77 0,12 24 0,-56-101 0,20 64 0,-39-104 0,0 0 0,0 0 0,-1 0 0,1 0 0,0 0 0,-1 1 0,0-1 0,1 0 0,-1 0 0,0 0 0,0 0 0,0 0 0,0 1 0,-1-1 0,0 3 0,1-5 0,0 0 0,-1 0 0,1 0 0,0 0 0,0 0 0,0 0 0,-1 0 0,1 0 0,0-1 0,0 1 0,0 0 0,0 0 0,-1 0 0,1 0 0,0 0 0,0 0 0,0-1 0,0 1 0,0 0 0,-1 0 0,1 0 0,0-1 0,0 1 0,0 0 0,0 0 0,0 0 0,0-1 0,0 1 0,0 0 0,0 0 0,0 0 0,0-1 0,0 1 0,0 0 0,0 0 0,0 0 0,0-1 0,-3-10 0,1-12 0,0-29 0,2 37 0,0 0 0,-1 0 0,0 0 0,-1 0 0,-1 0 0,-5-14 0,7 26 0,0 1 0,0 0 0,0 0 0,0 0 0,-1 0 0,1 0 0,-1 0 0,1 0 0,-1 1 0,0-1 0,0 1 0,0-1 0,-3-2 0,0 2 0,0 0 0,1 0 0,-1 0 0,0 0 0,0 1 0,-6-2 0,-1 2 0,-1 0 0,1 0 0,-1 1 0,-20 2 0,10 2-27,1 2 0,-1 0 0,-22 10 0,11-4-1230,14-5-5569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24575,'18'23'0,"7"12"0,4 7 0,-2 3 0,-1-2 0,-1-4 0,-3-2 0,-3-4 0,-4-4 0,-2-2 0,-4-3 0,-3-4 0,-3-2 0,1-4 0,0-2 0,-1-1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 24575,'-28'0'0,"-11"0"0,-2 0 0,4 0 0,5 0 0,6 0 0,5 2 0,3 2 0,3-1 0,3 2 0,4-2 0,6-3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24575,'-14'-5'0,"-29"-6"0,39 10 0,1 1 0,-1-1 0,0 1 0,1 0 0,-1 0 0,1 0 0,-1 0 0,1 1 0,-6 1 0,9-2 0,0 0 0,0 0 0,-1 0 0,1 0 0,0 0 0,0 0 0,0 0 0,-1 0 0,1 0 0,0 1 0,0-1 0,0 0 0,0 0 0,0 0 0,-1 0 0,1 0 0,0 0 0,0 1 0,0-1 0,0 0 0,0 0 0,0 0 0,0 1 0,-1-1 0,1 0 0,0 0 0,0 0 0,0 0 0,0 1 0,0-1 0,0 0 0,0 0 0,0 0 0,0 1 0,0-1 0,0 0 0,0 0 0,0 1 0,6 7 0,11 6 0,12 5 0,50 27 0,-70-41 0,0-1 0,1 0 0,-1-1 0,1 0 0,0-1 0,0 0 0,0 0 0,0-1 0,0 0 0,14-1 0,-23 0 0,0 0 0,0-1 0,0 1 0,1 0 0,-1 0 0,0 0 0,0-1 0,0 1 0,0-1 0,0 1 0,0-1 0,0 1 0,0-1 0,0 1 0,0-1 0,0 0 0,0 0 0,0 1 0,0-1 0,-1 0 0,1 0 0,0 0 0,0 0 0,0-2 0,0 1 0,-1 0 0,0 0 0,1 0 0,-1 0 0,0 0 0,0 0 0,0 0 0,0 0 0,0 0 0,-1 0 0,1 0 0,-2-4 0,-2-4 0,0 0 0,-1 0 0,0 0 0,-6-9 0,8 14 0,2 3 0,0 0 0,0 1 0,0-1 0,0 0 0,0 1 0,0-1 0,-1 0 0,1 1 0,0 0 0,-1-1 0,1 1 0,-1 0 0,-1-2 0,3 6 0,0-1 0,0 0 0,0 1 0,0-1 0,0 0 0,1 0 0,0 3 0,0-3 0,11 44-1365,-8-32-5461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71 144 24575,'148'285'0,"-140"-261"0,-13-28 0,-2-6 0,-17-29 0,-96-170 0,99 170 0,12 22 0,0 0 0,1 0 0,1-1 0,-8-26 0,15 43 0,-1-1 0,1 0 0,0 1 0,0-1 0,0 0 0,0 1 0,0-1 0,0 0 0,0 1 0,0-1 0,1 0 0,-1 1 0,1-1 0,0-2 0,0 3 0,-1 1 0,1-1 0,0 0 0,-1 0 0,1 0 0,0 1 0,-1-1 0,1 0 0,0 1 0,0-1 0,0 1 0,0-1 0,0 1 0,0-1 0,-1 1 0,1 0 0,0 0 0,2-1 0,0 1 0,0 0 0,0 0 0,0 0 0,0 0 0,0 0 0,0 1 0,0 0 0,0-1 0,0 1 0,0 0 0,0 1 0,0-1 0,0 0 0,3 3 0,1 1 0,0 0 0,0 1 0,0 0 0,-1 0 0,0 0 0,0 1 0,0 0 0,-1 0 0,0 0 0,0 1 0,-1 0 0,0 0 0,-1 0 0,5 14 0,-8-19-50,1 0-1,-1 0 1,-1 0-1,1-1 0,0 1 1,-1 0-1,1 0 1,-1-1-1,0 1 1,0 0-1,0-1 0,0 1 1,0-1-1,-1 1 1,1-1-1,-1 1 1,1-1-1,-1 0 0,0 0 1,0 0-1,0 0 1,0 0-1,-1 0 1,1-1-1,0 1 1,-4 1-1,-7 3-6775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3 24575,'-12'-2'0,"-1"1"0,-18 1 0,28 0 0,0 0 0,0 1 0,-1-1 0,1 1 0,0 0 0,0 0 0,0 0 0,0 0 0,0 0 0,0 0 0,0 1 0,0 0 0,0 0 0,-4 3 0,6-4 0,1 1 0,-1-1 0,0 1 0,0-1 0,1 1 0,-1-1 0,0 1 0,1-1 0,0 1 0,-1 0 0,1-1 0,0 1 0,0 0 0,0-1 0,0 1 0,0-1 0,0 1 0,0 0 0,1-1 0,-1 1 0,1 0 0,-1-1 0,1 1 0,-1-1 0,1 1 0,1 1 0,3 6 0,0-1 0,0 0 0,7 8 0,-11-15 0,46 51 0,-4-6 0,-41-44 0,0 0 0,-1 1 0,1-1 0,0 1 0,-1-1 0,1 1 0,-1 0 0,0-1 0,0 1 0,0 0 0,0 0 0,-1 0 0,1 0 0,-1 0 0,0 0 0,0 0 0,0 0 0,0 5 0,-1-5 0,0-1 0,0 1 0,0-1 0,0 1 0,0-1 0,-1 0 0,1 1 0,-1-1 0,0 0 0,1 0 0,-1 0 0,0 0 0,0 0 0,0-1 0,0 1 0,-1-1 0,1 1 0,0-1 0,-1 0 0,-4 2 0,0 0-341,0-1 0,1-1-1,-9 2 1,-2-1-6485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16 24575,'-76'-7'0,"4"1"0,59 7 0,-1 0 0,-18 4 0,24-3 0,1 0 0,-1-1 0,0 0 0,1 0 0,-1-1 0,0 0 0,0 0 0,0-1 0,1 0 0,-13-4 0,15 3 0,5-1 0,12 0 0,18 2 0,12 2 0,1 2 0,-1 2 0,55 13 0,-94-17 0,0 0 0,0 0 0,-1-1 0,1 2 0,0-1 0,-1 0 0,1 0 0,-1 1 0,1 0 0,-1-1 0,3 4 0,-4-5 0,-1 1 0,1-1 0,-1 1 0,1 0 0,-1-1 0,0 1 0,1 0 0,-1-1 0,0 1 0,0 0 0,1 0 0,-1-1 0,0 1 0,0 0 0,0 0 0,0-1 0,0 1 0,0 1 0,0-1 0,-1 0 0,1 1 0,-1-1 0,1 0 0,-1 0 0,1 1 0,-1-1 0,0 0 0,0 0 0,1 0 0,-1 0 0,0 0 0,-2 1 0,-37 31 0,31-27 0,1 0 0,0 1 0,0 0 0,1 0 0,-1 0 0,2 1 0,-1 0 0,-5 10 0,-3 7-1365,8-13-5461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24575,'-1'0'0,"1"0"0,0 0 0,0 0 0,0 0 0,0 0 0,0 0 0,0 0 0,0-1 0,0 1 0,0 0 0,0 0 0,1 0 0,-1 0 0,0 0 0,0 0 0,0 0 0,0 0 0,0 0 0,0 0 0,0 0 0,0 0 0,0 0 0,0 0 0,0 0 0,0-1 0,0 1 0,0 0 0,0 0 0,0 0 0,0 0 0,0 0 0,0 0 0,0 0 0,0 0 0,1 0 0,-1 0 0,0 0 0,0 0 0,0 0 0,0 0 0,0 0 0,0 0 0,0 0 0,0 0 0,0 0 0,0 0 0,0 0 0,0 0 0,0 0 0,1 0 0,-1 0 0,0 0 0,0 0 0,0 0 0,0 0 0,0 0 0,0 0 0,0 0 0,0 1 0,0-1 0,0 0 0,6 5 0,5 8 0,55 63 0,-30-36 0,97 102 0,-124-133-1365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0 0,0 1 0,0-1 0,0 0 0,0 1 0,0-1 0,0 0 0,0 1 0,1-1 0,-1 0 0,0 1 0,0-1 0,1 0 0,-1 1 0,0-1 0,1 1 0,-1-1 0,1 0 0,-1 1 0,0-1 0,2 0 0,-2 1 0,1 0 0,0 0 0,-1 0 0,1 0 0,-1 0 0,1 0 0,0 0 0,-1 0 0,1 0 0,0 0 0,-1 1 0,1-1 0,-1 0 0,1 0 0,0 1 0,-1-1 0,1 0 0,-1 0 0,2 1 0,3 3 0,0 0 0,0 1 0,6 7 0,-10-11 0,240 283 0,-221-258 0,-10-13 0,13 21 0,-21-29 96,-6-7-1557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9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24575,'7'-2'0,"0"1"0,1-1 0,-1 2 0,0-1 0,0 1 0,1 0 0,-1 0 0,14 3 0,6 2 0,26 10 0,-29-8 0,-20-6 0,1 0 0,-1 1 0,1-1 0,-1 1 0,1 0 0,7 4 0,-12-6 0,0 0 0,0 0 0,0 0 0,0 0 0,0 0 0,-1 0 0,1 0 0,0 0 0,0 0 0,0 0 0,0 0 0,0 0 0,0 0 0,0 0 0,0 0 0,-1 0 0,1 0 0,0 0 0,0 0 0,0 0 0,0 0 0,0 0 0,0 1 0,0-1 0,0 0 0,0 0 0,0 0 0,0 0 0,-1 0 0,1 0 0,0 0 0,0 0 0,0 0 0,0 0 0,0 1 0,0-1 0,0 0 0,0 0 0,0 0 0,0 0 0,0 0 0,0 0 0,0 0 0,0 0 0,0 1 0,0-1 0,0 0 0,0 0 0,0 0 0,0 0 0,0 0 0,0 0 0,0 0 0,0 0 0,0 1 0,0-1 0,0 0 0,0 0 0,1 0 0,-12-1 0,-40-10 0,34 6 0,-1 1 0,1 1 0,0 1 0,-1 0 0,-25 1 0,42 1 0,0 0 0,0 0 0,-1 1 0,1-1 0,0 0 0,0 0 0,0 1 0,0-1 0,0 1 0,0-1 0,0 1 0,0-1 0,0 1 0,0 0 0,0-1 0,0 1 0,-2 1 0,3-1 0,-1 0 0,1 0 0,0 0 0,-1 0 0,1-1 0,0 1 0,0 0 0,0 0 0,-1 0 0,1 0 0,0 0 0,0 0 0,0 0 0,0 0 0,1-1 0,-1 1 0,0 0 0,0 1 0,2 2 0,-1 0 0,1-1 0,0 1 0,0 0 0,0-1 0,1 0 0,-1 1 0,6 4 0,38 41-1365,-38-40-5461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28 24575,'5'8'0,"0"0"0,-1 1 0,0-1 0,0 1 0,-1 0 0,0 0 0,3 14 0,-5-19 0,0 0 0,-1 0 0,0 0 0,0 0 0,0 0 0,0 0 0,-1 0 0,1 0 0,-1 0 0,0-1 0,0 1 0,0 0 0,-1 0 0,1-1 0,-1 1 0,0-1 0,0 0 0,0 1 0,-1-1 0,-4 5 0,5-6 0,0 0 0,0 0 0,0 0 0,-1 0 0,1 0 0,-1 0 0,1 0 0,-1-1 0,0 0 0,0 1 0,0-1 0,0 0 0,0 0 0,0-1 0,0 1 0,0-1 0,0 1 0,0-1 0,0 0 0,0 0 0,0 0 0,0-1 0,0 1 0,0-1 0,0 1 0,0-1 0,0 0 0,0 0 0,0-1 0,0 1 0,1-1 0,-1 1 0,0-1 0,1 0 0,-1 0 0,1 0 0,0 0 0,-3-4 0,-1 1 0,1-1 0,1 0 0,-1 0 0,1-1 0,0 1 0,0-1 0,1 0 0,0 0 0,0 0 0,0-1 0,1 1 0,0 0 0,1-1 0,0 0 0,0 1 0,0-1 0,1 0 0,0 1 0,2-11 0,-2 16-80,0 0 0,1 0-1,-1-1 1,1 1 0,0 0-1,-1 0 1,1 0 0,0 0-1,0 0 1,0 0 0,0 0 0,1 1-1,-1-1 1,0 0 0,1 0-1,2-1 1,5-4-6746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24575,'43'64'0,"-36"-53"0,-19-49 0,-8-59 0,19 77 120,1 20-155,0-1 1,0 1-1,0 0 1,0-1-1,0 1 1,0-1-1,0 1 1,0 0-1,0-1 1,1 1-1,-1-1 1,0 1-1,0 0 0,0-1 1,1 1-1,-1 0 1,0-1-1,0 1 1,1 0-1,-1-1 1,0 1-1,1 0 1,-1 0-1,0-1 1,1 1-1,-1 0 1,0 0-1,1 0 0,-1-1 1,1 1-1,-1 0 1,0 0-1,1 0 1,-1 0-1,1 0 1,-1 0-1,1 0 1,-1 0-1,0 0 1,1 0-1,-1 0 0,1 0 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192 386 24575,'-21'-7'0,"-50"-17"0,64 22 0,0 1 0,0-1 0,-1 1 0,1 1 0,0 0 0,0 0 0,-15 2 0,21-2 0,0 0 0,0 0 0,0 0 0,-1 1 0,1-1 0,0 0 0,0 1 0,0-1 0,0 1 0,0-1 0,-1 1 0,1-1 0,0 1 0,0 0 0,0 0 0,1-1 0,-1 1 0,0 0 0,0 0 0,0 0 0,1 0 0,-1 0 0,0 0 0,1 0 0,-1 0 0,1 0 0,-1 0 0,1 1 0,-1-1 0,1 0 0,0 0 0,0 0 0,0 1 0,0-1 0,0 0 0,0 0 0,0 1 0,0-1 0,0 0 0,0 0 0,0 0 0,1 1 0,-1-1 0,1 0 0,0 2 0,2 3 0,0-1 0,0 0 0,0 0 0,0 0 0,1 0 0,0-1 0,0 1 0,5 4 0,3 1 0,0-1 0,1 0 0,0-1 0,23 11 0,-26-15 0,-1 0 0,1-1 0,0 0 0,1-1 0,-1 0 0,0 0 0,19 0 0,-26-2 0,0 0 0,0 0 0,-1 0 0,1-1 0,0 1 0,0-1 0,0 0 0,-1 1 0,1-1 0,0 0 0,-1-1 0,1 1 0,-1 0 0,0-1 0,1 0 0,-1 1 0,0-1 0,0 0 0,0 0 0,4-5 0,-4 3 0,1 0 0,-1-1 0,0 0 0,-1 0 0,1 1 0,-1-1 0,1 0 0,-2 0 0,1 0 0,0-11 0,-1-4 0,-2 0 0,0 0 0,-1 0 0,0 0 0,-2 1 0,0-1 0,-11-23 0,-4-4 0,-44-72 0,54 101 0,5 8 0,0 1 0,0 0 0,-1 1 0,-13-15 0,19 22 0,0 1 0,-1 0 0,1 0 0,0 0 0,0 0 0,0-1 0,0 1 0,-1 0 0,1 0 0,0 0 0,0 0 0,0 0 0,-1-1 0,1 1 0,0 0 0,0 0 0,-1 0 0,1 0 0,0 0 0,0 0 0,-1 0 0,1 0 0,0 0 0,0 0 0,-1 0 0,1 0 0,0 0 0,0 0 0,-1 0 0,1 0 0,0 0 0,0 0 0,-1 1 0,1-1 0,0 0 0,-4 10 0,3 12 0,3 2 0,1 0 0,1 0 0,0 0 0,2-1 0,1 0 0,1 0 0,1-1 0,0 0 0,2-1 0,1 0 0,0 0 0,2-1 0,19 22 0,-26-36 0,0 1 0,0-1 0,1-1 0,0 1 0,0-1 0,1 0 0,-1-1 0,1 0 0,0-1 0,0 1 0,0-2 0,13 3 0,-15-3 0,0-1 0,1 0 0,-1-1 0,0 1 0,1-2 0,-1 1 0,1-1 0,-1 0 0,0 0 0,1-1 0,-1 0 0,0 0 0,0-1 0,0 1 0,-1-2 0,9-4 0,-11 4 0,0 1 0,0-1 0,-1 0 0,1 0 0,-1 0 0,0 0 0,0 0 0,-1-1 0,1 1 0,-1-1 0,0 0 0,0 0 0,-1 0 0,1 0 0,-1 0 0,0 0 0,0-8 0,-1 9 0,1 0 0,-1 0 0,-1 1 0,1-1 0,0 0 0,-1 0 0,0 0 0,0 1 0,0-1 0,0 0 0,0 1 0,-1-1 0,0 1 0,0 0 0,0-1 0,0 1 0,0 0 0,0 0 0,-1 1 0,0-1 0,0 0 0,1 1 0,-1-1 0,-4-1 0,4 2 0,1 1 0,-1 0 0,1 0 0,-1 0 0,0 0 0,1 0 0,-1 1 0,0-1 0,0 1 0,1-1 0,-1 1 0,0 0 0,0 0 0,1 1 0,-1-1 0,0 1 0,0-1 0,1 1 0,-1 0 0,1 0 0,-1 0 0,0 0 0,1 0 0,0 1 0,-1-1 0,1 1 0,0-1 0,0 1 0,0 0 0,0 0 0,0 0 0,0 0 0,0 0 0,1 1 0,-2 2 0,1-2 0,0 0 0,0 0 0,0 1 0,1-1 0,0 1 0,-1 0 0,1-1 0,0 1 0,1 0 0,-1-1 0,1 1 0,0 0 0,0 0 0,0 0 0,0-1 0,1 1 0,-1 0 0,1 0 0,0-1 0,0 1 0,0-1 0,1 1 0,-1-1 0,1 1 0,3 4 0,0-3 0,0 0 0,0 0 0,0 0 0,1-1 0,0 0 0,-1 0 0,2 0 0,-1-1 0,0 0 0,13 4 0,7 1 0,39 7 0,-52-12 0,21 3 0,50 4 0,-68-10 0,0 0 0,0 0 0,0-2 0,0 0 0,22-6 0,-34 7 0,0 0 0,0 0 0,0-1 0,-1 1 0,1-1 0,-1 0 0,1 0 0,-1 0 0,0-1 0,0 1 0,0-1 0,0 0 0,0 0 0,0 0 0,-1 0 0,0 0 0,1 0 0,-1-1 0,0 1 0,-1-1 0,1 0 0,-1 1 0,1-1 0,-1 0 0,0 0 0,-1 0 0,1 0 0,-1 0 0,0 0 0,1 0 0,-2 0 0,1 0 0,0 0 0,-1 0 0,0 0 0,-1-4 0,-2-1 0,0-1 0,0 1 0,-9-13 0,7 13 0,1 0 0,-8-19 0,13 27 7,-1-1-1,1 1 0,-1 0 0,1-1 1,0 1-1,0 0 0,0-1 1,0 1-1,0 0 0,0-1 1,0 1-1,0-1 0,0 1 0,0 0 1,1-1-1,-1 1 0,1 0 1,0-2-1,-1 3-14,0 0 1,0-1-1,1 1 0,-1 0 0,0-1 1,1 1-1,-1 0 0,0 0 0,0 0 1,1-1-1,-1 1 0,0 0 0,1 0 1,-1 0-1,0 0 0,1 0 1,-1 0-1,1 0 0,-1 0 0,0 0 1,1 0-1,-1 0 0,0 0 0,1 0 1,-1 0-1,2 0-99,-1 1 0,0-1 0,0 0 0,0 1 0,0 0 0,1-1 0,-1 1 0,0 0 0,0 0 0,-1-1 0,2 2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91 24575,'0'0'0,"0"0"0,0 0 0,0 0 0,0 0 0,0 0 0,0 0 0,0 0 0,0 0 0,0 0 0,0 0 0,0-1 0,0 1 0,0 0 0,0 0 0,0 0 0,0 0 0,0 0 0,0 0 0,0 0 0,0 0 0,0 0 0,0 0 0,0 0 0,0 0 0,0 0 0,0 0 0,0-1 0,0 1 0,0 0 0,-1 0 0,1 0 0,0 0 0,0 0 0,0 0 0,0 0 0,0 0 0,0 0 0,0 0 0,0 0 0,0 0 0,0 0 0,0 0 0,0 0 0,0 0 0,0 0 0,0 0 0,-1 0 0,1 0 0,0 0 0,0 0 0,0 0 0,0 0 0,0 0 0,0 0 0,0 0 0,0 0 0,0 0 0,0 0 0,0 0 0,0 0 0,0 0 0,-1 0 0,-4 6 0,-5 7 0,2 0 0,3-3 0,-1 0 0,0-1 0,-1 0 0,-14 14 0,20-22 0,-1 0 0,1 0 0,-1 0 0,1 0 0,-1 0 0,0-1 0,1 1 0,-1-1 0,0 1 0,0-1 0,1 1 0,-1-1 0,0 0 0,0 0 0,0 0 0,1 0 0,-1 0 0,0-1 0,0 1 0,1-1 0,-1 1 0,0-1 0,0 1 0,1-1 0,-1 0 0,1 0 0,-1 0 0,-2-1 0,-5-5 0,0 1 0,0-2 0,-11-10 0,11 9 0,0 1 0,1-1 0,1 1 0,-10-14 0,15 20 0,1-1 0,-1 0 0,0 0 0,1 1 0,-1-1 0,1 0 0,0-1 0,0 1 0,0 0 0,0 0 0,1 0 0,-1-1 0,1 1 0,0 0 0,0 0 0,1-6 0,-1 8 5,1-1-1,0 0 1,0 0-1,0 1 0,0-1 1,0 1-1,0-1 1,0 1-1,0-1 1,1 1-1,-1 0 0,1 0 1,-1-1-1,1 1 1,-1 0-1,1 0 1,0 1-1,-1-1 1,1 0-1,0 0 0,0 1 1,-1-1-1,1 1 1,0 0-1,0-1 1,2 1-1,2 0-190,-1-1 1,1 1-1,0 1 0,-1-1 1,1 1-1,-1 0 1,10 3-1,-5-1-6640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4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198 116 24575,'-14'-12'0,"-8"-7"0,-1 1 0,-1 0 0,-40-21 0,62 37 0,-1 1 0,0 0 0,0 0 0,1 0 0,-1 0 0,0 0 0,0 1 0,-4-1 0,6 1 0,0 0 0,0 0 0,0 0 0,1 0 0,-1 1 0,0-1 0,0 0 0,0 1 0,1-1 0,-1 0 0,0 1 0,0-1 0,1 1 0,-1-1 0,0 1 0,1-1 0,-1 1 0,1 0 0,-1-1 0,0 1 0,1 0 0,-1-1 0,1 1 0,0 0 0,-1 0 0,1-1 0,0 1 0,-1 0 0,1 0 0,0 0 0,0-1 0,0 2 0,-1 5 0,0 0 0,1 0 0,-1 0 0,2 0 0,-1 0 0,1 0 0,2 11 0,18 51 0,-14-48 0,175 494 0,-169-480 0,29 67 0,-41-102 0,-1 1 0,0 0 0,1 0 0,-1 0 0,1 0 0,-1-1 0,1 1 0,-1 0 0,1-1 0,-1 1 0,1 0 0,0-1 0,-1 1 0,1-1 0,0 1 0,1 0 0,-2-1 0,1 0 0,-1 0 0,0 0 0,0-1 0,1 1 0,-1 0 0,0 0 0,0 0 0,1-1 0,-1 1 0,0 0 0,0 0 0,1 0 0,-1-1 0,0 1 0,0 0 0,0-1 0,0 1 0,1 0 0,-1-1 0,0 1 0,0 0 0,0 0 0,0-1 0,0 1 0,0 0 0,0-1 0,0 0 0,2-31 0,-2 30 0,0-27 0,-2-71 0,0 84 0,0 1 0,0-1 0,-2 1 0,-6-20 0,9 33 0,0 0 0,0 0 0,0 0 0,0 1 0,0-1 0,-1 0 0,1 1 0,0-1 0,-1 1 0,1-1 0,-1 1 0,0 0 0,1-1 0,-1 1 0,0 0 0,0 0 0,0 0 0,0 1 0,0-1 0,0 0 0,0 1 0,-4-1 0,-3 0 0,-1 0 0,0 1 0,-17 1 0,8 0 0,-81 9-1106,96-9 847,-16 2-6567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301 169 24575,'-42'-29'0,"-15"-10"0,-110-56 0,165 94 0,1 1 0,-1-1 0,0 0 0,0 1 0,0-1 0,0 1 0,0-1 0,0 1 0,0 0 0,0 0 0,-2 0 0,4 0 0,-1 0 0,0 0 0,1 1 0,-1-1 0,1 0 0,-1 1 0,1-1 0,-1 0 0,1 1 0,0-1 0,-1 1 0,1-1 0,-1 1 0,1-1 0,0 1 0,-1-1 0,1 1 0,0-1 0,0 1 0,-1-1 0,1 1 0,0-1 0,0 1 0,0-1 0,0 1 0,0 0 0,0-1 0,0 1 0,0-1 0,0 1 0,0 0 0,0-1 0,0 1 0,0-1 0,0 1 0,1-1 0,-1 1 0,0 0 0,4 15 0,1 0 0,0-1 0,1 1 0,10 15 0,35 58 0,-45-79 0,87 135 0,50 85 0,-128-204 0,-6-12 0,-1 0 0,12 30 0,-19-43 0,-1 0 0,0 0 0,1 0 0,-1 0 0,0 0 0,0 0 0,1 0 0,-1 0 0,0 0 0,0 0 0,0 0 0,0 0 0,0 0 0,0 0 0,-1-1 0,1 1 0,0 0 0,0 0 0,-1 0 0,1 0 0,-1 1 0,0-1 0,1-1 0,-1 0 0,0 1 0,1-1 0,-1 1 0,0-1 0,1 0 0,-1 0 0,0 1 0,0-1 0,1 0 0,-1 0 0,0 0 0,0 0 0,1 0 0,-1 0 0,0 0 0,0 0 0,0 0 0,0-1 0,-6 0 0,0-1 0,0-1 0,1 1 0,-9-6 0,-24-14 0,1-2 0,2-2 0,-51-45 0,75 61 0,-26-25 0,36 33 0,0-1 0,0 1 0,0-1 0,0 0 0,0 0 0,1 0 0,-1 0 0,1 0 0,-1 0 0,1 0 0,0 0 0,0-4 0,1 5 0,0 1 0,0-1 0,0 1 0,0-1 0,0 1 0,1 0 0,-1-1 0,1 1 0,-1 0 0,1-1 0,-1 1 0,1 0 0,0-1 0,-1 1 0,1 0 0,0 0 0,0 0 0,0 0 0,0 0 0,0 0 0,0 0 0,0 0 0,1 0 0,-1 1 0,0-1 0,0 0 0,1 1 0,1-2 0,5-1 0,0 1 0,0-1 0,15-2 0,-9 3 0,17-4 0,0 3 0,0 0 0,62 4 0,33-2 0,-119 0 0,-4 0 0,-1 1 0,0 0 0,1 0 0,-1 0 0,0 0 0,1 0 0,3 1 0,-5 0 0,0-1 0,0 1 0,0-1 0,0 1 0,0 0 0,0 0 0,0-1 0,0 1 0,-1 0 0,1 0 0,0 0 0,0 0 0,-1 0 0,1 0 0,0 0 0,-1 0 0,1 3 0,5 6-170,0 0-1,0 0 0,1 0 1,0-1-1,0 0 0,1 0 1,17 13-1,-13-11-6655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10 24575,'0'-5'0,"0"1"0,0 3 0,-2 5 0,-2 4 0,-1 3 0,-4 0 0,1 1 0,1-3-8191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236 492 24575,'-15'-88'0,"-32"-104"0,34 154 0,-2 1 0,-1 0 0,-26-42 0,41 77 0,0 1 0,0-1 0,0 1 0,0-1 0,0 1 0,0 0 0,0 0 0,0-1 0,-1 1 0,1 0 0,0 0 0,-1 0 0,1 0 0,-1 0 0,1 1 0,-3-2 0,3 2 0,0 0 0,0 0 0,0 0 0,0 0 0,0 0 0,0 1 0,0-1 0,0 0 0,0 1 0,0-1 0,0 0 0,0 1 0,0-1 0,0 1 0,0 0 0,0-1 0,0 1 0,1 0 0,-1-1 0,0 1 0,0 0 0,1 0 0,-1 0 0,1 0 0,-1-1 0,0 3 0,-4 5 0,1 0 0,0 1 0,0 0 0,1 0 0,0 0 0,0 0 0,0 10 0,-7 66 0,9-67 0,0 0 0,1 0 0,1 0 0,4 19 0,-3-27 0,1-1 0,-1 0 0,1 0 0,1 0 0,0 0 0,0-1 0,1 1 0,0-1 0,8 11 0,0-6 0,-1 1 0,2-2 0,-1 0 0,2-1 0,0 0 0,0-1 0,1-1 0,0 0 0,0-1 0,1-1 0,19 5 0,-28-10 17,-1 0 0,0-1 1,1 1-1,0-2 0,-1 1 0,9-2 0,-14 1-70,0 0 0,0 0 0,0 0 0,0-1 0,0 1 0,0-1 0,0 1 0,-1-1 0,1 0 0,0 1 0,0-1 0,-1 0-1,1 0 1,0-1 0,-1 1 0,1 0 0,-1-1 0,1 1 0,-1 0 0,0-1 0,0 1 0,0-1 0,0 0 0,0 0 0,0 1 0,0-1 0,1-3 0,0-6-6773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24575,'53'104'0,"0"-2"0,49 133 0,-102-235 0,3 8 0,-1 0 0,0 0 0,3 17 0,-5-24 0,0 0 0,0 1 0,0-1 0,0 0 0,0 1 0,0-1 0,-1 0 0,1 1 0,0-1 0,-1 0 0,1 0 0,-1 1 0,1-1 0,-2 1 0,1-1 0,1 0 0,-1-1 0,0 1 0,0-1 0,1 1 0,-1-1 0,0 1 0,0-1 0,0 0 0,1 1 0,-1-1 0,0 0 0,0 0 0,0 1 0,0-1 0,0 0 0,0 0 0,0 0 0,0 0 0,0 0 0,1-1 0,-1 1 0,-2 0 0,-3-2-12,0 0-1,0-1 1,0 0 0,0 0-1,0 0 1,-10-8-1,0 1-1265,0 0-5548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24575,'47'9'0,"68"25"0,41 26 0,-147-56 0,1-1 0,-1 0 0,1-1 0,-1 0 0,1 0 0,0-1 0,0 0 0,0-1 0,15-1 0,-21 0 0,1 0 0,0 1 0,-1-2 0,1 1 0,-1 0 0,1-1 0,-1 0 0,0 0 0,0 0 0,0-1 0,0 1 0,0-1 0,0 0 0,-1 0 0,1 0 0,-1-1 0,0 1 0,0-1 0,0 0 0,0 0 0,3-6 0,-3 2 0,0 1 0,-1-1 0,1 0 0,-2 0 0,1 0 0,-1 0 0,0 0 0,-1-16 0,0 17 0,0 1 0,-1 0 0,0 0 0,0 0 0,-1 0 0,0 0 0,0 0 0,0 0 0,-1 1 0,0-1 0,0 1 0,-5-8 0,8 12 0,-1 0 0,0 1 0,1-1 0,-1 0 0,0 0 0,1 0 0,-1 1 0,0-1 0,0 0 0,0 1 0,0-1 0,0 0 0,0 1 0,1 0 0,-1-1 0,0 1 0,-1-1 0,1 1 0,0 0 0,0 0 0,0 0 0,0 0 0,0-1 0,0 1 0,-1 1 0,0-1 0,1 1 0,0 0 0,-1-1 0,1 1 0,0 0 0,0 0 0,0 0 0,-1 0 0,1 0 0,0 0 0,0 0 0,1 1 0,-1-1 0,0 0 0,-1 3 0,-2 3 0,1 0 0,0 1 0,1-1 0,0 1 0,-3 14 0,4-11 0,0 0 0,1 1 0,0-1 0,0 0 0,1 0 0,1 1 0,0-1 0,1 0 0,7 20 0,-8-26 0,0-1 0,0 1 0,1-1 0,-1 1 0,1-1 0,0 0 0,1 0 0,-1 0 0,1 0 0,-1-1 0,1 1 0,0-1 0,0 0 0,1 0 0,-1-1 0,1 1 0,-1-1 0,1 0 0,0 0 0,0 0 0,0-1 0,0 0 0,9 1 0,8-1 0,0-1 0,1-1 0,37-7 0,-38 5 0,16 1 0,6-1 0,-41 3 0,1-1 0,-1 1 0,0-1 0,1 0 0,-1-1 0,0 1 0,0 0 0,1-1 0,3-2 0,-6 2 0,0 1 0,0 0 0,0 0 0,-1 0 0,1 0 0,0-1 0,0 1 0,-1 0 0,1-1 0,-1 1 0,1-1 0,-1 1 0,0-1 0,0 1 0,1 0 0,-1-1 0,0 1 0,0-1 0,-1 1 0,1-1 0,0 1 0,0-1 0,-1 1 0,1-1 0,0 1 0,-1 0 0,0-1 0,0 0 0,-3-8 0,-1 1 0,-9-16 0,11 21 0,-8-13 0,2 4 0,-14-29 0,21 39 0,1 1 0,0-1 0,0-1 0,0 1 0,0 0 0,0 0 0,1 0 0,-1 0 0,1-1 0,0 1 0,0 0 0,0 0 0,0-1 0,1 1 0,1-6 0,-1 8 0,0-1 0,0 0 0,0 1 0,1-1 0,-1 1 0,1-1 0,-1 1 0,1 0 0,-1-1 0,1 1 0,0 0 0,0 0 0,-1 0 0,1 0 0,0 1 0,0-1 0,0 0 0,0 1 0,0 0 0,0-1 0,0 1 0,0 0 0,4 0 0,2 0 0,1 0 0,0 0 0,-1 1 0,12 2 0,-5 1-1365,-2 0-5461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5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24575,'28'1'0,"0"-2"0,0-1 0,0-1 0,35-8 0,-60 10 0,0 0 0,0 0 0,-1 0 0,1 0 0,0-1 0,-1 1 0,1-1 0,-1 0 0,0 0 0,0 0 0,1 0 0,-1 0 0,0 0 0,-1 0 0,1-1 0,2-4 0,-3 6 0,0-1 0,-1 1 0,1-1 0,-1 0 0,0 1 0,1-1 0,-1 1 0,0-1 0,0 0 0,0 1 0,0-1 0,0 1 0,0-1 0,-1 0 0,1 1 0,0-1 0,-1 1 0,1-1 0,-1 1 0,0-1 0,0 1 0,1-1 0,-1 1 0,0 0 0,0 0 0,0-1 0,0 1 0,-1 0 0,1 0 0,0 0 0,-3-2 0,-3-2 0,-1 1 0,0 0 0,0 0 0,0 1 0,-1 0 0,0 0 0,1 0 0,-15-1 0,19 4 0,1 0 0,-1 0 0,0 0 0,1 1 0,-1-1 0,1 1 0,-1 0 0,1 0 0,0 0 0,-1 1 0,1-1 0,0 1 0,0-1 0,0 1 0,0 0 0,0 0 0,0 1 0,-3 2 0,3-2 0,0 1 0,-1-1 0,1 1 0,1-1 0,-1 1 0,0 0 0,1 0 0,0 1 0,0-1 0,0 0 0,0 1 0,1-1 0,-2 8 0,3-8 0,0 0 0,0 0 0,0 0 0,0 0 0,0 0 0,1 0 0,0 0 0,0 0 0,0 0 0,0-1 0,1 1 0,3 7 0,-4-9 0,1 0 0,0 0 0,-1 1 0,1-1 0,0 0 0,0-1 0,0 1 0,0 0 0,0 0 0,1-1 0,-1 1 0,0-1 0,1 0 0,-1 0 0,1 0 0,-1 0 0,1 0 0,0 0 0,4 0 0,11 0 40,0 0 0,20-2 0,-29 0-252,0 0 0,0 0 0,-1-1-1,1 0 1,0-1 0,9-4 0,-8 2-6614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6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24575,'26'21'0,"1"-1"0,1-1 0,40 21 0,-63-37 0,1-1 0,0 1 0,0-1 0,-1-1 0,1 1 0,0-1 0,1 0 0,9 1 0,-14-2 0,-1 0 0,1 0 0,-1 0 0,1 0 0,-1-1 0,1 1 0,-1 0 0,1-1 0,-1 1 0,1-1 0,-1 1 0,1-1 0,-1 0 0,0 1 0,0-1 0,1 0 0,-1 0 0,0 0 0,0 0 0,0 0 0,0 0 0,0 0 0,0-1 0,0 1 0,0 0 0,-1 0 0,1-1 0,0 1 0,-1-1 0,1 1 0,-1 0 0,1-1 0,-1 1 0,0-1 0,0 1 0,0-1 0,1 1 0,-1-1 0,-1 1 0,1-3 0,-1-5 0,-1 0 0,0 1 0,-1-1 0,0 0 0,0 1 0,-1 0 0,0 0 0,-6-9 0,10 16 0,-1 1 0,1-1 0,-1 0 0,1 1 0,-1-1 0,1 0 0,-1 1 0,1-1 0,-1 1 0,0-1 0,1 1 0,-1-1 0,0 1 0,0-1 0,1 1 0,-1 0 0,1 0 0,0 0 0,-1 0 0,1 0 0,0 0 0,0 0 0,-1 0 0,1 0 0,0 0 0,-1 0 0,1 0 0,0 0 0,0 0 0,-1 0 0,1 0 0,0 1 0,0-1 0,-1 0 0,1 0 0,0 0 0,0 0 0,-1 1 0,1-1 0,0 0 0,-1 1 0,1 0 0,-1 0 0,1 0 0,-1 0 0,1 0 0,0-1 0,-1 1 0,1 0 0,0 0 0,0 0 0,0 0 0,0 0 0,-1 0 0,1 0 0,1 0 0,-1 0 0,0 0 0,0 0 0,0 0 0,1 1 0,0 1 0,0 0 0,1 0 0,-1 0 0,1-1 0,0 1 0,0-1 0,0 1 0,0-1 0,0 0 0,0 0 0,1 0 0,-1 0 0,1 0 0,0 0 0,-1-1 0,1 1 0,0-1 0,4 2 0,6 1 0,-1-1 0,1 0 0,15 2 0,-7-2 0,-12-1 0,0-1 0,0 0 0,0 0 0,0-1 0,13-1 0,-20 1 0,0-1 0,1 1 0,-1-1 0,0 1 0,0-1 0,0 0 0,0 0 0,0 0 0,0 0 0,0 0 0,-1 0 0,1-1 0,0 1 0,-1 0 0,1-1 0,-1 1 0,1-1 0,-1 0 0,0 0 0,1 1 0,-1-1 0,0 0 0,0 0 0,0 0 0,-1 0 0,1 0 0,0 0 0,0-4 0,0 0 0,0 0 0,-1 0 0,0 0 0,0 0 0,0 0 0,-2-8 0,2 12 0,0-1 0,-1 1 0,0 0 0,1-1 0,-1 1 0,0-1 0,0 1 0,0 0 0,-1 0 0,1 0 0,-1 0 0,1 0 0,-1 0 0,0 0 0,1 0 0,-1 0 0,-4-2 0,6 4 0,-1-1 0,0 1 0,0-1 0,1 1 0,-1 0 0,0 0 0,0-1 0,1 1 0,-1 0 0,0 0 0,0 0 0,0 0 0,0 0 0,1 0 0,-1 0 0,0 0 0,0 0 0,0 0 0,0 0 0,1 1 0,-1-1 0,0 0 0,-1 1 0,0 0 0,1 0 0,0 1 0,-1-1 0,1 0 0,0 0 0,-1 1 0,1-1 0,0 1 0,0-1 0,-1 3 0,-1 2 0,1-1 0,0 1 0,0 0 0,0 0 0,-1 10 0,3-12 0,-1 0 0,1 0 0,0 0 0,0-1 0,1 1 0,-1 0 0,1 0 0,0 0 0,0 0 0,2 6 0,-2-8 0,0 0 0,1 0 0,-1 0 0,0-1 0,1 1 0,-1 0 0,1-1 0,-1 1 0,1-1 0,0 0 0,0 0 0,-1 1 0,1-1 0,0 0 0,0 0 0,0-1 0,0 1 0,1 0 0,-1-1 0,0 1 0,2-1 0,15 2 0,0-1 0,-1-1 0,1 0 0,0-2 0,-1 0 0,33-8 0,-49 9 0,0 1 0,0-1 0,0 0 0,1 0 0,-1 1 0,0-1 0,-1 0 0,1-1 0,0 1 0,0 0 0,0-1 0,-1 1 0,1 0 0,1-3 0,-1 0 0,1 0 0,-1 1 0,0-2 0,0 1 0,1-5 0,1-1 0,-4 9 0,1 0 0,-1 1 0,0-1 0,1 0 0,-1 1 0,1-1 0,-1 1 0,1-1 0,-1 1 0,1-1 0,0 1 0,-1-1 0,1 1 0,-1-1 0,1 1 0,0 0 0,-1-1 0,1 1 0,0 0 0,0 0 0,-1 0 0,1-1 0,0 1 0,0 0 0,-1 0 0,1 0 0,0 0 0,0 0 0,-1 0 0,1 0 0,0 1 0,0-1 0,-1 0 0,1 0 0,0 1 0,-1-1 0,1 0 0,1 1 0,4 2 0,1 1 0,-1 0 0,8 5 0,-4-2 0,0-1 0,3 2 0,1-1 0,-1 0 0,28 9 0,-37-14 0,1-1 0,-1 0 0,1 0 0,0-1 0,-1 0 0,1 0 0,0 0 0,0 0 0,-1 0 0,1-1 0,0 0 0,-1 0 0,1-1 0,-1 1 0,1-1 0,7-4 0,-2 0-117,-7 4 148,-1 1 0,0-1 0,1 1 0,-1 0 0,1-1 0,-1 1 0,6-1 0,-8 2-80,1 0 1,0 0 0,0 0 0,0 1-1,0-1 1,-1 0 0,1 0 0,0 0-1,0 1 1,0-1 0,-1 1 0,1-1-1,0 0 1,0 1 0,-1-1 0,1 1-1,0-1 1,-1 1 0,1 0 0,-1-1-1,1 1 1,-1 0 0,1-1 0,-1 1-1,1 0 1,-1 0 0,0-1 0,1 1-1,-1 0 1,0 1 0,4 8-6778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7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25 197 24575,'7'9'0,"1"0"0,-2 1 0,1 0 0,-1 0 0,-1 0 0,0 1 0,0 0 0,5 21 0,3 5 0,-12-37 0,15 35 0,-15-34 0,-1 0 0,1 1 0,0-1 0,-1 0 0,1 0 0,0 0 0,0 0 0,0 0 0,0 0 0,0 0 0,0 0 0,0 0 0,0-1 0,1 1 0,-1 0 0,0-1 0,0 1 0,1-1 0,-1 1 0,0-1 0,1 0 0,-1 1 0,0-1 0,3 0 0,-4 0 0,1-1 0,0 1 0,0 0 0,0-1 0,0 1 0,0-1 0,-1 0 0,1 1 0,0-1 0,-1 0 0,1 1 0,0-1 0,-1 0 0,1 0 0,-1 1 0,1-1 0,-1 0 0,1 0 0,-1 0 0,0 0 0,1 0 0,-1 0 0,0 0 0,0 0 0,0 0 0,1 1 0,-1-3 0,0-2 0,0 0 0,0 0 0,0 0 0,-1-5 0,-5-13 0,0 0 0,-2 0 0,0 1 0,-2 0 0,0 1 0,-1 0 0,-18-23 0,-22-42 0,33 56 0,21 34 0,10 19 0,1-1 0,25 30 0,-34-46 0,-1-1 0,1 0 0,0 0 0,1 0 0,-1-1 0,1 0 0,0 0 0,0 0 0,0-1 0,1 0 0,-1 0 0,1 0 0,0-1 0,0 0 0,9 2 0,-13-4 0,-1 0 0,1 0 0,0 0 0,0-1 0,-1 1 0,1 0 0,0-1 0,-1 0 0,1 0 0,0 1 0,-1-2 0,1 1 0,-1 0 0,0 0 0,3-3 0,-1 2 0,-1-2 0,0 1 0,0 0 0,0 0 0,0-1 0,-1 0 0,1 1 0,2-7 0,1-3 0,-1 0 0,-1 1 0,0-2 0,-1 1 0,1-14 0,-3 12 0,-1 12 0,0 0 0,0 0 0,1 0 0,-1 0 0,1 0 0,-1 0 0,1 0 0,0 0 0,0 0 0,0 0 0,2-3 0,-2 6 0,-1 0 0,0 0 0,1 0 0,-1 0 0,0 0 0,1 0 0,-1 0 0,0 0 0,1 0 0,-1 0 0,0 0 0,1 0 0,-1 0 0,0 1 0,1-1 0,-1 0 0,0 0 0,0 0 0,1 0 0,-1 1 0,0-1 0,0 0 0,1 0 0,-1 1 0,0-1 0,0 0 0,0 0 0,1 1 0,-1-1 0,0 0 0,0 1 0,7 10 0,16 37 0,-14-30 0,14 25 0,-3-11 0,3 0 0,0-1 0,51 50 0,-68-76-104,14 14-527,19 22 1,-31-32-6196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8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121 103 24575,'1'-1'0,"-1"0"0,0 0 0,1 1 0,-1-1 0,1 0 0,-1 0 0,1 0 0,-1 1 0,1-1 0,0 0 0,-1 1 0,1-1 0,0 0 0,0 1 0,-1-1 0,1 1 0,0-1 0,0 1 0,0 0 0,-1-1 0,1 1 0,0 0 0,0 0 0,0-1 0,1 1 0,-1 0 0,1 1 0,-1-1 0,1 0 0,-1 1 0,0-1 0,1 1 0,-1 0 0,0-1 0,0 1 0,1 0 0,-1 0 0,0 0 0,0-1 0,2 3 0,1 2 0,-1-1 0,1 1 0,-1 0 0,1 0 0,-1 1 0,4 9 0,-6-11 0,0-1 0,0 0 0,0 1 0,0-1 0,-1 0 0,0 1 0,1-1 0,-1 1 0,-1 4 0,1-6 0,-1-1 0,1 0 0,0 0 0,-1 0 0,1 1 0,-1-1 0,0 0 0,1 0 0,-1 0 0,0 0 0,0 0 0,1 0 0,-1 0 0,0 0 0,0 0 0,0 0 0,0-1 0,0 1 0,-1 0 0,1-1 0,0 1 0,0-1 0,0 1 0,-1-1 0,1 1 0,0-1 0,-3 0 0,-3 2 0,0-2 0,0 1 0,-11-1 0,15 0 0,1-1 0,-1 1 0,0 0 0,0-1 0,1 0 0,-1 1 0,1-1 0,-1 0 0,0 0 0,1-1 0,0 1 0,-3-2 0,4 2 0,0-1 0,0 1 0,0-1 0,0 1 0,0-1 0,1 1 0,-1-1 0,1 1 0,-1-1 0,1 1 0,-1-4 0,-5-13 0,0 11 0,0-1 0,-11-10 0,10 12 0,0-2 0,1 1 0,-1-1 0,-7-13 0,13 20 0,0-1 0,0 0 0,1 0 0,-1 0 0,0 0 0,1 0 0,-1 0 0,1 0 0,-1 0 0,1 0 0,0-1 0,0 1 0,0 0 0,0 0 0,1 0 0,-1 0 0,0 0 0,1 0 0,0 0 0,-1 0 0,1 0 0,0 0 0,0 0 0,0 0 0,0 0 0,2-1 0,-2 1 0,0 1 0,1-1 0,-1 1 0,1-1 0,-1 1 0,1-1 0,0 1 0,0 0 0,0 0 0,-1 0 0,1 0 0,0 0 0,0 0 0,0 1 0,5-2 0,-4 2 0,1 0 0,0 0 0,-1 0 0,1 0 0,0 0 0,-1 1 0,1-1 0,6 3 0,-4 0 0,1-1 0,0 1 0,-1 1 0,0-1 0,0 1 0,0 0 0,0 1 0,0-1 0,5 7 0,-9-9-52,-1 0-1,1 0 1,0 0-1,-1 1 1,0-1-1,1 0 1,-1 1-1,0-1 1,0 1-1,0-1 1,-1 1-1,1 0 1,-1-1-1,1 1 1,-1 0-1,0 0 1,0-1-1,0 1 1,0 0-1,-1-1 1,1 1-1,-1 0 0,0-1 1,1 1-1,-3 3 1,-4 7-6774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188 314 24575,'-6'-7'0,"0"0"0,0 1 0,0-1 0,-1 2 0,0-1 0,0 1 0,-1 0 0,-9-5 0,13 8 0,1 1 0,-1-1 0,0 1 0,0 0 0,0 0 0,0 0 0,0 0 0,0 1 0,0-1 0,0 1 0,-1 0 0,1 1 0,0-1 0,0 1 0,0 0 0,0 0 0,0 0 0,0 0 0,1 1 0,-5 1 0,6-2 0,0 0 0,0 0 0,0 0 0,0 0 0,0 1 0,1-1 0,-1 1 0,1-1 0,-1 1 0,1-1 0,-1 1 0,1 0 0,0-1 0,0 1 0,0 0 0,0 0 0,0 0 0,0 0 0,0 0 0,1 0 0,-1 0 0,1 0 0,0 1 0,-1-1 0,1 0 0,0 0 0,0 0 0,0 0 0,1 3 0,0 0 0,1-1 0,-1 0 0,1 0 0,0 0 0,0 0 0,0 0 0,0 0 0,1-1 0,0 1 0,0-1 0,0 0 0,0 1 0,4 2 0,2 0 0,-1 0 0,1 0 0,1-1 0,-1 0 0,1-1 0,0 0 0,0-1 0,0 0 0,0 0 0,0-1 0,1 0 0,-1-1 0,17 0 0,-25-1 0,0 0 0,1-1 0,-1 1 0,0-1 0,0 1 0,1-1 0,-1 0 0,0 1 0,0-1 0,0 0 0,0-1 0,0 1 0,0 0 0,0 0 0,0-1 0,-1 1 0,1-1 0,0 0 0,-1 0 0,1 1 0,-1-1 0,0 0 0,0 0 0,0 0 0,0 0 0,0 0 0,0-1 0,0 1 0,0 0 0,-1 0 0,1-1 0,-1 1 0,0 0 0,0-3 0,0-4 0,0 0 0,0 0 0,-1 0 0,0 0 0,-1 0 0,0 0 0,-5-13 0,-6-12 0,-2 0 0,-1 1 0,-2 1 0,-1 1 0,-2 0 0,-41-47 0,62 78 0,0-1 0,0 1 0,0 0 0,0-1 0,-1 1 0,1 0 0,0-1 0,-1 1 0,1 0 0,0 0 0,0-1 0,-1 1 0,1 0 0,0 0 0,-1-1 0,1 1 0,-1 0 0,1 0 0,0 0 0,-1 0 0,1 0 0,0 0 0,-1 0 0,1-1 0,-1 1 0,1 0 0,-1 1 0,-1 8 0,7 18 0,-5-27 0,17 70 0,42 105 0,-55-163-151,1-1-1,1 1 0,0-1 0,1-1 1,0 1-1,0-1 0,1-1 1,9 10-1,-4-9-6674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190 427 24575,'-38'-4'0,"24"1"0,-1 2 0,0-1 0,-1 2 0,1 0 0,0 1 0,-24 4 0,38-5 0,0 0 0,0 0 0,0 0 0,0 1 0,0-1 0,0 0 0,0 1 0,0-1 0,0 1 0,0-1 0,0 1 0,0-1 0,1 1 0,-1 0 0,0-1 0,0 1 0,1 0 0,-1 0 0,0-1 0,1 1 0,-1 0 0,1 0 0,-1 0 0,1 0 0,-1 0 0,1 0 0,0 0 0,-1 0 0,1 2 0,0-2 0,0 1 0,1-1 0,-1 1 0,1-1 0,0 1 0,-1-1 0,1 1 0,0-1 0,0 0 0,0 0 0,0 1 0,0-1 0,0 0 0,0 0 0,0 0 0,1 0 0,-1 0 0,3 2 0,1 0 0,1-1 0,-1 1 0,1-1 0,0 0 0,0 0 0,0-1 0,0 1 0,0-1 0,8 0 0,3 0 0,-1-1 0,20-3 0,-33 3 0,0-1 0,0 1 0,0-1 0,0 0 0,0 0 0,0 0 0,-1 0 0,1 0 0,0-1 0,-1 1 0,1-1 0,-1 0 0,1 0 0,-1 0 0,0 0 0,0 0 0,0 0 0,0-1 0,0 1 0,-1 0 0,1-1 0,-1 0 0,1 1 0,-1-1 0,0 0 0,0 0 0,0 0 0,0 0 0,-1 0 0,1-3 0,1-7 0,-1 0 0,-1 0 0,0 0 0,-1 0 0,-4-21 0,-1 6 0,-1 0 0,-2 0 0,0 1 0,-2 0 0,-1 1 0,-1 0 0,-1 1 0,-2 0 0,0 2 0,-33-38 0,49 61 0,0 1 0,0-1 0,0 0 0,0 0 0,0 1 0,0-1 0,0 0 0,0 1 0,0-1 0,0 0 0,0 0 0,0 1 0,-1-1 0,1 0 0,0 0 0,0 1 0,0-1 0,0 0 0,0 0 0,0 1 0,-1-1 0,1 0 0,0 0 0,0 1 0,0-1 0,-1 0 0,1 0 0,0 0 0,0 0 0,-1 1 0,1-1 0,0 0 0,0 0 0,-1 0 0,1 0 0,0 0 0,-1 0 0,1 0 0,0 0 0,0 0 0,-1 0 0,1 0 0,0 0 0,-1 0 0,1 0 0,0 0 0,0 0 0,-1 0 0,1 0 0,0 0 0,0 0 0,-1 0 0,1-1 0,0 1 0,0 0 0,-1 0 0,1 0 0,0 0 0,0-1 0,-1 1 0,1 0 0,0 0 0,0 0 0,0-1 0,0 1 0,-1 0 0,1 0 0,0-1 0,0 1 0,0 28 0,0-22 0,1 22 0,2 1 0,1-1 0,1 1 0,2-2 0,9 29 0,3-6 0,44 85 0,-56-122-455,0-1 0,14 17 0,-10-16-6371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0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78 178 24575,'9'21'0,"1"-1"0,1 0 0,0 0 0,2-1 0,0-1 0,2 0 0,0-1 0,0 0 0,20 15 0,-34-31 0,0 0 0,0 0 0,0-1 0,1 1 0,-1 0 0,0 0 0,0-1 0,1 1 0,-1-1 0,1 1 0,-1-1 0,0 0 0,3 1 0,-4-1 0,1 0 0,-1 0 0,0 0 0,0 0 0,0 0 0,1 0 0,-1 0 0,0-1 0,0 1 0,1 0 0,-1 0 0,0 0 0,0 0 0,0 0 0,0 0 0,1 0 0,-1-1 0,0 1 0,0 0 0,0 0 0,0 0 0,1 0 0,-1-1 0,0 1 0,0 0 0,0 0 0,0 0 0,0-1 0,0 1 0,0 0 0,-3-13 0,-6-4 0,-1 2 0,-1 0 0,-17-20 0,1 3 0,-26-41 0,-55-96 0,132 196 0,-14-16 0,0 0 0,1-1 0,0 0 0,0-1 0,1-1 0,0 1 0,1-2 0,-1 0 0,2 0 0,-1-1 0,1-1 0,0 0 0,27 5 0,-36-9 0,0 0 0,0-1 0,0 1 0,0-1 0,0 0 0,-1-1 0,1 1 0,0-1 0,0 0 0,0 0 0,-1-1 0,1 1 0,0-1 0,-1 0 0,1-1 0,6-4 0,-8 5 0,-1 0 0,1 0 0,0-1 0,-1 1 0,0-1 0,0 1 0,0-1 0,0 0 0,0 0 0,-1 0 0,1 0 0,-1 0 0,0-1 0,1 1 0,-2 0 0,1-1 0,0 1 0,-1 0 0,1-1 0,-1 1 0,0-1 0,0 1 0,-1-1 0,0-5 0,0 3 0,0 0 0,-1-1 0,0 1 0,0 0 0,0-1 0,-1 1 0,-5-9 0,21 41 0,56 66 0,-59-82 0,0 1 0,0-2 0,1 1 0,0-1 0,1-1 0,13 7 0,3 1-682,44 33-1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3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24575,'10'2'0,"7"3"0,0-1 0,22 1 0,-35-4 0,0-1 0,0 0 0,0 0 0,1-1 0,-1 1 0,0-1 0,0 1 0,0-1 0,0-1 0,0 1 0,0-1 0,0 1 0,0-1 0,6-4 0,-8 4 0,-1 1 0,1 0 0,-1-1 0,1 1 0,-1-1 0,0 1 0,0-1 0,0 1 0,0-1 0,0 0 0,0 0 0,0 1 0,0-1 0,-1 0 0,1 0 0,-1 0 0,1 0 0,-1 0 0,0 0 0,1 0 0,-1 0 0,0 0 0,-1 0 0,1 0 0,0 0 0,-1 0 0,1 0 0,-1 0 0,1 0 0,-1 0 0,0 1 0,0-1 0,0 0 0,-1-2 0,-1 0 0,0 0 0,0 0 0,0 0 0,-1 0 0,1 1 0,-1-1 0,0 1 0,0 0 0,0 0 0,-1 0 0,1 1 0,-8-3 0,10 3 0,-1 1 0,1 0 0,-1 1 0,1-1 0,-1 0 0,0 1 0,0 0 0,1-1 0,-1 1 0,0 0 0,1 0 0,-1 1 0,0-1 0,1 1 0,-1-1 0,0 1 0,1 0 0,-1 0 0,1 0 0,-1 0 0,1 0 0,-1 1 0,1-1 0,0 1 0,0-1 0,0 1 0,0 0 0,0 0 0,0 0 0,0 0 0,0 0 0,1 0 0,-1 1 0,1-1 0,0 0 0,0 1 0,0-1 0,0 1 0,0 0 0,0-1 0,1 1 0,-1 2 0,0 1 0,0-1 0,0 0 0,0 1 0,1-1 0,0 1 0,0-1 0,1 0 0,-1 1 0,1-1 0,0 1 0,0-1 0,1 0 0,0 0 0,0 0 0,0 0 0,1 0 0,-1 0 0,1-1 0,0 1 0,0-1 0,1 1 0,-1-1 0,1 0 0,0-1 0,0 1 0,1-1 0,-1 0 0,1 0 0,-1 0 0,9 3 0,-1-1 30,0-1 0,1 0 0,22 3 0,-27-5-216,0-2 1,-1 1-1,1-1 0,0 0 1,0-1-1,-1 0 1,14-3-1,-12 1-6640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24575,'1'3'0,"-1"0"0,1 0 0,-1-1 0,1 1 0,0 0 0,0 0 0,0-1 0,1 1 0,-1 0 0,1-1 0,-1 1 0,1-1 0,0 0 0,0 0 0,0 1 0,0-1 0,0 0 0,4 2 0,5 4 0,0 0 0,20 9 0,-26-15 0,6 3 0,0 0 0,0 0 0,1-2 0,-1 1 0,24 2 0,-33-5 0,0-1 0,0 0 0,0 0 0,0 0 0,0 0 0,0 0 0,0 0 0,0-1 0,0 1 0,0-1 0,0 0 0,0 1 0,0-1 0,0 0 0,0 0 0,0 0 0,0 0 0,-1-1 0,1 1 0,0 0 0,-1-1 0,1 1 0,-1-1 0,0 1 0,1-1 0,-1 0 0,0 0 0,0 0 0,0 1 0,0-1 0,0 0 0,-1 0 0,1 0 0,-1 0 0,1 0 0,-1-1 0,1-1 0,-1-2 0,1-1 0,-1 1 0,0 0 0,0-1 0,-1 1 0,0-1 0,0 1 0,-1 0 0,1 0 0,-1-1 0,-4-6 0,2 4 0,-1 0 0,0 1 0,0-1 0,-1 1 0,0 0 0,-12-13 0,17 21 4,1-1 0,-1 1 0,0 0 0,1-1 0,-1 1 0,1 0 0,-1-1 0,0 1 0,1 0 0,-1 0 0,0-1 0,0 1 0,1 0 0,-1 0 0,0 0 0,1 0 0,-1 0 0,0 0 0,1 0 0,-1 0 0,0 0 0,0 0 0,1 1 0,-1-1 0,0 0 0,1 0 0,-1 1 0,0-1 0,0 1 0,0 0-128,-1 0 0,1 0 1,0 0-1,0 0 0,-1 0 0,1 1 1,0-1-1,0 0 0,0 1 0,1-1 1,-2 2-1,-2 7-6702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63 24575,'-1'-3'0,"-2"-2"0,1 0 0,-1-1 0,0 1 0,0 0 0,0 0 0,-1 1 0,0-1 0,0 1 0,0-1 0,-5-3 0,8 8 0,1-1 0,0 1 0,-1 0 0,1 0 0,0 0 0,-1 0 0,1-1 0,0 1 0,-1 0 0,1 0 0,0 0 0,-1 0 0,1 0 0,-1 0 0,1 0 0,0 0 0,-1 0 0,1 0 0,0 0 0,-1 0 0,1 0 0,-1 0 0,1 0 0,0 0 0,-1 1 0,1-1 0,0 0 0,-1 0 0,1 0 0,-1 1 0,-4 11 0,4 16 0,1-23 0,1 0 0,0 0 0,0 0 0,0 0 0,1 0 0,-1 0 0,1-1 0,0 1 0,1 0 0,-1-1 0,1 0 0,0 1 0,0-1 0,0 0 0,1-1 0,-1 1 0,1-1 0,0 1 0,0-1 0,0 0 0,1 0 0,-1-1 0,1 1 0,-1-1 0,1 0 0,0-1 0,0 1 0,0-1 0,0 1 0,0-2 0,0 1 0,0 0 0,6-1 0,6 0-273,-1 0 0,0-1 0,0 0 0,29-7 0,-35 5-6553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24575,'23'25'0,"-16"-16"0,0-1 0,1 0 0,9 7 0,-9-9 0,0-1 0,0 0 0,0 0 0,1-1 0,9 4 0,-14-6 0,-1-1 0,1 0 0,-1 0 0,1-1 0,0 1 0,0-1 0,-1 1 0,1-1 0,0 0 0,0-1 0,-1 1 0,1-1 0,0 1 0,0-1 0,6-3 0,-9 4 0,0-1 0,1 0 0,-1 0 0,0 0 0,0 0 0,0 0 0,0 0 0,0 0 0,0 0 0,0-1 0,0 1 0,0 0 0,0-1 0,-1 1 0,1 0 0,-1-1 0,1-1 0,0 1 0,0 0 0,-1 0 0,1 1 0,0-1 0,0 0 0,0 1 0,0-1 0,0 1 0,3-3 0,-4 4 0,1-1 0,0 1 0,0 0 0,-1-1 0,1 1 0,0 0 0,0 0 0,0 0 0,-1 0 0,1 0 0,0 0 0,0 0 0,0 0 0,0 0 0,-1 0 0,1 0 0,0 1 0,0-1 0,0 0 0,-1 1 0,1-1 0,0 0 0,-1 1 0,1-1 0,0 1 0,-1-1 0,1 1 0,0-1 0,-1 1 0,1 0 0,0 0 0,18 22 0,7 15-1365,-20-27-5461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5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73 175 24575,'15'58'0,"-7"-23"0,1-1 0,18 40 0,-26-71 0,1 0 0,0 0 0,-1 0 0,2 0 0,-1 0 0,4 4 0,-6-7 0,0 0 0,1 1 0,-1-1 0,0 0 0,0 0 0,1 1 0,-1-1 0,0 0 0,0 0 0,1 0 0,-1 0 0,0 0 0,1 0 0,-1 1 0,0-1 0,1 0 0,-1 0 0,0 0 0,0 0 0,1 0 0,-1 0 0,0 0 0,1 0 0,-1 0 0,0 0 0,1 0 0,-1-1 0,1 1 0,-1-1 0,1 1 0,-1-1 0,1 0 0,-1 0 0,0 1 0,1-1 0,-1 0 0,0 0 0,1 0 0,-1 0 0,0 1 0,0-1 0,0 0 0,0 0 0,0 0 0,0-1 0,0-7 0,-1 0 0,0 1 0,0-1 0,-1 0 0,0 1 0,-7-17 0,-26-49 0,27 59 0,3 5 0,-79-161 0,81 164 0,0 0 0,1 0 0,-4-12 0,35 55 0,-9-11 0,1-2 0,28 26 0,-42-42 0,0-2 0,1 1 0,-1-1 0,1 0 0,0 0 0,0-1 0,1 0 0,-1-1 0,1 0 0,0 0 0,0 0 0,11 0 0,-16-2 0,-1-1 0,0 0 0,0 0 0,0-1 0,0 1 0,0 0 0,0-1 0,0 0 0,0 0 0,0 0 0,0 0 0,0 0 0,0-1 0,-1 1 0,5-4 0,-4 2 0,0 0 0,1 0 0,-1 0 0,0-1 0,-1 1 0,1-1 0,-1 0 0,1 0 0,1-7 0,1-2 0,-1 0 0,0 0 0,-1 0 0,-1-1 0,0 1 0,-1-15 0,-1 28 0,0-1 0,0 1 0,0 0 0,0-1 0,0 1 0,0-1 0,0 1 0,0-1 0,0 1 0,0 0 0,0-1 0,0 1 0,1-1 0,-1 1 0,0 0 0,0-1 0,0 1 0,0-1 0,1 1 0,-1 0 0,0-1 0,0 1 0,1 0 0,-1-1 0,0 1 0,1 0 0,0-1 0,-1 2 0,1-1 0,-1 0 0,1 0 0,-1 0 0,1 1 0,-1-1 0,1 0 0,-1 1 0,1-1 0,-1 0 0,1 1 0,-1-1 0,0 0 0,1 1 0,-1-1 0,0 1 0,1 0 0,17 29 0,-15-25 0,45 73 0,78 98 0,-88-122-1365,-29-40-5461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6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24575,'21'0'0,"-4"0"0,27 2 0,-39-2 0,-1 1 0,0 0 0,0 0 0,0 0 0,0 1 0,0-1 0,0 1 0,0 0 0,0 0 0,0 0 0,5 5 0,-7-5 0,-1 0 0,1 1 0,0-1 0,-1 0 0,1 1 0,-1-1 0,0 1 0,0 0 0,0-1 0,0 1 0,0 0 0,0 0 0,-1 0 0,0 0 0,1-1 0,-1 1 0,0 0 0,-1 0 0,0 5 0,1-5 0,0-1 0,-1 1 0,1-1 0,-1 1 0,0-1 0,0 0 0,0 1 0,0-1 0,0 0 0,0 1 0,-1-1 0,1 0 0,-1 0 0,1 0 0,-1 0 0,0-1 0,0 1 0,0 0 0,0-1 0,0 1 0,0-1 0,-3 2 0,0-2 0,1 0 0,-1 0 0,0-1 0,0 0 0,1 1 0,-1-2 0,0 1 0,1 0 0,-1-1 0,0 0 0,1 0 0,-1 0 0,1-1 0,-9-3 0,2 0 0,1-1 0,-1 0 0,1 0 0,-16-14 0,23 18 0,1-1 0,-1 1 0,1-1 0,-1 1 0,1-1 0,0 0 0,0 0 0,-2-4 0,4 6 0,0 0 0,-1 0 0,1 0 0,0 0 0,-1 0 0,1-1 0,0 1 0,0 0 0,0 0 0,0 0 0,0 0 0,0 0 0,0 0 0,1 0 0,-1 0 0,0 0 0,0 0 0,1 0 0,-1 0 0,1 0 0,-1 0 0,1 0 0,-1 0 0,1 0 0,0 0 0,0 0 0,-1 0 0,1 1 0,0-1 0,1 0 0,1-2-136,0 1-1,0 0 1,1 0-1,-1 0 1,0 0-1,1 1 1,0-1-1,-1 1 0,9-1 1,-1 0-6690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213 319 24575,'-9'-3'0,"-11"-6"0,0 1 0,0 1 0,-1 1 0,0 1 0,-30-4 0,49 9 0,-1 0 0,0 0 0,1 1 0,-1-1 0,1 0 0,-1 1 0,1 0 0,-1-1 0,1 1 0,-1 0 0,1 0 0,-1 0 0,1 1 0,0-1 0,-3 3 0,4-3 0,0-1 0,1 1 0,-1 0 0,0 0 0,1 0 0,-1 0 0,1 0 0,-1 0 0,1 0 0,-1 0 0,1 0 0,-1 1 0,1-1 0,0 0 0,0 0 0,0 0 0,0 0 0,0 0 0,0 1 0,0-1 0,0 0 0,0 0 0,0 0 0,1 0 0,-1 1 0,0-1 0,1 0 0,-1 0 0,1 0 0,-1 0 0,1 0 0,-1 0 0,1 0 0,0 0 0,1 1 0,3 3 0,-1 0 0,1 0 0,1-1 0,-1 1 0,1-1 0,-1-1 0,1 1 0,0-1 0,12 5 0,-4-3 0,0 0 0,0-2 0,24 5 0,-34-8 0,0 1 0,0-1 0,0 0 0,0 0 0,0 0 0,0-1 0,0 0 0,-1 1 0,1-1 0,0 0 0,0-1 0,-1 1 0,1-1 0,6-3 0,-8 3 0,0 0 0,0 1 0,0-1 0,0 0 0,0-1 0,0 1 0,-1 0 0,1 0 0,-1-1 0,0 1 0,1-1 0,-1 1 0,0-1 0,0 0 0,-1 1 0,1-1 0,-1 0 0,1 0 0,-1 1 0,0-1 0,0-6 0,-1-4 0,-1-1 0,-1 0 0,0 1 0,0-1 0,-1 1 0,-1 0 0,0 1 0,-9-17 0,-9-10 0,-33-42 0,31 46 0,20 28 0,5 6 0,-1-1 0,0 0 0,0 0 0,-1 1 0,1-1 0,0 1 0,-1-1 0,1 1 0,0-1 0,-1 1 0,0 0 0,1 0 0,-1 0 0,-2-1 0,4 2 0,0 0 0,0-1 0,-1 1 0,1 0 0,0 0 0,0 0 0,0 0 0,-1 0 0,1 0 0,0 0 0,0 1 0,-1-1 0,1 0 0,0 0 0,0 0 0,0 0 0,-1 0 0,1 0 0,0 0 0,0 0 0,0 1 0,-1-1 0,1 0 0,0 0 0,0 0 0,0 0 0,0 1 0,-1-1 0,1 0 0,0 0 0,0 0 0,0 1 0,-2 10 0,6 11 0,-4-22 0,8 38 0,1-1 0,3-1 0,1 1 0,1-2 0,23 41 0,-29-64-273,0-1 0,1 0 0,0 0 0,13 11 0,-11-12-6553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236 324 24575,'-35'-3'0,"14"0"0,0 0 0,-1 2 0,1 1 0,-1 1 0,-35 5 0,55-5 0,0-1 0,0 1 0,0-1 0,0 1 0,-1 0 0,1 0 0,0 0 0,1 0 0,-1 0 0,0 0 0,0 1 0,0-1 0,1 1 0,-1-1 0,1 1 0,-3 3 0,3-4 0,1 0 0,-1 1 0,1-1 0,0 0 0,0 1 0,0-1 0,0 1 0,0-1 0,0 0 0,0 1 0,0-1 0,0 0 0,0 1 0,1-1 0,-1 0 0,1 1 0,-1-1 0,1 0 0,-1 0 0,1 1 0,0-1 0,-1 0 0,1 0 0,0 0 0,0 0 0,0 0 0,2 2 0,1 0 0,1 1 0,-1 0 0,1-1 0,0 0 0,0 0 0,0-1 0,0 1 0,1-1 0,-1 0 0,1 0 0,-1-1 0,1 0 0,-1 0 0,8 1 0,-7-2 0,1 0 0,-1 0 0,0 0 0,1 0 0,-1-1 0,0 0 0,0-1 0,0 1 0,0-1 0,0-1 0,0 1 0,10-6 0,-14 6 0,1 0 0,-1 0 0,-1-1 0,1 1 0,0 0 0,0-1 0,-1 1 0,0-1 0,1 1 0,-1-1 0,0 0 0,0 0 0,0 1 0,-1-1 0,1 0 0,-1 0 0,1 0 0,-1-6 0,0-3 0,-1 0 0,0 0 0,-2-14 0,-2 7 0,0 1 0,0 0 0,-2 0 0,0 0 0,-20-32 0,-59-75 0,86 124 0,-1-1 0,0 1 0,0 0 0,0 0 0,0 0 0,-1 0 0,1 0 0,0 0 0,0 0 0,-3-1 0,4 2 0,0 0 0,-1 0 0,1 0 0,0 0 0,0 0 0,0 0 0,0 0 0,0 0 0,-1 0 0,1 0 0,0 0 0,0 0 0,0 0 0,0 0 0,0 0 0,-1 0 0,1 0 0,0 0 0,0 0 0,0 1 0,0-1 0,0 0 0,-1 0 0,1 0 0,0 0 0,0 0 0,0 0 0,0 0 0,0 0 0,0 1 0,0-1 0,0 0 0,0 0 0,-1 0 0,1 0 0,1 12 0,4 7 0,1 1 0,2-1 0,17 34 0,-14-32 0,80 147 0,-25-70-1316,-66-97 1267,11 14-6777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8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132 234 24575,'3'16'0,"1"-1"0,1-1 0,0 1 0,1-1 0,0 0 0,1 0 0,1 0 0,11 14 0,-19-28 0,0 1 0,1-1 0,-1 1 0,0-1 0,0 1 0,1-1 0,-1 1 0,1-1 0,-1 1 0,0-1 0,1 0 0,-1 1 0,1-1 0,-1 1 0,1-1 0,-1 0 0,1 0 0,-1 1 0,1-1 0,-1 0 0,1 0 0,0 0 0,-1 0 0,1 1 0,-1-1 0,1 0 0,-1 0 0,1 0 0,0 0 0,-1 0 0,1 0 0,-1-1 0,1 1 0,0 0 0,0 0 0,0-1 0,-1 0 0,1 0 0,-1 0 0,1 0 0,-1 0 0,1 0 0,-1 0 0,0 0 0,1 0 0,-1 0 0,0 0 0,0 0 0,0 0 0,0 0 0,0-1 0,0 1 0,0 0 0,0 0 0,-1-2 0,-2-11 0,-1 1 0,-1-1 0,-1 1 0,0 0 0,0 0 0,-12-15 0,-2-7 0,-2-2 0,-37-47 0,6 11 0,41 52 0,10 17 0,9 13 0,7 11 0,0-2 0,32 32 0,-34-39 0,0-1 0,0 0 0,1-1 0,0 0 0,20 9 0,-27-16 0,0 1 0,0-1 0,0-1 0,1 1 0,-1-1 0,0 0 0,1 0 0,-1-1 0,1 0 0,-1 0 0,1 0 0,-1-1 0,0 0 0,1 0 0,10-4 0,-15 3 0,1 1 0,-1-1 0,0 0 0,1 0 0,-1 0 0,0 0 0,-1-1 0,1 1 0,0 0 0,-1-1 0,1 1 0,-1-1 0,0 1 0,1-1 0,-1 0 0,-1 0 0,1 0 0,0 1 0,0-4 0,1-8 0,-1 1 0,0-23 0,-1 34 0,0 0 0,0 0 0,0-1 0,0 1 0,1 0 0,-1 0 0,1 0 0,0-3 0,-1 5 0,0 0 0,0 0 0,1 0 0,-1-1 0,0 1 0,0 0 0,0 0 0,0 0 0,0 0 0,1 0 0,-1-1 0,0 1 0,0 0 0,0 0 0,0 0 0,1 0 0,-1 0 0,0 0 0,0 0 0,0 0 0,1 0 0,-1 0 0,0 0 0,0 0 0,0 0 0,1 0 0,-1 0 0,0 0 0,0 0 0,0 0 0,1 0 0,9 8 0,14 20 0,38 62 0,-44-63 0,0 0 0,1-1 0,27 27 0,-41-50-114,-1 1 1,0 0-1,0 1 0,0-1 0,-1 1 1,0-1-1,0 1 0,0 0 0,0 0 1,-1 1-1,3 6 0,-2 0-6712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28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24575,'5'-14'0,"11"-19"0,-3 7 0,-9 18 0,1 0 0,0 0 0,1 0 0,-1 1 0,2-1 0,-1 1 0,1 1 0,0-1 0,0 1 0,13-8 0,-9 7 0,0 1 0,1 0 0,-1 0 0,1 2 0,0-1 0,0 1 0,18-3 0,71-4 0,-90 9 0,1 1 0,-1 1 0,1 0 0,-1 0 0,1 1 0,-1 0 0,17 5 0,8 4 0,33 15 0,-46-16 0,-7-3 0,-1 2 0,0 0 0,18 14 0,-8-6 0,40 30 0,-39-26 0,46 26 0,-53-35 0,0 1 0,29 25 0,-38-28 0,0 0 0,0 0 0,0 1 0,12 18 0,-20-25 0,0 0 0,0 1 0,0-1 0,-1 0 0,1 0 0,-1 1 0,0-1 0,0 1 0,0-1 0,-1 1 0,1 0 0,-1-1 0,0 1 0,0 0 0,0-1 0,0 1 0,-1-1 0,1 1 0,-1 0 0,0-1 0,0 1 0,-3 4 0,-4 6 0,0-1 0,-1 0 0,-1 0 0,-15 16 0,10-12 0,-5 5 0,-1 0 0,-29 24 0,44-42 0,1 1 0,-1-1 0,0 0 0,0-1 0,0 0 0,-1 0 0,1 0 0,-1-1 0,1 1 0,-1-2 0,0 1 0,0-1 0,0 0 0,-13 0 0,-115-4 0,112 1 0,1-1 0,0-2 0,-44-13 0,-137-67 0,188 77 0,-1-1 0,1 0 0,0-1 0,1-1 0,0 0 0,1-1 0,0 0 0,1-1 0,-21-28 0,28 32 0,1 1 0,0-1 0,0 0 0,1-1 0,1 1 0,-4-17 0,3 4 0,-1-40 0,4 33-1365,1 17-5461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0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1 24575,'0'1'0,"-1"1"0,1-1 0,0 0 0,-1 1 0,1-1 0,-1 0 0,0 1 0,1-1 0,-1 0 0,0 0 0,0 0 0,0 0 0,-2 2 0,-16 14 0,14-13 0,-9 8 0,0 0 0,1 1 0,0 1 0,1 0 0,0 0 0,-10 18 0,-3 10 0,10-18 0,-21 46 0,3 6 0,-30 84 0,45-89 0,3 1 0,3 0 0,3 1 0,0 97 0,9-167 0,2 146 0,0-119 0,2 0 0,14 57 0,-3-42 53,22 46 0,-5-14-1524,-28-65-5355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24575,'-3'1'0,"-22"9"0,1 1 0,0 1 0,0 1 0,-21 17 0,43-28 0,0-1 0,1 0 0,-1 1 0,1-1 0,-1 1 0,1 0 0,0-1 0,-1 1 0,1 0 0,0 0 0,0 0 0,1-1 0,-1 1 0,0 0 0,0 0 0,1 0 0,-1 1 0,1 2 0,0-3 0,0 1 0,0 0 0,1 0 0,0-1 0,-1 1 0,1 0 0,0-1 0,0 1 0,0-1 0,0 1 0,1-1 0,2 4 0,2 2 0,0-1 0,1 0 0,0 0 0,0 0 0,1-1 0,13 9 0,75 40 0,-56-33 0,-38-21 0,-1 0 0,1 0 0,0 0 0,0 0 0,-1 1 0,1-1 0,-1 1 0,1-1 0,-1 1 0,0 0 0,1-1 0,-1 1 0,1 2 0,-2-3 0,1 0 0,-1 0 0,0 0 0,0 0 0,0 0 0,0 0 0,0 0 0,0 0 0,0 0 0,0 0 0,0 0 0,0-1 0,-1 1 0,1 0 0,0 0 0,-1 0 0,1 0 0,0 0 0,-1 0 0,1-1 0,-1 1 0,1 0 0,-1 0 0,0-1 0,1 1 0,-1 0 0,0-1 0,0 1 0,1 0 0,-2 0 0,-4 2 0,1 0 0,-1 0 0,0 0 0,0-1 0,0 0 0,0 0 0,0 0 0,0-1 0,0 0 0,-13 0 0,-4 0 0,-37-5 0,51 3 24,1 0 0,-1-1 0,1 0 0,-14-5 0,18 6-123,1-1 0,0 1 0,0-1 0,0 0 0,1 1 0,-1-1 0,0-1 0,1 1 0,-1 0 0,1 0 0,0-1 0,0 0 0,0 1 0,-4-7 0,3 1-6727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22 24575,'0'-1'0,"0"0"0,0 0 0,0 0 0,0 1 0,0-1 0,0 0 0,0 0 0,0 1 0,0-1 0,0 0 0,1 0 0,-1 1 0,0-1 0,0 0 0,1 1 0,-1-1 0,1 0 0,-1 1 0,0-1 0,1 1 0,-1-1 0,1 0 0,0 1 0,-1-1 0,1 1 0,-1 0 0,1-1 0,0 1 0,-1-1 0,1 1 0,0 0 0,0 0 0,-1-1 0,1 1 0,0 0 0,0 0 0,-1 0 0,1 0 0,0 0 0,0 0 0,-1 0 0,1 0 0,0 0 0,0 0 0,-1 0 0,2 1 0,5 1 0,0 0 0,-1 0 0,0 1 0,9 4 0,-6-2 0,-1-2 0,1 1 0,-1 1 0,0-1 0,0 1 0,-1 1 0,1 0 0,7 8 0,-13-12 0,0 0 0,0 0 0,0 1 0,-1-1 0,1 0 0,-1 1 0,1 0 0,-1-1 0,0 1 0,0 0 0,0 0 0,-1-1 0,1 1 0,0 0 0,-1 0 0,0 0 0,0 0 0,0 0 0,0 0 0,0 0 0,-1 0 0,1 0 0,-1 0 0,0-1 0,1 1 0,-4 5 0,3-6 0,-1 1 0,1-1 0,-1 0 0,0 1 0,0-1 0,0 0 0,0 0 0,0 0 0,0 0 0,-1-1 0,1 1 0,-1 0 0,1-1 0,-1 0 0,0 0 0,1 0 0,-1 0 0,0 0 0,0 0 0,-5 0 0,-6 1 0,0-1 0,0-1 0,-15-1 0,10 1 0,11-1 0,-1 1 0,0-1 0,0 0 0,1-1 0,-11-2 0,18 3 0,0 1 0,-1 0 0,1-1 0,0 1 0,0-1 0,-1 1 0,1-1 0,0 0 0,0 1 0,0-1 0,0 0 0,0 0 0,0 0 0,0 0 0,0 0 0,0 0 0,1 0 0,-1 0 0,0 0 0,0 0 0,1-1 0,-1 1 0,1 0 0,-1 0 0,1-1 0,0 1 0,-1 0 0,1-1 0,0 1 0,0 0 0,0-1 0,0 1 0,0 0 0,0-1 0,0 1 0,1 0 0,-1 0 0,0-1 0,1 1 0,-1 0 0,1 0 0,-1-1 0,2 0 0,0-2 9,0 0 1,1 1-1,0-1 0,-1 1 0,1-1 1,1 1-1,-1 0 0,0 0 0,1 0 0,-1 1 1,1-1-1,8-3 0,-5 3-221,1-1 0,0 2 0,-1-1-1,1 1 1,0 0 0,10-1 0,-5 2-6614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2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24575,'0'11'0,"0"-2"0,0 1 0,1-1 0,2 14 0,-3-20 0,2 1 0,-1-1 0,0 1 0,1-1 0,-1 0 0,1 1 0,0-1 0,0 0 0,0 0 0,1 0 0,-1 0 0,4 2 0,4 4 0,0 0 0,1-1 0,0-1 0,15 9 0,-19-13 0,0 0 0,0 0 0,0 0 0,1-1 0,-1 1 0,1-2 0,-1 1 0,15 0 0,-21-2 0,0 0 0,1 0 0,-1 0 0,0-1 0,0 1 0,0 0 0,1-1 0,-1 1 0,0 0 0,0-1 0,0 1 0,0-1 0,0 0 0,0 1 0,0-1 0,0 0 0,0 0 0,0 0 0,0 1 0,-1-1 0,2-2 0,-1 1 0,1 0 0,-1-1 0,0 1 0,0-1 0,-1 1 0,1-1 0,0 0 0,-1 1 0,1-4 0,-1-4 0,0 1 0,0 0 0,-1 0 0,-3-16 0,1 15 0,2 8 0,0 0 0,0 0 0,1 0 0,-1 0 0,1 0 0,0 0 0,-1-5 0,3 8 0,-1-1 0,0 1 0,1-1 0,-1 1 0,0 0 0,0 0 0,0-1 0,1 1 0,0 2 0,15 10 0,0 1 0,1-2 0,1-1 0,0 0 0,36 15 0,-52-25 0,1 0 0,-1 0 0,1 0 0,-1-1 0,1 1 0,-1-1 0,1 0 0,4 0 0,-7 0 0,0 0 0,0 0 0,0-1 0,-1 1 0,1 0 0,0 0 0,0-1 0,0 1 0,0-1 0,-1 1 0,1-1 0,0 1 0,0-1 0,-1 1 0,1-1 0,0 0 0,-1 1 0,1-1 0,-1 0 0,1 0 0,-1 1 0,1-1 0,-1 0 0,1 0 0,-1 0 0,0 0 0,0 1 0,1-1 0,-1 0 0,0 0 0,0 0 0,0 0 0,0 0 0,0 0 0,0 0 0,0-1 0,-1-3 0,-1 0 0,1 0 0,-1 0 0,0 0 0,-3-6 0,2 3 0,12 15 0,0-1 0,0 0 0,0-1 0,20 9 0,43 11 0,-44-18 0,-1-1 0,0-2 0,1 0 0,46-1 0,-65-3 0,0-1 0,0 0 0,1 0 0,-1-1 0,0 0 0,-1-1 0,17-6 0,-22 7 0,1 0 0,-1 0 0,0 0 0,1 0 0,-1-1 0,0 0 0,0 1 0,-1-1 0,1 0 0,-1 0 0,1 0 0,-1-1 0,0 1 0,0-1 0,0 1 0,-1-1 0,1 1 0,-1-1 0,0 0 0,1-6 0,0 2 0,-1 0 0,-1 0 0,1-1 0,-1 1 0,-1 0 0,1 0 0,-1 0 0,-1 0 0,-3-11 0,4 16 0,0-1 0,-1 1 0,0 0 0,0 0 0,0 0 0,0 0 0,0 0 0,0 0 0,-1 0 0,1 1 0,-1-1 0,0 1 0,0 0 0,0 0 0,0 0 0,0 0 0,0 0 0,-1 1 0,1 0 0,0-1 0,-1 1 0,1 0 0,-5 0 0,6 0 0,0 1 0,0 0 0,0-1 0,0 1 0,-1 0 0,1 0 0,0 0 0,0 0 0,0 1 0,-1-1 0,1 0 0,0 1 0,0 0 0,0-1 0,0 1 0,0 0 0,0 0 0,0 0 0,0 0 0,-3 3 0,4-2 0,-1 1 0,0-1 0,1 0 0,-1 1 0,1-1 0,0 1 0,0 0 0,0-1 0,0 1 0,0 0 0,1-1 0,-1 1 0,1 0 0,0 0 0,0 4 0,-1 4 0,1 0 0,1-1 0,0 1 0,4 20 0,-3-26 0,0 0 0,0 0 0,0 0 0,0 0 0,1 0 0,0-1 0,0 1 0,0-1 0,1 0 0,-1 0 0,8 6 0,1 0 0,0-2 0,0 1 0,1-2 0,23 11 0,-5-6 0,33 10 0,43-1-40,-68-14-1285,-24-5-5501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24575,'5'1'0,"15"6"0,0 0 0,26 14 0,-41-18 0,-1-1 0,1 1 0,-1 0 0,0 0 0,0 0 0,0 0 0,-1 1 0,1 0 0,-1-1 0,0 1 0,0 1 0,0-1 0,0 0 0,-1 1 0,4 8 0,-6-11 0,1 0 0,-1 1 0,1-1 0,-1 0 0,0 1 0,0-1 0,0 0 0,0 1 0,0-1 0,-1 0 0,1 0 0,-1 1 0,1-1 0,-1 0 0,0 0 0,-2 4 0,1-3 0,0 0 0,0-1 0,0 1 0,0 0 0,-1-1 0,1 1 0,-1-1 0,0 0 0,0 0 0,-4 2 0,2-1 0,0 0 0,0-1 0,-1 0 0,1 0 0,-1 0 0,0-1 0,1 0 0,-1 0 0,0 0 0,0-1 0,0 0 0,0 0 0,-6-1 0,4 0 0,0-1 0,0 0 0,0 0 0,0-1 0,0 0 0,1-1 0,0 1 0,-1-1 0,1-1 0,1 1 0,-1-1 0,-10-11 0,16 15 4,0 0 1,0 0-1,0 0 0,0 0 0,1 0 0,-1 0 0,0 0 0,1-1 0,-1 1 1,1 0-1,-1-1 0,1 1 0,0 0 0,-1-1 0,1 1 0,0 0 0,0-1 1,0 1-1,0 0 0,0-1 0,0 1 0,1 0 0,-1-1 0,0 1 0,1 0 1,-1-1-1,1 1 0,1-2 0,-1 1-97,1 0 0,-1 0 1,1 0-1,0 0 0,0 1 0,0-1 0,0 1 0,0-1 1,0 1-1,0 0 0,1 0 0,-1 0 0,0 0 1,1 0-1,1 0 0,9-2-6733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40 24575,'-74'-28'0,"63"25"0,1 1 0,-1-1 0,0 2 0,1 0 0,-13 0 0,21 1 0,-1 0 0,1 0 0,-1 0 0,0 0 0,1 1 0,0 0 0,-1-1 0,1 1 0,-1 0 0,1 0 0,0 0 0,-1 0 0,1 1 0,0-1 0,0 1 0,0-1 0,0 1 0,0 0 0,0 0 0,1 0 0,-1 0 0,1 0 0,-1 0 0,1 0 0,0 0 0,0 0 0,0 1 0,0-1 0,0 1 0,0-1 0,0 1 0,0 3 0,0 4 0,0 0 0,1 0 0,0 0 0,1 0 0,0-1 0,0 1 0,4 12 0,7 22 0,2-1 0,34 74 0,55 76 0,-85-161 0,2-1 0,1-1 0,39 43 0,-46-59-1365,-1-5-5461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90 24575,'-31'-13'0,"-14"-3"0,-2-3 0,4 3 0,7 4 0,7 3 0,6 5 0,4 4 0,4 3 0,1 3 0,3 0-8191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24575,'-4'22'0,"2"-1"0,0 1 0,1-1 0,1 1 0,1-1 0,1 1 0,1-1 0,1 1 0,11 34 0,5 1 0,2 0 0,35 61 0,-55-113 0,6 12 0,1-1 0,0-1 0,21 28 0,-19-35 114,-11-8-155,0 0 0,0-1 0,1 1 0,-1 0 0,0-1 0,0 1 0,0 0 0,0 0 0,0-1 0,0 1-1,0 0 1,0-1 0,0 1 0,0 0 0,0 0 0,0-1 0,0 1 0,0 0 0,0-1 0,0 1-1,0 0 1,0 0 0,0-1 0,0 1 0,0 0 0,-1-1 0,1 1 0,0 0 0,0 0 0,0-1-1,0 1 1,-1 0 0,1 0 0,0 0 0,-1-1 0,-4-8-6785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0 334 24575,'57'32'0,"58"30"0,-97-53 0,0-2 0,1 0 0,0-1 0,28 4 0,-40-8 0,1-1 0,0 0 0,0-1 0,0 0 0,0 0 0,0-1 0,-1 0 0,12-3 0,-16 3 0,0 0 0,0 0 0,0-1 0,-1 1 0,1-1 0,0 1 0,0-1 0,-1 0 0,1 0 0,-1 0 0,0-1 0,0 1 0,0 0 0,0-1 0,0 1 0,0-1 0,0 0 0,-1 0 0,0 0 0,1 0 0,-1 0 0,0 0 0,0-3 0,2-6 0,-1-1 0,-1 0 0,-1 1 0,1-1 0,-2 0 0,0 0 0,0 1 0,-5-17 0,-5-13 0,-17-43 0,20 63 0,2 2 0,-1 1 0,-1 0 0,-1 1 0,-12-19 0,8 23 0,12 14 0,1 0 0,0 0 0,0 0 0,0-1 0,-1 1 0,1 0 0,0 0 0,0 0 0,0 0 0,-1 0 0,1-1 0,0 1 0,0 0 0,-1 0 0,1 0 0,0 0 0,0 0 0,-1 0 0,1 0 0,0 0 0,0 0 0,-1 0 0,1 0 0,0 0 0,0 0 0,-1 0 0,1 0 0,0 0 0,0 0 0,-1 0 0,1 1 0,0-1 0,0 0 0,-1 0 0,1 0 0,0 0 0,0 0 0,0 1 0,-1-1 0,1 0 0,0 0 0,0 0 0,0 1 0,0-1 0,0 0 0,-1 0 0,1 0 0,0 1 0,0-1 0,0 0 0,0 0 0,0 1 0,0-1 0,0 0 0,0 0 0,0 1 0,0-1 0,0 0 0,0 1 0,0-1 0,0 0 0,0 0 0,0 1 0,0-1 0,2 13 0,-1 0 0,2 0 0,0 0 0,0 0 0,11 23 0,-5-11 0,121 272 0,-102-240 0,-23-48 0,-3-3 0,1 0 0,0 0 0,1 0 0,-1-1 0,1 1 0,8 8 0,-12-14 0,0 1 0,1-1 0,-1 1 0,1-1 0,-1 0 0,1 1 0,-1-1 0,1 0 0,-1 1 0,1-1 0,-1 0 0,1 0 0,0 1 0,-1-1 0,1 0 0,-1 0 0,1 0 0,0 0 0,-1 0 0,1 0 0,0 0 0,-1 0 0,1 0 0,-1 0 0,1 0 0,0 0 0,0-1 0,0 1 0,0-1 0,-1 0 0,1 0 0,0 1 0,0-1 0,-1 0 0,1 0 0,-1 0 0,1 0 0,0 0 0,-1 0 0,0 0 0,1 0 0,0-1 0,0-2 0,0 0 0,0-1 0,-1 1 0,1 0 0,-1-1 0,0-7 0,-3-1 0,0 1 0,-1-1 0,-7-14 0,1 1 0,10 25 0,0 1 0,-1-1 0,1 0 0,0 1 0,0-1 0,0 0 0,-1 1 0,1-1 0,0 0 0,0 0 0,0 1 0,0-1 0,0 0 0,0 1 0,0-1 0,0 0 0,0 1 0,1-1 0,-1 0 0,0 1 0,0-1 0,1 0 0,-1 0 0,1 1 0,-1-1 0,1 1 0,0 0 0,-1 0 0,1-1 0,-1 1 0,1 0 0,0 0 0,-1 0 0,1 0 0,0 0 0,-1 0 0,1 0 0,-1 0 0,1 0 0,0 0 0,-1 0 0,1 0 0,-1 1 0,2-1 0,5 3 0,0 0 0,0 0 0,7 5 0,-10-6 0,-4-2 0,100 51 0,-88-46 0,0-1 0,1 0 0,0-1 0,0-1 0,0 1 0,19-1 0,-22-2 0,0 0 0,0 0 0,0-2 0,0 1 0,0-1 0,0-1 0,-1 0 0,1 0 0,16-8 0,-21 8 0,-1 0 0,1 0 0,-1 0 0,1 0 0,-1-1 0,0 0 0,0 0 0,-1 0 0,1 0 0,-1-1 0,0 1 0,0-1 0,-1 0 0,1 1 0,-1-1 0,0-1 0,0 1 0,-1 0 0,2-10 0,-2 9 0,-1 0 0,0 1 0,-1-1 0,1 0 0,-1 0 0,0 1 0,-1-1 0,1 1 0,-1-1 0,0 1 0,-5-9 0,5 10 0,0 0 0,0 0 0,0 1 0,-1-1 0,0 1 0,1-1 0,-2 1 0,1 0 0,0 0 0,0 0 0,-1 1 0,0-1 0,1 1 0,-1 0 0,-6-3 0,9 5 0,0-1 0,0 1 0,1 0 0,-1 0 0,0 0 0,0-1 0,0 1 0,0 0 0,0 0 0,0 0 0,1 0 0,-1 1 0,0-1 0,0 0 0,0 0 0,0 0 0,0 1 0,1-1 0,-1 0 0,0 1 0,0-1 0,1 1 0,-1-1 0,-1 2 0,1-1 0,0 0 0,0 1 0,0-1 0,1 1 0,-1-1 0,0 1 0,0-1 0,1 1 0,-1-1 0,1 1 0,-1 3 0,0 3 0,1-1 0,0 1 0,0-1 0,3 14 0,-1-10 0,1 1 0,0-1 0,1 0 0,1 1 0,-1-2 0,2 1 0,-1 0 0,10 11 0,-4-8 0,0 0 0,1-1 0,0 0 0,28 21 0,-34-30 15,0 0 0,1 0 0,0 0 0,-1-1 0,1 0 0,1 0 0,8 2 0,-12-4-108,0-1 0,0 1 1,-1 0-1,1-1 0,0 0 0,0 0 0,0 0 0,0 0 1,0-1-1,0 1 0,0-1 0,0 0 0,-1 0 1,1-1-1,5-2 0,1-3-6733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24575,'-3'3'0,"1"-1"0,-1 1 0,1 0 0,0 0 0,0 0 0,0 0 0,1 1 0,-1-1 0,1 0 0,-1 1 0,1-1 0,0 1 0,1 0 0,-1-1 0,1 1 0,-1-1 0,1 1 0,0 0 0,0-1 0,1 1 0,-1 0 0,1-1 0,0 1 0,0 0 0,0-1 0,0 0 0,0 1 0,3 3 0,5 9 0,0-1 0,1 0 0,1 0 0,18 19 0,-14-17 0,11 11 0,-15-17 0,-1 1 0,12 16 0,-22-28 0,1 0 0,-1 1 0,0-1 0,0 0 0,0 1 0,1-1 0,-1 0 0,0 1 0,0-1 0,0 1 0,0-1 0,0 0 0,1 1 0,-1-1 0,0 1 0,0-1 0,0 0 0,0 1 0,0-1 0,0 1 0,-1-1 0,1 0 0,0 1 0,0-1 0,0 1 0,0-1 0,0 0 0,-1 1 0,1-1 0,0 1 0,-1 0 0,0-1 0,0 1 0,0-1 0,0 1 0,0-1 0,0 1 0,0-1 0,0 1 0,0-1 0,0 0 0,-2 1 0,-33 0 0,31-1 0,-121-8 0,13 0 0,41 7-1365,45 1-5461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57 150 24575,'7'-16'0,"0"1"0,1 0 0,15-20 0,-17 27 0,1 0 0,0 1 0,0-1 0,1 1 0,0 1 0,16-11 0,-20 13 0,-6 2 0,-13 0 0,-21 6 0,26-2 0,0 0 0,0 2 0,0-1 0,-13 7 0,18-7 0,0 0 0,1 0 0,-1 0 0,1 1 0,-1 0 0,1 0 0,0 0 0,0 0 0,-4 8 0,7-11 0,0 1 0,0 0 0,0-1 0,0 1 0,0 0 0,1 0 0,-1 0 0,1-1 0,-1 1 0,1 0 0,0 0 0,-1 0 0,1 0 0,0 0 0,0 0 0,1 0 0,-1 0 0,0 0 0,1-1 0,-1 1 0,1 0 0,-1 0 0,1 0 0,0-1 0,0 1 0,0 0 0,0 0 0,0-1 0,0 1 0,0-1 0,1 1 0,-1-1 0,3 2 0,5 5 0,0-2 0,0 1 0,1-1 0,16 7 0,-16-8 0,20 9 0,0-1 0,0-2 0,55 13 0,98 5 0,-176-28-341,-1-1 0,1 0-1,11-1 1,-3-2-6485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7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24575,'31'-3'0,"1"2"0,36 2 0,-60-1 0,0 1 0,1 0 0,-1 1 0,0 0 0,0 0 0,0 1 0,0 0 0,-1 0 0,1 1 0,-1 0 0,1 0 0,-1 0 0,9 9 0,-13-9 0,1 0 0,-1 0 0,0 1 0,0-1 0,0 1 0,0 0 0,-1 0 0,0 0 0,0 0 0,0 0 0,-1 1 0,0-1 0,0 0 0,1 8 0,-1 7 0,-1 0 0,-4 32 0,4-50 0,-3 20 0,0 0 0,-13 38 0,16-59 0,0 0 0,-1 1 0,1-1 0,0 0 0,-1 1 0,1-1 0,0 0 0,0 1 0,0-1 0,0 0 0,1 1 0,-1-1 0,0 0 0,0 0 0,1 1 0,-1-1 0,1 0 0,-1 0 0,1 1 0,0-1 0,-1 0 0,1 0 0,0 0 0,0 0 0,0 0 0,0 0 0,0 0 0,0 0 0,0 0 0,0-1 0,0 1 0,0 0 0,0-1 0,0 1 0,1 0 0,1 0 0,6 2 0,0-1 0,0 1 0,0-2 0,13 2 0,-4 0 0,-6-1-124,0-1 0,0 1 0,1-2 0,-1 0 0,0 0 0,0-1-1,0-1 1,0 0 0,0-1 0,12-4 0,-9 2-6702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24575,'26'5'0,"20"3"0,0-2 0,77 1 0,-108-7 0,1-2 0,0 0 0,-1-1 0,0-1 0,18-7 0,-24 8 0,-2 0 0,1 0 0,0-1 0,-1-1 0,1 1 0,-1-1 0,0 0 0,-1-1 0,1 0 0,10-13 0,-15 17 0,-1-1 0,1 1 0,-1-1 0,1 0 0,-1 1 0,0-1 0,0 0 0,0 0 0,0 0 0,-1 0 0,1 0 0,-1 0 0,0 0 0,0 0 0,0 0 0,0 0 0,0 0 0,-1 0 0,1 0 0,-1 0 0,0 0 0,-2-4 0,2 4 0,0 1 0,-1 0 0,1 0 0,-1 0 0,1 0 0,-1 0 0,0 0 0,1 1 0,-1-1 0,0 0 0,0 1 0,0 0 0,-1-1 0,1 1 0,0 0 0,0 0 0,-1 0 0,1 0 0,0 1 0,-1-1 0,1 1 0,-1-1 0,1 1 0,-1 0 0,1 0 0,-1 0 0,-4 1 0,5-1 0,0 0 0,-1 1 0,1-1 0,0 1 0,0 0 0,-1 0 0,1-1 0,0 1 0,0 1 0,0-1 0,0 0 0,0 0 0,0 1 0,1-1 0,-1 1 0,0 0 0,1-1 0,-3 4 0,3-2 0,-1 0 0,1 0 0,-1 0 0,1 0 0,0 0 0,0 1 0,0-1 0,1 0 0,-1 1 0,1-1 0,0 6 0,0-3 0,1 1 0,-1-1 0,1 0 0,1 0 0,-1 1 0,1-1 0,0 0 0,1 0 0,-1-1 0,1 1 0,0 0 0,0-1 0,5 6 0,3 0 0,1 1 0,0-2 0,1 1 0,0-2 0,1 0 0,0 0 0,0-1 0,0-1 0,20 6 0,-17-7 0,1 0 0,1-2 0,-1 0 0,1-1 0,0-1 0,-1-1 0,32-2 0,-45 1 0,0 0 0,0-1 0,0 0 0,0 0 0,0 0 0,0-1 0,0 1 0,7-5 0,-10 5 0,0 0 0,-1-1 0,1 1 0,-1 0 0,0-1 0,1 1 0,-1-1 0,0 1 0,0-1 0,0 0 0,0 1 0,0-1 0,0 0 0,0 0 0,-1 0 0,1 0 0,-1 0 0,1 1 0,-1-1 0,0 0 0,0 0 0,1 0 0,-2 0 0,1-4 0,-1 0 0,0-1 0,-1 1 0,0 0 0,0-1 0,0 1 0,-1 0 0,0 0 0,-4-6 0,-3-4 0,-18-22 0,5 10 0,9 13 0,2 0 0,-18-29 0,29 43 0,0 0 0,1 0 0,-1 0 0,1 0 0,0 0 0,-1 0 0,1 0 0,0 0 0,-1-1 0,1 1 0,0 0 0,0 0 0,0 0 0,0-1 0,0 1 0,0 0 0,1 0 0,-1-2 0,1 3 0,-1-1 0,0 1 0,1-1 0,-1 1 0,1-1 0,-1 1 0,1 0 0,-1-1 0,1 1 0,-1 0 0,1-1 0,-1 1 0,1 0 0,0 0 0,-1-1 0,1 1 0,-1 0 0,1 0 0,0 0 0,-1 0 0,1 0 0,0 0 0,-1 0 0,1 0 0,-1 0 0,1 0 0,0 0 0,-1 1 0,1-1 0,-1 0 0,1 0 0,0 0 0,-1 1 0,1-1 0,-1 0 0,1 1 0,12 7-1365,0 0-5461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51 24575,'-16'-5'0,"-14"-6"0,-1 2 0,0 0 0,-62-7 0,90 16 0,0 0 0,0 0 0,0 0 0,0 0 0,0 0 0,0 1 0,-1 0 0,1-1 0,0 1 0,0 0 0,0 1 0,-2 0 0,4-1 0,0 0 0,0 0 0,0 0 0,0 0 0,0 0 0,0 0 0,0 0 0,0 0 0,1 0 0,-1 1 0,0-1 0,1 0 0,-1 0 0,1 1 0,0-1 0,-1 0 0,1 1 0,0-1 0,0 0 0,0 1 0,0-1 0,0 1 0,0-1 0,0 0 0,0 1 0,1-1 0,-1 0 0,0 1 0,1 1 0,3 6 0,-1 0 0,1 0 0,1-1 0,-1 1 0,1-1 0,1 0 0,0 0 0,0-1 0,0 0 0,1 0 0,14 12 0,-7-9 0,-1-1 0,1 1 0,1-2 0,0 0 0,0-1 0,18 6 0,-29-12 0,-1 0 0,1 0 0,0 0 0,-1-1 0,1 1 0,0-1 0,0 0 0,-1 0 0,1 0 0,0 0 0,0-1 0,-1 1 0,1-1 0,0 0 0,-1 0 0,1-1 0,-1 1 0,1-1 0,-1 1 0,0-1 0,1 0 0,-1 0 0,0-1 0,-1 1 0,1-1 0,0 1 0,-1-1 0,1 0 0,-1 0 0,0 0 0,0 0 0,0-1 0,0 1 0,0 0 0,-1-1 0,0 0 0,0 1 0,0-1 0,0 1 0,0-1 0,-1 0 0,1 0 0,-1 1 0,0-1 0,0 0 0,-2-7 0,1 5-45,0 0-1,-1 0 1,0 0-1,0 1 1,0-1-1,-1 1 1,0-1-1,0 1 1,0 0-1,-1 0 1,0 0-1,0 1 1,0-1-1,0 1 1,-1 0-1,1 0 1,-1 0-1,0 1 1,0-1-1,-1 1 1,1 1-1,-1-1 1,1 1-1,-1 0 0,0 0 1,0 1-1,0-1 1,0 1-1,-8 0 1,1 0-6781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24575,'0'0'0,"-13"3"0,1 0 0,-1 0 0,0 2 0,-16 7 0,26-10 0,1-1 0,-1 1 0,0 0 0,1 0 0,-1 0 0,1 0 0,0 1 0,0-1 0,0 1 0,-3 3 0,4-4 0,0 0 0,0 0 0,1 0 0,-1 0 0,1 0 0,-1 0 0,1 0 0,-1 1 0,1-1 0,0 0 0,0 0 0,0 0 0,0 1 0,1-1 0,-1 0 0,2 4 0,0 0 0,0 0 0,1-1 0,0 1 0,0-1 0,0 0 0,1 0 0,0 0 0,6 7 0,41 34 0,-41-38 0,35 28 0,59 34 0,-102-68 0,1-1 0,-1 0 0,0 1 0,0 0 0,0-1 0,0 1 0,-1 0 0,4 4 0,-5-6 0,0 0 0,0 1 0,0-1 0,0 0 0,0 0 0,0 1 0,1-1 0,-1 0 0,0 0 0,0 1 0,0-1 0,0 0 0,0 1 0,0-1 0,0 0 0,0 0 0,0 1 0,-1-1 0,1 0 0,0 0 0,0 1 0,0-1 0,0 0 0,0 0 0,0 1 0,0-1 0,-1 0 0,1 0 0,0 0 0,-1 1 0,0 0 0,0-1 0,0 1 0,0-1 0,0 1 0,-1-1 0,1 1 0,0-1 0,0 0 0,-1 1 0,-2-1 0,-37 2 23,-45-3 0,29 0-1434,38 1-5415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12 24575,'-43'-4'0,"17"0"0,0 2 0,0 0 0,0 2 0,-29 4 0,54-4 0,-1 0 0,0 0 0,0 1 0,0-1 0,1 1 0,-1-1 0,0 1 0,1 0 0,-1 0 0,0 0 0,1 0 0,-1 0 0,1 0 0,0 0 0,-1 0 0,1 0 0,0 1 0,-1-1 0,1 0 0,0 1 0,0-1 0,-1 4 0,1-3 0,1 0 0,0 0 0,0-1 0,-1 1 0,1 0 0,0 0 0,1 0 0,-1 0 0,0 0 0,0 0 0,1 0 0,-1 0 0,1 0 0,0 0 0,0-1 0,-1 1 0,1 0 0,0 0 0,0-1 0,3 3 0,2 5 0,1 0 0,-1-1 0,2 0 0,-1-1 0,1 0 0,0 0 0,1-1 0,0 0 0,0 0 0,0-1 0,1 0 0,-1 0 0,1-1 0,0-1 0,0 0 0,1 0 0,-1-1 0,1 0 0,-1 0 0,12-1 0,-17-1 0,1 0 0,-1-1 0,0 1 0,1-1 0,-1 0 0,0 0 0,6-3 0,-9 3 0,0 1 0,-1-1 0,1 0 0,-1-1 0,1 1 0,-1 0 0,1 0 0,-1-1 0,0 1 0,0-1 0,1 1 0,-1-1 0,0 1 0,0-1 0,-1 0 0,1 1 0,0-1 0,-1 0 0,1 0 0,-1 1 0,1-1 0,-1 0 0,0-3 0,1 0 0,-1 1 0,0 0 0,-1 0 0,-1-8 0,2 11 0,0-1 0,0 1 0,0 0 0,-1 0 0,1 0 0,-1 0 0,1 0 0,-1 0 0,1 0 0,-1 0 0,1 0 0,-1 0 0,0 0 0,0 0 0,1 0 0,-1 0 0,0 1 0,0-1 0,0 0 0,0 1 0,0-1 0,-1 0 0,1 1 0,1 0 0,-1 0 0,1 0 0,0 0 0,-1 0 0,1 0 0,0 0 0,-1 0 0,1 0 0,-1 0 0,1 1 0,0-1 0,-1 0 0,1 0 0,0 0 0,-1 1 0,1-1 0,0 0 0,-1 1 0,1-1 0,0 0 0,0 0 0,-1 1 0,1-1 0,0 0 0,0 1 0,0-1 0,-1 0 0,1 1 0,0-1 0,0 1 0,0-1 0,0 0 0,0 1 0,0-1 0,0 1 0,0-1 0,0 0 0,0 1 0,0-1 0,0 1 0,0-1 0,0 1 0,2 18 0,0-13 9,1 0 1,-1 0-1,1 0 0,0-1 0,0 1 1,0-1-1,1 0 0,0 0 0,0 0 0,0-1 1,1 1-1,5 3 0,-5-3-133,0-1 0,1 0 1,0-1-1,-1 1 0,1-1 0,1-1 1,-1 1-1,0-1 0,1 0 0,-1 0 1,8 1-1,-2-2-6702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229 355 24575,'0'1'0,"0"-1"0,0 1 0,0-1 0,0 1 0,0-1 0,0 1 0,0-1 0,0 1 0,0-1 0,0 0 0,0 1 0,-1-1 0,1 1 0,0-1 0,0 1 0,-1-1 0,1 0 0,0 1 0,-1-1 0,1 1 0,0-1 0,-1 0 0,1 1 0,0-1 0,-1 0 0,1 0 0,-1 1 0,1-1 0,0 0 0,-1 0 0,1 0 0,-1 1 0,1-1 0,-1 0 0,1 0 0,-1 0 0,1 0 0,-1 0 0,1 0 0,-1 0 0,1 0 0,-1 0 0,1 0 0,-1 0 0,1 0 0,-1-1 0,1 1 0,-1 0 0,1 0 0,0 0 0,-1-1 0,1 1 0,-1-1 0,-2 0 0,0 0 0,0-1 0,0 0 0,0 1 0,0-1 0,-3-4 0,-9-11 0,1-1 0,-20-32 0,6 7 0,10 18 0,3 6 0,2 0 0,0-1 0,1 0 0,-10-26 0,22 45 0,-1 0 0,1 1 0,0-1 0,-1 0 0,1 0 0,0 0 0,0 0 0,0 1 0,-1-1 0,1 0 0,0 0 0,0 0 0,0 0 0,0 1 0,1-1 0,-1 0 0,0 0 0,1-1 0,-1 2 0,0 0 0,0 0 0,1-1 0,-1 1 0,0 0 0,1 0 0,-1 0 0,1-1 0,-1 1 0,0 0 0,1 0 0,-1 0 0,1 0 0,-1 0 0,0 0 0,1 0 0,-1 0 0,0 0 0,1 0 0,-1 0 0,1 0 0,-1 0 0,0 0 0,1 1 0,0-1 0,3 2 0,1 0 0,-1 0 0,0 0 0,7 6 0,9 7 0,2-1 0,0 0 0,1-2 0,37 15 0,-42-20 0,1-2 0,-1 0 0,1 0 0,22 1 0,-30-5 0,0-1 0,1 0 0,-1 0 0,0-1 0,0 0 0,-1-1 0,1-1 0,19-6 0,-25 7 0,-1 0 0,1 0 0,0-1 0,-1 0 0,1 0 0,-1-1 0,0 1 0,0-1 0,-1 0 0,1 0 0,-1 0 0,1 0 0,-1 0 0,3-7 0,-5 9 0,0-1 0,0 1 0,0-1 0,0 1 0,-1-1 0,1 0 0,-1 1 0,1-1 0,-1 0 0,0 0 0,0 1 0,0-1 0,0 0 0,-1 1 0,1-1 0,-1 0 0,0 1 0,0-1 0,0 0 0,0 1 0,0 0 0,0-1 0,0 1 0,-1-1 0,0 1 0,1 0 0,-1 0 0,0 0 0,-2-2 0,0 1 0,0 0 0,0-1 0,0 2 0,0-1 0,-1 0 0,1 1 0,-1 0 0,0 0 0,0 0 0,0 1 0,0-1 0,0 1 0,-9-1 0,10 2 0,0 0 0,1 0 0,-1 1 0,0-1 0,1 1 0,-1 0 0,0-1 0,1 2 0,-1-1 0,1 0 0,-1 1 0,1 0 0,0-1 0,0 1 0,0 0 0,0 1 0,0-1 0,0 1 0,-4 4 0,3-2 0,0-1 0,1 1 0,-1 0 0,1 1 0,0-1 0,0 1 0,1-1 0,-3 8 0,5-10 0,-1-1 0,1 1 0,0 0 0,-1-1 0,1 1 0,0 0 0,1-1 0,-1 1 0,0 0 0,1-1 0,0 1 0,-1 0 0,1-1 0,0 1 0,0-1 0,1 0 0,-1 1 0,0-1 0,1 0 0,-1 0 0,3 3 0,5 4 0,0 0 0,1-1 0,0 0 0,0 0 0,1-1 0,0-1 0,0 0 0,17 7 0,14 2 0,45 11 0,-67-20 0,72 18-1365,-77-20-5461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242 231 24575,'-199'-207'0,"197"206"0,-1-3 0,-1 1 0,1 0 0,-1 0 0,1 0 0,-6-2 0,9 5 0,0 0 0,-1-1 0,1 1 0,0 0 0,-1 0 0,1 0 0,0 0 0,-1 0 0,1 0 0,-1 0 0,1 0 0,0 0 0,-1 0 0,1 0 0,-1 0 0,1 0 0,0 0 0,-1 0 0,1 0 0,-1 0 0,1 0 0,0 1 0,-1-1 0,1 0 0,-1 0 0,0 1 0,1 0 0,-1 0 0,1 0 0,0 0 0,-1 0 0,1 0 0,-1-1 0,1 1 0,0 0 0,0 0 0,0 0 0,-1 0 0,1 0 0,0 0 0,1 2 0,-1 68 0,4 1 0,14 76 0,-5-85 0,2-1 0,26 67 0,56 115 0,-90-227 0,-3-6 0,1 1 0,12 19 0,-17-31-20,0 0-1,0 0 0,0 0 1,0-1-1,0 1 0,0 0 0,0 0 1,0 0-1,0 0 0,0 0 1,0 0-1,1 0 0,-1-1 1,0 1-1,0 0 0,0 0 1,0 0-1,0 0 0,0 0 1,0 0-1,0 0 0,1 0 0,-1 0 1,0 0-1,0 0 0,0 0 1,0 0-1,0-1 0,0 1 1,0 0-1,1 0 0,-1 0 1,0 0-1,0 0 0,0 0 1,0 0-1,0 0 0,0 0 0,1 0 1,-1 1-1,0-1 0,0 0 1,0 0-1,0 0 0,0 0 1,0 0-1,1 0 0,-1 0 1,0 0-1,0 0 0,0 0 1,0 0-1,0 0 0,0 0 0,0 1 1,0-1-1,0 0 0,0 0 1,1 0-1,-1 0 0,0 0 1,0 0-1,0 0 0,0 1 1,0-1-1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78 24575,'-30'-10'0,"-15"-6"0,-2 0 0,4 2 0,7 4 0,7 4 0,6 2 0,4 3 0,3 3 0,2 4 0,3 4 0,4 2 0,2 2 0,6-1 0,4-1 0,1-2-8191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230 135 24575,'-14'-10'0,"-12"-11"0,-1 2 0,-1 1 0,-30-14 0,54 30 0,-1 0 0,1 0 0,0 1 0,-1 0 0,1 0 0,-1 0 0,1 0 0,-9 0 0,12 1 0,0 0 0,0 1 0,-1-1 0,1 0 0,0 0 0,0 1 0,0-1 0,-1 1 0,1-1 0,0 1 0,0-1 0,0 1 0,0 0 0,0 0 0,0-1 0,0 1 0,0 0 0,0 0 0,0 0 0,1 0 0,-1 0 0,0 0 0,1 0 0,-1 0 0,1 1 0,-1-1 0,1 0 0,-1 0 0,1 0 0,0 1 0,-1-1 0,1 0 0,0 0 0,0 3 0,0 1 0,0 1 0,0 0 0,1-1 0,-1 1 0,1 0 0,0-1 0,1 1 0,0-1 0,0 0 0,0 1 0,0-1 0,1 0 0,-1 0 0,6 6 0,-3-5 0,0 1 0,1-1 0,-1 0 0,2 0 0,-1-1 0,0 0 0,1 0 0,0 0 0,8 3 0,-5-3 0,0-1 0,0 0 0,0-1 0,1 0 0,-1 0 0,14 0 0,-20-2 0,0-1 0,0 0 0,0 0 0,1-1 0,-1 1 0,0-1 0,0 0 0,6-2 0,-7 2 0,-1 0 0,0 0 0,0 0 0,0-1 0,0 1 0,0-1 0,0 1 0,0-1 0,-1 0 0,1 0 0,-1 0 0,1 0 0,-1 0 0,0 0 0,3-4 0,-3 3 0,0-1 0,-1 1 0,1-1 0,0 0 0,-1 1 0,0-1 0,0 0 0,0 1 0,0-1 0,-1 0 0,1 1 0,-1-1 0,0 1 0,-2-6 0,-1 0 0,1 0 0,-2 0 0,1 0 0,-8-10 0,7 12 0,0 1 0,-1-1 0,0 1 0,0 0 0,0 0 0,-1 1 0,-8-5 0,11 7 0,-1 0 0,0 0 0,0 1 0,0 0 0,-1 0 0,1 0 0,0 1 0,-1-1 0,1 1 0,-1 1 0,-10-1 0,15 1-50,-1 0-1,0 0 1,1 0-1,-1 1 0,0-1 1,1 1-1,-1-1 1,1 1-1,-1-1 1,1 1-1,-1 0 0,1 0 1,-1 0-1,1 0 1,0 0-1,-1 0 1,1 0-1,0 0 0,0 1 1,0-1-1,0 0 1,0 1-1,0-1 1,0 1-1,0-1 1,0 4-1,0 3-6775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180 241 24575,'-41'-26'0,"-64"-54"0,101 77 0,1 0 0,0 0 0,0 0 0,1 0 0,-1-1 0,1 1 0,-1-1 0,1 0 0,0 0 0,1 0 0,-3-6 0,3 8 0,1 0 0,0 0 0,0 0 0,-1 0 0,1 0 0,0 0 0,1 0 0,-1 0 0,0 0 0,0 0 0,1 0 0,0 0 0,-1 0 0,1 0 0,0 0 0,0 1 0,0-1 0,0 0 0,0 0 0,0 1 0,0-1 0,1 1 0,-1-1 0,0 1 0,1 0 0,2-2 0,3-2 7,0 0 0,1 1 0,-1 1 0,1-1 0,0 1 1,0 0-1,0 1 0,0 0 0,0 0 0,1 1 0,-1 0 0,1 0 0,-1 1 0,1 0 0,-1 1 0,9 1 0,-7-1-113,0 1 0,-1 1 0,1-1 0,-1 2 0,0-1 0,0 1-1,0 1 1,-1-1 0,1 1 0,-1 1 0,0 0 0,-1 0 0,11 11 0,-10-8-6720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125 134 24575,'-6'-4'0,"-6"-2"0,-27-9 0,37 14 0,-1 0 0,0 0 0,0 0 0,1 1 0,-1 0 0,0-1 0,0 1 0,0 0 0,0 0 0,1 0 0,-1 1 0,0-1 0,0 1 0,1 0 0,-1-1 0,-3 3 0,5-2 0,0 0 0,-1 0 0,1 0 0,0 0 0,-1 1 0,1-1 0,0 0 0,0 1 0,0-1 0,1 1 0,-1-1 0,0 1 0,0-1 0,1 1 0,-1 0 0,1-1 0,-1 1 0,1 0 0,0 0 0,0-1 0,0 1 0,0 0 0,0 0 0,0-1 0,0 1 0,0 0 0,1 0 0,0 2 0,1 2 0,0 0 0,0 1 0,0-1 0,1 0 0,0 0 0,5 7 0,0-2 0,1 0 0,0-1 0,1 0 0,0-1 0,0 0 0,1 0 0,1-1 0,-1-1 0,1 0 0,23 10 0,-16-9 0,1-1 0,-1-1 0,1-1 0,0-1 0,0-1 0,35 2 0,-47-5 0,1 0 0,-1-1 0,0 1 0,0-2 0,1 1 0,-1-1 0,0-1 0,0 1 0,-1-1 0,1-1 0,0 1 0,-1-1 0,10-8 0,-12 9 0,-1-1 0,1 0 0,-1-1 0,0 1 0,-1-1 0,1 1 0,-1-1 0,0 0 0,0-1 0,0 1 0,-1 0 0,1-1 0,-2 0 0,1 1 0,0-1 0,-1 0 0,0 0 0,-1 0 0,1-9 0,-2 7 0,0-1 0,0 1 0,-1 0 0,0 1 0,0-1 0,-1 0 0,0 0 0,0 1 0,-1 0 0,0 0 0,0 0 0,-1 0 0,-8-10 0,5 8 0,-1-1 0,-1 1 0,0 0 0,0 1 0,0 0 0,-1 1 0,-21-11 0,28 16 0,1 1 0,-1-1 0,0 1 0,0 0 0,0 0 0,0 0 0,0 0 0,0 1 0,-8-1 0,10 2 0,1-1 0,-1 0 0,0 1 0,0-1 0,1 1 0,-1-1 0,0 1 0,1 0 0,-1 0 0,1 0 0,-1 0 0,1 0 0,-1 0 0,1 0 0,0 1 0,-1-1 0,1 0 0,0 1 0,0-1 0,0 1 0,0-1 0,0 1 0,1-1 0,-2 4 0,0 0 0,0 1 0,1 0 0,0 1 0,0-1 0,1 0 0,-1 0 0,1 0 0,0 0 0,1 1 0,0-1 0,0 0 0,0 0 0,1 0 0,-1 0 0,1 0 0,1 0 0,-1-1 0,6 9 0,5 8 0,2 0 0,33 39 0,-42-55 0,2 3 0,0 0 0,1 0 0,0-1 0,1 0 0,-1 0 0,2-1 0,11 6 0,-13-9 0,0 0 0,0-1 0,0 0 0,0 0 0,1-1 0,-1 0 0,1 0 0,0-1 0,14-1 0,5-1-1365,-17 1-5461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4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46 521 24575,'-2'0'0,"1"1"0,-1 0 0,0 0 0,0 0 0,1 0 0,-1 0 0,0 0 0,1 0 0,-1 1 0,1-1 0,0 1 0,-1-1 0,1 1 0,0-1 0,0 1 0,0 0 0,0-1 0,0 1 0,0 0 0,1 0 0,-1 0 0,1 0 0,-1 0 0,1 0 0,-1-1 0,1 1 0,0 0 0,0 0 0,0 0 0,0 0 0,1 0 0,-1 0 0,0 0 0,1 0 0,0 0 0,-1 0 0,1 0 0,1 2 0,4 6 0,0 0 0,0-1 0,1 0 0,0 0 0,11 10 0,-17-17 0,7 7 0,-2-3 0,-1 0 0,1 0 0,1 0 0,12 8 0,-17-13 0,-1 0 0,1 0 0,-1 0 0,1-1 0,0 1 0,-1 0 0,1-1 0,0 0 0,-1 1 0,1-1 0,0 0 0,0 0 0,-1 0 0,1 0 0,0 0 0,0 0 0,-1 0 0,1-1 0,0 1 0,-1-1 0,1 1 0,0-1 0,-1 0 0,1 0 0,-1 1 0,1-1 0,-1 0 0,1 0 0,1-2 0,1-1 0,0-1 0,-1 1 0,0-1 0,1 1 0,-1-1 0,-1 0 0,1 0 0,-1-1 0,0 1 0,0 0 0,0-1 0,-1 1 0,0-1 0,0 0 0,0 1 0,-1-1 0,0-10 0,-1-3 0,-1 0 0,-1 1 0,0-1 0,-8-20 0,-106-294 0,100 289 0,-31-54 0,48 98 0,0-1 0,0 1 0,0 0 0,0 0 0,0 0 0,-1-1 0,1 1 0,0 0 0,0 0 0,0 0 0,0-1 0,0 1 0,0 0 0,0 0 0,0 0 0,-1 0 0,1-1 0,0 1 0,0 0 0,0 0 0,0 0 0,-1 0 0,1 0 0,0 0 0,0 0 0,0-1 0,-1 1 0,1 0 0,0 0 0,0 0 0,0 0 0,-1 0 0,1 0 0,0 0 0,0 0 0,0 0 0,-1 0 0,1 0 0,0 0 0,0 0 0,-1 0 0,-1 11 0,2 15 0,2-8 0,0-1 0,2 0 0,0 0 0,11 27 0,34 64 0,-28-68 0,1-2 0,29 37 0,62 64 0,-65-80-1365,-36-44-5461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31 24575,'0'-3'0,"-2"0"0,-2-3 0,-1 0 0,-4 1 0,-1 2 0,-3 0 0,-1 2 0,1 0-8191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24575,'-6'-8'0,"3"11"0,4 16 0,11 33 0,27 74 0,-11-40 0,-17-52 0,-6-22 0,-1 0 0,-1 0 0,0 0 0,0 0 0,-1 1 0,1 18 0,-6-19 0,3-12 0,0 0 0,0 0 0,0 0 0,0 1 0,0-1 0,0 0 0,0 0 0,0 0 0,0 0 0,0 1 0,0-1 0,0 0 0,0 0 0,0 0 0,0 1 0,0-1 0,0 0 0,0 0 0,0 0 0,0 0 0,-1 1 0,1-1 0,0 0 0,0 0 0,0 0 0,0 0 0,0 0 0,-1 1 0,1-1 0,0 0 0,0 0 0,0 0 0,0 0 0,-1 0 0,1 0 0,0 0 0,0 0 0,0 0 0,-1 0 0,1 0 0,0 0 0,0 0 0,0 0 0,-1 0 0,1 0 0,0 0 0,0 0 0,-1 0 0,1-1 0,0 1 0,0-1 0,0 1 0,-1-1 0,1 1 0,0-1 0,0 0 0,0 1 0,0-1 0,0 0 0,0 1 0,0-1 0,0 1 0,0-1 0,0 0 0,1 1 0,-1-1 0,0 1 0,0-1 0,1 0 0,-1 1 0,0-1 0,0 1 0,1-1 0,-1 1 0,1-1 0,-1 1 0,0 0 0,1-1 0,-1 1 0,1-1 0,0 1 0,17-14 0,-12 11 0,0 0 0,0 0 0,1 1 0,-1 0 0,1 0 0,-1 1 0,1 0 0,0 0 0,-1 1 0,1-1 0,0 1 0,0 1 0,0-1 0,-1 1 0,8 2 0,-9-2 0,0 0 0,0 1 0,0-1 0,-1 1 0,1 0 0,-1 0 0,1 1 0,-1-1 0,0 1 0,0 0 0,0 0 0,0 0 0,-1 1 0,1-1 0,-1 1 0,0 0 0,0 0 0,0 0 0,0 0 0,-1 1 0,3 4 0,-5-7 0,0-1 0,1 0 0,-1 0 0,0 1 0,0-1 0,0 0 0,0 1 0,0-1 0,0 0 0,0 1 0,0-1 0,0 0 0,-1 0 0,1 1 0,-1-1 0,1 0 0,-1 0 0,0 3 0,-1-2 0,0 1 0,0-1 0,0 0 0,0 0 0,0 0 0,0 0 0,-1 0 0,-2 1 0,-3 2 0,0-1 0,-1 0 0,1-1 0,-15 4 0,5-1 0,-1-2 0,0 0 0,0-1 0,0-1 0,-22-1 0,40-1-57,0 0 0,-1 0 1,1 0-1,0 0 0,0-1 0,-1 1 0,1-1 0,0 1 0,0-1 0,-1 1 0,1-1 1,0 0-1,0 1 0,0-1 0,0 0 0,0 0 0,0 0 0,0 0 0,0 0 1,1 0-1,-1 0 0,0 0 0,-1-2 0,-1-6-6769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 24575,'-3'0'0,"0"0"0,0 0 0,-1 1 0,1 0 0,0-1 0,0 1 0,0 0 0,0 0 0,-3 2 0,6-3 0,-1 1 0,0-1 0,0 1 0,1-1 0,-1 1 0,1-1 0,-1 1 0,0-1 0,1 1 0,-1-1 0,1 1 0,-1 0 0,1-1 0,0 1 0,-1 0 0,1-1 0,0 1 0,-1 0 0,1 0 0,0-1 0,0 1 0,0 0 0,0 0 0,-1 0 0,1-1 0,0 1 0,0 0 0,1 0 0,-1-1 0,0 1 0,0 0 0,0 0 0,0 0 0,1-1 0,-1 1 0,0 0 0,1-1 0,-1 1 0,0 0 0,1-1 0,0 2 0,3 4 0,1 0 0,0 0 0,0 0 0,1-1 0,0 0 0,0 0 0,0 0 0,0-1 0,1 0 0,-1 0 0,1 0 0,0-1 0,14 4 0,-9-3 0,0-1 0,1 0 0,0-2 0,-1 1 0,1-1 0,0-1 0,21-2 0,-31 1 0,1 0 0,0 0 0,0 0 0,0-1 0,-1 0 0,1 1 0,0-1 0,-1-1 0,0 1 0,1 0 0,-1-1 0,0 0 0,-1 1 0,1-1 0,0 0 0,-1-1 0,3-3 0,-3 4 0,0 1 0,-1 0 0,1-1 0,-1 1 0,0-1 0,0 0 0,0 1 0,0-1 0,-1 0 0,1 0 0,-1 1 0,1-1 0,-1 0 0,0 0 0,0 0 0,-1 1 0,1-1 0,0 0 0,-1 0 0,0 0 0,1 1 0,-1-1 0,0 0 0,0 1 0,-3-4 0,4 5 0,0 0 0,-1 0 0,1 1 0,-1-1 0,1 0 0,-1 0 0,0 1 0,1-1 0,-1 0 0,0 1 0,1-1 0,-1 1 0,0-1 0,0 1 0,1-1 0,-1 1 0,0-1 0,0 1 0,0 0 0,0-1 0,0 1 0,0 0 0,1 0 0,-1 0 0,0 0 0,0 0 0,0 0 0,0 0 0,0 0 0,0 0 0,0 0 0,0 1 0,0-1 0,1 0 0,-1 0 0,0 1 0,0-1 0,0 1 0,0-1 0,1 1 0,-1-1 0,0 1 0,-1 1 0,0 0 0,-1 1 0,1 0 0,0 0 0,0 0 0,0 0 0,0 0 0,0 1 0,1-1 0,-3 7 0,1 3 0,1 0 0,0 0 0,1 0 0,0 0 0,1 0 0,0 1 0,3 15 0,22 93 0,-17-90 0,86 257 0,-94-287 0,2 2 0,-1 0 0,1 1 0,-1-1 0,0 1 0,0 5 0,-1-10 0,1 1 0,-1-1 0,0 1 0,-1-1 0,1 1 0,0-1 0,0 1 0,0-1 0,0 1 0,0-1 0,0 1 0,-1-1 0,1 1 0,0-1 0,0 0 0,-1 1 0,1-1 0,0 1 0,-1-1 0,1 0 0,0 1 0,-1 0 0,0-1 0,0 0 0,0 0 0,0 0 0,0 1 0,0-1 0,0 0 0,1 0 0,-1 0 0,0 0 0,0 0 0,0 0 0,0-1 0,0 1 0,0 0 0,0 0 0,0-1 0,0 0 0,-15-6 0,0-1 0,1-1 0,0 0 0,1-1 0,-17-15 0,-10-7 0,32 26 0,7 5 0,-1 0 0,1-1 0,0 1 0,0-1 0,0 1 0,0-1 0,0 0 0,1 0 0,-1 0 0,-3-4 0,5 5 2,0 1 1,0 0-1,0-1 0,0 1 0,0 0 0,0-1 0,0 1 0,0-1 0,0 1 0,0 0 1,0-1-1,0 1 0,1 0 0,-1-1 0,0 1 0,0 0 0,0-1 0,0 1 1,1 0-1,-1-1 0,0 1 0,0 0 0,0 0 0,1-1 0,-1 1 0,0 0 1,1 0-1,-1-1 0,0 1 0,0 0 0,1 0 0,-1 0 0,0 0 0,1 0 1,-1-1-1,1 1 0,-1 0 0,0 0 0,1 0 0,-1 0 0,0 0 0,1 0 1,18-2-1003,-17 2 543,10 0-6369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24575,'5'30'0,"4"15"0,1 3 0,1-3 0,-2-5 0,1-6 0,1-5 0,-2-3 0,1-3 0,-2-3 0,1-3 0,0-1 0,3-4 0,0-3 0,-1-4-8191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24575,'134'-32'0,"-104"26"0,0 2 0,47 0 0,-74 4 0,0 0 0,-1 0 0,1 0 0,-1-1 0,1 1 0,0-1 0,-1 1 0,1-1 0,-1 0 0,4-2 0,-6 3 0,1-1 0,0 1 0,-1-1 0,1 1 0,-1-1 0,1 0 0,-1 1 0,1-1 0,-1 1 0,0-1 0,1 0 0,-1 0 0,0 1 0,1-1 0,-1 0 0,0 1 0,0-1 0,0 0 0,0 0 0,0 1 0,1-1 0,-2 0 0,1 0 0,0 0 0,0 1 0,0-1 0,0 0 0,0 0 0,0 1 0,-1-1 0,1 0 0,0 1 0,-1-1 0,1 0 0,-1 1 0,1-1 0,0 0 0,-1 1 0,-1-2 0,0-1 7,-1-1 0,-1 1 0,1 0 0,0 0 0,-1 0 1,0 0-1,1 0 0,-1 1 0,0 0 0,-9-4 0,-4 0-298,-25-7 0,26 9-570,0 0-5965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24575,'5'-6'0,"2"-3"0,2 0 0,2 0 0,1 3 0,2 2 0,1 2 0,0 1 0,0 0 0,0 1 0,0 1 0,0-1 0,0 1 0,0-1 0,-3 0-8191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24575,'-3'15'0,"1"1"0,0-1 0,0 31 0,3-38 0,0-1 0,0 1 0,1 0 0,-1-1 0,2 1 0,-1-1 0,1 0 0,0 0 0,8 13 0,24 25 0,-24-32 0,15 24 0,-25-36-57,-1-1 0,0 1 1,1-1-1,-1 1 0,0 0 0,1-1 0,-1 1 0,0-1 0,0 1 0,0 0 0,0-1 1,0 1-1,1-1 0,-1 1 0,0 0 0,0-1 0,0 1 0,-1 0 0,1-1 1,0 1-1,0-1 0,0 1 0,-1 1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135 254 24575,'2'33'0,"7"43"0,-6-56 0,-1-6 0,1-1 0,1 0 0,0 1 0,10 20 0,-29-60 0,-1 0 0,-21-26 0,-30-47 0,61 88 0,0-1 0,0 0 0,2-1 0,-1 1 0,2-1 0,-1 0 0,-1-14 0,5 20 0,-1 0 0,1-1 0,0 1 0,0-1 0,1 1 0,0 0 0,0-1 0,5-13 0,-5 17 0,1 0 0,0 1 0,0-1 0,0 0 0,1 1 0,-1-1 0,1 1 0,0-1 0,0 1 0,0 0 0,1 1 0,-1-1 0,1 0 0,-1 1 0,1 0 0,6-3 0,-1 1 0,1 1 0,0 0 0,-1 0 0,1 1 0,0 1 0,0 0 0,1 0 0,-1 1 0,0 0 0,0 0 0,0 1 0,0 1 0,0 0 0,0 0 0,11 5 0,5 3 0,0 1 0,-1 1 0,-1 1 0,30 20 0,-53-32 0,1 0 0,-1 0 0,1 0 0,-1 0 0,0 1 0,1-1 0,-1 0 0,0 0 0,0 1 0,0-1 0,0 1 0,0-1 0,0 1 0,0 0 0,0-1 0,-1 1 0,2 2 0,-2-3 0,0 1 0,-1 0 0,1-1 0,0 1 0,0-1 0,-1 1 0,1-1 0,-1 1 0,1-1 0,-1 1 0,0-1 0,1 1 0,-1-1 0,0 0 0,0 1 0,0-1 0,0 0 0,0 0 0,-3 2 0,-8 8 0,-28 18 0,-7 6 0,42-31 0,1 0 0,0 0 0,0 0 0,1 1 0,-1-1 0,1 1 0,-4 7 0,6-10 0,1-1 0,-1 0 0,1 1 0,-1-1 0,1 1 0,0-1 0,0 0 0,-1 1 0,1-1 0,0 1 0,0-1 0,0 1 0,1-1 0,-1 1 0,0-1 0,1 0 0,-1 1 0,1 1 0,1 0 0,-1-1 0,1 0 0,-1 1 0,1-1 0,0 0 0,0 0 0,0 0 0,0 0 0,2 2 0,6 2 0,-1 0 0,1-1 0,18 8 0,-26-12 0,30 10 33,0-1-1,1-1 1,45 5 0,47 12-1529,-113-22-5330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62 24575,'-18'-8'0,"-2"-2"0,-2 0 0,1 2 0,-1 0 0,-45-8 0,66 15 0,-1 1 0,0 0 0,1 0 0,-1 0 0,1 0 0,-1 0 0,1 0 0,-1 0 0,0 0 0,1 1 0,-1-1 0,1 0 0,-1 1 0,1 0 0,-1-1 0,1 1 0,0 0 0,-1 0 0,1 0 0,-2 1 0,2-1 0,1 0 0,-1 0 0,1 1 0,-1-1 0,1 0 0,-1 0 0,1 1 0,0-1 0,0 0 0,0 1 0,0-1 0,0 0 0,0 0 0,0 1 0,0-1 0,0 0 0,0 1 0,1-1 0,-1 0 0,1 0 0,-1 1 0,1-1 0,-1 0 0,2 2 0,4 7 0,1-1 0,0 0 0,1-1 0,-1 0 0,2 0 0,-1 0 0,16 10 0,-4-3 0,-11-7 0,44 35 0,51 55 0,-101-96 0,-1 1 0,0-1 0,0 1 0,0-1 0,-1 1 0,1 0 0,1 4 0,-3-6 0,0-1 0,1 1 0,-1-1 0,0 1 0,0 0 0,0-1 0,0 1 0,0-1 0,0 1 0,0 0 0,0-1 0,-1 1 0,1 0 0,0-1 0,0 1 0,0-1 0,-1 1 0,1-1 0,0 1 0,0 0 0,-1-1 0,1 1 0,-1-1 0,1 1 0,0-1 0,-1 0 0,1 1 0,-1-1 0,1 1 0,-1-1 0,1 0 0,-1 1 0,0-1 0,1 0 0,-1 0 0,1 0 0,-1 1 0,0-1 0,1 0 0,-1 0 0,1 0 0,-1 0 0,0 0 0,0 0 0,-18 2 0,0-2 0,0 0 0,-1 0 0,1-2 0,0-1 0,-20-5 0,5 1-455,0-2 0,-59-24 0,81 27-6371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24575,'8'9'0,"0"0"0,-1 1 0,0 0 0,10 18 0,17 47 0,-29-62 0,103 256 0,-100-249-682,22 35-1,-22-44-6143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63 24575,'-28'-11'0,"-11"-2"0,-5 0 0,4 3 0,5 3 0,6 2 0,6 3 0,4 1 0,3 1 0,2 3 0,0 1 0,1-1 0,-1 0 0,3 2 0,0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135 241 24575,'-3'2'0,"0"-2"0,-1 1 0,1 0 0,0-1 0,0 1 0,-1-1 0,1 0 0,0 0 0,-1 0 0,1 0 0,0-1 0,-1 0 0,1 1 0,0-1 0,0 0 0,0-1 0,0 1 0,0 0 0,0-1 0,0 0 0,0 1 0,1-1 0,-1 0 0,0-1 0,1 1 0,0 0 0,0-1 0,-1 1 0,1-1 0,1 0 0,-1 0 0,-2-5 0,-3-4 0,2 1 0,0-1 0,0 0 0,1 0 0,1-1 0,0 1 0,0-1 0,2 1 0,-1-1 0,2 0 0,0-18 0,0 29 0,1 1 0,-1 0 0,0-1 0,0 1 0,1-1 0,-1 1 0,1 0 0,-1-1 0,1 1 0,0 0 0,0 0 0,-1 0 0,1-1 0,0 1 0,0 0 0,0 0 0,0 0 0,0 0 0,0 1 0,3-3 0,-2 2 0,0 0 0,1 0 0,-1 0 0,1 1 0,0-1 0,-1 1 0,1-1 0,-1 1 0,1 0 0,4 0 0,-2 1 0,0-1 0,0 1 0,0 0 0,0 0 0,-1 0 0,1 1 0,-1 0 0,1 0 0,-1 0 0,1 0 0,-1 1 0,4 3 0,11 15-1365,-11-13-5461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8 24575,'-3'-2'0,"0"1"0,0 0 0,0 0 0,-1 0 0,1 1 0,0-1 0,0 1 0,0 0 0,0-1 0,-4 2 0,6-1 0,0 0 0,1 0 0,-1 0 0,1 0 0,-1 0 0,0 1 0,1-1 0,-1 0 0,1 0 0,-1 1 0,1-1 0,-1 0 0,1 1 0,-1-1 0,1 0 0,-1 1 0,1-1 0,-1 1 0,1-1 0,0 1 0,-1-1 0,1 1 0,-1 0 0,1 0 0,0 0 0,0 0 0,0 0 0,0 1 0,0-1 0,0 0 0,0 0 0,1 0 0,-1 0 0,0 0 0,1 0 0,-1 0 0,0-1 0,1 1 0,-1 0 0,1 0 0,0 1 0,3 3 0,-1-1 0,1 0 0,-1 0 0,1 0 0,1 0 0,-1-1 0,0 1 0,1-1 0,0 0 0,-1-1 0,1 1 0,0-1 0,1 0 0,-1 0 0,0-1 0,0 1 0,1-1 0,-1 0 0,1-1 0,-1 1 0,1-1 0,9-1 0,-13 1 0,0-1 0,0 1 0,-1-1 0,1 0 0,0 0 0,0 1 0,-1-1 0,1 0 0,-1-1 0,1 1 0,-1 0 0,1 0 0,-1-1 0,1 1 0,-1-1 0,0 1 0,0-1 0,0 1 0,0-1 0,0 0 0,0 0 0,-1 1 0,2-3 0,-1 1 0,0 1 0,0-1 0,1 1 0,-1 0 0,1 0 0,-1-1 0,1 1 0,3-2 0,-4 3 0,0 0 0,1 1 0,-1-1 0,0 1 0,1-1 0,-1 1 0,0-1 0,1 1 0,-1 0 0,0 0 0,1 0 0,-1 0 0,1 0 0,-1 0 0,0 0 0,1 0 0,-1 0 0,0 1 0,1-1 0,-1 1 0,0-1 0,2 1 0,5 2-91,-1 0 0,0 1 0,1 0 0,-1 0 0,0 0 0,-1 1 0,1 0 0,-1 0 0,0 0 0,0 1 0,-1 0 0,0 0 0,0 1 0,7 11 0,-7-6-6735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24575,'-5'11'0,"-20"54"0,22-57 0,1 0 0,0-1 0,1 1 0,0 0 0,0 0 0,1 13 0,1-17 0,0 1 0,0 0 0,0-1 0,1 1 0,0-1 0,0 1 0,0-1 0,0 0 0,1 0 0,0 0 0,0 0 0,0-1 0,0 1 0,0-1 0,1 1 0,-1-1 0,1 0 0,5 3 0,9 5 0,0-1 0,34 14 0,-33-15-195,1-2 0,-1 0 0,1-1 0,1-1 0,-1-1 0,28 2 0,-35-6-6631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24575,'10'15'0,"3"10"0,2 6 0,-1 5 0,-1 1 0,0 0 0,0-2 0,-2 2 0,0-2 0,0-4 0,1-1 0,1-2 0,-2-3 0,0 0 0,1-3 0,-3-1 0,-1-6-8191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24575,'-28'-20'0,"-11"-7"0,-2 2 0,4 7 0,5 7 0,6 7 0,5 5 0,3 5 0,2 4 0,5 2 0,3-1-8191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24575,'23'37'0,"33"43"0,-50-71 0,1-1 0,0-1 0,1 1 0,0-1 0,0-1 0,18 12 0,-25-17 0,1 0 0,-1-1 0,0 1 0,1 0 0,-1-1 0,0 1 0,1-1 0,-1 1 0,1-1 0,-1 0 0,1 0 0,-1 0 0,0 0 0,1 0 0,-1 0 0,1 0 0,-1 0 0,1 0 0,-1-1 0,1 1 0,-1 0 0,0-1 0,1 1 0,2-2 0,-2-1 0,0 1 0,0 0 0,0 0 0,0 0 0,0-1 0,0 0 0,-1 1 0,1-1 0,-1 0 0,1 1 0,0-5 0,4-17 0,-6 21 0,1-1 0,0 1 0,0 0 0,0-1 0,0 1 0,0 0 0,0 0 0,1-1 0,0 1 0,3-4 0,-4 6 0,-1 1 0,1 0 0,0-1 0,-1 1 0,1 0 0,0-1 0,-1 1 0,1 0 0,0 0 0,0 0 0,0 0 0,-1 0 0,1 0 0,0 0 0,0 0 0,-1 0 0,1 0 0,0 0 0,0 1 0,-1-1 0,1 0 0,0 0 0,-1 1 0,1-1 0,0 0 0,-1 1 0,1-1 0,1 2 0,20 16 0,-16-14 0,11 12 0,-1 0 0,-1 1 0,16 22 0,27 30 0,-50-62-1365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4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85 303 24575,'0'1'0,"0"1"0,0-1 0,0 1 0,0 0 0,-1-1 0,1 1 0,0 0 0,-1-1 0,1 1 0,-1-1 0,0 3 0,1-4 0,-1 0 0,1 0 0,0 0 0,0 0 0,0 0 0,0 1 0,-1-1 0,1 0 0,0 0 0,0 0 0,0 0 0,-1 0 0,1 0 0,0 0 0,0 0 0,0 0 0,-1 0 0,1 0 0,0 0 0,0 0 0,0 0 0,-1 0 0,1 0 0,0 0 0,0 0 0,-1 0 0,1 0 0,0 0 0,0 0 0,-10-9 0,1-2 0,1 0 0,0 0 0,1-1 0,0-1 0,1 1 0,0-1 0,-6-21 0,12 33 0,-1 0 0,1 0 0,0 0 0,0 0 0,0 1 0,-1-1 0,1 0 0,0 0 0,0 0 0,1 0 0,-1 0 0,0 0 0,0 0 0,0 0 0,1 0 0,0-1 0,-1 1 0,0 1 0,1 0 0,-1-1 0,1 1 0,-1 0 0,0-1 0,1 1 0,-1 0 0,1 0 0,-1 0 0,1-1 0,-1 1 0,1 0 0,-1 0 0,0 0 0,1 0 0,-1 0 0,1 0 0,-1 0 0,1 0 0,-1 0 0,1 0 0,0 0 0,4 2 0,0-1 0,0 1 0,0 0 0,9 5 0,-6-2 0,6 1 0,0-1 0,0 0 0,0-1 0,1-1 0,28 4 0,76-5 0,-86-2 0,-27 0 0,0 0 0,-1-1 0,1 0 0,-1 0 0,1 0 0,0-1 0,-1 1 0,0-1 0,1-1 0,-1 1 0,0-1 0,0 0 0,6-4 0,-8 4 0,1 0 0,-1 0 0,0-1 0,0 1 0,-1-1 0,1 1 0,-1-1 0,0 0 0,0 0 0,0 0 0,0 0 0,-1 0 0,1 0 0,-1 0 0,0-1 0,-1 1 0,1-8 0,0 10 0,0-12 0,-1 0 0,0 0 0,0 0 0,-2 0 0,-3-19 0,5 32 0,-1 0 0,1 0 0,0 0 0,-1 0 0,1 0 0,-1 0 0,1 0 0,-1 0 0,0 0 0,1 0 0,-1 0 0,0 0 0,0 0 0,1 1 0,-1-1 0,0 0 0,0 1 0,0-1 0,0 0 0,0 1 0,0-1 0,0 1 0,0 0 0,0-1 0,0 1 0,-1 0 0,1-1 0,0 1 0,0 0 0,0 0 0,0 0 0,0 0 0,-1 0 0,1 0 0,0 0 0,0 1 0,0-1 0,0 0 0,0 1 0,0-1 0,0 1 0,0-1 0,-2 2 0,-1 0 0,-1 0 0,1 1 0,0 0 0,0 0 0,0 0 0,1 1 0,-1-1 0,-5 8 0,4-4 0,1-1 0,0 1 0,0 0 0,1 0 0,0 1 0,0-1 0,-3 16 0,5-19 0,1 0 0,-1 0 0,1 1 0,0-1 0,0 0 0,1 0 0,-1 0 0,1 0 0,0 0 0,0 0 0,0 0 0,0 0 0,1 0 0,0 0 0,0 0 0,4 5 0,0-1 0,0-1 0,1 0 0,0 0 0,1 0 0,-1-1 0,1 0 0,0-1 0,13 7 0,76 29 0,-78-34 0,19 5-140,66 13-1,-71-18-943,-21-4-5742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205 194 24575,'-10'-13'0,"1"-1"0,-12-18 0,19 28 0,0 0 0,0 0 0,0 0 0,1 0 0,-1-1 0,1 1 0,0 0 0,0-1 0,1 1 0,-1 0 0,1-1 0,0 1 0,1-9 0,0 11 0,0 0 0,0 0 0,0 1 0,0-1 0,0 0 0,0 0 0,0 1 0,1-1 0,-1 0 0,0 1 0,1 0 0,0-1 0,-1 1 0,1 0 0,0 0 0,0 0 0,2-1 0,6-3 0,23-7 0,-16 6 0,-7 2 0,1 1 0,-1 0 0,1 1 0,0 0 0,12 0 0,56 2 0,-38 1 0,-29 0 0,0 0 0,0 1 0,-1 0 0,1 0 0,-1 1 0,1 1 0,-1 0 0,0 1 0,19 11 0,-16-8 0,-1 1 0,0 0 0,-1 1 0,0 1 0,-1 0 0,20 24 0,-11-6 0,-1 1 0,-2 0 0,-1 2 0,-1 0 0,-2 0 0,15 53 0,-26-76 0,1 1 0,-2-1 0,1 1 0,-1 0 0,-1 0 0,0 0 0,0 0 0,-1-1 0,-2 11 0,1-13 0,0 0 0,0 0 0,-1-1 0,1 1 0,-2-1 0,1 0 0,-1 0 0,1 0 0,-2 0 0,1 0 0,-1-1 0,0 0 0,-6 6 0,-14 10 0,0-1 0,-1-2 0,-1 0 0,0-2 0,-37 15 0,54-27 0,0-1 0,-1 0 0,1-1 0,-1 0 0,1 0 0,-1-1 0,0-1 0,0 0 0,-11-2 0,6 0 0,0-1 0,0 0 0,1-1 0,0-1 0,-22-10 0,-58-32 0,80 38 0,1-1 0,-1 0 0,2-1 0,-14-13 0,12 9 0,1-1 0,1 0 0,0-1 0,1 0 0,1-1 0,1 0 0,0-1 0,1 0 0,1 0 0,-10-41 0,4-3-1365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8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9683 2 24575,'0'-1'0,"1"1"0,-1 0 0,0 0 0,0 0 0,0 0 0,0 0 0,0 0 0,0 0 0,0 0 0,0 0 0,0 0 0,0 0 0,0 0 0,0 0 0,0 0 0,1 0 0,-1 0 0,0 0 0,0 0 0,0 0 0,0-1 0,0 1 0,0 0 0,0 0 0,0 0 0,0 0 0,0 0 0,1 1 0,-1-1 0,0 0 0,0 0 0,0 0 0,0 0 0,0 0 0,0 0 0,0 0 0,0 0 0,0 0 0,0 0 0,1 0 0,-1 0 0,0 0 0,0 0 0,0 0 0,0 0 0,0 0 0,0 0 0,0 0 0,0 1 0,0-1 0,0 0 0,0 0 0,0 0 0,0 0 0,0 0 0,0 0 0,0 0 0,0 0 0,0 0 0,0 0 0,0 1 0,0-1 0,0 0 0,0 0 0,0 0 0,0 0 0,0 0 0,0 0 0,0 13 0,-5 15 0,-6 14 0,-25 63 0,29-89 0,0-1 0,-1-1 0,-1 1 0,0-1 0,-1-1 0,0 1 0,-15 12 0,-2 2 0,-20 18 0,8-10 0,-47 55 0,55-56 0,-56 47 0,32-40 0,-2-3 0,-2-2 0,-114 53 0,-4-17 0,-224 61 0,143-72 0,76-21 0,146-32 0,-284 65 0,-129 3 0,-479 20-615,542-61 453,-271 29 162,-303 55 0,125 7 0,490-81-1035,118-17 483,-609 55-725,-4-36-43,608-37 1738,-507 45-1026,658-47-2432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0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24575,'58'-1'0,"63"2"0,-114 0 0,0-1 0,0 1 0,0 0 0,0 1 0,-1 0 0,1 0 0,10 5 0,-15-6 0,0 0 0,-1 0 0,1 0 0,-1 1 0,1-1 0,-1 1 0,1-1 0,-1 1 0,1-1 0,-1 1 0,0 0 0,0 0 0,0-1 0,0 1 0,0 0 0,-1 0 0,1 0 0,-1 0 0,1 0 0,-1 0 0,1 0 0,-1 0 0,0 0 0,0 1 0,0-1 0,0 0 0,-1 0 0,1 0 0,-2 3 0,-10 45 0,7-35 0,1 1 0,0 0 0,-1 23 0,4-28 0,0 0 0,-1 0 0,-1 0 0,-4 15 0,7-25 0,-1 0 0,1 0 0,0 0 0,0 0 0,-1-1 0,1 1 0,0 0 0,0 0 0,0 0 0,0 0 0,0 0 0,0 0 0,1-1 0,-1 1 0,0 0 0,0 0 0,1 0 0,-1 0 0,0-1 0,1 1 0,-1 0 0,1 0 0,-1-1 0,1 1 0,-1 0 0,1 0 0,-1-1 0,1 1 0,0-1 0,-1 1 0,1-1 0,0 1 0,0-1 0,-1 1 0,1-1 0,0 0 0,0 1 0,0-1 0,0 0 0,-1 0 0,2 1 0,5 0 0,-1 0 0,1 0 0,0 0 0,8-1 0,-10 0 0,32 3 45,0 1-1,48 12 0,33 4-1542,-104-19-5328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24575,'2'-2'0,"4"-1"0,3-1 0,3 2 0,1 0 0,2 1 0,0 0 0,3 1 0,0 0 0,1 0 0,1 0 0,0 0 0,2 1 0,-1-1 0,-1 0 0,-1 0 0,-2 0 0,-4 0-8191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37 24575,'-18'-10'0,"-5"-1"0,-2 2 0,4 4 0,3 4 0,4 4 0,2 1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18 24575,'-28'-5'0,"-11"-2"0,-2 3 0,4 3 0,5 3 0,6 1 0,8 4 0,3-1 0,3 0 0,0-2 0,3-1-8191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24575,'10'24'0,"12"37"0,-4-8 0,54 137 0,-69-183-341,-1 0 0,0 0-1,2 15 1,-3-10-6485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1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24575,'2'-2'0,"1"1"0,-1-1 0,0 1 0,0 0 0,1-1 0,-1 1 0,0 0 0,1 1 0,0-1 0,-1 0 0,1 1 0,3-1 0,36-1 0,-31 3 0,-3-1 0,-1 0 0,1 1 0,0 0 0,-1 0 0,1 1 0,-1 0 0,0 1 0,1-1 0,9 7 0,-13-8 0,-1 1 0,0 0 0,1 1 0,-1-1 0,0 1 0,0-1 0,-1 1 0,1 0 0,-1 0 0,1 0 0,-1 0 0,0 1 0,0-1 0,0 0 0,-1 1 0,1 0 0,-1-1 0,0 1 0,0 0 0,1 6 0,-1 2 0,-1 1 0,-1 0 0,0 0 0,-1 0 0,0-1 0,-1 1 0,0-1 0,-1 0 0,-10 22 0,-21 66 0,29-82 0,2-6 0,2-9 0,1 1 0,0-1 0,0 0 0,0 1 0,0-1 0,1 1 0,-1 4 0,1-7 0,0 1 0,1-1 0,-1 0 0,0 0 0,1 0 0,-1 0 0,1 0 0,-1 1 0,1-1 0,0 0 0,-1 0 0,1 0 0,0 0 0,0-1 0,0 1 0,0 0 0,-1 0 0,1 0 0,0-1 0,0 1 0,1 0 0,-1-1 0,0 1 0,0-1 0,0 1 0,2-1 0,24 9 0,1-2 0,-1 0 0,39 2 0,-58-7-227,0-1-1,0-1 1,0 0-1,0 0 1,13-2-1,-9-1-6598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18 24575,'-10'-5'0,"-6"-1"0,-2 2 0,-1 2 0,0 1 0,1 4 0,1 1 0,1 0 0,0-1 0,1-3 0,0-2 0,3 0-8191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35 24575,'-17'-8'0,"-9"-2"0,-2 1 0,1 4 0,2 2 0,7 6 0,2 1 0,2 0 0,4 2 0,1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3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20 24575,'-2'0'0,"-4"0"0,-3 0 0,-3 0 0,-1 0 0,-2 0 0,0 0 0,0 0 0,-3 0 0,-1-3 0,-2 0 0,0 0 0,-1-2 0,2-1-8191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0 24575,'-2'3'0,"-4"0"0,-3 3 0,-3 0 0,-1-1 0,-1-1 0,-2-2 0,1-1 0,0 0 0,-1-1 0,1 0 0,0-3 0,0 0 0,0-1 0,1 2 0,1-3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5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24575,'4'3'0,"0"1"0,-1-1 0,1 1 0,-1-1 0,0 1 0,0 0 0,0 0 0,0 0 0,-1 1 0,4 8 0,1 4 0,6 28 0,-12-41 0,22 109 0,3 14 0,-17-83-1365,-7-32-5461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16 104 24575,'-1'1'0,"0"-1"0,1 0 0,-1 0 0,1 1 0,-1-1 0,0 0 0,1 1 0,-1-1 0,1 1 0,-1-1 0,1 1 0,-1-1 0,1 1 0,-1-1 0,1 1 0,0-1 0,-1 1 0,1 0 0,0-1 0,-1 1 0,1 0 0,0-1 0,0 1 0,-1 0 0,1-1 0,0 1 0,0 1 0,-3 22 0,3-21 0,0 7 0,0 0 0,0 0 0,1 0 0,0 0 0,1 0 0,0 0 0,5 14 0,-5-18 0,1 0 0,0 0 0,0 0 0,0 0 0,1-1 0,0 1 0,0-1 0,0 0 0,1 0 0,-1-1 0,1 0 0,9 7 0,-11-9 0,0-1 0,0 1 0,0-1 0,0 1 0,0-1 0,0 0 0,0 0 0,0 0 0,1-1 0,-1 1 0,0-1 0,1 0 0,-1 0 0,0 0 0,0 0 0,1-1 0,-1 1 0,0-1 0,1 0 0,-1 0 0,0 0 0,0 0 0,0 0 0,0-1 0,0 1 0,0-1 0,-1 0 0,1 0 0,0 0 0,-1 0 0,0-1 0,1 1 0,-1-1 0,0 1 0,0-1 0,0 0 0,-1 0 0,3-4 0,-3 3 0,1-1 0,-1 0 0,0 0 0,-1 0 0,1 0 0,-1 0 0,0 0 0,0 0 0,-1 0 0,1 0 0,-1 0 0,-2-5 0,0-6 0,3 16 0,0 0 0,0 0 0,0-1 0,0 1 0,0 0 0,0 0 0,0 0 0,0 0 0,0-1 0,0 1 0,0 0 0,0 0 0,0 0 0,0-1 0,0 1 0,0 0 0,0 0 0,0 0 0,0 0 0,0-1 0,0 1 0,0 0 0,0 0 0,0 0 0,1 0 0,-1-1 0,0 1 0,0 0 0,0 0 0,0 0 0,0 0 0,0 0 0,1 0 0,-1-1 0,0 1 0,7 3 0,8 8 0,-15-10 0,13 10 0,0-1 0,1 0 0,0 0 0,0-2 0,20 9 0,-24-12 0,1-1 0,0 0 0,0-1 0,1 0 0,-1-1 0,1 0 0,-1-1 0,19 0 0,-28-1 0,1 0 0,-1 0 0,1-1 0,-1 1 0,1 0 0,-1-1 0,1 0 0,-1 0 0,0 1 0,1-2 0,-1 1 0,0 0 0,0 0 0,1-1 0,-1 1 0,0-1 0,0 1 0,-1-1 0,1 0 0,0 0 0,-1 0 0,1 0 0,-1 0 0,1 0 0,-1 0 0,0-1 0,0 1 0,0 0 0,0-1 0,-1 1 0,1-1 0,0 1 0,-1-1 0,0 1 0,0-3 0,1-4 0,-2 0 0,1 0 0,-1 1 0,-1-1 0,1 0 0,-1 1 0,-1-1 0,0 1 0,-4-9 0,2 6 17,-2-1 0,1 1 1,-1 0-1,-1 1 0,0 0 0,-11-11 0,12 15-166,0-1 1,0 2-1,0-1 1,-1 1-1,1 0 1,-1 0-1,0 1 1,-1 1-1,-13-5 1,6 4-6678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3 24575,'-6'3'0,"-3"0"0,-3 0 0,-2 2 0,-1 1 0,-1-2 0,0-1 0,1-1 0,-1-1 0,-2 0 0,0-1 0,0 0 0,1-3 0,-2-1 0,-1-1 0,2-2 0,0 0 0,4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18 24575,'0'0'0,"0"-1"0,0 0 0,0 1 0,0-1 0,0 0 0,0 0 0,0 1 0,-1-1 0,1 0 0,0 1 0,0-1 0,-1 0 0,1 1 0,-1-1 0,1 1 0,0-1 0,-1 1 0,1-1 0,-1 0 0,1 1 0,-1 0 0,1-1 0,-1 1 0,0-1 0,1 1 0,-1 0 0,0-1 0,1 1 0,-1 0 0,0 0 0,1-1 0,-1 1 0,0 0 0,1 0 0,-1 0 0,0 0 0,0 0 0,1 0 0,-1 0 0,-1 0 0,-5 1 0,1 0 0,-1 1 0,-11 3 0,1-1 0,-14 1 0,-8 1 0,-65 3 0,66-9-1365,21 0-5461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24575,'2'18'0,"2"8"0,-1 2 0,-1-1 0,3-5 0,-1-4 0,3-3 0,-1-1 0,1-2 0,0-2 0,1-2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24575,'10'20'0,"6"10"0,0 1 0,0-1 0,-1-4 0,1-4 0,-4-2 0,0-3 0,-3-4-8191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8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43 24575,'-30'-10'0,"-13"-4"0,-3 4 0,3 3 0,3 6 0,5 4 0,2 6 0,3 3 0,3-1 0,6-2-8191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5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 24575,'-22'0'0,"-11"0"0,-1 0 0,1 0 0,5 0 0,2 2 0,3 1 0,0 1 0,2-2 0,-1 0 0,-2-1 0,-1 0 0,0-1 0,5 0-8191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24575,'24'61'0,"-17"-39"0,2 0 0,0 0 0,1-2 0,24 37 0,-33-56 0,0 1 0,0-1 0,0 0 0,0 0 0,0 0 0,1 0 0,-1 0 0,0 0 0,0 0 0,1 0 0,-1 0 0,0-1 0,1 1 0,-1-1 0,1 1 0,-1-1 0,1 1 0,-1-1 0,1 0 0,-1 0 0,1 1 0,1-1 0,-1-1 0,-1 1 0,0 0 0,0-1 0,0 1 0,0-1 0,1 0 0,-1 1 0,0-1 0,0 0 0,0 1 0,0-1 0,-1 0 0,1 0 0,0 0 0,0 0 0,0 0 0,-1 0 0,1 0 0,0 0 0,-1 0 0,1 0 0,-1-1 0,0 1 0,1 0 0,-1 0 0,0 0 0,1-3 0,0-4 0,-1 0 0,0-18 0,-1 19 0,1 0 0,0 0 0,1 0 0,1-10 0,-2 16 0,1 1 0,-1-1 0,0 1 0,0-1 0,1 1 0,-1-1 0,0 1 0,1-1 0,-1 1 0,0 0 0,1-1 0,-1 1 0,1-1 0,-1 1 0,1 0 0,-1-1 0,1 1 0,-1 0 0,1 0 0,-1-1 0,1 1 0,-1 0 0,1 0 0,-1 0 0,1 0 0,0 0 0,-1 0 0,1 0 0,-1 0 0,1 0 0,0 0 0,-1 0 0,1 0 0,-1 0 0,1 0 0,-1 0 0,1 0 0,-1 1 0,1-1 0,-1 0 0,2 1 0,25 14 0,-20-12 0,10 8 0,9 4 0,53 22 0,-71-34 0,0 0 0,0-1 0,0 0 0,0-1 0,0 1 0,0-1 0,1-1 0,-1 0 0,0 0 0,0 0 0,17-4 0,-23 3 0,0 1 0,0-1 0,1 0 0,-1 1 0,0-1 0,0 0 0,0 0 0,0 0 0,0-1 0,-1 1 0,1 0 0,0-1 0,0 1 0,-1-1 0,1 0 0,-1 0 0,1 1 0,-1-1 0,0 0 0,0 0 0,0 0 0,0 0 0,0 0 0,0-1 0,-1 1 0,1 0 0,-1 0 0,1 0 0,-1-4 0,0 1 0,0 1 0,-1 0 0,0-1 0,1 1 0,-2 0 0,1 0 0,0 0 0,-1 0 0,0 0 0,0 0 0,0 0 0,0 1 0,-1-1 0,1 1 0,-4-4 0,-16-14 0,-1 0 0,-35-24 0,52 41-170,0 0-1,0 0 0,0 0 1,0 1-1,-1 0 0,1 0 1,-12-2-1,6 2-6655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 24575,'-12'-3'0,"-5"2"0,-2 4 0,3 4 0,4 2 0,4 4 0,3-2-8191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210 0 24575,'-25'0'0,"-11"3"0,-1 0 0,4 3 0,7 0 0,4 1 0,4 3 0,5-1-8191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7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24575,'10'1'0,"0"-1"0,-1 2 0,1-1 0,-1 1 0,1 1 0,-1-1 0,0 2 0,0-1 0,11 7 0,-13-6 0,0 0 0,-1 0 0,1 1 0,-1 0 0,0 0 0,-1 0 0,1 1 0,-1 0 0,0 0 0,0 1 0,6 11 0,-10-16 0,0-1 0,0 1 0,0 0 0,-1 0 0,1 0 0,0 0 0,-1 0 0,1-1 0,-1 1 0,0 0 0,0 0 0,0 0 0,0 0 0,0 0 0,0 0 0,0 0 0,-1 0 0,1 0 0,-1 0 0,1 0 0,-1 0 0,0-1 0,0 1 0,0 0 0,0 0 0,0-1 0,0 1 0,-2 1 0,0 0 0,0-1 0,1 0 0,-1 0 0,-1 0 0,1 0 0,0-1 0,0 1 0,-1-1 0,1 0 0,-1 0 0,1 0 0,-1 0 0,1-1 0,-7 1 0,1 0 0,0-1 0,-1-1 0,1 0 0,0 0 0,0 0 0,0-1 0,0-1 0,-10-3 0,14 4 0,0-1 0,0 1 0,0-1 0,1 0 0,-1 0 0,1-1 0,0 1 0,-1-1 0,2 0 0,-1 0 0,0 0 0,1-1 0,0 1 0,-5-10 0,5 9-105,0-1 0,0 0 0,1 0 0,0 0 0,0-1 0,1 1 0,-1 0 0,1-1 0,1 1 0,-1-1 0,1 1 0,1-9 0,2 2-6721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19 24575,'2'-2'0,"-6"-1"0,-6-1 0,-12 0 0,0 1 0,-1 1 0,1 2 0,-29 1 0,4 1 0,22-1 0,0 1 0,1 1 0,-29 8 0,45-9 0,1 0 0,-1 1 0,1 0 0,0 0 0,0 1 0,0-1 0,0 2 0,1-1 0,-12 11 0,16-14 0,1 1 0,-1 0 0,0-1 0,1 1 0,0 0 0,-1 0 0,1 0 0,0 0 0,0 0 0,0 1 0,0-1 0,1 0 0,-1 0 0,0 1 0,1-1 0,0 0 0,0 1 0,-1-1 0,1 0 0,0 1 0,1-1 0,-1 1 0,0-1 0,1 0 0,-1 1 0,1-1 0,0 0 0,0 0 0,0 0 0,0 0 0,0 1 0,0-1 0,1-1 0,-1 1 0,1 0 0,2 2 0,2 3 0,1 0 0,0-1 0,1 0 0,-1 0 0,15 8 0,45 20 0,-34-19 0,67 33 0,96 51 0,-186-93 0,1 0 0,0 0 0,0 1 0,-1 1 0,0-1 0,0 2 0,11 12 0,-20-20 0,0 0 0,0 0 0,0 0 0,-1 0 0,1 0 0,0 1 0,-1-1 0,1 0 0,-1 0 0,1 1 0,-1-1 0,0 0 0,1 0 0,-1 1 0,0-1 0,0 0 0,0 1 0,0-1 0,0 0 0,0 1 0,-1-1 0,1 0 0,0 0 0,-1 1 0,1-1 0,-1 0 0,1 0 0,-1 0 0,1 1 0,-1-1 0,0 0 0,0 0 0,1 0 0,-1 0 0,0 0 0,0 0 0,0-1 0,0 1 0,0 0 0,-2 1 0,-3 1 0,1 1 0,-1-1 0,0-1 0,0 1 0,0-1 0,-13 3 0,-6 0 0,-2-2 0,-36 1 0,-55-6 0,103 1 0,-60-2 0,0-3 0,-75-17 0,149 23-28,-25-8 180,25 7-220,0 1 0,0-1 1,0 1-1,0-1 0,0 1 1,0-1-1,0 0 0,0 1 1,0-1-1,1 0 0,-1 0 1,0 0-1,0 1 0,1-1 1,-1 0-1,1 0 0,-1 0 1,1 0-1,-1 0 0,1 0 1,-1-2-1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24575,'-4'16'0,"0"0"0,1 0 0,1 0 0,1 0 0,0 0 0,1 0 0,1 0 0,1 0 0,0 0 0,7 27 0,7 11 0,36 86 0,-51-138-32,4 12-159,0-1 1,2 1 0,0-1-1,0 0 1,1-1-1,15 19 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24575,'-28'-5'0,"-13"-1"0,-4-1 0,2 2 0,6 1 0,3 2 0,6 1 0,5 0 0,1 1 0,2 1 0,2-1 0,1 0 0,1 0 0,1 1 0,1-1 0,2 0-8191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48 217 24575,'8'15'0,"-3"-6"0,-9-19 0,-10-22 0,3 9 0,-13-39 0,22 56 0,1-1 0,-1 0 0,1 0 0,0 0 0,1 0 0,-1 0 0,2 0 0,-1 0 0,1 0 0,2-12 0,-3 18 0,1 0 0,-1-1 0,0 1 0,1 0 0,-1-1 0,1 1 0,0 0 0,-1-1 0,1 1 0,0 0 0,0 0 0,0 0 0,0 0 0,0 0 0,0 0 0,0 0 0,0 0 0,0 0 0,0 0 0,3-1 0,-3 2 0,0 0 0,1 0 0,-1-1 0,1 1 0,-1 0 0,1 0 0,-1 1 0,0-1 0,1 0 0,-1 0 0,1 1 0,-1-1 0,0 1 0,1-1 0,-1 1 0,3 1 0,2 2 0,0 1 0,0 0 0,0 0 0,0 0 0,-1 1 0,7 8 0,-4-4-1365,-1 0-5461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24575,'-3'-1'0,"1"0"0,-1 1 0,0 0 0,0 0 0,1-1 0,-1 1 0,0 1 0,0-1 0,1 0 0,-1 1 0,-4 1 0,7-2 0,-1 0 0,1 0 0,-1 1 0,1-1 0,-1 0 0,0 1 0,1-1 0,0 1 0,-1-1 0,1 0 0,-1 1 0,1-1 0,-1 1 0,1-1 0,0 1 0,-1 0 0,1-1 0,0 1 0,0-1 0,-1 2 0,1-1 0,0 0 0,0 0 0,0 1 0,0-1 0,0 0 0,1 0 0,-1 0 0,0 0 0,1 0 0,-1 1 0,0-1 0,1 0 0,0 0 0,-1 0 0,2 1 0,5 9 0,1-1 0,0 0 0,0-1 0,1 1 0,0-2 0,14 11 0,-19-16 0,0 0 0,1 0 0,-1 0 0,1-1 0,0 0 0,-1 0 0,1 0 0,0 0 0,0-1 0,1 0 0,-1 0 0,0 0 0,0 0 0,0-1 0,1 0 0,-1 0 0,0-1 0,6 0 0,-9 0 0,0 1 0,-1-1 0,1 0 0,0 1 0,0-1 0,-1 0 0,1 0 0,0 0 0,-1 0 0,1-1 0,-1 1 0,1 0 0,-1-1 0,0 1 0,0-1 0,1 1 0,0-3 0,0-1 0,0 0 0,0 0 0,0 0 0,2-8 0,5-16 0,-9 28 0,0 0 0,1 1 0,-1-1 0,1 0 0,-1 1 0,0-1 0,1 0 0,0 1 0,-1-1 0,1 1 0,-1-1 0,1 0 0,0 1 0,-1 0 0,1-1 0,0 1 0,0-1 0,-1 1 0,1 0 0,0-1 0,0 1 0,1 0 0,0 0 0,-1 0 0,1 0 0,0 0 0,-1 0 0,1 1 0,0-1 0,-1 1 0,1-1 0,0 1 0,2 1 0,4 3 0,0 0 0,0 0 0,9 10 0,-10-9 0,1 1-195,1 0 0,0-1 0,0 1 0,0-2 0,1 1 0,17 6 0,-11-8-6631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10 24575,'-32'-3'0,"6"-1"0,-1 2 0,0 2 0,-30 2 0,54-2 0,1 0 0,0 0 0,0 1 0,0-1 0,1 1 0,-1-1 0,0 1 0,0 0 0,0 0 0,0 0 0,0 0 0,1 0 0,-1 0 0,0 0 0,1 1 0,-1-1 0,1 0 0,0 1 0,-1 0 0,1-1 0,0 1 0,0 0 0,-1 1 0,1 0 0,0 0 0,0 0 0,1 0 0,-1 0 0,1 0 0,0 0 0,0 0 0,0 0 0,0 0 0,1 1 0,-1-1 0,1 0 0,0-1 0,2 7 0,-1-3 0,2 0 0,-1 0 0,1 0 0,0-1 0,0 1 0,0-1 0,1 0 0,0 0 0,0 0 0,0-1 0,0 0 0,1 0 0,0 0 0,8 4 0,0-1 0,1 0 0,0-1 0,0-1 0,0 0 0,19 2 0,-14-3 0,43 1 0,-54-5 0,-1 0 0,1-1 0,0 0 0,-1 0 0,1-1 0,-1 0 0,14-5 0,-20 5-91,1 1 0,-1 0 0,1-1 0,-1 1 0,0-1 0,1 0 0,-1 0 0,0 0 0,0 0 0,0 0 0,-1 0 0,1-1 0,-1 1 0,3-5 0,1-4-6735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24575,'12'30'0,"7"15"0,6 5 0,0 1 0,-1-2 0,-3-6 0,-1-4 0,-3-4 0,-3-5 0,-2-3 0,-1-4 0,1-3 0,-2 0 0,0 0 0,-2-2 0,0-1 0,-1-1 0,-1-4-8191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22 24575,'-27'-5'0,"-12"-2"0,-2 1 0,6 3 0,7 3 0,5 1 0,7 3 0,3 3 0,2 3 0,2 2 0,4 0-8191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24575,'9'18'0,"31"55"0,-33-63 0,0 0 0,0 0 0,1-1 0,0-1 0,10 9 0,-17-16 0,12 10 0,0-1 0,21 13 0,-31-21 0,0 0 0,0-1 0,1 1 0,-1-1 0,0 0 0,0 1 0,1-1 0,-1-1 0,0 1 0,1 0 0,-1-1 0,1 0 0,-1 0 0,1 0 0,-1 0 0,1 0 0,-1-1 0,7-1 0,-7 0 0,-1 1 0,0-1 0,0 1 0,0-1 0,0 0 0,0 1 0,0-1 0,0 0 0,-1 0 0,1-1 0,-1 1 0,1 0 0,-1 0 0,0-1 0,0 1 0,0-1 0,0 1 0,0-1 0,-1 1 0,1-1 0,0-3 0,0-7 0,0-1 0,-1 1 0,-2-15 0,1 8 0,1 14 0,-1 5 0,1-1 0,0 1 0,0-1 0,0 1 0,0-1 0,0 0 0,0 1 0,0-1 0,0 1 0,1-1 0,-1 0 0,1 1 0,0-2 0,-1 3 0,1 0 0,-1 0 0,0 0 0,1 0 0,-1 0 0,0 0 0,1 0 0,-1 0 0,0 0 0,1 0 0,-1 0 0,0 0 0,1 0 0,-1 0 0,0 1 0,1-1 0,-1 0 0,0 0 0,1 0 0,-1 1 0,0-1 0,0 0 0,1 0 0,-1 1 0,0-1 0,0 0 0,1 1 0,7 9 0,-8-10 0,14 19 0,-7-9 0,1 0 0,0 0 0,10 9 0,4 2-70,-15-13-146,1 0 0,0-1 0,0 0 1,1-1-1,17 11 0,-14-12-6610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120 297 24575,'-19'-26'0,"-30"-54"0,36 59 0,-10-28 0,20 42 0,0-1 0,1 1 0,0-1 0,0 0 0,1 0 0,0 0 0,0-14 0,1 20 0,0 0 0,0 0 0,0 0 0,0 0 0,1 1 0,-1-1 0,1 0 0,-1 0 0,1 1 0,0-1 0,0 0 0,0 1 0,-1-1 0,1 0 0,1 1 0,-1 0 0,0-1 0,0 1 0,1 0 0,0-2 0,1 2 0,-1 0 0,0 0 0,1 0 0,-1 0 0,0 0 0,1 0 0,-1 1 0,1 0 0,-1-1 0,1 1 0,-1 0 0,6 0 0,4 2 0,-1 0 0,1 1 0,-1 0 0,0 0 0,12 6 0,45 25-1365,-50-25-5461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125 548 24575,'-9'-1'0,"0"0"0,0 1 0,0 0 0,0 1 0,0 0 0,0 0 0,-14 4 0,21-5 0,0 1 0,0 0 0,0 0 0,0-1 0,0 1 0,0 0 0,0 0 0,0 1 0,1-1 0,-1 0 0,0 1 0,1-1 0,-1 1 0,1-1 0,0 1 0,-1 0 0,1-1 0,0 1 0,0 0 0,0 0 0,0 0 0,1 0 0,-1 0 0,0 0 0,1 0 0,-1 0 0,1 0 0,0 0 0,0 0 0,0 0 0,0 0 0,0 1 0,0-1 0,0 0 0,1 0 0,-1 0 0,1 0 0,1 2 0,2 6 0,0-1 0,1-1 0,0 1 0,0-1 0,1 0 0,0 0 0,1 0 0,-1-1 0,2 0 0,-1 0 0,13 8 0,-19-14 0,1 0 0,0 0 0,0 1 0,0-2 0,-1 1 0,1 0 0,0 0 0,0 0 0,0-1 0,0 1 0,0-1 0,1 0 0,-1 0 0,0 0 0,0 0 0,0 0 0,0 0 0,0 0 0,0 0 0,0-1 0,4-1 0,-4 1 0,0 0 0,0 0 0,0-1 0,0 0 0,0 1 0,0-1 0,0 0 0,0 0 0,-1 0 0,1 0 0,-1 0 0,1 0 0,-1 0 0,0 0 0,0-1 0,0 1 0,0 0 0,0-4 0,1-3 0,2-1 0,-4 10 0,1 0 0,-1 0 0,1 0 0,-1 0 0,1 0 0,-1 0 0,1 0 0,-1 0 0,1 0 0,-1 0 0,0 0 0,1 0 0,-1 1 0,1-1 0,-1 0 0,1 0 0,-1 1 0,0-1 0,1 0 0,-1 0 0,0 1 0,1-1 0,-1 0 0,0 1 0,1 0 0,4 3 0,1 0 0,-1 0 0,1-1 0,-1 1 0,1-1 0,0 0 0,1-1 0,11 4 0,-14-5 0,1-1 0,-1 1 0,0-1 0,1 1 0,-1-1 0,1 0 0,-1-1 0,1 1 0,-1-1 0,1 0 0,-1 0 0,0-1 0,0 1 0,6-3 0,-4 0 0,1-1 0,-1 1 0,-1-1 0,1 0 0,-1 0 0,1-1 0,-2 1 0,1-1 0,-1-1 0,1 1 0,-2 0 0,1-1 0,-1 0 0,0 0 0,0 0 0,1-8 0,3-10 0,-2 0 0,0 0 0,1-37 0,-5 27 0,-1 0 0,-2 0 0,-1 0 0,-2 0 0,-1 1 0,-2-1 0,-1 2 0,-24-59 0,26 78 0,0 0 0,-1 0 0,-17-22 0,25 35 0,0 1 0,-1-1 0,1 0 0,-1 0 0,0 1 0,1-1 0,-1 0 0,0 1 0,1-1 0,-1 1 0,0-1 0,0 1 0,1-1 0,-1 1 0,0-1 0,0 1 0,0 0 0,0 0 0,0-1 0,1 1 0,-3 0 0,3 0 0,-1 0 0,0 1 0,1-1 0,-1 0 0,0 1 0,1-1 0,-1 1 0,1-1 0,-1 1 0,1-1 0,-1 1 0,1-1 0,-1 1 0,1-1 0,-1 1 0,1 0 0,0-1 0,-1 1 0,1-1 0,0 2 0,-2 4 0,0 0 0,1-1 0,0 1 0,-1 12 0,2 5 0,0 0 0,2 0 0,1 0 0,1 0 0,7 24 0,5 5 0,23 52 0,-19-57 60,50 88 0,-62-123-184,0 1 0,1-1 1,1 0-1,0-1 0,0 0 0,1-1 1,0 0-1,1 0 0,0-2 0,1 1 1,17 8-1,-16-11-6702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60 24575,'-3'-5'0,"-1"-1"0,0 1 0,0-1 0,0 1 0,-1 0 0,1 1 0,-10-8 0,12 11 0,-1-1 0,1 1 0,0 0 0,-1-1 0,1 1 0,-1 0 0,1 1 0,-1-1 0,0 0 0,1 1 0,-1 0 0,0-1 0,1 1 0,-1 0 0,0 0 0,1 1 0,-1-1 0,0 0 0,1 1 0,-1 0 0,-3 1 0,-7 5 0,0 0 0,1 1 0,0 0 0,0 1 0,1 1 0,-11 11 0,9-9 0,7-7 0,1 0 0,0 1 0,1 0 0,-1-1 0,1 2 0,0-1 0,1 0 0,-1 1 0,1 0 0,1 0 0,-3 9 0,2-5 0,1 1 0,0 0 0,1-1 0,1 1 0,0 0 0,2 16 0,-1-21 0,0-1 0,1 0 0,0 1 0,0-1 0,0 0 0,1 0 0,0 0 0,0 0 0,0-1 0,1 1 0,0-1 0,0 0 0,0 0 0,9 7 0,-1-2 0,1 0 0,0 0 0,1-1 0,25 12 0,-5-5-273,1-1 0,0-2 0,1-1 0,46 9 0,-60-18-6553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33 24575,'-16'6'0,"-27"14"0,39-18 0,0 0 0,1 1 0,-1-1 0,0 1 0,1 0 0,0 0 0,0 0 0,0 1 0,0-1 0,0 1 0,1-1 0,-3 5 0,4-6 0,1 0 0,-1 0 0,1 0 0,-1 0 0,1 1 0,0-1 0,0 0 0,0 0 0,0 0 0,0 0 0,0 0 0,1 1 0,-1-1 0,1 0 0,-1 0 0,1 0 0,0 0 0,0 0 0,0 0 0,0-1 0,0 1 0,0 0 0,1 0 0,-1-1 0,1 1 0,-1-1 0,3 3 0,5 3 0,0 0 0,0 0 0,17 9 0,-24-15 0,5 4 0,2-1 0,-1 0 0,0-1 0,1 0 0,-1 0 0,1-1 0,0 0 0,0 0 0,0-1 0,0-1 0,0 1 0,9-2 0,-16 1 0,0 0 0,-1 0 0,1 0 0,0 0 0,-1-1 0,1 1 0,0 0 0,-1-1 0,1 0 0,-1 1 0,1-1 0,-1 0 0,1 0 0,-1 0 0,0 0 0,1 0 0,-1 0 0,0 0 0,0 0 0,0 0 0,0-1 0,0 1 0,0 0 0,0-1 0,0 1 0,0-1 0,-1 1 0,1-1 0,0 1 0,-1-1 0,0 0 0,1 1 0,-1-1 0,0 1 0,0-1 0,0 0 0,0 1 0,0-1 0,0-2 0,-1-2 0,-1-1 0,1 1 0,-1-1 0,0 1 0,-1 0 0,1 0 0,-1 0 0,-6-9 0,3 5 0,-1 1 0,0 0 0,-1 0 0,0 1 0,0 0 0,-1 1 0,0-1 0,-18-10 0,18 13 0,0 1 0,0 0 0,0 1 0,-1-1 0,0 2 0,1 0 0,-1 0 0,0 0 0,0 1 0,-14 1 0,9 0-1365,2 1-5461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0 0,0 0 0,0 0 0,0 0 0,0 0 0,0 0 0,0 0 0,0 0 0,0 0 0,0 0 0,-1 0 0,1 0 0,0 0 0,0 0 0,0 0 0,0 0 0,0 0 0,0 0 0,0 0 0,0 0 0,0 0 0,0 0 0,0 0 0,0 1 0,0-1 0,0 0 0,0 0 0,0 0 0,0 0 0,-1 0 0,1 0 0,0 0 0,0 0 0,0 0 0,0 0 0,0 0 0,0 0 0,0 0 0,0 0 0,0 1 0,0-1 0,0 0 0,0 0 0,0 0 0,0 0 0,0 0 0,0 0 0,0 0 0,0 0 0,0 0 0,0 0 0,0 0 0,1 0 0,-1 0 0,0 0 0,0 0 0,0 1 0,5 4 0,8 5 0,18 9 0,-1 0 0,45 22 0,-66-37 0,1 0 0,-1 0 0,1-1 0,-1-1 0,1 0 0,0 0 0,0-1 0,0 0 0,18-1 0,-27 0 0,1 0 0,-1 0 0,0-1 0,1 1 0,-1 0 0,0-1 0,0 1 0,0-1 0,1 1 0,-1-1 0,0 1 0,0-1 0,0 0 0,0 0 0,0 1 0,0-1 0,0 0 0,0 0 0,0 0 0,-1 0 0,1 0 0,0 0 0,0 0 0,-1-1 0,1 1 0,-1 0 0,1 0 0,-1-2 0,2-3 0,-2 0 0,1 0 0,-1 1 0,0-1 0,0-7 0,-1 8 0,1 0 0,0 0 0,0 0 0,0 0 0,2-7 0,-2 12 0,1-1 0,-1 0 0,1 0 0,-1 0 0,0 1 0,1-1 0,-1 0 0,1 0 0,0 1 0,-1-1 0,1 0 0,-1 1 0,1-1 0,0 1 0,0-1 0,-1 1 0,1-1 0,0 1 0,0 0 0,-1-1 0,1 1 0,0 0 0,0-1 0,0 1 0,0 0 0,0 0 0,0 0 0,-1 0 0,1 0 0,0 0 0,0 0 0,0 0 0,0 0 0,0 0 0,0 1 0,-1-1 0,1 0 0,1 1 0,4 1 0,1 1 0,-2 0 0,1 0 0,6 4 0,-9-5 0,57 42 0,-45-31 0,2-1 0,27 16 0,-34-22-455,1-1 0,11 4 0,-9-6-6371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 24575,'-2'-1'0,"-17"-12"0,19 13 0,-1-1 0,0 1 0,1-1 0,-1 1 0,0 0 0,0-1 0,1 1 0,-1 0 0,0 0 0,0-1 0,1 1 0,-1 0 0,0 0 0,0 0 0,1 0 0,-1 0 0,0 0 0,0 0 0,1 0 0,-1 0 0,0 1 0,0-1 0,-1 1 0,2-1 0,0 1 0,0-1 0,-1 1 0,1-1 0,0 1 0,0-1 0,0 1 0,0 0 0,-1-1 0,1 1 0,0-1 0,0 1 0,0 0 0,0-1 0,0 1 0,1-1 0,-1 1 0,0 0 0,0-1 0,0 1 0,1 0 0,5 16 0,-4-13 0,10 21 0,1 0 0,2-1 0,0 0 0,22 25 0,16 24 0,-52-71 0,1 0 0,-1-1 0,0 1 0,-1 0 0,1 0 0,0-1 0,0 1 0,-1 0 0,1 0 0,-1 0 0,1 0 0,-1 0 0,0 2 0,0-3 0,-1 0 0,1 0 0,0 0 0,-1 0 0,1 0 0,-1 0 0,1 0 0,-1 0 0,0-1 0,1 1 0,-1 0 0,0 0 0,1 0 0,-1-1 0,0 1 0,0 0 0,0-1 0,0 1 0,0-1 0,0 1 0,0-1 0,0 0 0,0 1 0,0-1 0,-1 1 0,-11 2 0,1 0 0,-1 0 0,0-1 0,-19 0 0,-55-3 0,38 0 0,22 1-108,6-1-206,0 1 0,0 1-1,-25 4 1,32-1-6512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1 0,9 24 0,17 55 0,-12-21 0,22 116 0,-42-161 0,0 0 0,-2 0 0,-2 0 0,-2 37 0,-1-52-1365,-1-2-5461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32 24575,'-15'-5'0,"-10"-2"0,-3 1 0,0 0 0,1 3 0,1 0 0,1 2 0,2 1 0,0 0 0,1 0 0,-1 0 0,2 1 0,1 1 0,5 2-8191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122 269 24575,'0'0'0,"0"0"0,0 0 0,0 0 0,0 0 0,0 1 0,0-1 0,0 0 0,0 0 0,-1 0 0,1 0 0,0 0 0,0 1 0,0-1 0,0 0 0,0 0 0,0 0 0,0 0 0,0 0 0,0 0 0,0 0 0,-1 1 0,1-1 0,0 0 0,0 0 0,0 0 0,0 0 0,0 0 0,0 0 0,-1 0 0,1 0 0,0 0 0,0 0 0,0 0 0,0 0 0,0 0 0,-1 0 0,1 0 0,0 0 0,0 0 0,-9-2 0,-8-6 0,9 2 0,1 1 0,-1-1 0,1 0 0,0-1 0,0 0 0,1 0 0,-8-12 0,10 14 0,1-1 0,-1-1 0,2 1 0,-1 0 0,1-1 0,-1 1 0,2-1 0,-1 0 0,1 0 0,0 0 0,0-7 0,1 5 0,0 0 0,0 0 0,1 0 0,0 0 0,0 0 0,3-8 0,-3 14 0,0 1 0,0 0 0,0-1 0,1 1 0,-1 0 0,0 0 0,1-1 0,0 1 0,-1 0 0,1 1 0,0-1 0,0 0 0,0 0 0,0 1 0,0-1 0,1 1 0,-1 0 0,0 0 0,1 0 0,-1 0 0,1 0 0,-1 0 0,1 1 0,-1-1 0,4 0 0,-2 1-97,1 0-1,0 0 1,0 0-1,-1 1 1,1 0-1,0-1 1,-1 2-1,1-1 1,0 0-1,-1 1 1,0 0-1,1 0 0,5 4 1,-1 0-6729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 24575,'0'0'0,"-8"-2"0,1 1 0,-1 0 0,1 0 0,-1 1 0,-8 0 0,14 0 0,1 0 0,-1 1 0,0-1 0,1 0 0,-1 1 0,1-1 0,-1 1 0,0 0 0,1-1 0,0 1 0,-1 0 0,1 0 0,-1 0 0,1 0 0,0 0 0,0 1 0,-1-1 0,1 0 0,0 0 0,0 1 0,0-1 0,1 1 0,-1-1 0,0 1 0,0-1 0,1 1 0,-1 0 0,1-1 0,-1 3 0,0 2 0,1 1 0,-1 0 0,1 0 0,0 0 0,1 0 0,0 0 0,0 0 0,0 0 0,1 0 0,3 7 0,0-2 0,0 0 0,0-1 0,1 1 0,13 17 0,-17-26 0,0-1 0,-1 0 0,1 0 0,0 0 0,0 0 0,0 0 0,1 0 0,-1-1 0,0 1 0,1-1 0,-1 0 0,1 1 0,0-1 0,-1 0 0,1 0 0,0-1 0,-1 1 0,1-1 0,5 1 0,-6-1 0,1 0 0,-1-1 0,0 1 0,0-1 0,0 1 0,0-1 0,-1 0 0,1 0 0,0 0 0,0 0 0,0 0 0,-1 0 0,1-1 0,0 1 0,-1 0 0,1-1 0,-1 1 0,0-1 0,0 0 0,1 1 0,-1-1 0,0 0 0,0 0 0,0 0 0,-1 0 0,1 0 0,0-2 0,1-5 0,0 0 0,0-1 0,-1 1 0,-1 0 0,0 0 0,-1-15 0,0 11 0,2-25 0,-1 38 0,0-1 0,0 1 0,0 0 0,0 0 0,0 0 0,0-1 0,0 1 0,0 0 0,0 0 0,0 0 0,0 0 0,0-1 0,0 1 0,0 0 0,0 0 0,0 0 0,1-1 0,-1 1 0,0 0 0,0 0 0,0 0 0,0 0 0,0 0 0,0-1 0,0 1 0,1 0 0,-1 0 0,0 0 0,0 0 0,0 0 0,0 0 0,1 0 0,-1 0 0,0 0 0,0-1 0,1 1 0,5 5 0,7 15 0,-12-18 0,81 134 0,-74-123-1365,0-3-5461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24575,'8'15'0,"2"7"0,2 3 0,-1 0 0,0-3 0,-2-2 0,-2-1 0,-2-5-8191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24575,'78'112'0,"-75"-108"0,-1-1 0,0 0 0,1 0 0,0-1 0,-1 1 0,6 3 0,-7-5 0,-1-1 0,1 1 0,-1-1 0,1 1 0,0-1 0,-1 0 0,1 0 0,0 1 0,-1-1 0,1 0 0,0 0 0,-1 0 0,1 0 0,0 1 0,-1-1 0,1 0 0,0 0 0,0-1 0,-1 1 0,1 0 0,0 0 0,-1 0 0,1 0 0,0-1 0,-1 1 0,1 0 0,0 0 0,-1-1 0,1 1 0,0-1 0,-1 1 0,1 0 0,-1-1 0,1 1 0,-1-1 0,1 0 0,-1 1 0,1-1 0,-1 1 0,0-1 0,1 0 0,-1 0 0,4-8 0,0 0 0,-1 0 0,-1 0 0,0 0 0,2-12 0,6-27 0,-8 44 0,-1 0 0,1 0 0,0 1 0,0-1 0,0 0 0,0 1 0,0 0 0,1-1 0,4-3 0,-5 5 0,-1 1 0,1-1 0,0 1 0,0 0 0,0 0 0,-1 0 0,1 0 0,0 0 0,1 0 0,-1 1 0,0-1 0,0 0 0,0 1 0,0 0 0,0 0 0,4-1 0,-2 2 0,0-1 0,0 1 0,0 0 0,0 0 0,0 0 0,-1 1 0,1-1 0,5 4 0,1 1 0,-1 0 0,0 1 0,0 0 0,0 0 0,11 14 0,-15-15-136,0 0-1,0 0 1,-1 1-1,0-1 1,0 1-1,0 0 1,-1 0-1,0 0 0,2 10 1,-2-5-6690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24575,'174'368'0,"-149"-321"-4,-14-23-676,28 39-1,-32-54-6145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 24575,'-20'-3'0,"-7"2"0,-1 2 0,2-1 0,2 3 0,3 2 0,3 1 0,2 0 0,0 2 0,2-1 0,2 1 0,1-1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 24575,'-9'-1'0,"0"1"0,-1-1 0,1 1 0,0 1 0,0 0 0,-1 0 0,-10 3 0,17-3 0,0 0 0,1 0 0,-1 0 0,1 0 0,-1 1 0,1-1 0,0 0 0,-1 1 0,1 0 0,0 0 0,0-1 0,0 1 0,0 0 0,0 1 0,1-1 0,-1 0 0,1 0 0,-1 1 0,1-1 0,0 1 0,0-1 0,0 1 0,0 0 0,0-1 0,1 1 0,-1 0 0,1 0 0,0 3 0,0 1 0,0 0 0,1-1 0,0 1 0,0-1 0,1 1 0,0-1 0,0 0 0,0 1 0,4 5 0,6 9 0,15 23 0,-20-33 0,4 3 0,0 0 0,1 0 0,27 23 0,-15-14 0,-23-23 0,0 1 0,0-1 0,-1 1 0,1 0 0,0-1 0,-1 1 0,1 0 0,0 0 0,-1-1 0,1 1 0,-1 0 0,1 0 0,-1 0 0,0 0 0,1 0 0,-1 0 0,0-1 0,0 1 0,0 0 0,1 0 0,-1 0 0,0 0 0,0 0 0,-1 1 0,1-1 0,-1 0 0,1 0 0,-1 0 0,0 0 0,1-1 0,-1 1 0,0 0 0,0 0 0,1-1 0,-1 1 0,0-1 0,0 1 0,0-1 0,0 1 0,0-1 0,0 1 0,-2-1 0,-6 2 0,1 0 0,-1-1 0,-16 1 0,-144-3-1365,138 1-5461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24575,'0'0'0,"0"-1"0,-1 1 0,1 0 0,0 0 0,0 0 0,0-1 0,0 1 0,-1 0 0,1 0 0,0 0 0,0 0 0,0 0 0,-1 0 0,1 0 0,0-1 0,0 1 0,0 0 0,-1 0 0,1 0 0,0 0 0,0 0 0,0 0 0,-1 0 0,1 0 0,0 0 0,0 0 0,-1 0 0,1 0 0,0 0 0,0 0 0,0 0 0,-1 1 0,1-1 0,0 0 0,-1 0 0,-3 9 0,1 12 0,3 0 0,2-1 0,0 1 0,5 23 0,-2-16 0,8 40 0,4-1 0,49 124 0,-56-164-118,1 4-298,2-1 1,22 39-1,-30-60-6410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24575,'25'-8'0,"14"-2"0,2 1 0,-1 1 0,-4 5 0,-4 3 0,-4 1 0,-5 1 0,-6 0-8191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24575,'-6'-10'0,"-3"-9"0,9 19 0,0-1 0,0 1 0,0 0 0,0 0 0,-1 0 0,1 0 0,0 0 0,0 0 0,0 0 0,0 0 0,0 0 0,0-1 0,0 1 0,0 0 0,0 0 0,0 0 0,0 0 0,0 0 0,0 0 0,0 0 0,0 0 0,0-1 0,0 1 0,0 0 0,0 0 0,0 0 0,1 0 0,-1 0 0,0 0 0,0 0 0,0 0 0,0 0 0,0-1 0,0 1 0,0 0 0,0 0 0,0 0 0,0 0 0,0 0 0,0 0 0,1 0 0,-1 0 0,0 0 0,0 0 0,0 0 0,0 0 0,0 0 0,0 0 0,0 0 0,0 0 0,0 0 0,1 0 0,-1 0 0,0 0 0,0 0 0,8 4 0,6 8 0,-5-1 0,-2-1 0,1 1 0,-2 0 0,1 1 0,-1 0 0,-1 0 0,5 16 0,-3-5 0,-2 1 0,0-1 0,1 28 0,0 3 0,1 39 0,-6-81-105,0-1 0,0 1 0,1-1 0,1 0 0,0 1 0,0-1 0,1-1 0,1 1 0,-1 0 0,2-1 0,0 0 0,10 15 0,-8-16-6721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35 24575,'-7'-31'0,"5"27"0,5 21 0,1 10 0,-1 1 0,-2-1 0,0 1 0,-6 47 0,-14 15 0,11-56 0,-5 45 0,11-59 0,1 1 0,1-1 0,1 0 0,1 0 0,5 26 0,-4-34 0,1 0 0,0 0 0,1 0 0,0-1 0,0 1 0,1-1 0,1 0 0,0-1 0,14 16 0,-2-4 40,1-2 0,34 27 0,-42-38-252,1 0 0,0-1 0,1-1-1,0 0 1,0 0 0,19 5 0,-20-9-6614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24575,'8'-16'0,"0"1"0,21-29 0,-26 41 0,-1 0 0,0 0 0,1 0 0,0 1 0,0-1 0,0 0 0,0 1 0,0 0 0,0 0 0,0 0 0,1 0 0,-1 0 0,1 1 0,0-1 0,-1 1 0,1 0 0,0 0 0,0 1 0,-1-1 0,6 1 0,-6 0 0,1 1 0,0 0 0,-1 0 0,1 0 0,0 0 0,-1 1 0,1 0 0,-1 0 0,0 0 0,0 0 0,0 0 0,4 4 0,5 5 0,17 21 0,-13-15 0,-7-7 0,0 1 0,0-1 0,-1 2 0,-1-1 0,9 17 0,-14-22 0,1 0 0,-1 0 0,0 0 0,-1 0 0,1 1 0,-1-1 0,-1 0 0,1 1 0,-1-1 0,0 1 0,0-1 0,-1 0 0,-2 11 0,-1-3 0,-10 22 0,8-22 0,0 0 0,-4 19 0,9-29 0,1 0 0,-1 0 0,1 0 0,-1 0 0,1 0 0,1 0 0,-1 0 0,0 0 0,1 0 0,0 0 0,0 0 0,0 0 0,2 4 0,-1-5 0,1 1 0,-1-1 0,1 0 0,0 0 0,-1 0 0,1 0 0,1-1 0,-1 1 0,0-1 0,1 0 0,-1 0 0,5 2 0,4 2 0,0-1 0,19 6 0,-26-10-65,-1 0 0,1 0 0,0 0 0,-1 0 0,1-1 0,0 0 0,0 0 0,-1 0 0,1 0 0,0-1 0,0 0 0,-1 0 0,1 0 0,0 0 0,-1-1 0,0 0 0,1 0 0,-1 0 0,0-1 0,6-3 0,-1-2-6761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 24575,'-30'-2'0,"-13"-2"0,-3 1 0,0 1 0,6 0 0,5 1 0,5 0 0,3 1 0,4 0 0,3 0 0,0 3 0,1 0 0,1 0 0,1 0 0,1-1 0,4-1-8191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24575,'23'6'0,"0"0"0,-1 2 0,0 1 0,0 1 0,-1 1 0,-1 1 0,1 0 0,-2 2 0,0 0 0,-1 1 0,0 1 0,-1 0 0,-1 2 0,-1 0 0,0 0 0,-2 2 0,0 0 0,20 40 0,-13-16 0,-2 1 0,13 48 0,-25-69 0,0 1 0,-2-1 0,-1 1 0,-1-1 0,-2 46 0,0-62 0,-1-1 0,0 1 0,-1-1 0,1 0 0,-1 0 0,-1 0 0,0 0 0,1 0 0,-2 0 0,1 0 0,-1-1 0,0 0 0,-1 0 0,1 0 0,-1 0 0,0-1 0,-1 0 0,1 0 0,-1 0 0,0-1 0,0 0 0,-1 0 0,1 0 0,-1-1 0,-10 4 0,-4 1-1365,2-1-5461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24575,'-16'0'0,"-6"0"0,-3 0 0,1 2 0,1 2 0,3-1 0,2 0 0,1-2 0,2 1 0,0-2 0,0 0 0,1 0 0,2 0-8191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21 24575,'-15'-5'0,"-7"-1"0,-3-1 0,0 5 0,3 1 0,1 5 0,3 0 0,2 3 0,-2 0 0,0-1 0,0 1 0,4-1-8191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2 24575,'5'0'0,"-4"-1"0,1 1 0,-1 0 0,1 0 0,-1 0 0,1 0 0,-1 0 0,1 0 0,-1 0 0,1 1 0,-1-1 0,1 0 0,-1 1 0,1-1 0,-1 1 0,1 0 0,-1-1 0,2 3 0,-3-3 0,0 0 0,0 1 0,0-1 0,0 0 0,0 1 0,0-1 0,0 1 0,0-1 0,0 0 0,-1 1 0,1-1 0,0 0 0,0 0 0,0 1 0,-1-1 0,1 0 0,0 1 0,0-1 0,-1 0 0,1 0 0,0 1 0,0-1 0,-1 0 0,1 0 0,0 0 0,-1 0 0,1 1 0,-1-1 0,-10 5 0,-3-1 0,0-1 0,0 0 0,-17 1 0,4-1 0,-50 4 0,-140-4 0,112-5 0,72 2 0,17-1 0,0 0 0,0 2 0,0 0 0,1 0 0,-1 2 0,-18 5 0,33-8 0,1 0 0,0 0 0,0 0 0,0 0 0,0 0 0,0 0 0,0 0 0,0 0 0,0 0 0,0 0 0,0 0 0,0 0 0,0 0 0,-1 0 0,1 0 0,0 0 0,0 0 0,0 0 0,0 0 0,0 0 0,0 0 0,0 0 0,0 0 0,0 1 0,0-1 0,0 0 0,0 0 0,0 0 0,0 0 0,0 0 0,0 0 0,0 0 0,0 0 0,0 0 0,0 0 0,0 0 0,0 0 0,0 1 0,0-1 0,0 0 0,0 0 0,0 0 0,0 0 0,0 0 0,0 0 0,0 0 0,0 0 0,0 0 0,0 0 0,0 0 0,0 0 0,0 0 0,0 1 0,0-1 0,0 0 0,0 0 0,0 0 0,0 0 0,1 0 0,-1 0 0,0 0 0,7 4 0,10 2 0,134 40 0,-113-34 0,-9-3 0,0 1 0,-1 2 0,40 22 0,-65-32 0,0 0 0,0 0 0,0 0 0,-1 1 0,1-1 0,0 0 0,-1 1 0,0 0 0,0 0 0,0-1 0,0 1 0,0 0 0,1 5 0,-2-6 0,0 0 0,-1 0 0,0 0 0,1 1 0,-1-1 0,0 0 0,0 0 0,0 1 0,0-1 0,-1 0 0,1 0 0,-1 0 0,1 1 0,-1-1 0,0 0 0,1 0 0,-1 0 0,0 0 0,-1 0 0,1 0 0,-2 2 0,-4 5 0,-1 0 0,0-1 0,-1 1 0,1-2 0,-2 1 0,-11 7 0,-66 33 0,56-32 0,-30 20 0,42-23 0,0 0 0,1 1 0,1 1 0,1 0 0,0 2 0,-16 20 0,20-20 0,-30 45 0,42-62 0,-1 1 0,1-1 0,0 1 0,-1-1 0,1 1 0,0 0 0,0-1 0,-1 1 0,1-1 0,0 1 0,0 0 0,0-1 0,0 1 0,0-1 0,0 1 0,0 0 0,0-1 0,0 1 0,0-1 0,0 2 0,1-2 0,-1 1 0,0-1 0,1 0 0,-1 1 0,0-1 0,1 0 0,-1 0 0,0 0 0,1 1 0,-1-1 0,1 0 0,-1 0 0,1 0 0,-1 0 0,0 0 0,1 0 0,-1 0 0,1 0 0,-1 0 0,1 0 0,-1 0 0,1 0 0,31-9 0,-25 6 0,28-6 0,0 1 0,0 2 0,38-2 0,108 2 0,-41 4 0,-66-2 0,0 3 0,91 10 0,-163-9-76,-1 1 1,1-1-1,-1 0 0,0 0 0,1 0 0,-1 1 0,0-1 0,1 1 1,-1-1-1,0 1 0,1-1 0,-1 1 0,0 0 0,0 0 1,0 0-1,0-1 0,1 3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0,1 0 0,-1 0 0,0 0 0,0-1 0,1 1 0,-1 0 0,0 0 0,0 0 0,1 0 0,-1 0 0,0 0 0,1 0 0,-1 0 0,0 0 0,0 0 0,1 0 0,-1 0 0,0 0 0,1 0 0,-1 0 0,0 0 0,0 0 0,1 0 0,-1 0 0,0 0 0,1 0 0,7 9 0,4 13 0,-11-21 0,1 4 0,15 32 0,29 49 0,-46-86 0,0 1 0,0-1 0,0 0 0,0 0 0,1 0 0,-1 1 0,0-1 0,0 0 0,0 0 0,0 0 0,1 0 0,-1 1 0,0-1 0,0 0 0,0 0 0,1 0 0,-1 0 0,0 0 0,0 1 0,0-1 0,1 0 0,-1 0 0,0 0 0,0 0 0,1 0 0,-1 0 0,0 0 0,0 0 0,1 0 0,-1 0 0,0 0 0,0 0 0,1 0 0,-1 0 0,6-8 0,4-19 0,-9 22 0,5-12 0,14-31 0,-18 44 0,1 0 0,-1 0 0,1 0 0,0 0 0,0 0 0,0 1 0,0-1 0,1 1 0,-1 0 0,1 0 0,0 0 0,6-3 0,-9 5 0,1 1 0,-1-1 0,1 1 0,0-1 0,-1 1 0,1 0 0,0-1 0,0 1 0,-1 0 0,1 0 0,0 0 0,-1 0 0,1 1 0,0-1 0,0 0 0,-1 1 0,1-1 0,-1 1 0,1 0 0,0-1 0,-1 1 0,1 0 0,-1 0 0,1 0 0,-1 0 0,0 0 0,0 0 0,2 2 0,3 4 0,0 1 0,0 0 0,0 0 0,4 9 0,6 8 0,37 37 0,-52-61 5,-1-1-1,1 1 1,-1-1 0,1 1-1,-1-1 1,1 1-1,-1-1 1,1 1 0,-1-1-1,1 1 1,-1 0 0,0-1-1,1 1 1,-1 0-1,0-1 1,0 1 0,0 0-1,1-1 1,-1 1-1,0 0 1,0-1 0,0 1-1,0 0 1,0 0-1,0 0 1,-1-1-58,0 1 0,1-1 0,-1 0 0,1 0 0,-1 1 0,0-1 0,1 0 0,-1 0 0,0 0 0,1 0 0,-1 0 0,0 0 0,1 0-1,-1 0 1,1 0 0,-1-1 0,0 1 0,1 0 0,-1 0 0,1 0 0,-1-1 0,0 1 0,1 0 0,-1-1 0,1 1 0,-1 0 0,0-2 0,-7-3-6773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 24575,'-15'-2'0,"-8"-1"0,-2-1 0,1 2 0,1 0 0,3 1 0,2 0 0,4 4 0,2 0 0,0 0 0,0-3 0,2-1-8191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 24575,'-28'-5'0,"-11"-2"0,-2 1 0,4 1 0,5 1 0,9 4 0,5 3 0,3-1 0,2 3 0,1 1 0,-1 1 0,3 0-8191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28 24575,'-7'-2'0,"-11"-4"0,-29-4 0,43 9 0,0 1 0,-1-1 0,1 1 0,-1 0 0,1 0 0,0 1 0,-1-1 0,1 1 0,0 0 0,-1 0 0,1 1 0,-5 1 0,7-2 0,1 0 0,0 0 0,0-1 0,0 1 0,-1 0 0,1 0 0,0 0 0,0 0 0,1 0 0,-1 1 0,0-1 0,0 0 0,0 0 0,1 1 0,-1-1 0,1 0 0,-1 1 0,1-1 0,-1 0 0,1 1 0,0-1 0,0 1 0,0-1 0,-1 0 0,2 1 0,-1-1 0,0 1 0,0-1 0,0 1 0,1-1 0,-1 2 0,3 5 0,0 0 0,0 0 0,1 0 0,6 9 0,3 8 0,-12-22 0,0 1 0,1-1 0,-1 1 0,1-1 0,0 0 0,0 0 0,1 0 0,3 5 0,-4-7 0,0 0 0,0 1 0,0-1 0,0 0 0,0 0 0,1 0 0,-1 0 0,0 0 0,1 0 0,-1-1 0,1 1 0,-1-1 0,0 0 0,4 0 0,24 2 0,0-1 0,0-2 0,0-1 0,0-2 0,39-9 0,-63 11 0,-1 1 0,0-1 0,0-1 0,0 1 0,0-1 0,0 0 0,-1 0 0,1 0 0,-1-1 0,5-4 0,-8 7 0,0-1 0,0 1 0,0 0 0,0-1 0,0 1 0,0 0 0,-1-1 0,1 1 0,0-1 0,-1 0 0,0 1 0,1-1 0,-1 1 0,0-1 0,0 0 0,1 1 0,-1-1 0,-1 0 0,1 1 0,0-1 0,0 1 0,-1-1 0,1 0 0,0 1 0,-1-1 0,0 1 0,1-1 0,-1 1 0,0-1 0,0 1 0,0 0 0,0-1 0,0 1 0,0 0 0,0 0 0,0 0 0,-1 0 0,0-1 0,-6-4 15,1 0 0,-1 0 0,0 1 0,-1 1 0,1-1 0,-1 1 0,-11-3 0,-66-16-1500,68 19-5341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73 119 24575,'0'5'0,"-1"16"0,1-1 0,2 1 0,0-1 0,0 1 0,11 34 0,-4-29 0,1 0 0,1-1 0,1 0 0,20 30 0,-32-55 0,1 1 0,-1-1 0,0 0 0,0 1 0,1-1 0,-1 1 0,0-1 0,0 0 0,1 1 0,-1-1 0,0 0 0,1 1 0,-1-1 0,1 0 0,-1 0 0,0 1 0,1-1 0,-1 0 0,1 0 0,-1 0 0,1 1 0,1-9 0,-5-14 0,-10-16 0,-1 1 0,-2 1 0,-24-40 0,18 36 0,6 11 0,6 11 0,1-1 0,0 1 0,1-1 0,-6-23 0,14 35 0,6 12 0,12 21 0,-10-14 0,-2-4 0,0 0 0,1-1 0,0 1 0,0-1 0,0-1 0,1 1 0,0-1 0,0-1 0,1 1 0,-1-1 0,1-1 0,0 0 0,1 0 0,-1-1 0,1 0 0,-1 0 0,1-1 0,19 1 0,-20-2 0,-1-1 0,1 0 0,-1-1 0,0 0 0,1 0 0,14-5 0,-20 4 0,0 1 0,0 0 0,0-1 0,0 0 0,0 0 0,0 0 0,0 0 0,-1 0 0,1-1 0,-1 1 0,0-1 0,1 1 0,-1-1 0,-1 0 0,1 0 0,0 0 0,-1 0 0,1 0 0,1-5 0,-1-1 0,0 1 0,0-1 0,0 0 0,0-16 0,-2 19 0,0 1 0,-1-1 0,1 0 0,-1 1 0,0-1 0,-1 1 0,1 0 0,-4-10 0,16 45 0,-8-21 0,0 0 0,7 13 0,5 3 0,1-1 0,1-1 0,0 0 0,2-2 0,24 23 0,-38-41-151,-1 2-1,1-1 0,-1 1 0,0-1 1,0 1-1,-1 0 0,1 1 1,4 10-1,-4-5-6674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24575,'0'-1'0,"-5"-14"0,5 11 0,3 10 0,12 27 0,-3 0 0,14 50 0,-13-36 0,3 4 0,0-1 0,19 104 0,-33-109 0,-2-36 0,0 0 0,0 0 0,1 0 0,0-1 0,1 1 0,3 14 0,-5-23 0,0 0 0,0 0 0,1 0 0,-1 0 0,0 0 0,0 0 0,0 0 0,0 0 0,0 0 0,0 0 0,0 0 0,0 0 0,0 0 0,0 0 0,0 0 0,0 1 0,0-1 0,0 0 0,0 0 0,0 0 0,0 0 0,0 0 0,0 0 0,0 0 0,0 0 0,1 0 0,-1 0 0,0 0 0,0 0 0,0 0 0,0 0 0,0 0 0,0 0 0,0 0 0,0 0 0,0 0 0,0 0 0,0 0 0,0 0 0,0 0 0,0 0 0,0 0 0,1 0 0,-1 0 0,0 0 0,0 0 0,0-1 0,0 1 0,0 0 0,0 0 0,0 0 0,0 0 0,0 0 0,0 0 0,0 0 0,0 0 0,0 0 0,0 0 0,0 0 0,0 0 0,4-7 0,1-8 0,0-3 0,0 0 0,1 0 0,1 1 0,1 0 0,1 0 0,10-15 0,-17 29 0,0 1 0,0-1 0,0 1 0,0 0 0,0 0 0,1 0 0,-1 0 0,0 0 0,1 1 0,0-1 0,-1 1 0,1-1 0,0 1 0,0 0 0,6-1 0,-5 1 0,0 1 0,0 0 0,0 0 0,0 0 0,1 1 0,-1-1 0,0 1 0,0 0 0,0 0 0,5 3 0,5 2 0,-1 1 0,0 1 0,0 0 0,-1 1 0,15 13 0,-15-11 15,19 24 0,-14-15-1410,-6-7-5431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49 24575,'-2'-5'0,"0"0"0,0 1 0,0-1 0,0 1 0,-1 0 0,-4-6 0,6 9 0,0 0 0,0 0 0,0 0 0,0 0 0,0 0 0,0 0 0,0 0 0,0 0 0,0 1 0,0-1 0,-1 0 0,-1 0 0,2 1 0,1 0 0,-1 0 0,0 0 0,1 0 0,-1 0 0,0 0 0,1 0 0,-1 0 0,0 1 0,1-1 0,-1 0 0,0 0 0,1 1 0,-1-1 0,1 0 0,-1 1 0,1-1 0,-1 0 0,0 1 0,1-1 0,-1 1 0,1-1 0,0 1 0,-1-1 0,1 1 0,-1 1 0,-1 0 0,1 1 0,-1 0 0,1 0 0,0 0 0,0 0 0,0 0 0,1 0 0,-1 0 0,1 0 0,-1 4 0,2 36 0,1-24 0,0 18 0,3-1 0,0 0 0,3 0 0,1-1 0,18 46 0,-25-74 0,54 169 0,-55-168 0,0 1 0,0 13 0,-1-16 0,0 1 0,0-1 0,1 0 0,0 0 0,3 10 0,-3-14 0,-1-1 0,1 1 0,1-1 0,-1 0 0,0 1 0,0-1 0,0 0 0,1 0 0,-1 0 0,1 0 0,-1 0 0,0 0 0,1 0 0,0-1 0,-1 1 0,1 0 0,-1-1 0,1 1 0,0-1 0,0 0 0,-1 1 0,1-1 0,3 0 0,5 0 0,0 0 0,16-2 0,-26 1 0,43-6 0,-28 4 0,0 0 0,18 0 0,-7 0-1365,-16 0-5461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24575,'0'0'0,"0"0"0,-1 0 0,1 0 0,0 0 0,0-1 0,0 1 0,0 0 0,0 0 0,0 0 0,0 0 0,0 0 0,0-1 0,0 1 0,0 0 0,0 0 0,0 0 0,0 0 0,0 0 0,0-1 0,0 1 0,0 0 0,1 0 0,-1 0 0,0 0 0,0 0 0,0 0 0,0-1 0,0 1 0,0 0 0,0 0 0,0 0 0,0 0 0,1 0 0,-1 0 0,0 0 0,0 0 0,0 0 0,0 0 0,0 0 0,1-1 0,3 7 0,9 20 0,-6-13 0,-3-6 0,0 1 0,1-1 0,0 0 0,1-1 0,-1 1 0,1-1 0,0 0 0,1 0 0,-1-1 0,13 8 0,-18-13 0,-1 0 0,1 1 0,-1-1 0,0 0 0,1 1 0,-1-1 0,1 0 0,-1 0 0,1 0 0,-1 1 0,1-1 0,-1 0 0,1 0 0,0 0 0,-1 0 0,1 0 0,-1 0 0,1 0 0,-1 0 0,1 0 0,-1 0 0,1 0 0,-1-1 0,1 1 0,-1 0 0,1 0 0,-1 0 0,1-1 0,-1 1 0,1 0 0,-1-1 0,1 1 0,-1 0 0,0-1 0,1 1 0,-1 0 0,1-1 0,-1 1 0,0-1 0,0 1 0,1-1 0,-1 1 0,0-1 0,0 1 0,1-1 0,-1 1 0,0-1 0,0 1 0,0-1 0,0 1 0,0-1 0,0 1 0,0-2 0,1-4 0,-1-1 0,0 0 0,-1-10 0,1 9 0,0 3 0,0 0 0,0 1 0,0-1 0,1 0 0,0 0 0,0 0 0,0 0 0,0 1 0,1-1 0,3-6 0,-4 10 0,0-1 0,0 1 0,0 0 0,0-1 0,0 1 0,0 0 0,0 0 0,1 0 0,-1 0 0,0 0 0,1 0 0,-1 0 0,1 0 0,-1 1 0,1-1 0,-1 0 0,1 1 0,0 0 0,-1-1 0,1 1 0,0 0 0,-1 0 0,1 0 0,0 0 0,-1 0 0,1 0 0,0 0 0,-1 0 0,1 1 0,-1-1 0,1 1 0,0-1 0,-1 1 0,2 1 0,6 1 0,-1 1 0,0 1 0,0 0 0,-1 0 0,11 9 0,32 34 0,-44-41 0,-5-7 0,0 2 0,1-1 0,-1 1 0,1-1 0,-1 1 0,0 0 0,0-1 0,1 1 0,-1 0 0,0 0 0,-1 0 0,1-1 0,0 1 0,0 3 0,-3-3-1365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24575,'14'-6'0,"-1"1"0,1 0 0,1 1 0,-1 1 0,25-3 0,-29 5 0,0 1 0,0 1 0,0 0 0,-1 0 0,1 0 0,0 2 0,-1-1 0,1 1 0,11 5 0,-8-2 0,0 0 0,0 0 0,-1 2 0,20 14 0,-29-19 0,1 0 0,-1 0 0,1 1 0,-1-1 0,0 1 0,-1 0 0,1 0 0,0 0 0,-1 0 0,0 1 0,0-1 0,-1 1 0,1-1 0,-1 1 0,0 0 0,0-1 0,0 8 0,-1 10 0,-1-1 0,-7 43 0,3-37 0,4-15 0,0 0 0,1 0 0,1 0 0,0-1 0,0 1 0,1 0 0,0 0 0,1-1 0,5 14 0,8 14 0,26 47 0,-4-8 0,-29-59 0,-2-5 0,7 23 0,-13-33 0,0-1 0,0 1 0,0 0 0,-1-1 0,0 1 0,1-1 0,-1 1 0,-1 0 0,1-1 0,0 1 0,-1-1 0,-1 5 0,1-5 0,0-1 0,0 0 0,0 0 0,-1 0 0,1 0 0,-1 0 0,1-1 0,-1 1 0,0 0 0,0-1 0,0 1 0,0-1 0,0 0 0,0 0 0,0 0 0,0 0 0,0 0 0,-1 0 0,1 0 0,0 0 0,-1-1 0,1 0 0,-4 1 0,-7 0 0,-1 0 0,0-1 0,-14-2 0,8 1 0,2 1-1365,2 0-5461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24575,'0'-6'0,"0"1"0,0-1 0,1 0 0,0 1 0,0 0 0,3-10 0,-4 13 0,1 1 0,0-1 0,0 0 0,0 1 0,0-1 0,1 0 0,-1 1 0,0 0 0,1-1 0,-1 1 0,1 0 0,-1 0 0,1 0 0,-1-1 0,1 2 0,0-1 0,0 0 0,-1 0 0,1 1 0,0-1 0,0 1 0,3-1 0,2 0 0,0 0 0,1 1 0,-1 0 0,0 0 0,0 1 0,0 0 0,0 0 0,1 1 0,10 4 0,5 3 0,32 17 0,-54-25 0,3 1 0,-1 0 0,0 0 0,0 0 0,0 0 0,0 1 0,0 0 0,0-1 0,-1 1 0,1 0 0,-1 0 0,0 0 0,0 1 0,0-1 0,0 0 0,0 1 0,-1-1 0,0 1 0,0 0 0,0 0 0,0-1 0,0 1 0,0 5 0,-1 7 0,0 0 0,-1 1 0,-1-1 0,-4 18 0,2-14 0,-1 23 0,5-35 0,0-1 0,0 1 0,0-1 0,1 1 0,0-1 0,4 14 0,-4-18 0,1-1 0,-1 0 0,0 1 0,0-1 0,1 0 0,-1 0 0,1 0 0,0 0 0,-1 0 0,1-1 0,0 1 0,0-1 0,0 1 0,1-1 0,-1 1 0,0-1 0,0 0 0,1 0 0,-1 0 0,1 0 0,-1-1 0,0 1 0,6 0 0,2 0-114,1 1 1,0-2-1,-1 0 0,1 0 0,0-1 1,0 0-1,-1 0 0,1-1 0,-1-1 1,1 0-1,16-8 0,-17 6-6712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24575,'-10'0'0,"-5"0"0,-4 0 0,0 2 0,0 2 0,1-1 0,1 0 0,1 1 0,0 0 0,1 0 0,3-1-8191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24575,'-15'3'0,"-8"0"0,-2 3 0,1 0 0,1 1 0,3 1 0,2 0 0,1-1 0,2 1 0,0-1 0,3-1-8191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24575,'0'0'0,"0"0"0,0 0 0,-1-1 0,1 1 0,0 0 0,0 0 0,0 0 0,0 0 0,0 0 0,0 0 0,0 0 0,0-1 0,0 1 0,0 0 0,0 0 0,0 0 0,0 0 0,0 0 0,0 0 0,0-1 0,0 1 0,0 0 0,0 0 0,0 0 0,0 0 0,0 0 0,0 0 0,0-1 0,0 1 0,0 0 0,1 0 0,-1 0 0,0 0 0,0 0 0,0 0 0,0 0 0,0 0 0,0 0 0,0-1 0,0 1 0,0 0 0,1 0 0,-1 0 0,0 0 0,0 0 0,0 0 0,0 0 0,0 0 0,0 0 0,1 0 0,-1 0 0,0 0 0,0 0 0,0 0 0,0 0 0,0 0 0,0 0 0,1 0 0,-1 0 0,0 0 0,0 0 0,0 0 0,0 0 0,0 0 0,0 0 0,1 0 0,-1 1 0,0-1 0,0 0 0,10 13 0,8 19 0,-16-28 0,5 11 0,1 0 0,0 0 0,1-1 0,1 0 0,12 13 0,-22-26 0,0-1 0,0 1 0,1-1 0,-1 0 0,0 1 0,1-1 0,-1 0 0,0 0 0,1 1 0,-1-1 0,0 0 0,1 0 0,-1 1 0,0-1 0,1 0 0,-1 0 0,1 0 0,-1 1 0,0-1 0,1 0 0,-1 0 0,1 0 0,-1 0 0,1 0 0,-1 0 0,0 0 0,1 0 0,-1 0 0,1 0 0,-1 0 0,1 0 0,-1-1 0,0 1 0,1 0 0,-1 0 0,1 0 0,-1-1 0,0 1 0,1 0 0,-1 0 0,0-1 0,1 1 0,-1 0 0,0-1 0,1 1 0,-1 0 0,0-1 0,0 1 0,1 0 0,-1-1 0,0 1 0,0 0 0,0-1 0,0 1 0,0-1 0,1 1 0,-1-1 0,0 1 0,0 0 0,0-2 0,1-5 0,0 0 0,0 0 0,0-8 0,0 3 0,2-7 0,-3 12 0,1 0 0,1-1 0,-1 1 0,1 0 0,0 0 0,0 0 0,1 0 0,4-7 0,-6 13 0,-1 0 0,1 0 0,0 1 0,-1-1 0,1 0 0,0 0 0,0 1 0,0-1 0,0 0 0,0 1 0,0-1 0,0 1 0,0-1 0,0 1 0,0 0 0,0-1 0,0 1 0,0 0 0,1 0 0,1 0 0,-1 0 0,0 0 0,1 0 0,-1 1 0,0-1 0,1 1 0,-1-1 0,4 3 0,3 1 0,1 1 0,-2 1 0,12 8 0,-15-10 0,8 5 30,-1 1 0,0 0 0,10 13 0,-17-18-195,-1 1 0,1 0 0,-1 0 0,0 0 0,-1 0 0,0 1 0,0-1 0,4 13 0,-4-6-6661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24575,'3'10'0,"0"6"0,3 2 0,0 2 0,-1-1 0,1-4 0,0-1 0,1-1 0,2 0 0,2-3 0,-1 0 0,-2-4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24575,'0'-2'0,"0"1"0,0 4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196 170 24575,'-20'-24'0,"-4"-7"0,-2 1 0,-43-39 0,67 67 0,0 0 0,-1 0 0,1 1 0,0-1 0,-1 1 0,1 0 0,-1 0 0,1 0 0,-4-1 0,5 2 0,0 0 0,1 0 0,-1 0 0,0 0 0,0 0 0,0 0 0,1 0 0,-1 0 0,0 0 0,0 1 0,0-1 0,1 0 0,-1 1 0,0-1 0,1 0 0,-1 1 0,0-1 0,1 1 0,-1-1 0,0 1 0,1-1 0,-1 1 0,1 0 0,-1-1 0,1 1 0,-1 0 0,1-1 0,-1 1 0,1 0 0,0 0 0,0-1 0,-1 1 0,1 1 0,-2 5 0,0 1 0,0-1 0,1 1 0,0 0 0,0 0 0,1 10 0,5 49 0,33 124 0,15-2 0,-42-149 0,19 49 0,4-1 0,67 125 0,-71-165 0,-19-33 0,12 25 0,-21-37-105,-1-1 0,0 1 0,0-1 0,0 1 0,-1 0 0,1-1 0,0 1 0,-1 0 0,0 0 0,1-1 0,-1 1 0,-1 5 0,-2 1-6721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57 24575,'-30'-10'0,"-13"-4"0,-3 2 0,2 1 0,8 4 0,6 5 0,9 3-8191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24575,'0'-1'0,"-1"-1"0,1 1 0,0-1 0,0 0 0,-1 1 0,1-1 0,0 1 0,0-1 0,1 0 0,-1 1 0,0-1 0,0 1 0,1-1 0,-1 1 0,1-1 0,0-1 0,-1 3 0,1 0 0,-1-1 0,0 1 0,0-1 0,1 1 0,-1 0 0,0 0 0,1-1 0,-1 1 0,0 0 0,1 0 0,-1-1 0,0 1 0,1 0 0,-1 0 0,0 0 0,1-1 0,-1 1 0,1 0 0,-1 0 0,0 0 0,1 0 0,0 0 0,0 0 0,0 0 0,0 1 0,0-1 0,-1 0 0,1 1 0,0-1 0,0 0 0,0 1 0,-1-1 0,1 1 0,0 0 0,0-1 0,-1 1 0,1-1 0,0 2 0,5 5 0,-2 1 0,1-1 0,-1 1 0,-1 0 0,1 0 0,3 13 0,-4-11 0,9 30 0,13 77 0,-19-79 0,1-1 0,22 61 0,-26-90 0,56 126 0,-58-133 0,0 1 0,-1-1 0,1 0 0,-1 0 0,1 0 0,0 0 0,0 0 0,0 0 0,0 0 0,0 0 0,0 0 0,0 0 0,0-1 0,0 1 0,0 0 0,0-1 0,0 1 0,0-1 0,1 1 0,-1-1 0,0 1 0,0-1 0,1 0 0,-1 0 0,0 0 0,1 0 0,1 0 0,-1 0 0,-1-1 0,1 1 0,0-1 0,-1 0 0,1 0 0,-1 0 0,1 1 0,-1-2 0,1 1 0,-1 0 0,1 0 0,-1 0 0,0-1 0,0 1 0,0 0 0,0-1 0,0 0 0,0 1 0,1-3 0,2-6 0,1-1 0,-2 0 0,5-20 0,-6 18 0,1 1 0,9-21 0,-12 32 0,1-1 0,0 0 0,0 0 0,-1 1 0,1-1 0,1 1 0,-1-1 0,0 1 0,0-1 0,1 1 0,-1 0 0,0-1 0,1 1 0,-1 0 0,1 0 0,0 0 0,-1 0 0,1 0 0,0 1 0,0-1 0,-1 0 0,1 1 0,0-1 0,0 1 0,0 0 0,0 0 0,0-1 0,0 1 0,0 1 0,-1-1 0,1 0 0,0 0 0,0 1 0,3 0 0,4 3 0,1-1 0,-1 2 0,0-1 0,0 1 0,10 8 0,-11-7 0,38 23 0,-10-7 0,-1 2 0,31 28 0,-57-42-1365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28 24575,'-6'-4'0,"0"0"0,0 1 0,-1 0 0,1 1 0,-1-1 0,1 1 0,-1 0 0,0 1 0,1 0 0,-1 0 0,0 0 0,0 1 0,-12 1 0,15-1 0,1 1 0,-1-1 0,1 1 0,-1 0 0,1 0 0,0 1 0,-1-1 0,1 1 0,0-1 0,0 1 0,0 0 0,0 0 0,1 0 0,-1 1 0,0-1 0,1 1 0,0 0 0,-1-1 0,1 1 0,0 0 0,0 0 0,1 0 0,-1 1 0,1-1 0,-1 0 0,1 0 0,0 1 0,0 4 0,0-3 0,0 0 0,0 1 0,1-1 0,0 0 0,0 0 0,1 1 0,-1-1 0,1 0 0,0 0 0,1 0 0,-1 0 0,1 0 0,2 5 0,4 4 0,0 0 0,0-1 0,11 12 0,2 3 0,-4-3 0,-1 1 0,-1 0 0,-1 1 0,12 35 0,-19-40 0,-1 0 0,0 1 0,-2-1 0,0 1 0,-2 0 0,0 26 0,-2-46 0,0 0 0,0 1 0,1-1 0,-1 0 0,0 0 0,1 0 0,0 0 0,0 1 0,0-1 0,3 5 0,-3-7 0,0 1 0,0-1 0,0 0 0,0 1 0,1-1 0,-1 0 0,1 0 0,-1 0 0,1 0 0,-1 0 0,1 0 0,0 0 0,-1-1 0,1 1 0,0 0 0,0-1 0,0 1 0,-1-1 0,1 0 0,2 0 0,28 2 0,0-2 0,38-4 0,-65 4-170,0-1-1,0 0 0,-1 0 1,1 0-1,0-1 0,-1 0 1,8-3-1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24575,'1'-1'0,"-1"0"0,0 1 0,0-1 0,1 1 0,-1-1 0,0 0 0,1 1 0,-1-1 0,1 1 0,-1-1 0,1 1 0,-1-1 0,1 1 0,-1-1 0,1 1 0,0-1 0,-1 1 0,1 0 0,-1-1 0,1 1 0,0 0 0,1-1 0,-2 2 0,1-1 0,0 0 0,0 0 0,-1 0 0,1 1 0,0-1 0,-1 0 0,1 1 0,0-1 0,-1 0 0,1 1 0,-1-1 0,1 1 0,0-1 0,-1 1 0,1-1 0,0 2 0,3 4 0,0 0 0,0 1 0,4 10 0,-4-8 0,11 21 0,29 41 0,-44-70 0,1 0 0,0 0 0,0 0 0,0 0 0,0 0 0,0 0 0,0 0 0,0 0 0,0-1 0,0 1 0,0 0 0,0-1 0,0 1 0,1 0 0,-1-1 0,0 1 0,0-1 0,1 0 0,-1 0 0,0 1 0,1-1 0,-1 0 0,3 0 0,-3-1 0,1 1 0,-1 0 0,0-1 0,0 0 0,0 1 0,1-1 0,-1 0 0,0 1 0,0-1 0,0 0 0,0 0 0,0 0 0,0 0 0,-1 0 0,1 0 0,0 0 0,0 0 0,-1-1 0,1 1 0,-1 0 0,1 0 0,-1 0 0,1-1 0,-1-1 0,2-7 0,0 0 0,-1 0 0,-1 0 0,1 0 0,-2-12 0,0 13 0,0-1 0,2 0 0,-1 1 0,1-1 0,0 1 0,3-10 0,-3 17 0,-1 1 0,1-1 0,-1 1 0,1-1 0,0 1 0,-1 0 0,1-1 0,0 1 0,0 0 0,0 0 0,0-1 0,0 1 0,0 0 0,0 0 0,1 0 0,-1 0 0,0 0 0,1 1 0,-1-1 0,0 0 0,2 0 0,0 0 0,-1 1 0,1 0 0,-1-1 0,1 1 0,0 0 0,-1 1 0,1-1 0,-1 0 0,1 1 0,-1-1 0,5 2 0,5 3 0,-1 0 0,0 1 0,0 0 0,11 9 0,-21-14 0,143 108 0,-142-107-195,0 0 0,0 0 0,0 0 0,0 0 0,0 1 0,2 3 0,0 3-6631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24575,'8'-4'0,"0"0"0,0 1 0,0 0 0,1 0 0,-1 1 0,11-2 0,-15 4 0,-1-1 0,1 1 0,0 1 0,0-1 0,0 0 0,0 1 0,-1 0 0,1 0 0,0 0 0,-1 0 0,1 1 0,-1-1 0,1 1 0,-1 0 0,0 0 0,5 5 0,19 17 0,-1 2 0,-2 1 0,36 51 0,-52-67 0,3 4 0,-1 1 0,-1 0 0,-1 0 0,0 1 0,-1 0 0,0 1 0,-2 0 0,5 25 0,-5-14 0,1 0 0,1 0 0,1 0 0,1-1 0,25 48 0,56 79 0,-89-154 0,-1-1 0,1 1 0,-1 0 0,1 0 0,-1-1 0,0 1 0,0 0 0,1 0 0,-1-1 0,0 1 0,0 0 0,0 0 0,0 0 0,0-1 0,0 1 0,0 0 0,0 0 0,0 0 0,0-1 0,0 1 0,-1 0 0,1 0 0,0 0 0,0-1 0,-1 1 0,0 1 0,0-1 0,0 0 0,0 0 0,0 0 0,-1 0 0,1 0 0,0 0 0,-1 0 0,1-1 0,-1 1 0,1 0 0,-1-1 0,-1 1 0,-6 1 0,1 0 0,-1-1 0,-15 1 0,-22-3-1365,33 1-5461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 24575,'-22'-2'0,"-11"-1"0,-1-1 0,1 2 0,5 0 0,5 1 0,3 0 0,2 1 0,3 0 0,1 0 0,0 0 0,0 0 0,0 0 0,2 1-8191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24575,'-20'-5'0,"-10"-2"0,-1 1 0,2 1 0,2 1 0,2 4 0,3 2 0,1 1 0,1 0 0,0 1 0,2 1 0,0-1 0,5-1-8191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24575,'5'22'0,"-1"-8"0,18 68 0,31 81 0,43 76 0,-94-236 0,5 15 0,17 29 0,-24-47 0,0 0 0,0 0 0,0 0 0,0 0 0,0 1 0,0-1 0,0 0 0,0 0 0,1 0 0,-1 0 0,0 0 0,0 1 0,0-1 0,0 0 0,0 0 0,0 0 0,0 0 0,0 0 0,1 0 0,-1 0 0,0 1 0,0-1 0,0 0 0,0 0 0,0 0 0,1 0 0,-1 0 0,0 0 0,0 0 0,0 0 0,0 0 0,1 0 0,-1 0 0,0 0 0,0 0 0,0 0 0,0 0 0,1 0 0,-1 0 0,0 0 0,0 0 0,3-9 0,-1-17 0,-2 20 0,2-13 0,5-25 0,-6 38 0,0 1 0,1-1 0,0 1 0,0 0 0,0 0 0,0 0 0,1 0 0,0 0 0,4-5 0,-5 8 0,0 0 0,-1 1 0,1-1 0,0 1 0,0 0 0,0-1 0,0 1 0,0 0 0,0 0 0,0 0 0,1 1 0,-1-1 0,0 0 0,0 1 0,1 0 0,-1-1 0,0 1 0,1 0 0,-1 0 0,1 0 0,-1 0 0,0 1 0,1-1 0,-1 1 0,0-1 0,0 1 0,1 0 0,-1 0 0,3 2 0,5 2 0,1 2 0,-1-1 0,0 1 0,12 12 0,-16-14 0,106 97 0,-112-102-51,1 1-31,0-1 0,0 1 0,-1 0 0,1-1-1,0 1 1,-1 0 0,1 0 0,0 0 0,-1-1 0,1 1 0,-1 0 0,0 0-1,1 0 1,-1 0 0,1 1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61 24575,'-4'-8'0,"-1"1"0,0 0 0,-9-10 0,12 15 0,0 0 0,-1 0 0,1 0 0,0 0 0,-1 1 0,1-1 0,-1 1 0,1 0 0,-1-1 0,0 1 0,0 0 0,0 1 0,1-1 0,-6 0 0,0 1 0,0 0 0,0 0 0,0 1 0,0 1 0,-12 3 0,-42 15 0,40-11 0,18-8 0,-1 1 0,0-1 0,0 2 0,0-1 0,-8 6 0,12-8 0,0 1 0,0 0 0,0-1 0,0 1 0,0 0 0,1 0 0,-1 0 0,0 0 0,1 0 0,-1 0 0,0 0 0,1 0 0,-1 0 0,1 0 0,0 0 0,-1 0 0,1 0 0,0 1 0,0-1 0,-1 0 0,1 0 0,0 0 0,0 0 0,1 1 0,-1-1 0,0 0 0,1 2 0,4 14 0,11 21 0,4 15 0,32 155 0,-43-157 0,-2 1 0,0 59 0,-5-84 0,0 0 0,11 45 0,-10-57 0,-2-10 0,0 0 0,0 0 0,0 0 0,1 0 0,0 0 0,3 7 0,-4-11 0,0 0 0,0 0 0,0 0 0,0 0 0,0 0 0,0 0 0,0 0 0,0 0 0,0 0 0,0-1 0,1 1 0,-1 0 0,0-1 0,0 1 0,1-1 0,-1 0 0,0 1 0,1-1 0,-1 0 0,0 0 0,1 0 0,-1 0 0,1 0 0,-1 0 0,0 0 0,1 0 0,-1 0 0,0-1 0,1 1 0,0-1 0,49-16 0,-38 12 0,1 0 0,-1 1 0,1 1 0,0 0 0,17-1 0,-13 4-20,-11 0-249,-1 0 0,0 0 0,0-1 0,7-1 0,-4-1-6557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68 174 24575,'-1'16'0,"2"0"0,0 1 0,1-1 0,1 0 0,0-1 0,1 1 0,8 19 0,-7-23 0,0 0 0,1 0 0,1 0 0,0-1 0,1 0 0,17 19 0,-24-30 0,-1 1 0,0-1 0,1 1 0,-1-1 0,0 0 0,1 1 0,-1-1 0,1 0 0,-1 1 0,1-1 0,-1 0 0,1 0 0,-1 0 0,1 1 0,-1-1 0,1 0 0,-1 0 0,1 0 0,-1 0 0,1 0 0,0 0 0,-1 0 0,0 0 0,1-1 0,-1 1 0,0 0 0,0 0 0,1-1 0,-1 1 0,0 0 0,0 0 0,0-1 0,1 1 0,-1 0 0,0-1 0,0 1 0,0 0 0,0-1 0,0 1 0,1 0 0,-1-1 0,0 1 0,0-1 0,0-2 0,0 1 0,0-1 0,0 0 0,0 0 0,0 1 0,-1-5 0,-9-25 0,-2 0 0,-1 1 0,-1 1 0,-19-30 0,-21-44 0,45 81 0,-15-45 0,24 67 0,0 1 0,0-1 0,0 1 0,0-1 0,-1 1 0,1-1 0,0 1 0,0-1 0,0 1 0,0-1 0,0 1 0,0-1 0,0 1 0,0-1 0,0 1 0,0-1 0,1 1 0,-1-1 0,0 1 0,0-1 0,1 0 0,-1 1 0,0 0 0,1 0 0,-1 0 0,0 0 0,1 0 0,-1 0 0,0 0 0,1 0 0,-1 0 0,0 0 0,1 1 0,-1-1 0,0 0 0,1 0 0,-1 0 0,0 0 0,1 1 0,-1-1 0,0 0 0,0 0 0,1 1 0,17 17 0,-17-17 0,16 19 0,1-1 0,1 0 0,0-1 0,39 26 0,-55-42 0,0-1 0,0 1 0,1 0 0,-1-1 0,1 0 0,-1 1 0,1-2 0,0 1 0,-1 0 0,1-1 0,0 1 0,-1-1 0,1 0 0,0 0 0,0-1 0,-1 1 0,1-1 0,6-1 0,-7 0 0,1 0 0,-1 1 0,1-1 0,-1-1 0,1 1 0,-1 0 0,0-1 0,0 0 0,-1 0 0,1 1 0,0-2 0,-1 1 0,0 0 0,1 0 0,-1-1 0,-1 1 0,3-5 0,0-5 0,6-23 0,2-6 0,-12 41 0,1 1 0,-1-1 0,0 0 0,0 1 0,0-1 0,1 1 0,-1-1 0,0 0 0,1 1 0,-1-1 0,1 1 0,-1 0 0,0-1 0,1 1 0,-1-1 0,1 1 0,-1-1 0,1 1 0,-1 0 0,1-1 0,0 1 0,0 0 0,-1 0 0,1 0 0,0 0 0,-1 0 0,1 0 0,-1 0 0,1 0 0,0 1 0,-1-1 0,1 0 0,-1 0 0,1 1 0,-1-1 0,1 0 0,-1 1 0,1-1 0,-1 1 0,0-1 0,1 0 0,0 1 0,2 4 0,1 0 0,-1 0 0,4 9 0,-5-10 0,22 42 0,1-2 0,41 55 0,-50-79-100,-6-8-216,0 0 0,-1 0-1,14 28 1,-18-28-6510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44 24575,'-12'-7'0,"-7"-3"0,-3 0 0,0 2 0,1 3 0,0 2 0,0 3 0,1 3 0,2 0 0,2 0 0,-3 2 0,1 0 0,0-1 0,1-1 0,3-1-8191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24575,'4'15'0,"31"78"0,-30-81 0,1-1 0,0 0 0,1 0 0,1 0 0,13 15 0,-20-25 0,-1 0 0,1-1 0,0 1 0,-1 0 0,1-1 0,-1 1 0,1-1 0,0 0 0,0 1 0,-1-1 0,1 1 0,0-1 0,0 0 0,-1 1 0,1-1 0,0 0 0,0 0 0,0 0 0,-1 0 0,1 0 0,0 0 0,0 0 0,0 0 0,0 0 0,-1 0 0,1 0 0,0 0 0,0-1 0,0 1 0,-1 0 0,1-1 0,0 1 0,0 0 0,-1-1 0,1 1 0,0-1 0,-1 1 0,1-1 0,0 0 0,-1 1 0,1-1 0,-1 1 0,1-1 0,-1 0 0,1 0 0,-1 1 0,1-2 0,3-5 0,0 0 0,-1-1 0,6-14 0,-7 16 0,4-11 0,-3 7 0,0 0 0,1 0 0,0 1 0,1-1 0,8-11 0,-12 20 0,0-1 0,0 0 0,1 1 0,-1-1 0,1 1 0,-1 0 0,1-1 0,0 1 0,-1 0 0,1 0 0,0 0 0,0 0 0,-1 1 0,1-1 0,0 0 0,0 1 0,0-1 0,0 1 0,0 0 0,0-1 0,0 1 0,0 0 0,0 0 0,0 1 0,0-1 0,0 0 0,0 1 0,0-1 0,0 1 0,0-1 0,0 1 0,0 0 0,3 2 0,8 6 0,0 0 0,0 1 0,-1 0 0,-1 1 0,1 1 0,10 14 0,-13-16 0,-2 0-341,1 0 0,-1 1-1,7 12 1,-10-13-6485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24575,'5'-5'0,"0"0"0,0 0 0,1 1 0,0 0 0,-1 0 0,1 1 0,0-1 0,1 1 0,6-2 0,-9 4 0,-1 0 0,1 0 0,0 1 0,0-1 0,0 1 0,0 0 0,0 0 0,0 0 0,0 1 0,0-1 0,0 1 0,-1 0 0,1 0 0,0 0 0,0 1 0,-1-1 0,6 4 0,-1 0 0,0 0 0,0 0 0,0 1 0,-1 0 0,10 10 0,-14-12 0,0 0 0,0-1 0,0 1 0,-1 0 0,0 1 0,0-1 0,0 0 0,0 0 0,-1 1 0,1-1 0,-1 1 0,0 0 0,0 5 0,3 27 0,2 0 0,18 60 0,34 68 0,40 70 0,-89-213 0,-5-13 0,-1-1 0,1 1 0,-1 0 0,-1 0 0,0 0 0,0 0 0,0 0 0,-1 0 0,-1 12 0,0-20 0,0 0 0,0 1 0,-1-1 0,1 1 0,-1-1 0,1 0 0,-1 1 0,1-1 0,-1 0 0,0 0 0,0 1 0,1-1 0,-1 0 0,0 0 0,0 0 0,0 0 0,0 0 0,-1 0 0,1 0 0,0 0 0,0-1 0,0 1 0,-1 0 0,1-1 0,0 1 0,-1-1 0,1 1 0,0-1 0,-4 1 0,-3 0 0,0 0 0,-1-1 0,1 0 0,-10-1 0,4 0 0,-47 0-1365,44 0-5461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24575,'1'10'0,"0"0"0,0 0 0,1 0 0,0-1 0,6 17 0,23 47 0,-19-48 0,12 21 0,2 0 0,37 48 0,-29-45 0,34 64 0,-64-106 0,-5-15 0,-8-25 0,5 20 0,-2-10 0,3 10 0,-1-1 0,0 1 0,-11-24 0,13 36 0,1-1 0,0 0 0,-1 1 0,1-1 0,-1 1 0,1-1 0,-1 1 0,0-1 0,0 1 0,0 0 0,0 0 0,1 0 0,-1 0 0,0 1 0,-1-1 0,1 0 0,0 1 0,0-1 0,-4 1 0,-5-1 0,0 1 0,-20 1 0,12 0 0,-196 1-113,147-2-1139,55 0-5574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24575,'1'-3'0,"0"1"0,1-1 0,-1 1 0,1 0 0,-1-1 0,1 1 0,0 0 0,3-3 0,-4 5 0,0-1 0,0 1 0,-1-1 0,1 1 0,0 0 0,0-1 0,0 1 0,0 0 0,0 0 0,-1 0 0,1-1 0,0 1 0,0 0 0,0 0 0,0 0 0,0 1 0,0-1 0,0 0 0,-1 0 0,1 0 0,0 1 0,0-1 0,0 0 0,0 1 0,-1-1 0,1 1 0,0-1 0,0 1 0,-1-1 0,1 1 0,0 0 0,11 11 0,0 1 0,-1 0 0,-1 0 0,0 1 0,13 24 0,-9-15 0,218 345 0,-216-343 0,38 66 0,-59-102 0,1-1 0,0 0 0,1 0 0,0 0 0,1-1 0,0 1 0,0-20 0,2 31 0,0-1 0,0 1 0,0 0 0,0 0 0,0 0 0,1 0 0,-1-1 0,0 1 0,1 0 0,-1 0 0,1 0 0,-1 0 0,1 0 0,0 0 0,-1 0 0,1 0 0,0 0 0,0 0 0,-1 0 0,1 1 0,0-1 0,1-1 0,0 2 0,-1-1 0,1 1 0,0-1 0,-1 1 0,1 0 0,-1 0 0,1-1 0,0 1 0,-1 0 0,1 0 0,0 1 0,-1-1 0,1 0 0,1 1 0,7 2 0,-1 1 0,1-1 0,-1 2 0,10 5 0,-15-7 0,70 44 0,12 6 0,-76-47 0,1-2 0,0 1 0,1-1 0,-1-1 0,0 0 0,20 2 0,-24-4 0,0-1 0,0 1 0,-1-1 0,1-1 0,0 0 0,0 0 0,0 0 0,0 0 0,-1-1 0,8-3 0,-10 3 0,-1 0 0,0 0 0,0 0 0,0 0 0,0 0 0,0 0 0,-1-1 0,1 0 0,-1 1 0,0-1 0,1 0 0,-1 0 0,0 0 0,-1 0 0,1-1 0,0 1 0,-1 0 0,0-1 0,0 1 0,1-8 0,1-3 0,-2-1 0,0 1 0,0-1 0,-1 1 0,-1-1 0,-3-16 0,3 22 0,-1 0 0,-1 0 0,0 1 0,0-1 0,0 0 0,-1 1 0,0 0 0,-1 0 0,0 0 0,-10-12 0,14 18 0,0 1 0,0 0 0,-1-1 0,1 1 0,0 0 0,0 0 0,-1 0 0,1 0 0,-1 0 0,1 1 0,-1-1 0,1 0 0,-1 1 0,1-1 0,-1 1 0,0-1 0,1 1 0,-1 0 0,0-1 0,1 1 0,-1 0 0,0 0 0,1 1 0,-4-1 0,3 1 0,0 0 0,0 0 0,0 0 0,1 0 0,-1 1 0,0-1 0,1 0 0,-1 1 0,1-1 0,-1 1 0,1-1 0,0 1 0,0 0 0,0 0 0,0-1 0,0 1 0,0 0 0,0 0 0,0 4 0,-2 2 0,1 1 0,0-1 0,0 1 0,1 0 0,0-1 0,1 1 0,1 17 0,0-20 0,0-1 0,0 1 0,1 0 0,0-1 0,0 1 0,0-1 0,1 0 0,0 0 0,0 0 0,0 0 0,0 0 0,9 8 0,-6-7 0,0-1 0,1 1 0,0-1 0,0 0 0,1-1 0,-1 0 0,1 0 0,0-1 0,0 0 0,0 0 0,8 2 0,-1-3 0,-1 1 0,1-2 0,0 0 0,-1 0 0,24-3 0,-31 1-114,-1 1 1,0-1-1,0 0 0,0-1 0,1 0 1,-2 0-1,1 0 0,0-1 0,0 1 1,-1-1-1,7-5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24575,'1'-1'0,"0"1"0,0-1 0,-1 1 0,1 0 0,0-1 0,0 1 0,0 0 0,0 0 0,-1 0 0,1 0 0,0 0 0,0 0 0,0 0 0,0 0 0,0 0 0,0 0 0,0 0 0,-1 0 0,1 1 0,0-1 0,0 0 0,0 1 0,-1-1 0,2 1 0,22 13 0,-21-12 0,40 29 0,-33-22 0,1 0 0,0-1 0,0-1 0,24 11 0,-32-17 0,1 1 0,-1-1 0,0-1 0,1 1 0,-1 0 0,1-1 0,-1 0 0,1 0 0,-1 0 0,1 0 0,5-1 0,-7 0 0,0 1 0,0-1 0,0 0 0,0 0 0,-1 0 0,1 0 0,0 0 0,-1 0 0,1 0 0,0 0 0,-1-1 0,1 1 0,-1 0 0,0-1 0,0 1 0,1-1 0,-1 0 0,0 1 0,0-1 0,0 0 0,0-3 0,4-8 0,-2-1 0,0 0 0,-1-1 0,1-15 0,-2 14 0,-1 15 0,0 0 0,0 0 0,0 0 0,1 0 0,-1 0 0,0 0 0,0 0 0,1 0 0,-1 0 0,0 0 0,1 0 0,-1 0 0,1 0 0,-1 0 0,1 0 0,0 0 0,-1 1 0,1-1 0,0 0 0,0 0 0,-1 1 0,1-1 0,0 1 0,0-1 0,0 0 0,0 1 0,0 0 0,0-1 0,0 1 0,0 0 0,0-1 0,0 1 0,0 0 0,0 0 0,0 0 0,0 0 0,0 0 0,0 0 0,0 0 0,0 0 0,0 0 0,2 1 0,5 1 0,-1 0 0,1 1 0,-1 0 0,12 6 0,-11-5 0,238 125 0,-211-105-1365,-21-14-5461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24575,'0'0'0,"1"0"0,-1 1 0,1-1 0,0 0 0,-1 1 0,1-1 0,-1 0 0,1 1 0,-1-1 0,1 0 0,-1 1 0,0-1 0,1 1 0,-1-1 0,1 1 0,-1-1 0,0 1 0,1-1 0,-1 1 0,0 0 0,0-1 0,1 1 0,-1-1 0,0 1 0,0 0 0,5 21 0,-3-13 0,0 1 0,2 1 0,-1-1 0,1 0 0,10 17 0,-13-24 0,1-1 0,0 1 0,0-1 0,-1 1 0,1-1 0,1 0 0,-1 0 0,0 0 0,1 0 0,-1 0 0,1-1 0,-1 1 0,1-1 0,0 1 0,0-1 0,-1 0 0,1 0 0,0 0 0,0-1 0,0 1 0,6 0 0,-7-1 0,0-1 0,0 1 0,0 0 0,0 0 0,-1-1 0,1 1 0,0-1 0,0 0 0,-1 0 0,1 1 0,0-1 0,-1 0 0,1 0 0,-1-1 0,1 1 0,-1 0 0,1 0 0,-1-1 0,0 1 0,0-1 0,0 1 0,0-1 0,0 1 0,0-1 0,0 0 0,0 0 0,-1 1 0,1-1 0,0 0 0,-1 0 0,1-3 0,1-7 0,-1 1 0,0-1 0,-2-22 0,1 24 0,-1 7 0,1 0 0,0-1 0,1 1 0,-1 0 0,1 0 0,0-5 0,-1 8 0,0-1 0,1 1 0,-1 0 0,0-1 0,0 1 0,0-1 0,1 1 0,-1 0 0,0-1 0,1 1 0,-1 0 0,0 0 0,0-1 0,1 1 0,-1 0 0,1-1 0,-1 1 0,0 0 0,1 0 0,-1 0 0,0 0 0,1-1 0,0 1 0,0 0 0,0 0 0,0 0 0,0 1 0,0-1 0,-1 0 0,1 0 0,0 1 0,0-1 0,0 0 0,-1 1 0,1-1 0,0 0 0,0 1 0,0 0 0,86 66 0,-59-48 0,2-2 0,47 22 0,-77-39 0,0 0 0,0 0 0,0 0 0,0 0 0,0 0 0,0 0 0,0 0 0,0 0 0,0-1 0,0 1 0,0 0 0,0 0 0,0 0 0,0 0 0,0 0 0,0 0 0,0 0 0,0 0 0,0 0 0,0 0 0,0 0 0,0 0 0,0 0 0,1 0 0,-1 0 0,0 0 0,0 0 0,0 0 0,0 0 0,0 0 0,0 0 0,0 0 0,0 0 0,0 0 0,0 0 0,0 0 0,0 0 0,0 0 0,0 0 0,0 0 0,0 0 0,1 0 0,-1 0 0,0 0 0,0 0 0,0 0 0,0 0 0,0 0 0,0 0 0,0 0 0,-6-6 0,-12-8 0,4 4-1365,1 1-5461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61 24575,'-10'-5'0,"-9"-2"0,-5-2 0,-5 1 0,1 1 0,3 0 0,0 0 0,2 2 0,2 2 0,3 1 0,4 1-8191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24575,'-30'-8'0,"-13"-2"0,-4 0 0,4 3 0,7 1 0,6 3 0,6 4 0,5 1 0,3 1 0,2 3 0,0-1 0,3 3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33 24575,'-3'0'0,"-61"-5"0,57 5 0,1 0 0,0 1 0,0 0 0,0 0 0,0 0 0,0 0 0,0 1 0,-7 3 0,12-4 0,-1 0 0,0 0 0,0 0 0,1 0 0,-1 1 0,1-1 0,-1 0 0,1 1 0,0-1 0,-1 1 0,1-1 0,0 1 0,0 0 0,0-1 0,0 1 0,0 0 0,1 0 0,-1 0 0,0 0 0,1 0 0,0-1 0,-1 1 0,1 0 0,0 0 0,0 0 0,0 0 0,0 0 0,0 0 0,0 0 0,1 0 0,-1 0 0,1 0 0,0 0 0,-1 0 0,2 2 0,1 3 0,0-1 0,0 0 0,1 0 0,0 0 0,0-1 0,0 1 0,1-1 0,9 9 0,-8-10 0,0 0 0,0 0 0,0-1 0,1 0 0,-1 0 0,1 0 0,0-1 0,0 0 0,0 0 0,0-1 0,0 0 0,0 0 0,9 0 0,-12-1 0,-1 0 0,0 0 0,0 0 0,0-1 0,0 1 0,1-1 0,-1 0 0,0 0 0,0 0 0,0 0 0,0 0 0,-1-1 0,1 1 0,0-1 0,-1 0 0,1 0 0,-1 0 0,1 0 0,-1 0 0,0-1 0,0 1 0,0 0 0,0-1 0,0 0 0,0 0 0,-1 1 0,0-1 0,1 0 0,-1 0 0,0 0 0,1-5 0,-1 2 0,0-1 0,-1 1 0,0-1 0,0 1 0,0 0 0,0-1 0,-1 1 0,0 0 0,-1-1 0,1 1 0,-5-9 0,5 12 0,-1-1 0,1 1 0,-1 0 0,0 0 0,0 0 0,0 0 0,-1 1 0,1-1 0,0 1 0,-1-1 0,0 1 0,0 0 0,0 0 0,0 0 0,0 0 0,0 1 0,0-1 0,0 1 0,-1 0 0,1 0 0,-8-2 0,-3 2-1365,1 1-5461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24575,'11'36'0,"24"47"0,40 57 0,-21-41 0,-26-47 0,32 66 0,-49-93 0,-1 0 0,12 49 0,-21-70-151,0 0-1,0 0 0,-1-1 0,1 1 1,-1 0-1,0 0 0,0 0 1,-2 7-1,-1-2-6674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24575,'27'-2'0,"12"-1"0,2-3 0,-3 0 0,-9 1-8191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24575,'1'12'0,"1"1"0,0-1 0,1 1 0,8 22 0,-5-17 0,5 14 0,2-1 0,1 0 0,24 38 0,63 82 0,-81-121 0,48 57 0,-66-84-1365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 24575,'0'-1'0,"-1"-13"0,0 12 0,-3 8 0,2 4 0,-1-1 0,1 1 0,1 0 0,0-1 0,1 19 0,5 49 0,-4-72 0,3 35 0,2 0 0,2-1 0,1 0 0,2-1 0,2 0 0,1 0 0,27 48 0,-24-57 0,1 0 0,28 35 0,-40-57 0,1 1 0,-1-1 0,1-1 0,1 1 0,-1-1 0,1 0 0,0-1 0,1 0 0,-1 0 0,1-1 0,0 0 0,18 5 0,-24-9-170,-1 1-1,1-1 0,0 1 1,0-1-1,-1 0 0,1 0 1,4-1-1,2-2-6655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24575,'10'-11'0,"1"1"0,0 0 0,1 1 0,22-15 0,-30 22 0,0 0 0,-1 1 0,1-1 0,0 1 0,0 0 0,0 0 0,0 0 0,0 0 0,1 1 0,-1-1 0,0 1 0,0 0 0,0 0 0,1 1 0,-1-1 0,0 1 0,0 0 0,0 0 0,0 1 0,0-1 0,6 4 0,-2 0 0,0 0 0,0 1 0,-1 0 0,1 0 0,-2 1 0,1 0 0,-1 0 0,8 11 0,-3 0 0,1 0 0,13 33 0,-21-42 0,-1 0 0,0 0 0,-1 0 0,0 1 0,0-1 0,0 11 0,-3 57 0,0-50 0,2 30 0,-1-55 0,1 0 0,-1 0 0,1 0 0,-1 0 0,1 0 0,0 0 0,-1 0 0,1 0 0,0 0 0,0 0 0,1-1 0,-1 1 0,0 0 0,0-1 0,1 1 0,1 1 0,1-1 0,-1 1 0,1-1 0,-1 0 0,1 0 0,0 0 0,0-1 0,6 3 0,3-1 0,1-1 0,-1 0 0,27 0 0,-33-2-117,3 0-195,0 0 0,0 0 0,12-3 0,-9-1-6514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24575,'-28'5'0,"-11"2"0,-4-1 0,2-1 0,6-1 0,4 1 0,5-1 0,4 0 0,3-2 0,3 0 0,3-1-8191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24575,'24'8'0,"-1"2"0,0 0 0,-1 2 0,0 0 0,-1 2 0,0 0 0,31 28 0,-31-21 0,0 1 0,-1 1 0,-1 1 0,-1 0 0,-2 1 0,14 29 0,-14-25 0,-2 2 0,-2 0 0,0 0 0,-2 1 0,-2 1 0,-1 0 0,-1 0 0,-2 0 0,-1 0 0,-4 67 0,1-96 6,0 0 0,-1 0 0,0 0 0,0 0 0,0-1 0,-1 1 0,1 0 0,-1-1 0,0 1 0,0-1 0,0 1 0,0-1 0,0 0 0,-1 0 0,0 0 0,1 0 0,-1 0 0,0-1 0,-4 3 0,1-2-141,0 1 0,0-1 0,0-1 0,-1 1 0,1-1 0,-1 0 0,1 0 0,-1-1 0,0 0 0,-8 0 0,2 0-6691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 24575,'-7'-2'0,"-6"-2"0,-2 1 0,-2 3 0,0 2 0,0 2 0,1 2 0,0-2 0,1 2 0,-3 0 0,0-1 0,0-2 0,-2-1 0,0 0 0,1-5 0,1 0 0,4 0-8191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 24575,'-8'-8'0,"-4"-2"0,-1 3 0,-1 3 0,1 2 0,-2 1 0,1 3 0,-1 2 0,0 0 0,-2 1 0,-1 1 0,-3-1 0,-2-2 0,0-1 0,-2-1 0,2 0 0,5-1-8191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14 24575,'143'-14'0,"-132"14"0,-15 2 0,-17 3 0,-241 16 0,-3-20 0,131-2 0,122 2 0,-1 0 0,-19 5 0,-15 1 0,42-7 0,3 0 0,0 0 0,1 0 0,-1 0 0,0 0 0,0 0 0,0 1 0,1-1 0,-1 1 0,0-1 0,0 1 0,1 0 0,-1-1 0,-2 2 0,4-1 0,0-1 0,0 0 0,0 0 0,0 0 0,0 0 0,0 1 0,0-1 0,0 0 0,0 0 0,0 0 0,0 0 0,0 0 0,0 1 0,0-1 0,0 0 0,0 0 0,0 0 0,0 0 0,0 0 0,1 1 0,-1-1 0,0 0 0,0 0 0,0 0 0,0 0 0,0 0 0,0 0 0,0 1 0,0-1 0,1 0 0,-1 0 0,0 0 0,0 0 0,0 0 0,0 0 0,0 0 0,1 0 0,-1 0 0,0 0 0,0 0 0,0 0 0,0 0 0,0 0 0,1 0 0,-1 0 0,0 0 0,0 0 0,11 3 0,-10-3 0,398 98 0,-386-94 0,43 16 0,-51-18 0,0 0 0,0 1 0,-1-1 0,0 1 0,1 0 0,-1 0 0,0 1 0,7 6 0,-10-7 0,1-1 0,-1 0 0,0 0 0,0 1 0,0-1 0,0 1 0,0-1 0,0 1 0,0-1 0,-1 1 0,0-1 0,1 1 0,-1-1 0,0 1 0,0 0 0,0-1 0,-1 1 0,1 0 0,0-1 0,-1 1 0,-1 3 0,0-2 0,0 0 0,0 0 0,0 0 0,0 0 0,0-1 0,-1 1 0,0-1 0,0 0 0,0 0 0,0 0 0,0 0 0,-5 3 0,-80 43 0,20-12 0,-155 89 0,210-118 0,0 0 0,1 0 0,0 1 0,0 0 0,-18 20 0,29-28 0,1-1 0,0 0 0,0 0 0,-1 1 0,1-1 0,0 0 0,0 1 0,0-1 0,-1 0 0,1 1 0,0-1 0,0 1 0,0-1 0,0 0 0,0 1 0,0-1 0,0 1 0,-1-1 0,1 0 0,0 1 0,1-1 0,-1 1 0,0-1 0,0 0 0,0 1 0,0-1 0,0 1 0,0-1 0,1 1 0,-1-1 0,1 1 0,-1-1 0,1 1 0,0-1 0,-1 1 0,1-1 0,0 1 0,0-1 0,-1 0 0,1 1 0,0-1 0,0 0 0,1 0 0,27 2 0,104-16 0,-57 3 0,435-10-1365,-488 21-5461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94 203 24575,'-1'0'0,"1"0"0,-1 0 0,0 0 0,0 0 0,0 0 0,1 0 0,-1 0 0,0 0 0,0 0 0,1 1 0,-1-1 0,0 0 0,0 1 0,1-1 0,-1 0 0,0 1 0,1-1 0,-1 1 0,0-1 0,1 1 0,-1-1 0,1 1 0,-1-1 0,0 1 0,1 0 0,-1 0 0,1 1 0,-1-1 0,1 0 0,0 0 0,0 1 0,0-1 0,0 0 0,0 1 0,0-1 0,0 0 0,1 1 0,-1-1 0,0 0 0,1 0 0,0 2 0,2 4 0,1 0 0,-1 0 0,1 0 0,6 6 0,6 5 0,23 22 0,-38-39 0,4 2 0,-7-11 0,-8-11 0,-29-37 0,26 40 0,2-1 0,0 0 0,0-1 0,2 0 0,-8-21 0,-21-57 0,38 94 0,5 6 0,12 11 0,0 1 0,-15-15 0,14 12 0,1 0 0,1-2 0,22 12 0,35 9 0,-65-29 0,0 0 0,0 0 0,1-1 0,-1 0 0,18 0 0,-23-2 0,0-1 0,-1 0 0,1 0 0,0 0 0,-1 0 0,1-1 0,-1 1 0,0-1 0,1 0 0,-1-1 0,0 1 0,0-1 0,-1 1 0,1-1 0,0-1 0,-1 1 0,0 0 0,1-1 0,-2 0 0,1 1 0,0-1 0,-1 0 0,1 0 0,-1-1 0,0 1 0,-1 0 0,1-1 0,-1 0 0,0 1 0,0-1 0,0 1 0,-1-1 0,1 0 0,-1 0 0,0 1 0,-1-1 0,1 0 0,-1 1 0,0-1 0,-1-5 0,-7-21 0,9 53 0,4-2 0,1 0 0,1 0 0,1-1 0,1 1 0,0-2 0,2 1 0,0-1 0,1-1 0,0 0 0,25 27 0,-9-17-1365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24575,'-20'-33'0,"34"57"0,29 53 0,-11-1 0,32 122 0,-63-196 0,25 104 0,-10-39 0,-16-66 0,0 0 0,0 0 0,0-1 0,0 1 0,1 0 0,-1-1 0,0 1 0,0 0 0,1-1 0,-1 1 0,0 0 0,1-1 0,-1 1 0,1-1 0,-1 1 0,1-1 0,0 2 0,0-2 0,-1 0 0,0-1 0,0 1 0,1 0 0,-1 0 0,0 0 0,1 0 0,-1 0 0,0 0 0,1-1 0,-1 1 0,0 0 0,0 0 0,0 0 0,1-1 0,-1 1 0,0 0 0,0 0 0,1-1 0,-1 1 0,0 0 0,0-1 0,0 1 0,0 0 0,0 0 0,1-1 0,8-28 0,-9 27 0,36-123 0,-35 124 0,-1 0 0,0 0 0,0 0 0,1-1 0,-1 1 0,0 0 0,1 0 0,-1 0 0,1 0 0,0 0 0,-1 0 0,1 0 0,0 0 0,0 0 0,-1 0 0,1 0 0,0 0 0,0 0 0,0 0 0,0 1 0,0-1 0,0 0 0,0 1 0,0-1 0,1 1 0,-1-1 0,0 1 0,0 0 0,0-1 0,1 1 0,-1 0 0,0 0 0,0 0 0,1 0 0,-1 0 0,0 0 0,0 0 0,0 0 0,1 1 0,-1-1 0,0 0 0,2 2 0,5 1 0,0 1 0,0 0 0,-1 1 0,1 0 0,6 6 0,0 0 0,64 35 115,3 2-1595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74 24575,'0'0'0,"-62"-46"0,55 42 0,1 0 0,-1 1 0,0 0 0,0 0 0,-1 0 0,1 1 0,-14-3 0,18 5 0,-1 0 0,1 0 0,-1 0 0,0 0 0,1 1 0,-1-1 0,1 1 0,-1 0 0,1 0 0,0 0 0,-1 1 0,1-1 0,0 1 0,0-1 0,0 1 0,0 0 0,0 1 0,1-1 0,-4 3 0,4-3 0,0 0 0,1 0 0,-1 0 0,1 1 0,-1-1 0,1 0 0,0 1 0,0-1 0,0 0 0,0 1 0,0-1 0,1 1 0,-1-1 0,1 1 0,0 0 0,-1-1 0,1 1 0,0-1 0,1 1 0,-1 0 0,0-1 0,1 1 0,-1-1 0,1 1 0,0-1 0,1 3 0,7 12 0,1 0 0,24 30 0,5 6 0,-21-20 0,-1 0 0,23 63 0,13 74 0,-35-107 0,-17-57 0,2 1 0,-1-1 0,1 1 0,0-1 0,5 10 0,-6-14 0,-1 0 0,1 0 0,0-1 0,-1 1 0,1 0 0,0 0 0,0-1 0,0 1 0,0-1 0,1 0 0,-1 0 0,0 0 0,1 0 0,-1 0 0,0 0 0,1 0 0,-1-1 0,4 1 0,6 0 0,-1 0 0,0-1 0,20-3 0,-27 3 0,0-1 0,0 0 0,0 0 0,0 0 0,0 0 0,-1-1 0,1 0 0,0 1 0,-1-1 0,1 0 0,-1-1 0,0 1 0,6-6 0,-8 7-54,0 0-1,-1 0 0,1 0 1,0 0-1,-1-1 1,1 1-1,-1 0 0,0 0 1,1-1-1,-1 1 1,0 0-1,0 0 0,1-1 1,-1 1-1,0 0 0,0-1 1,-1 1-1,1 0 1,0 0-1,0-1 0,-1 1 1,1 0-1,0 0 1,-2-2-1,-3-9-6771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48 214 24575,'1'0'0,"-1"0"0,0 1 0,0-1 0,0 0 0,0 0 0,0 0 0,0 0 0,0 0 0,0 0 0,0 0 0,0 0 0,0 0 0,0 0 0,1 0 0,-1 0 0,0 0 0,0 0 0,0 0 0,0 0 0,0 0 0,0 0 0,0 0 0,0-1 0,0 1 0,0 0 0,0 0 0,0 0 0,0 0 0,1 0 0,-1 0 0,0 0 0,0 0 0,0 0 0,0 0 0,0 0 0,0 0 0,0 0 0,0 0 0,0 0 0,6 14 0,5 23 0,-5-13 0,2 1 0,1-1 0,1-1 0,17 32 0,-6-22 0,-19-33 0,-1-4 0,-3-5 0,-7-19 0,-2 0 0,0 0 0,-24-38 0,-6-14 0,36 67 0,-30-71 0,35 83 0,-1 0 0,1 1 0,0-1 0,0 0 0,-1 0 0,1 0 0,0 1 0,0-1 0,0 0 0,0 0 0,0 0 0,0 0 0,0 1 0,0-1 0,0 0 0,0 0 0,0 0 0,1 0 0,-1 0 0,1 1 0,-1 0 0,0 0 0,1 0 0,-1 0 0,1 0 0,-1 0 0,0 0 0,1 0 0,-1 0 0,1 0 0,-1 0 0,0 0 0,1 0 0,-1 0 0,1 0 0,-1 0 0,0 0 0,1 1 0,-1-1 0,0 0 0,1 0 0,-1 0 0,0 1 0,1-1 0,29 25 0,-25-20 0,13 10 0,1-2 0,1 0 0,0-1 0,0-1 0,1-1 0,32 11 0,-46-19 0,0 0 0,0 0 0,0 0 0,0-1 0,14 0 0,-19-1 0,-1 0 0,1 0 0,0 0 0,-1 0 0,1 0 0,-1-1 0,1 1 0,0-1 0,-1 1 0,1-1 0,-1 1 0,1-1 0,-1 0 0,1 0 0,-1 0 0,0 0 0,1 0 0,-1 0 0,0 0 0,0 0 0,0-1 0,0 1 0,0 0 0,0-1 0,0 1 0,0-1 0,0 1 0,-1-1 0,1 1 0,-1-1 0,1-1 0,1-13 0,0 0 0,-1 1 0,-1-1 0,-2-22 0,-1-7 0,3 35 0,-1 8 0,1-1 0,0 1 0,0-1 0,0 1 0,0-1 0,0 1 0,0-1 0,1 1 0,-1-1 0,1 1 0,0-1 0,0 1 0,0 0 0,1-4 0,-1 6 0,0-1 0,-1 1 0,1 0 0,-1 0 0,1-1 0,-1 1 0,1 0 0,0 0 0,-1 0 0,1 0 0,0 0 0,-1 0 0,1 0 0,-1 0 0,1 0 0,0 0 0,-1 0 0,1 0 0,-1 1 0,1-1 0,0 0 0,-1 0 0,1 1 0,-1-1 0,1 0 0,-1 1 0,1-1 0,-1 0 0,1 1 0,-1-1 0,1 1 0,0 0 0,16 17 0,-16-16 0,2 2 0,92 118 0,-75-93 0,-2 0 0,22 47 0,-34-63-117,0-1-195,-1-1 0,-1 1 0,5 17 0,-7-17-6514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44 24575,'-10'-7'0,"-5"-3"0,-4 0 0,0 2 0,0 3 0,1 2 0,-2 3 0,1 3 0,-2 3 0,0 2 0,-1 1 0,2-2-8191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24575,'0'0'0,"0"0"0,-1 0 0,1 0 0,0 0 0,0 0 0,-1 0 0,1 1 0,0-1 0,0 0 0,-1 0 0,1 0 0,0 0 0,0 0 0,-1 0 0,1 1 0,0-1 0,0 0 0,0 0 0,0 0 0,-1 1 0,1-1 0,0 0 0,0 0 0,0 1 0,0-1 0,0 0 0,0 0 0,-1 1 0,1-1 0,0 0 0,0 1 0,0 12 0,6 11 0,-4-16 0,1 1 0,0-1 0,1 0 0,0 0 0,0 0 0,0 0 0,1 0 0,0-1 0,1 0 0,0 0 0,0-1 0,13 12 0,-18-18 0,0 1 0,0 0 0,0-1 0,0 1 0,0-1 0,1 1 0,-1-1 0,0 1 0,0-1 0,0 0 0,0 0 0,1 1 0,-1-1 0,0 0 0,0 0 0,1 0 0,-1 0 0,0-1 0,0 1 0,0 0 0,1 0 0,-1-1 0,1 0 0,0 0 0,0 0 0,0-1 0,0 1 0,0-1 0,0 0 0,0 1 0,-1-1 0,1 0 0,-1 0 0,3-4 0,1-5 0,0 1 0,0-1 0,4-19 0,-8 30 0,-1-4 0,1 1 0,1 0 0,-1-1 0,0 1 0,1 0 0,0 0 0,-1 0 0,1 0 0,0 0 0,1 0 0,-1 1 0,5-5 0,-5 6 0,-1 0 0,1 0 0,-1 1 0,1-1 0,0 0 0,-1 1 0,1 0 0,0-1 0,-1 1 0,1 0 0,0 0 0,-1 0 0,1 0 0,0 0 0,0 0 0,-1 0 0,1 0 0,0 1 0,-1-1 0,1 1 0,0-1 0,-1 1 0,1 0 0,-1 0 0,1 0 0,-1-1 0,3 3 0,15 11 0,0 1 0,-1 1 0,-1 1 0,0 0 0,15 21 0,-28-33-195,-1-1 0,0 1 0,0 0 0,0 0 0,-1 0 0,5 11 0,-4-4-6631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24575,'3'-3'0,"10"-6"0,0 0 0,0 1 0,17-7 0,-26 13 0,0 0 0,0 1 0,0 0 0,0 0 0,1 0 0,-1 0 0,0 1 0,0-1 0,1 1 0,-1 0 0,0 0 0,0 1 0,1-1 0,-1 1 0,0 0 0,7 3 0,9 5 0,0 2 0,-1 0 0,0 1 0,0 1 0,-2 1 0,27 26 0,-39-34 0,0-1 0,-1 1 0,0 0 0,0 0 0,-1 0 0,0 0 0,4 12 0,13 51 0,-8-21 0,3-7 0,28 53 0,-17-39 0,1 1 0,12 25 0,-34-69 0,-1 0 0,-1 0 0,1 1 0,2 23 0,-6-35 0,0 1 0,0 0 0,0-1 0,0 1 0,0 0 0,0-1 0,0 1 0,0 0 0,-1-1 0,1 1 0,-1-1 0,1 1 0,-1 0 0,1-1 0,-1 1 0,0-1 0,0 0 0,0 1 0,0-1 0,-1 2 0,-1-1 0,0 0 0,0-1 0,0 1 0,0-1 0,0 1 0,0-1 0,0 0 0,-1-1 0,-3 2 0,-17 2 49,-36 1 0,40-4-536,0 1-1,-37 8 0,39-5-6338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24575,'6'-6'0,"-1"0"0,1 1 0,1 0 0,-1 0 0,0 1 0,1-1 0,0 1 0,0 1 0,0-1 0,1 1 0,-1 1 0,1-1 0,0 1 0,-1 1 0,1-1 0,0 1 0,0 0 0,15 2 0,-17-1 0,0 0 0,-1 0 0,1 1 0,-1 0 0,1 0 0,-1 1 0,1-1 0,8 5 0,-12-5 0,0 1 0,0-1 0,0 1 0,0-1 0,0 1 0,0 0 0,-1 0 0,1 0 0,-1 0 0,1 0 0,-1 0 0,1 0 0,-1 0 0,0 1 0,0-1 0,0 0 0,-1 1 0,1-1 0,-1 1 0,1-1 0,-1 5 0,1 10 0,-2 0 0,0 0 0,-6 32 0,3-29 0,1 1 0,0 24 0,3-39 0,1 0 0,-1 1 0,1-1 0,0 0 0,1 1 0,-1-1 0,1 0 0,1 0 0,-1 0 0,1 0 0,4 6 0,-2-4 0,0-1 0,1 0 0,0 0 0,0 0 0,1-1 0,-1 0 0,1 0 0,8 5 0,-12-10 0,0 1 0,0-1 0,0 1 0,0-1 0,0 0 0,0 0 0,0 0 0,0 0 0,0-1 0,0 1 0,1-1 0,-1 0 0,0 0 0,0 0 0,0 0 0,1-1 0,-1 1 0,0-1 0,0 0 0,0 0 0,0 0 0,0 0 0,0 0 0,0-1 0,0 1 0,2-3 0,5-5-1365,-2 1-5461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29 24575,'-5'-2'0,"-4"-1"0,-4-1 0,-1 2 0,-1 0 0,-3 1 0,-1 0 0,0 1 0,1 0 0,-2 0 0,1 0 0,-2-2 0,0-1 0,1 0 0,-1 0 0,1 1 0,3 1-8191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 24575,'-28'-3'0,"-11"2"0,-2 2 0,4-1 0,5 1 0,6 0 0,8-1-8191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24575,'1'7'0,"0"0"0,0 0 0,0 0 0,1 0 0,0-1 0,1 1 0,0 0 0,0-1 0,0 0 0,0 0 0,1 0 0,0 0 0,1 0 0,-1-1 0,1 0 0,0 0 0,6 5 0,-10-9 0,-1-1 0,1 1 0,0-1 0,0 1 0,-1-1 0,1 1 0,0-1 0,0 0 0,-1 1 0,1-1 0,0 0 0,0 0 0,0 0 0,0 0 0,0 1 0,-1-1 0,1 0 0,0 0 0,0-1 0,0 1 0,0 0 0,0 0 0,-1 0 0,2-1 0,-1 0 0,1 0 0,-1 1 0,0-1 0,0 0 0,0 0 0,-1 0 0,1-1 0,0 1 0,0 0 0,-1 0 0,1 0 0,0 0 0,0-3 0,2-5 0,-1 0 0,0 1 0,1-17 0,-3 20 0,1 0 0,-1 1 0,1-1 0,0 1 0,0 0 0,0 0 0,1 0 0,-1-1 0,1 1 0,2-4 0,-2 7 0,-1 0 0,0-1 0,0 1 0,0 0 0,0 0 0,1 0 0,-1 0 0,1 0 0,-1 0 0,1 0 0,-1 1 0,1-1 0,-1 0 0,1 1 0,0-1 0,-1 1 0,1 0 0,0-1 0,-1 1 0,1 0 0,0 0 0,-1 0 0,1 0 0,0 0 0,2 1 0,4 1 0,0 0 0,0 1 0,0 0 0,-1 0 0,1 0 0,13 10 0,39 31 0,-53-38 0,0 0-151,1 0-1,-2 1 0,1 0 0,-1 1 1,0 0-1,-1-1 0,1 2 1,7 16-1,-8-12-6674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15 24575,'-29'0'0,"-48"-9"0,38 5-120,-75 2 0,76 2-1005,26 1-5701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16 24575,'-8'-3'0,"-4"0"0,-4 0 0,-1 0 0,0 1 0,0 1 0,1 0 0,0 1 0,1 3 0,0 0 0,-3 1 0,0-2 0,3 0-8191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42 174 24575,'1'4'0,"0"1"0,1-1 0,-1 0 0,1 0 0,0 0 0,0 0 0,0 0 0,1 0 0,-1-1 0,7 7 0,-1 1 0,84 131 0,-114-194 0,7 26 0,-93-189 0,87 163 0,19 50 0,2 8 0,4 10 0,2-4 0,1 0 0,1 1 0,-1-2 0,2 1 0,0-1 0,0-1 0,16 14 0,-20-19 0,1 0 0,0 0 0,0-1 0,0 0 0,1 0 0,-1-1 0,1 0 0,0 0 0,0 0 0,0-1 0,0 0 0,1-1 0,-1 1 0,0-1 0,14 0 0,-19-1 0,-1-1 0,1 1 0,0 0 0,-1-1 0,1 1 0,0-1 0,-1 1 0,1-1 0,-1 0 0,1 1 0,-1-1 0,0 0 0,1 0 0,-1 0 0,0 0 0,0 0 0,2-2 0,-1 0 0,-1 1 0,1-1 0,0 1 0,-1-1 0,0 0 0,0 0 0,0 0 0,1-5 0,0-4 0,0 0 0,-1-1 0,-2-19 0,1 25 0,-1-15 0,-4-30 0,4 52 0,1-1 0,0 1 0,0 0 0,0-1 0,0 1 0,-1-1 0,1 1 0,0-1 0,0 1 0,0-1 0,0 1 0,0-1 0,0 1 0,0-1 0,0 1 0,1-1 0,-1 1 0,0-1 0,0 1 0,0 0 0,1-2 0,5 10 0,6 18 0,15 30 0,2-1 0,55 79 0,-46-70-1365,-32-54-5461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46 24575,'-20'-8'0,"-9"-2"0,-3 1 0,3 1 0,3 3 0,3 1 0,4 2 0,2 4 0,1 2 0,-1-1 0,0 3 0,-1-1 0,4 0-8191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24575,'0'4'0,"1"0"0,0 0 0,0 0 0,0 1 0,0-1 0,1 0 0,-1-1 0,1 1 0,0 0 0,1 0 0,-1-1 0,0 1 0,1-1 0,0 0 0,0 0 0,0 0 0,0 0 0,1 0 0,-1-1 0,1 1 0,-1-1 0,1 0 0,7 3 0,-11-5 0,1 0 0,0 0 0,0 0 0,0 1 0,0-1 0,-1 0 0,1 0 0,0 0 0,0 0 0,0 0 0,0-1 0,-1 1 0,1 0 0,0 0 0,0-1 0,0 1 0,-1 0 0,1-1 0,0 1 0,-1 0 0,1-1 0,0 1 0,-1-1 0,1 0 0,0 1 0,-1-1 0,1 1 0,-1-1 0,1 0 0,-1 1 0,1-1 0,-1 0 0,0 0 0,1 1 0,-1-1 0,0 0 0,1 0 0,-1 0 0,0 1 0,0-1 0,0 0 0,0-1 0,1-5 0,0-1 0,0 1 0,-2-13 0,1 15 0,0-3 0,0 1 0,0-1 0,1 1 0,0-1 0,1 1 0,2-11 0,-3 17 0,-1-1 0,1 1 0,-1-1 0,1 1 0,0-1 0,0 1 0,-1 0 0,1-1 0,0 1 0,0 0 0,1 0 0,-1 0 0,0 0 0,0 0 0,0 0 0,1 0 0,-1 0 0,0 0 0,1 1 0,-1-1 0,1 0 0,-1 1 0,1-1 0,-1 1 0,1 0 0,-1-1 0,1 1 0,0 0 0,-1 0 0,1 0 0,-1 0 0,1 0 0,0 1 0,-1-1 0,1 0 0,1 1 0,4 2 0,1 0 0,-1 0 0,0 0 0,0 1 0,0 0 0,10 9 0,36 33 0,-47-41 0,4 4 0,-3-2 0,1 0 0,-1 0 0,0 1 0,0-1 0,-1 1 0,0 1 0,6 11 0,-11-18-50,-1-1-1,1 1 1,-1 0-1,0 0 0,1-1 1,-1 1-1,0 0 1,0 0-1,0 0 1,0-1-1,0 1 0,-1 0 1,1 0-1,0-1 1,-1 1-1,1 0 1,-1-1-1,0 1 0,1 0 1,-1-1-1,0 1 1,0-1-1,0 1 1,0-1-1,-1 0 1,-1 3-1,-6 5-6775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2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635 104 24575,'0'0'0,"1"0"0,-1 0 0,0 0 0,0 0 0,0 1 0,0-1 0,1 0 0,-1 0 0,0 0 0,0 0 0,0 1 0,0-1 0,0 0 0,0 0 0,0 0 0,1 1 0,-1-1 0,0 0 0,0 0 0,0 1 0,0-1 0,0 0 0,0 0 0,0 0 0,0 1 0,0-1 0,0 0 0,0 0 0,0 1 0,-1-1 0,1 0 0,0 0 0,0 0 0,0 1 0,0-1 0,-8 4 0,-14-1 0,22-3 0,0 0 0,-90 10 0,50-6 0,0-1 0,-69-3 0,38-2 0,-128 2 0,178-2 0,21 2 0,0 0 0,-1 0 0,1-1 0,0 1 0,-1 0 0,1 0 0,0 0 0,0 0 0,-1-1 0,1 1 0,0 0 0,0 0 0,-1 0 0,1-1 0,0 1 0,0 0 0,0 0 0,-1-1 0,1 1 0,0 0 0,0-1 0,0 1 0,0-1 0,0 0 0,0 1 0,0-1 0,0 1 0,0-1 0,1 1 0,-1-1 0,0 1 0,0-1 0,1 1 0,-1-1 0,0 1 0,1-1 0,-1 1 0,0-1 0,1 1 0,-1-1 0,1 1 0,5-5 0,-1 1 0,0 0 0,1 0 0,0 0 0,0 1 0,0 0 0,8-3 0,48-12 0,-1 0 0,-57 16 0,3 0 0,-1-1 0,0 0 0,9-5 0,-14 8 0,-1-1 0,1 1 0,-1-1 0,1 1 0,-1 0 0,1-1 0,-1 1 0,1-1 0,-1 0 0,1 1 0,-1-1 0,0 1 0,1-1 0,-1 1 0,0-1 0,0 0 0,0 1 0,1-2 0,-1 1 0,0 1 0,-1-1 0,1 0 0,0 1 0,-1-1 0,1 1 0,0-1 0,-1 0 0,1 1 0,0-1 0,-1 1 0,1-1 0,-1 1 0,1 0 0,-1-1 0,1 1 0,-1-1 0,0 1 0,1 0 0,-1-1 0,1 1 0,-1 0 0,-1-1 0,-1 0 0,0 0 0,-1 0 0,1 0 0,0 1 0,-1-1 0,1 1 0,-1 0 0,1-1 0,-1 2 0,1-1 0,-1 0 0,1 1 0,0-1 0,-1 1 0,1 0 0,-1 0 0,1 1 0,0-1 0,0 1 0,-5 2 0,-5 5 0,0 0 0,1 1 0,-15 16 0,8-8 0,-64 49 0,83-67 0,0 0 0,-1 0 0,1 0 0,0 0 0,-1 1 0,1-1 0,0 0 0,0 0 0,-1 0 0,1 1 0,0-1 0,0 0 0,-1 0 0,1 1 0,0-1 0,0 0 0,0 1 0,0-1 0,-1 0 0,1 1 0,0-1 0,0 0 0,0 1 0,0-1 0,0 0 0,0 1 0,0-1 0,8 4 0,20-4 0,-25 0 0,11 0 30,0 1 0,-1 0 0,24 6 0,-32-6-144,0 0 0,0 1-1,0-1 1,0 1 0,0 0 0,-1 1-1,1-1 1,-1 1 0,1 0 0,-1 0-1,0 0 1,6 7 0,-3 0-6712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 24575,'-1'-3'0,"-3"-9"0,4 10 0,3 8 0,6 19 0,-1-1 0,-1 1 0,5 37 0,-8-41 0,7 36 0,33 140 0,-36-176 0,1 1 0,23 38 0,-18-36 0,-13-22-25,-2-4 91,-3-4-1472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24575,'2'1'0,"-5"4"0,-8 6 0,9-8 0,-15 12 0,13-11 0,0 0 0,-1-1 0,2 1 0,-1 1 0,0-1 0,1 1 0,0-1 0,-3 7 0,6-11 0,-1 1 0,1 0 0,0-1 0,0 1 0,0 0 0,-1 0 0,1-1 0,0 1 0,0 0 0,0 0 0,1-1 0,-1 1 0,0 0 0,0-1 0,0 1 0,0 0 0,1 0 0,-1-1 0,0 1 0,1 0 0,-1-1 0,0 1 0,1-1 0,-1 1 0,1 0 0,-1-1 0,1 1 0,-1-1 0,1 1 0,-1-1 0,1 0 0,0 1 0,-1-1 0,1 1 0,0-1 0,-1 0 0,1 0 0,0 1 0,-1-1 0,1 0 0,0 0 0,0 0 0,1 0 0,5 1 0,0 0 0,0 0 0,11-1 0,-13 0 0,145 11 0,-130-9 0,-19-2-52,0 0-1,0 0 1,1 0-1,-1 1 1,0-1-1,0 0 1,0 0-1,0 1 1,0-1-1,0 0 1,0 1-1,0-1 1,0 1-1,0-1 1,0 1-1,0 0 1,0 0-1,0-1 1,0 1-1,0 0 0,-1 0 1,1 0-1,0 0 1,-1 0-1,2 1 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5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24575,'-15'-20'0,"34"55"0,55 84 0,-73-117 0,0-1 0,-1 0 0,1 1 0,0-1 0,0 0 0,0 0 0,0 0 0,0 0 0,0 0 0,0 0 0,0 0 0,0 0 0,1 0 0,-1 0 0,0 0 0,1-1 0,-1 1 0,0 0 0,1-1 0,2 1 0,-3-1 0,0 0 0,1-1 0,-1 1 0,0 0 0,1-1 0,-1 1 0,0-1 0,0 0 0,1 1 0,-1-1 0,0 0 0,0 0 0,0 1 0,0-1 0,0 0 0,0 0 0,0 0 0,0 0 0,0-1 0,-1 1 0,1 0 0,1-2 0,16-29 0,23-54 0,-40 83 0,1-1 0,-1 1 0,1-1 0,0 1 0,0-1 0,0 1 0,0 0 0,1 0 0,4-4 0,-6 6 0,0 0 0,0 0 0,1 0 0,-1 1 0,0-1 0,1 0 0,-1 1 0,1-1 0,-1 1 0,1 0 0,-1-1 0,1 1 0,-1 0 0,1 0 0,-1 0 0,1 0 0,-1 0 0,1 0 0,-1 1 0,1-1 0,-1 0 0,1 1 0,-1-1 0,0 1 0,2 0 0,13 7 0,-1 1 0,0 0 0,14 12 0,17 10 0,-39-26-80,10 5 185,30 23 0,-44-31-204,0 1-1,1 0 0,-1 1 1,0-1-1,0 0 0,-1 1 0,1 0 1,-1-1-1,0 1 0,0 0 1,0 0-1,0 0 0,-1 1 1,2 5-1,-2 3-6726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6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650 78 24575,'-25'0'0,"0"2"0,-29 5 0,10-2 0,-1-2 0,-69-4 0,36 0 0,-143 1 0,221 0 0,-1 0 0,1 0 0,-1 0 0,1 0 0,-1 0 0,1 0 0,-1 0 0,1 0 0,-1 0 0,1 0 0,-1 0 0,1 0 0,-1-1 0,1 1 0,-1 0 0,1 0 0,-1 0 0,1-1 0,0 1 0,-1 0 0,1-1 0,-1 0 0,1 1 0,0 0 0,0-1 0,0 1 0,0-1 0,1 1 0,-1 0 0,0-1 0,0 1 0,0 0 0,1-1 0,-1 1 0,0 0 0,1-1 0,-1 1 0,0 0 0,1-1 0,-1 1 0,0 0 0,1-1 0,24-11 0,45-3 0,-25 5 0,-41 9 0,0 0 0,0-1 0,0 1 0,-1-1 0,7-3 0,-10 4 0,1 1 0,0 0 0,-1-1 0,1 1 0,-1-1 0,0 1 0,1-1 0,-1 1 0,1-1 0,-1 1 0,0-1 0,1 1 0,-1-1 0,0 1 0,0-1 0,1 0 0,-1 1 0,0-2 0,0 2 0,0-1 0,0 0 0,0 1 0,-1-1 0,1 1 0,0-1 0,-1 0 0,1 1 0,0-1 0,-1 1 0,1-1 0,0 1 0,-1-1 0,1 1 0,-1 0 0,1-1 0,-1 1 0,1-1 0,-1 1 0,0 0 0,1-1 0,-1 1 0,0 0 0,-3-2 0,-1 0 0,1 1 0,-1-1 0,0 1 0,1 0 0,-1 1 0,0-1 0,1 1 0,-1 0 0,0 0 0,0 0 0,1 1 0,-1 0 0,0 0 0,1 0 0,-1 0 0,1 1 0,-1 0 0,-5 3 0,-8 4 0,0 2 0,1 0 0,-18 15 0,24-17 0,10-9 0,1 1 0,-1-1 0,1 0 0,0 0 0,-1 0 0,1 1 0,0-1 0,0 0 0,-1 1 0,1-1 0,0 0 0,0 1 0,-1-1 0,1 0 0,0 1 0,0-1 0,0 0 0,-1 1 0,1-1 0,0 1 0,0-1 0,0 0 0,0 1 0,0-1 0,0 1 0,0-1 0,0 0 0,0 1 0,0-1 0,0 1 0,0-1 0,0 0 0,0 1 0,1-1 0,-1 0 0,0 1 0,1 0 0,0 1 0,0-1 0,1 0 0,-1 0 0,0 0 0,0 0 0,1-1 0,-1 1 0,0 0 0,2 0 0,36 11 0,-31-10-95,6 1 171,0 0-1,13 6 1,-24-8-164,0 0 0,0 1 0,0-1 0,-1 0 0,1 1 0,-1 0 0,1-1 0,-1 1 0,0 0-1,0 0 1,1 1 0,-1-1 0,-1 0 0,1 1 0,0-1 0,1 3 0,0 6-6738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89 217 24575,'-6'-27'0,"10"31"0,2 3 0,79 137 0,-64-111 0,4 9 0,-23-38 0,0 0 0,0 1 0,0-1 0,-1 1 0,1 0 0,-1-1 0,0 8 0,-2-10 0,-4-4 0,-2-7 0,-24-34 0,3-3 0,-35-74 0,26 46 0,-23-49 0,56 114 0,4 15 0,5 14 0,-2-11 0,1 0 0,0 0 0,0-1 0,1 1 0,0-1 0,1 0 0,0 0 0,0 0 0,0-1 0,1 0 0,0-1 0,1 1 0,0-1 0,0-1 0,0 1 0,0-1 0,1-1 0,0 0 0,0 0 0,0 0 0,0-2 0,0 1 0,1-1 0,0 0 0,10 0 0,-14-1 0,1-1 0,0 0 0,0-1 0,0 1 0,-1-1 0,1 0 0,0-1 0,-1 0 0,11-4 0,-14 4 0,0 0 0,0 1 0,0-1 0,0 0 0,0-1 0,-1 1 0,1 0 0,-1-1 0,0 0 0,1 1 0,-1-1 0,-1 0 0,1 0 0,0 0 0,-1 0 0,1-1 0,-1 1 0,0 0 0,0 0 0,1-6 0,0-5 0,-1 1 0,0 0 0,-1-1 0,-1 1 0,0-1 0,0 1 0,-2 0 0,-6-24 0,15 50 0,0 0 0,0-1 0,2 0 0,-1 0 0,13 14 0,57 60 0,-54-61 0,112 124-1365,-126-139-5461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59 24575,'-20'-10'0,"-9"-4"0,-3 1 0,3 3 0,3 3 0,3 2 0,4 5 0,2 5 0,1 2 0,4 2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24575,'4'0'0,"0"1"0,0 0 0,0 0 0,0 0 0,0 0 0,0 1 0,0-1 0,-1 1 0,1 0 0,0 0 0,-1 1 0,0-1 0,1 1 0,-1-1 0,0 1 0,0 0 0,4 6 0,4 6 0,0 1 0,13 25 0,-22-38 0,25 45-113,5 7-513,45 108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24575,'-10'0'0,"0"0"0,0 0 0,0 2 0,-17 3 0,25-5 0,0 1 0,0-1 0,1 1 0,-1 0 0,0-1 0,1 1 0,-1 0 0,0 0 0,1 0 0,-1 0 0,1 0 0,-1 1 0,1-1 0,0 0 0,0 1 0,-1-1 0,1 0 0,0 1 0,0 0 0,0-1 0,1 1 0,-1-1 0,0 1 0,1 0 0,-1 0 0,1 0 0,-1-1 0,1 1 0,0 0 0,0 0 0,0 0 0,0 0 0,0-1 0,0 3 0,1-2 0,-1-1 0,0 1 0,1-1 0,-1 1 0,1-1 0,0 1 0,-1-1 0,1 1 0,0-1 0,0 0 0,0 1 0,0-1 0,0 0 0,0 0 0,0 0 0,1 0 0,-1 0 0,0 0 0,1 0 0,-1 0 0,1-1 0,-1 1 0,0 0 0,3 0 0,3 1 0,1 0 0,-1-1 0,16 2 0,-6-1 0,70 4 0,-67-6 0,0 1 0,0 1 0,-1 0 0,1 2 0,27 8 0,-33-6-1365,-4 1-5461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0 24575,'21'0'0,"-17"0"0,-14 0 0,-23 1 0,-56 7 0,-3 1 0,21-3 0,-119 9 0,23-10 0,48-4 0,46 6 0,-26 1 0,67-8 0,-1-1 0,24 1 0,10 1 0,144 27 0,-62-9 0,28 6 0,-90-19 0,1 1 0,-1 2 0,21 10 0,-39-18 0,0 1 0,0 0 0,0 0 0,0 0 0,-1 0 0,1 1 0,0-1 0,-1 1 0,0 0 0,0-1 0,0 1 0,0 0 0,0 0 0,0 1 0,-1-1 0,1 0 0,1 6 0,-3-6 0,0-1 0,0 1 0,0-1 0,0 1 0,0-1 0,0 0 0,0 1 0,-1-1 0,1 1 0,-1-1 0,0 0 0,0 1 0,0-1 0,0 0 0,0 0 0,0 0 0,-1 0 0,1 0 0,-1 0 0,1 0 0,-1 0 0,0-1 0,1 1 0,-1 0 0,0-1 0,-4 3 0,-22 12 0,-36 16 0,36-18 0,-40 24 0,27-7 0,1 2 0,-62 67 0,74-72 0,-10 7 0,37-34 0,1-1 0,0 0 0,0 0 0,0 0 0,-1 0 0,1 1 0,0-1 0,0 0 0,0 0 0,0 0 0,0 1 0,-1-1 0,1 0 0,0 0 0,0 1 0,0-1 0,0 0 0,0 0 0,0 1 0,0-1 0,0 0 0,0 0 0,0 1 0,0-1 0,0 0 0,0 0 0,0 1 0,0-1 0,0 0 0,0 0 0,0 1 0,8 2 0,13-5 0,211-24 16,3 17-93,-102 4-397,182 0 367,-311 5-1151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24575,'0'-8'0,"0"0"0,1-1 0,0 1 0,0 0 0,0 0 0,4-11 0,-5 19 0,0 0 0,0 0 0,0 0 0,0 0 0,0 0 0,1 0 0,-1 0 0,0 0 0,0-1 0,0 1 0,0 0 0,0 0 0,0 0 0,0 0 0,0 0 0,0 0 0,0 0 0,0 0 0,0 0 0,0 0 0,0 0 0,0 0 0,1-1 0,-1 1 0,0 0 0,0 0 0,0 0 0,0 0 0,0 0 0,0 0 0,0 0 0,0 0 0,0 0 0,1 0 0,-1 0 0,0 0 0,0 0 0,0 0 0,0 0 0,0 0 0,0 0 0,0 0 0,0 0 0,0 0 0,1 0 0,-1 0 0,0 1 0,0-1 0,0 0 0,0 0 0,0 0 0,0 0 0,0 0 0,0 0 0,5 7 0,2 11 0,-2 3 0,13 50 0,8 77 0,-20-103 0,4 53 0,-10-89 0,1 0 0,0 0 0,0 0 0,1-1 0,0 1 0,4 10 0,-6-19 0,0 0 0,0 0 0,0 0 0,0 0 0,0 1 0,0-1 0,0 0 0,0 0 0,0 0 0,1 0 0,-1 1 0,0-1 0,0 0 0,0 0 0,0 0 0,0 0 0,0 0 0,1 1 0,-1-1 0,0 0 0,0 0 0,0 0 0,0 0 0,1 0 0,-1 0 0,0 0 0,0 0 0,0 0 0,0 0 0,1 0 0,-1 0 0,0 0 0,0 0 0,0 0 0,1 0 0,4-6 0,2-13 0,-7 17 0,11-43-1365,-9 31-5461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24575,'0'0'0,"0"-1"0,0 1 0,0 0 0,0 0 0,0-1 0,0 1 0,0 0 0,0 0 0,0-1 0,0 1 0,-1 0 0,1 0 0,0-1 0,0 1 0,0 0 0,0 0 0,0-1 0,0 1 0,-1 0 0,1 0 0,0 0 0,0-1 0,0 1 0,-1 0 0,1 0 0,0 0 0,0 0 0,-1-1 0,1 1 0,0 0 0,0 0 0,-1 0 0,1 0 0,0 0 0,0 0 0,-1 0 0,1 0 0,0 0 0,0 0 0,-1 0 0,1 0 0,0 0 0,-1 0 0,1 0 0,0 0 0,0 0 0,-1 0 0,1 0 0,0 0 0,0 1 0,-1-1 0,1 0 0,0 0 0,0 0 0,0 0 0,-1 1 0,1-1 0,0 0 0,-14 11 0,6-1 0,-3 3 0,0 0 0,-1 0 0,-24 19 0,31-28 0,3-3 0,0 0 0,1-1 0,-1 1 0,1 1 0,-1-1 0,1 0 0,-1 0 0,1 0 0,0 1 0,0-1 0,-1 1 0,1-1 0,0 1 0,-1 2 0,3-3 0,-1 0 0,1 0 0,0-1 0,0 1 0,-1 0 0,1-1 0,0 1 0,0 0 0,0-1 0,0 1 0,0-1 0,0 0 0,-1 1 0,1-1 0,0 0 0,0 0 0,0 1 0,0-1 0,0 0 0,2 0 0,0 1 0,127 25 0,-32-7 0,-31-4 0,-60-14 65,-12-5-1495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24575,'-18'0'0,"-8"0"0,-2 0 0,1 0 0,3 0 0,2 0 0,3 0 0,3 0 0,0 0 0,1 0 0,1 0 0,0 0 0,0 0 0,-1-2 0,1-1 0,-1-1 0,3-1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24575,'-10'-5'0,"-6"-2"0,0 3 0,0 2 0,0 2 0,1 0 0,-1 1 0,1-1 0,-2 4 0,-3-1 0,-4 1 0,0-1 0,2-2 0,4 1-8191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2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52 129 24575,'-1'0'0,"0"0"0,0 1 0,0-1 0,-1 0 0,1 1 0,0-1 0,0 1 0,0-1 0,0 1 0,0 0 0,0-1 0,0 1 0,0 0 0,0 0 0,1 0 0,-1-1 0,0 1 0,0 0 0,1 0 0,-1 0 0,1 0 0,-1 0 0,1 1 0,-1-1 0,1 0 0,-1 1 0,0 2 0,0-1 0,0 0 0,1 0 0,-1 0 0,1 0 0,0 1 0,0-1 0,0 5 0,2 0 0,1 0 0,0 0 0,1 0 0,0-1 0,0 1 0,1-1 0,8 11 0,2 3 0,-4-4 0,0 1 0,-1 0 0,0 1 0,10 30 0,-16-36 0,-1-1 0,0 1 0,0 0 0,0 15 0,-6-43 0,-1 0 0,-1 0 0,-8-18 0,8 19 0,-43-94 0,31 73 0,1 0 0,-21-74 0,34 97 0,-2-9 0,5 21 0,0 0 0,0 0 0,0 0 0,0 0 0,0 0 0,0 0 0,0 0 0,0 0 0,0 0 0,0-1 0,0 1 0,0 0 0,0 0 0,0 0 0,0 0 0,0 0 0,1 0 0,-1 0 0,0 0 0,0 0 0,0 0 0,0 0 0,0 0 0,0 0 0,0 0 0,0 0 0,0 0 0,0-1 0,0 1 0,0 0 0,0 0 0,1 0 0,-1 0 0,0 0 0,0 0 0,0 0 0,0 0 0,0 0 0,0 0 0,0 0 0,0 0 0,0 0 0,0 0 0,0 0 0,1 0 0,-1 0 0,0 0 0,0 1 0,0-1 0,0 0 0,0 0 0,0 0 0,0 0 0,0 0 0,0 0 0,0 0 0,8 5 0,5 8 0,9 11 0,35 34 0,-48-50 0,0-1 0,1 0 0,0 0 0,0-1 0,11 5 0,-20-11 0,11 6 0,0-1 0,24 6 0,-34-11 0,1 1 0,0 0 0,0-1 0,-1 0 0,1 1 0,0-1 0,0 0 0,0-1 0,0 1 0,-1 0 0,1-1 0,0 1 0,0-1 0,-1 0 0,1 0 0,-1 0 0,1 0 0,0-1 0,-1 1 0,3-3 0,-3 2 0,-1 0 0,1 0 0,-1 0 0,1 0 0,-1-1 0,0 1 0,0-1 0,0 1 0,0-1 0,0-3 0,5-29 0,-4 23 0,1-17 0,-2-53 0,-1 59 0,0 22 0,0 1 0,0 0 0,0-1 0,0 1 0,0-1 0,0 1 0,-1 0 0,1-1 0,0 1 0,1 0 0,-1-1 0,0 1 0,0 0 0,0-1 0,0 1 0,0-1 0,0 1 0,0 0 0,0-1 0,1 1 0,-1 0 0,0-1 0,0 1 0,0 0 0,1 0 0,-1-1 0,0 1 0,0 0 0,1 0 0,0-1 0,7 9 0,8 21 0,-16-28 0,29 59 0,74 132 0,-98-184-227,0-1-1,0 0 1,1 0-1,0-1 1,11 9-1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3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24575,'-1'-4'0,"1"0"0,1 0 0,-1 0 0,0 0 0,1 0 0,0 0 0,0 0 0,0 0 0,2-3 0,-1 5 0,-1 0 0,0 0 0,1 0 0,-1 0 0,1 0 0,0 1 0,0-1 0,-1 1 0,1-1 0,0 1 0,0 0 0,1-1 0,-1 1 0,0 0 0,0 1 0,4-2 0,1 0 0,0 0 0,0 1 0,0 0 0,1 0 0,-1 1 0,0 0 0,0 0 0,1 0 0,-1 1 0,0 1 0,0-1 0,0 1 0,0 0 0,0 0 0,-1 1 0,1 0 0,10 6 0,-6-2 0,-1 1 0,0-1 0,0 2 0,-1 0 0,0 0 0,0 0 0,-1 1 0,0 0 0,7 13 0,-12-18 0,39 69 0,-36-62 0,-1 0 0,0 1 0,0 0 0,2 15 0,-6-25 0,0 1 0,-1-1 0,1 0 0,-1 0 0,0 0 0,0 1 0,-1-1 0,1 0 0,-1 0 0,1 0 0,-1 1 0,-2 5 0,2-7 0,-1-1 0,1 1 0,0 0 0,0-1 0,-1 1 0,1 0 0,-1-1 0,0 0 0,1 1 0,-1-1 0,0 0 0,0 0 0,0 0 0,0 0 0,0 0 0,0 0 0,0-1 0,0 1 0,0-1 0,-3 1 0,-3 0 0,1 0 0,0-1 0,-1 0 0,1-1 0,0 1 0,-1-2 0,1 1 0,0-1 0,0 0 0,-11-4 0,-4-4 0,-39-24 0,28 14 0,26 16 0,0-1 0,1 0 0,-1 0 0,1-1 0,0 1 0,0-2 0,1 1 0,0 0 0,0-1 0,1 0 0,-7-11 0,9 12 0,-1 0 0,1 0 0,0 0 0,0 0 0,0-1 0,1 1 0,0 0 0,0-1 0,1 1 0,0-1 0,0 1 0,0-1 0,1 1 0,0-1 0,2-7 0,0 6-50,1 1-1,-1 0 1,1 0-1,1 0 1,-1 0-1,8-7 1,-4 3-962,0 2-5814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24575,'-1'-1'0,"1"1"0,0 0 0,-1 0 0,1-1 0,0 1 0,-1 0 0,1 0 0,0-1 0,-1 1 0,1 0 0,-1 0 0,1 0 0,0 0 0,-1 0 0,1-1 0,-1 1 0,1 0 0,0 0 0,-1 0 0,1 0 0,-1 0 0,1 0 0,-1 0 0,1 1 0,0-1 0,-1 0 0,1 0 0,-1 0 0,1 0 0,-1 1 0,3 13 0,-1-11 0,66 199 0,-27-88 0,-5-18 0,19 68 0,-51-154 0,-2 0 0,1 1 0,-1 13 0,-2-57 0,-1 17 0,1 1 0,1-1 0,1 1 0,0-1 0,6-24 0,-7 38 0,1 0 0,0 0 0,0 0 0,-1-1 0,1 1 0,1 0 0,-1 1 0,0-1 0,0 0 0,1 0 0,-1 0 0,1 1 0,-1-1 0,1 1 0,0-1 0,0 1 0,0 0 0,0 0 0,0-1 0,0 1 0,0 1 0,0-1 0,0 0 0,0 0 0,0 1 0,1-1 0,-1 1 0,0 0 0,0 0 0,1 0 0,-1 0 0,0 0 0,0 0 0,4 1 0,5 2 0,-1 0 0,0 0 0,0 1 0,0 0 0,-1 0 0,10 7 0,-5-3-195,1 1 0,-2 0 0,1 1 0,-1 1 0,-1 0 0,14 16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24575,'-104'-33'0,"89"29"0,0 1 0,-1 0 0,1 2 0,-30-1 0,43 2 0,0 0 0,0 1 0,0-1 0,0 0 0,0 0 0,1 1 0,-1 0 0,0-1 0,0 1 0,0 0 0,0 0 0,1-1 0,-1 2 0,0-1 0,1 0 0,-1 0 0,0 0 0,-1 3 0,2-3 0,0 1 0,0 0 0,0 0 0,1-1 0,-1 1 0,1 0 0,-1 0 0,1 0 0,-1 0 0,1 0 0,0 0 0,0-1 0,0 1 0,0 0 0,1 3 0,1 5 0,0-1 0,1 0 0,1 0 0,-1 0 0,1 0 0,6 8 0,9 16 0,54 104 0,-60-109 0,-1 0 0,-1 1 0,6 33 0,47 170 0,-62-228 0,-1 0 0,1 1 0,0-1 0,0-1 0,0 1 0,1 0 0,-1 0 0,1-1 0,0 0 0,0 1 0,0-1 0,0 0 0,1 0 0,-1-1 0,1 1 0,0-1 0,0 0 0,0 0 0,0 0 0,0 0 0,0-1 0,0 1 0,0-1 0,1 0 0,-1-1 0,0 1 0,1-1 0,7 0 0,-8 0 0,126-1 0,-127 1-85,0 0 0,0-1-1,0 1 1,0-1 0,0 0-1,0 1 1,0-1 0,0-1-1,0 1 1,0 0 0,0-1-1,0 1 1,-1-1 0,1 0-1,2-3 1,2-3-6741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48 24575,'-12'-44'0,"13"41"0,2 6 0,4 9 0,19 50 0,-2 2 0,26 114 0,-43-147 0,8 35 0,-15-66-56,5 13 239,-5-13-210,0 0 0,0 0 0,0 0 0,0 0 0,0 0-1,0 0 1,0-1 0,0 1 0,0 0 0,0 0 0,0 0 0,1 0-1,-1 0 1,0 0 0,0-1 0,0 1 0,0 0 0,0 0 0,0 0 0,0 0-1,0 0 1,1 0 0,-1 0 0,0 0 0,0 0 0,0 0 0,0 0 0,0 0-1,0 0 1,1 0 0,-1 0 0,0 0 0,0 0 0,0 0 0,0 0-1,0 0 1,0 0 0,1 0 0,-1 0 0,0 0 0,0 0 0,0 0 0,0 0-1,0 0 1,1 0 0,-1 0 0,0 0 0,0 0 0,0 0 0,0 0 0,0 0-1,0 0 1,0 1 0,1-1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24575,'-1'0'0,"-1"0"0,1 1 0,-1 0 0,1-1 0,-1 1 0,1 0 0,0 0 0,-1 0 0,1 0 0,0 0 0,0 0 0,0 0 0,0 0 0,0 0 0,0 0 0,0 1 0,0-1 0,-1 2 0,-13 26 0,10-15 0,2-7 0,1 1 0,0-1 0,0 0 0,0 1 0,0 9 0,2-16 0,0 1 0,0 0 0,0 0 0,0-1 0,0 1 0,1 0 0,-1-1 0,1 1 0,-1 0 0,1-1 0,-1 1 0,1-1 0,0 1 0,0-1 0,0 1 0,0-1 0,0 1 0,0-1 0,0 0 0,1 0 0,-1 1 0,0-1 0,1 0 0,-1 0 0,1 0 0,-1-1 0,1 1 0,2 1 0,2 0 0,0 0 0,0-1 0,1 1 0,-1-1 0,1 0 0,7-1 0,44-2 0,-19 0 0,108 2 0,-145 0-100,-1 0 3,0 0-1,0 0 1,0 0 0,0 0-1,0 0 1,0 0 0,0 0 0,0-1-1,0 1 1,0 0 0,0-1-1,1 0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24575,'13'-7'0,"1"1"0,0 1 0,0 0 0,0 1 0,22-5 0,-29 9 0,-1-1 0,1 1 0,-1 0 0,1 0 0,-1 0 0,0 1 0,1 0 0,-1 1 0,0-1 0,0 1 0,1 0 0,-1 1 0,-1-1 0,1 1 0,6 4 0,-2 0 0,1 1 0,-1 0 0,-1 0 0,1 1 0,9 13 0,-15-17 0,-1 0 0,1 0 0,-1 0 0,0 1 0,-1 0 0,1-1 0,-1 1 0,0 0 0,-1 0 0,1 0 0,-1 0 0,0 12 0,0 2 0,-1 0 0,-1 1 0,-1-1 0,-1 0 0,-1 1 0,-7 20 0,7-28 0,2-1 0,-1 1 0,1 0 0,1 0 0,0 1 0,1-1 0,1 0 0,0 0 0,0 0 0,1 0 0,1 0 0,8 22 0,0-6 0,1-1 0,2-1 0,1 0 0,24 34 0,-36-58 0,-1 1 0,0 0 0,0-1 0,0 1 0,0 0 0,0 0 0,-1 0 0,0 0 0,1 5 0,-2-7 0,0-1 0,0 1 0,0 0 0,0-1 0,0 1 0,-1 0 0,1-1 0,0 1 0,-1 0 0,0-1 0,1 1 0,-1-1 0,0 1 0,0-1 0,0 1 0,0-1 0,0 0 0,0 1 0,0-1 0,0 0 0,0 0 0,-1 0 0,1 0 0,0 0 0,-3 1 0,-6 3-27,0 0-1,-1-1 0,1 0 0,-1-1 1,1 0-1,-18 2 0,4 0-1143,8-2-5655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24575,'0'-1'0,"0"1"0,0-1 0,0 1 0,1-1 0,-1 1 0,0-1 0,1 1 0,-1-1 0,0 1 0,1-1 0,-1 1 0,1-1 0,-1 1 0,1-1 0,-1 1 0,1 0 0,-1-1 0,1 1 0,-1 0 0,1-1 0,0 1 0,-1 0 0,1 0 0,-1 0 0,2-1 0,20-3 0,-14 2 0,10-2 0,0 0 0,0 1 0,1 1 0,-1 1 0,1 1 0,21 2 0,-37-2 0,0 1 0,0-1 0,0 1 0,0 0 0,0 0 0,-1 0 0,1 1 0,0-1 0,-1 0 0,1 1 0,-1 0 0,1 0 0,-1 0 0,0 0 0,0 0 0,0 0 0,0 0 0,0 1 0,0-1 0,-1 1 0,1 0 0,-1-1 0,1 4 0,3 5 0,-2 0 0,0 0 0,0 0 0,2 19 0,-1-7 0,-3-17 0,0-1 0,0 0 0,0 0 0,-1 1 0,1-1 0,-2 0 0,0 9 0,-1-4 0,-1-1 0,0 0 0,-1 0 0,0-1 0,0 1 0,-8 9 0,7-9 0,0-1 0,0 1 0,1 0 0,0 1 0,-3 11 0,7-20 0,0 0 0,-1 1 0,2-1 0,-1 0 0,0 1 0,0-1 0,0 0 0,0 1 0,1-1 0,-1 0 0,1 1 0,-1-1 0,1 0 0,-1 0 0,1 0 0,0 1 0,0-1 0,0 0 0,-1 0 0,1 0 0,0 0 0,0 0 0,0-1 0,0 1 0,1 0 0,1 1 0,4 2 0,0 0 0,1 0 0,9 2 0,-8-2 0,19 7 0,40 11 0,-55-18 0,0-2 0,1 1 0,0-2 0,-1 0 0,20-1 0,-31 0-97,-1 0-1,1 0 1,-1-1-1,1 1 1,-1 0-1,1-1 1,-1 1-1,0-1 1,1 0-1,-1 1 1,0-1-1,1 0 0,0-1 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24575,'-3'0'0,"-3"0"0,-3 0 0,0 3 0,-1 0 0,-1 1 0,-2-2 0,0 2 0,-4 1 0,-1-1 0,-3-2 0,0 0 0,1-1 0,4 0-8191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24575,'0'18'0,"1"1"0,1-1 0,1 0 0,1 1 0,0-2 0,10 26 0,0-5 0,12 33 0,19 83 0,-43-141 0,0 0 0,-1 0 0,0 15 0,-1-28-20,0 0 0,0 0 0,0 0 0,-1 0 0,1 0 0,0 0 0,0 0 0,0 0 0,0 0-1,0 0 1,0 0 0,0 0 0,0 0 0,0 0 0,0 0 0,-1 0 0,1 0 0,0 0 0,0 0 0,0 0 0,0 0 0,0 0-1,0 0 1,0 0 0,0 0 0,0 0 0,0 0 0,-1 0 0,1 0 0,0 0 0,0 0 0,0 0 0,0 0 0,0 0 0,0 0-1,0 0 1,0 0 0,0 0 0,0 0 0,0 1 0,0-1 0,0 0 0,0 0 0,0 0 0,-1 0 0,1 0 0,0 0 0,0 0-1,0 0 1,0 0 0,0 0 0,0 1 0,0-1 0,0 0 0,0 0 0,0 0 0,0 0 0,0 0 0,0 0 0,0 0 0,0 0-1,1 0 1,-1 1 0,0-1 0,0 0 0,0 0 0,0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24575,'-1'0'0,"0"0"0,0 1 0,-1-1 0,1 1 0,0-1 0,0 1 0,0-1 0,0 1 0,0-1 0,0 1 0,0 0 0,0 0 0,0 0 0,0-1 0,0 1 0,-1 2 0,-13 18 0,9-13 0,2-3 0,-1 1 0,0-1 0,0-1 0,-1 1 0,0-1 0,1 0 0,-1 0 0,-12 5 0,-11 7 0,29-16 0,0 0 0,-1 0 0,1 1 0,0-1 0,-1 0 0,1 0 0,0 0 0,0 1 0,-1-1 0,1 0 0,0 0 0,0 0 0,0 1 0,-1-1 0,1 0 0,0 0 0,0 1 0,0-1 0,-1 0 0,1 1 0,0-1 0,0 0 0,0 1 0,0-1 0,0 0 0,0 1 0,0-1 0,0 0 0,0 1 0,0-1 0,0 1 0,10 5 0,22 0 0,-27-5 0,26 4 0,172 37 0,-176-31-1365,-18-7-5461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24575,'21'-15'0,"1"1"0,27-14 0,-42 25 0,-1 0 0,1 0 0,0 1 0,0 0 0,0 0 0,0 0 0,1 1 0,-1 0 0,0 1 0,0 0 0,1 0 0,11 2 0,-16-2 0,1 1 0,-1 0 0,1 1 0,-1-1 0,0 0 0,0 1 0,1 0 0,-1 0 0,0 0 0,-1 0 0,1 0 0,0 1 0,-1-1 0,1 1 0,-1 0 0,0 0 0,0 0 0,0 0 0,0 0 0,0 0 0,-1 0 0,1 1 0,-1-1 0,0 1 0,1 4 0,1 8 0,-1 0 0,0 0 0,-2 0 0,-1 24 0,1-17 0,-1-10 0,-1 0 0,-3 16 0,-2 19 0,6-39 0,-1 0 0,1 0 0,-2 0 0,-3 9 0,-4 17 0,10-33 0,0-1 0,0 1 0,0 0 0,0 0 0,0-1 0,0 1 0,0 0 0,0 0 0,1 0 0,-1-1 0,0 1 0,1 0 0,0-1 0,-1 1 0,1 0 0,0-1 0,0 1 0,0-1 0,0 1 0,0-1 0,0 0 0,1 1 0,-1-1 0,0 0 0,1 0 0,-1 0 0,1 0 0,-1 0 0,1 0 0,-1 0 0,1-1 0,2 2 0,6 1 0,0 1 0,1-2 0,-1 1 0,15 0 0,-10-1 0,91 15 0,-104-16-57,0 0 0,0-1 1,1 0-1,-1 1 0,0-1 0,0 0 0,0 0 0,0 0 0,0 0 0,0-1 0,0 1 1,0 0-1,0-1 0,0 1 0,0-1 0,0 0 0,0 0 0,0 0 0,0 0 1,-1 0-1,1 0 0,0 0 0,2-3 0,2-5-6769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 24575,'-27'-8'0,"-13"-2"0,-1 1 0,4 1 0,6 5 0,5 3 0,4 1 0,5 4 0,1 0 0,4-1-8191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34 24575,'0'-5'0,"-3"-1"0,-2 2 0,-4 2 0,-3 1 0,-4 2 0,-2-1 0,-3 1 0,-3 0 0,-2-1 0,-2 0 0,-1-2 0,-1-1 0,0 0 0,2-3 0,7 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62 120 24575,'8'31'0,"2"-1"0,21 49 0,-17-47 0,-8-19 0,1 0 0,11 17 0,-9-17 0,10 20 0,-37-65 0,-32-47 0,-13-22 0,49 75 0,-10-29 0,21 47 0,0 0 0,1 0 0,0 0 0,1 0 0,-1 0 0,1-1 0,1 1 0,0-13 0,0 20 0,0 1 0,0-1 0,0 0 0,1 0 0,-1 1 0,0-1 0,0 0 0,0 1 0,1-1 0,-1 0 0,0 1 0,1-1 0,-1 0 0,0 1 0,1-1 0,-1 1 0,1-1 0,-1 1 0,1-1 0,0 0 0,-1 1 0,1 0 0,-1 0 0,1 0 0,0-1 0,-1 1 0,1 0 0,-1 0 0,1 0 0,-1 0 0,1 0 0,0 1 0,-1-1 0,1 0 0,-1 0 0,1 0 0,-1 0 0,1 1 0,-1-1 0,2 1 0,2 1 0,0 2 0,0-1 0,0 0 0,5 6 0,-5-5 0,110 100 0,-93-88 0,0-1 0,0 0 0,47 22 0,-67-36 0,1-1 0,-1 1 0,0-1 0,1 1 0,-1-1 0,1 1 0,-1-1 0,1 0 0,-1 0 0,1 0 0,-1 0 0,1 0 0,-1 0 0,1 0 0,-1 0 0,1-1 0,-1 1 0,0 0 0,1-1 0,2-1 0,-2 1 0,-1 0 0,1-1 0,0 1 0,-1-1 0,1 0 0,-1 1 0,0-1 0,1 0 0,-1 0 0,0 0 0,0 0 0,1-3 0,1-4 0,-1 0 0,1 0 0,-2-1 0,1 1 0,-1-15 0,-1 13 0,1 0 0,0 0 0,1 0 0,0 0 0,7-20 0,-8 30 0,-1 1 0,0-1 0,0 1 0,0-1 0,1 1 0,-1-1 0,0 1 0,1-1 0,-1 1 0,0 0 0,1-1 0,-1 1 0,0-1 0,1 1 0,-1 0 0,1-1 0,-1 1 0,1 0 0,-1 0 0,1 0 0,-1-1 0,1 1 0,-1 0 0,1 0 0,-1 0 0,1 0 0,-1 0 0,1 0 0,0 0 0,1 0 0,-1 0 0,1 1 0,-1-1 0,0 1 0,0 0 0,1-1 0,-1 1 0,0 0 0,0 0 0,0 0 0,2 1 0,2 3 0,0 1 0,0 0 0,5 7 0,169 234 0,-159-216-1365,-13-17-5461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24575,'4'1'0,"0"0"0,0 1 0,0-1 0,-1 1 0,8 4 0,-11-6 0,0 1 0,1-1 0,-1 0 0,1 0 0,-1 1 0,1-1 0,-1 0 0,1 1 0,-1-1 0,0 0 0,1 1 0,-1-1 0,0 1 0,1-1 0,-1 0 0,0 1 0,0-1 0,1 1 0,-1-1 0,0 1 0,0-1 0,0 1 0,0-1 0,0 1 0,0-1 0,0 1 0,1 0 0,-2-1 0,1 1 0,0-1 0,0 1 0,0-1 0,0 1 0,0-1 0,0 1 0,0-1 0,-1 1 0,1-1 0,0 1 0,0-1 0,-1 1 0,1-1 0,0 0 0,-1 1 0,1-1 0,0 0 0,-1 1 0,1-1 0,-1 0 0,1 1 0,-1-1 0,1 0 0,0 1 0,-1-1 0,1 0 0,-2 0 0,-1 2 0,-1 0 0,0-1 0,0 1 0,-1-1 0,1 0 0,0 0 0,0-1 0,-7 1 0,-38-2 0,23 0 0,-1 0 0,-49-8 0,2-3-1365,62 8-5461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45 24575,'-2'-2'0,"0"-1"0,0 0 0,0 1 0,0 0 0,-1-1 0,1 1 0,-1 0 0,1 0 0,-1 0 0,0 0 0,0 1 0,0-1 0,-4-1 0,-1 0 0,1 1 0,-1 0 0,0 0 0,-11-2 0,-91 3 0,57 2 0,24 2-1365,17 0-5461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24575,'2'-3'0,"0"-1"0,0 1 0,0 0 0,1 0 0,-1 1 0,1-1 0,-1 0 0,1 1 0,0 0 0,0-1 0,0 1 0,0 0 0,1 1 0,-1-1 0,1 0 0,-1 1 0,1 0 0,-1 0 0,1 0 0,4 0 0,9-1 0,-1 1 0,0 0 0,25 4 0,-4-2 0,-32-1 0,3 0 0,0 0 0,1 1 0,-1 0 0,0 0 0,9 2 0,-15-2 0,1 0 0,-1 0 0,0 0 0,1 1 0,-1-1 0,0 0 0,0 1 0,0 0 0,0-1 0,0 1 0,0 0 0,-1 0 0,1 0 0,0 0 0,-1 0 0,0 0 0,1 1 0,-1-1 0,0 0 0,1 4 0,0 0 0,5 15 0,0-1 0,5 32 0,-11-44 0,-1 0 0,1-1 0,-1 1 0,0 0 0,-1-1 0,0 1 0,0 0 0,-1-1 0,0 1 0,-5 11 0,-6 10 0,-21 36 0,18-34 0,1 0 0,-11 35 0,22-55 0,2-6 0,0 0 0,1 0 0,-1 0 0,1 0 0,0 0 0,0 9 0,1-12 0,0-1 0,0 0 0,1 0 0,-1 1 0,0-1 0,0 0 0,1 0 0,-1 1 0,1-1 0,-1 0 0,1 0 0,-1 0 0,1 0 0,0 0 0,0 0 0,-1 0 0,1 0 0,0 0 0,0 0 0,0 0 0,0-1 0,0 1 0,0 0 0,0 0 0,0-1 0,1 1 0,-1-1 0,0 1 0,0-1 0,0 0 0,1 1 0,1-1 0,5 1-68,0 0 0,1-1-1,-1 0 1,0 0 0,0-1 0,0 0-1,0 0 1,0-1 0,0 0 0,0-1-1,-1 1 1,1-1 0,-1-1 0,0 0-1,0 0 1,0 0 0,0-1-1,-1 0 1,7-6 0,-3 2-6758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24575,'-20'-5'0,"-9"-1"0,-3-1 0,3 2 0,2 2 0,5 0 0,2 2 0,3 1 0,2 2 0,0 2 0,1-1 0,-2 0 0,-2-1 0,1-1 0,2 0-8191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11 24575,'-5'-2'0,"1"0"0,0 1 0,-1 0 0,1-1 0,-1 1 0,0 1 0,1-1 0,-10 1 0,-38 5 0,6 0 0,-123-5-1365,150 0-5461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61 158 24575,'3'4'0,"-1"0"0,1 0 0,-1 1 0,0-1 0,0 1 0,-1-1 0,1 1 0,-1 0 0,1 7 0,3 8 0,2 9 0,-1-10 0,8 25 0,-11-39 0,0 1 0,0 0 0,0-1 0,0 1 0,1-1 0,0 0 0,0 0 0,6 5 0,-14-15 0,0-1 0,1 1 0,-6-12 0,-4-7 0,-9-11 0,-44-76 0,59 97 0,1 0 0,-4-16 0,8 26 0,1-1 0,0 0 0,1 1 0,-1-1 0,1 0 0,0 1 0,0-1 0,0 0 0,0 0 0,3-8 0,-3 12 0,1 0 0,-1 0 0,0 0 0,1 0 0,-1 0 0,1 0 0,0 0 0,-1 0 0,1 0 0,0 0 0,0 0 0,-1 0 0,1 1 0,0-1 0,0 0 0,0 0 0,0 1 0,0-1 0,0 1 0,2-1 0,-1 0 0,0 1 0,0-1 0,0 1 0,0 0 0,1 0 0,-1 0 0,0 0 0,0 0 0,0 0 0,3 1 0,3 2 0,0-1 0,-1 1 0,1 0 0,13 9 0,47 31 0,34 19 0,-88-54 0,-5-3 0,-1 0 0,1 0 0,0-1 0,0 0 0,13 3 0,-20-7 0,0 1 0,0-1 0,0 0 0,1 0 0,-1 0 0,0 0 0,0 0 0,0 0 0,1 0 0,-1-1 0,0 1 0,0-1 0,0 0 0,0 1 0,0-1 0,0 0 0,0 0 0,0-1 0,0 1 0,0 0 0,-1-1 0,1 1 0,0 0 0,-1-1 0,1 0 0,-1 1 0,0-1 0,0 0 0,2-3 0,0 0 0,-1-1 0,0 0 0,0 1 0,-1-1 0,0 0 0,0 0 0,0 0 0,0 0 0,-1-8 0,-1-1 0,0 1 0,-5-26 0,4 29 0,1 8 0,0 0 0,0 0 0,0-1 0,1 1 0,0 0 0,0-5 0,0 8 0,0 0 0,0 0 0,0 0 0,0 0 0,0 0 0,0 1 0,0-1 0,0 0 0,0 0 0,0 0 0,0 0 0,0 0 0,0 0 0,0 0 0,0 0 0,0 1 0,1-1 0,-1 0 0,0 0 0,0 0 0,0 0 0,0 0 0,0 0 0,0 0 0,0 0 0,0 0 0,1 0 0,-1 0 0,0 0 0,0 0 0,0 0 0,0 0 0,0 0 0,0 0 0,0 0 0,1 0 0,-1 0 0,0 0 0,0 0 0,0 0 0,0 0 0,0 0 0,0 0 0,0 0 0,1 0 0,-1 0 0,0 0 0,0 0 0,0 0 0,0 0 0,0-1 0,0 1 0,0 0 0,0 0 0,0 0 0,1 0 0,-1 0 0,0 0 0,0 0 0,0 0 0,0 0 0,0-1 0,0 1 0,0 0 0,0 0 0,0 0 0,0 0 0,0 0 0,6 8 0,20 40 0,0 2 0,2-1 0,67 87 0,-86-125-455,-1 1 0,11 19 0,-14-22-6371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 24575,'-3'-5'0,"0"-5"0,0 3 0,0 5 0,-1 5 0,-1 4 0,2 4 0,0 3 0,-2 1 0,1 0 0,0 1 0,-1 0 0,0-1 0,1-2-8191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24575,'0'3'0,"-2"3"0,-1 3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24575,'-6'-19'0,"3"13"0,5 13 0,18 55 0,2-1 0,40 74 0,57 138 0,-80-149 0,-38-123 6,-1-1-1,0 1 0,0 0 1,0-1-1,1 1 1,-1-1-1,0 1 1,0-1-1,0 1 0,0 0 1,0-1-1,0 1 1,0-1-1,0 1 0,0 0 1,0-1-1,-1 1 1,1-1-1,0 1 0,0-1 1,-1 2-1,1-2-67,-1 0 1,1 0-1,-1 0 0,1 1 0,-1-1 0,1 0 0,-1 0 1,1 0-1,0 0 0,-1 0 0,1 0 0,-1 0 0,1 0 0,-1 0 1,1-1-1,-1 1 0,1 0 0,-1 0 0,1 0 0,-1 0 1,1-1-1,0 1 0,-2-1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24575,'10'-5'0,"6"-4"0,3-1 0,0 2 0,2 2 0,1 1 0,0 3 0,3 1 0,1 1 0,2 0 0,-2 0 0,0 1 0,-2-1 0,-2 0 0,-3 1 0,-2-1 0,-4 0-8191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60 24575,'-34'-54'0,"28"48"0,6 12 0,7 16 0,-6-19 0,8 23 0,2-1 0,21 37 0,35 45 0,8 13 0,14 29 0,-80-135 0,-6-10-97,-1-1-1,0 0 1,0 0-1,-1 1 1,1 0-1,-1-1 1,1 1-1,-1 0 1,0-1-1,-1 1 1,1 0-1,0 0 0,-1 5 1,-2 0-6729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50 24575,'1'-16'0,"-1"12"0,0-1 0,0 0 0,0 0 0,-2-7 0,3 12 0,-1 0 0,0 0 0,0 0 0,0 0 0,0 0 0,0 0 0,0 0 0,0-1 0,0 1 0,-1 0 0,1 0 0,0 0 0,0 0 0,0 0 0,0 0 0,0 0 0,0 0 0,0 0 0,0-1 0,0 1 0,0 0 0,0 0 0,0 0 0,0 0 0,0 0 0,0 0 0,0 0 0,-1 0 0,1 0 0,0 0 0,0 0 0,0 0 0,0 0 0,0 0 0,0 0 0,0 0 0,0 0 0,0 0 0,-1 0 0,1 0 0,0 0 0,0 0 0,0 0 0,0 0 0,0 0 0,0 0 0,0 0 0,-5 4 0,-1 10 0,6-14 0,-13 30 0,1 0 0,-12 45 0,21-57 0,1 0 0,0 0 0,1 0 0,1 0 0,1 0 0,0 1 0,2-2 0,8 36 0,6 4 0,34 74 0,-48-126 0,17 42 0,3-2 0,2-1 0,2-1 0,1-1 0,3-2 0,1-1 0,62 60 0,-85-91-273,1-1 0,-1 1 0,1-2 0,12 8 0,-10-9-6553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24575,'4'-10'0,"2"0"0,0 0 0,0 1 0,0 0 0,1 0 0,1 1 0,9-9 0,-15 15 0,0 0 0,1 0 0,0 0 0,0 0 0,-1 0 0,1 1 0,0-1 0,0 1 0,0 0 0,1 0 0,-1 0 0,0 0 0,0 1 0,1-1 0,-1 1 0,0 0 0,0 0 0,1 0 0,-1 0 0,0 1 0,1-1 0,-1 1 0,0 0 0,0 0 0,0 0 0,0 0 0,0 1 0,4 1 0,0 1 0,0 1 0,0-1 0,-1 1 0,1 0 0,-1 1 0,0 0 0,7 8 0,-10-9 0,0 0 0,0 0 0,0 0 0,-1 0 0,0 0 0,0 1 0,0-1 0,0 1 0,-1-1 0,0 1 0,0 8 0,-1 107 0,-2-78 0,4 45 0,-1-86 0,-1 1 0,1-1 0,-1 0 0,1 0 0,0 0 0,0 1 0,0-1 0,0 0 0,0 0 0,1 0 0,-1 0 0,0-1 0,1 1 0,0 0 0,-1-1 0,1 1 0,0-1 0,0 1 0,0-1 0,0 0 0,3 2 0,5 2 0,1-1 0,-1-1 0,15 4 0,-10-3 0,20 4 0,48 5 0,-81-13-59,0 1 0,1-1-1,-1 0 1,0 0-1,1 0 1,-1 0 0,0 0-1,1 0 1,-1 0 0,0-1-1,1 1 1,-1-1 0,0 0-1,0 0 1,1 0-1,-1 0 1,0 0 0,0 0-1,0 0 1,0-1 0,-1 1-1,3-3 1,2-5-6767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24575,'-25'-5'0,"-11"-1"0,-2-1 0,4 2 0,4 2 0,5 3 0,4 2 0,1 1 0,1-1 0,2 3 0,0-1 0,4 1-8191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93 24575,'-30'-15'0,"-13"-5"0,-1 1 0,4 4 0,7 4 0,6 4 0,2 3 0,4 3 0,0 1 0,1 1 0,-1 2 0,0 1 0,2 0 0,3-1-8191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24575,'1'17'0,"0"-1"0,2 0 0,0 0 0,0 0 0,2 0 0,0-1 0,1 0 0,0 0 0,1 0 0,1-1 0,0 0 0,1 0 0,16 19 0,-24-33 0,-1 1 0,1-1 0,-1 1 0,1 0 0,-1-1 0,1 1 0,-1-1 0,1 1 0,0-1 0,-1 1 0,1-1 0,0 0 0,-1 1 0,1-1 0,0 0 0,-1 1 0,1-1 0,0 0 0,0 0 0,-1 0 0,2 0 0,-1 0 0,-1 0 0,1 0 0,0-1 0,-1 1 0,1 0 0,-1-1 0,1 1 0,-1-1 0,0 1 0,1-1 0,-1 1 0,1 0 0,-1-1 0,0 1 0,1-1 0,-1 0 0,0 1 0,0-1 0,1 1 0,-1-2 0,1-3 0,1 0 0,-2-1 0,1 1 0,0-8 0,-1-5 0,-1 1 0,-1 0 0,0 0 0,-6-20 0,-24-66 0,21 72 0,-3-1 0,20 47 0,-2 1 0,0-1 0,2 20 0,4 13 0,24 101-1365,-31-132-5461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60 24575,'-2'-3'0,"0"0"0,-1 0 0,1 0 0,-1 0 0,0 0 0,0 1 0,0-1 0,-1 1 0,1 0 0,0-1 0,-1 2 0,0-1 0,1 0 0,-1 1 0,-6-2 0,-2 1 0,0 0 0,0 1 0,-22 1 0,-3-1 0,32 1 0,0-1 0,0 0 0,0 0 0,-1-1 0,1 1 0,-5-3 0,34 0 0,226 4-1365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24575,'19'6'0,"-1"2"0,0 0 0,-1 1 0,1 1 0,24 19 0,-19-11 0,-2 1 0,-1 1 0,23 28 0,-9-5 0,-2 1 0,-2 1 0,-1 2 0,-3 1 0,35 92 0,-56-128 0,-1 1 0,0 0 0,-1 0 0,-1 0 0,0 0 0,0 0 0,-2 1 0,0-1 0,0 0 0,-1 1 0,-1-1 0,0 0 0,-1 0 0,0 0 0,-1 0 0,-9 20 0,-3-2-195,-1-1 0,-2-1 0,0-1 0,-2 0 0,-2-2 0,-38 37 0,46-49-6631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0 24575,'145'27'0,"-144"-26"0,-4 0 0,-12 0 0,-21 0 0,29-2 0,-247-8 0,64-7 0,139 12 0,-99 3 0,98 9 84,32-5-808,-25 1-1,31-3-6101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47 24575,'-38'-12'0,"-1"2"0,0 2 0,0 1 0,-1 2 0,1 2 0,-1 2 0,0 1 0,-48 7 0,-247 18 0,291-26-1365,27 1-5461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24575,'26'4'0,"-1"1"0,1 2 0,-1 0 0,-1 2 0,0 1 0,36 19 0,126 92 0,-49-29 0,37 18 0,-172-108 0,3 1 0,0 0 0,0 1 0,0-1 0,4 6 0,-8-8 0,-1-1 0,1 1 0,0 0 0,-1-1 0,1 1 0,-1-1 0,1 1 0,-1 0 0,0-1 0,1 1 0,-1 0 0,0 0 0,1-1 0,-1 1 0,0 0 0,0 0 0,0-1 0,0 1 0,0 0 0,0 0 0,0 0 0,0-1 0,0 1 0,0 0 0,0 0 0,0-1 0,0 1 0,-1 0 0,1 0 0,0-1 0,-1 1 0,1 0 0,0-1 0,-1 1 0,1 0 0,-1-1 0,1 1 0,-1-1 0,0 1 0,0 0 0,-8 5 0,0 0 0,-1-1 0,0-1 0,0 0 0,0 0 0,0-1 0,-15 3 0,-6 3 0,-79 33 0,15-5 0,-124 44-1365,207-76-5461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24575,'-4'-9'0,"0"0"0,-9-11 0,136 299 0,-4-8 0,-35-48 0,-91-239 0,-14-23 0,-1-2 0,11 19-1365,1 3-5461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24575,'15'-5'0,"10"-4"0,3-1 0,3 2 0,0 2 0,-3 2 0,0-1 0,-3 0 0,-4 2 0,1 0 0,-2 0 0,-1-2 0,-4 0 0,-5-1-8191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24575,'-6'-9'0,"6"16"0,6 17 0,12 20 0,2-1 0,45 74 0,-45-82 0,50 71 0,0 3 0,-67-104 0,0 1 0,0 0 0,2 8 0,-4-13 0,-1 1 0,1-1 0,-1 0 0,0 0 0,1 1 0,-1-1 0,0 0 0,0 1 0,0-1 0,0 0 0,0 1 0,0-1 0,0 0 0,-1 0 0,1 1 0,0-1 0,-1 0 0,1 0 0,-1 1 0,0-1 0,1 0 0,-2 2 0,1-3-47,1 1 0,-1-1 0,1 0 0,0 1 0,-1-1 0,1 0 0,-1 0 0,1 0 0,-1 1-1,1-1 1,-1 0 0,1 0 0,-1 0 0,1 0 0,-1 0 0,1 0 0,-1 0 0,1 0 0,-1 0 0,1 0 0,-1 0 0,1-1-1,-1 1 1,1 0 0,-1 0 0,1 0 0,-1-1 0,0 1 0,-7-5-6779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24575,'0'-12'0,"0"7"0,0 12 0,-9 195 0,3-134 0,6 86 0,1-132 0,2 0 0,0-1 0,2 1 0,0-1 0,1 0 0,2 0 0,0-1 0,1 0 0,0 0 0,2-1 0,1 0 0,0-1 0,28 31 0,-24-30 0,1-1 0,1-1 0,1-1 0,23 15 0,-33-25 0,0 0 0,1-1 0,0 0 0,0-1 0,1 0 0,-1-1 0,1 0 0,0 0 0,-1-1 0,1-1 0,19 1 0,-16-3-1365,-1 1-5461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24575,'6'-7'0,"7"-11"0,16-16 0,-25 30 0,0 0 0,1 0 0,-1 0 0,1 1 0,0-1 0,0 1 0,0 1 0,11-6 0,-14 8 0,0-1 0,0 0 0,1 1 0,-1 0 0,0-1 0,1 1 0,-1 0 0,0 0 0,1 0 0,-1 1 0,0-1 0,1 0 0,-1 1 0,0 0 0,0-1 0,1 1 0,1 1 0,-1 0 0,1 1 0,-1-1 0,0 0 0,0 1 0,0 0 0,-1 0 0,1 0 0,0 0 0,2 4 0,2 6 0,0 0 0,-1 1 0,0 0 0,4 17 0,-7-19 0,0 0 0,-1 0 0,0 1 0,-1-1 0,0 1 0,-1-1 0,-2 14 0,-2 10 0,-12 38 0,12-53 0,2-13 0,0 0 0,1 0 0,0 0 0,1 0 0,0 0 0,0 1 0,3 13 0,-2-17 0,0 0 0,1 0 0,0-1 0,0 1 0,0-1 0,0 1 0,1-1 0,-1 0 0,1 0 0,0 0 0,1 0 0,-1-1 0,1 1 0,3 2 0,2 0 0,-1 0 0,1 0 0,0-1 0,1-1 0,-1 0 0,15 5 0,-1-3 0,40 7 0,-60-13-52,0 1-1,-1-1 1,1 0-1,0 0 1,-1 0-1,1 0 1,0 0-1,-1-1 1,1 1-1,0-1 1,-1 1-1,1-1 1,-1 0-1,1 0 1,-1-1-1,1 1 1,-1 0-1,0-1 1,0 1-1,0-1 1,0 0-1,0 0 0,0 1 1,0-1-1,2-4 1,2-5-6774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0 24575,'-30'3'0,"-15"-2"0,-5-1 0,4-1 0,7 0 0,5 1 0,6-1 0,2 1 0,4-1 0,0 1 0,1 3 0,0 0 0,0 0 0,0 0 0,-1-1 0,3-1 0,3 0-8191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24575,'28'4'0,"0"2"0,-1 1 0,0 1 0,52 24 0,-62-24 0,0 2 0,-1 0 0,0 1 0,0 1 0,-1 0 0,-1 1 0,0 1 0,14 17 0,-6-2 0,-2 1 0,-1 1 0,27 59 0,-25-41 0,26 101 0,-40-121 0,4 43 0,-10-58 0,0 0 0,-1 1 0,0-1 0,-2 0 0,-2 17 0,2-27 6,1 1-1,-1-1 1,0 0-1,0 0 0,0 1 1,0-1-1,-1-1 1,0 1-1,0 0 1,0-1-1,0 1 1,0-1-1,-1 0 0,1 0 1,-1 0-1,0-1 1,0 1-1,0-1 1,0 0-1,-1 0 1,-4 1-1,-7 2-302,0 0 0,-1-1 0,0-1 0,-23 2 0,21-4-6529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27 24575,'-21'1'0,"0"1"0,0 0 0,1 2 0,-1 0 0,1 2 0,-29 11 0,40-15 0,0 1 0,1-1 0,-1-1 0,0 0 0,0 0 0,0 0 0,0-1 0,0-1 0,-11-1 0,6-1 0,-1 0 0,1 0 0,0-2 0,-25-10 0,37 15-68,0-1 0,0 0-1,1 0 1,-1 0 0,0 0 0,0-1-1,1 1 1,-1 0 0,1-1 0,-1 1-1,1-1 1,-1 0 0,1 1 0,0-1-1,0 0 1,0 0 0,0 0-1,0 0 1,-1-3 0,0-5-6758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60 24575,'-6'-4'0,"1"1"0,-1-1 0,0 1 0,0 0 0,0 1 0,-1-1 0,1 1 0,0 1 0,-13-3 0,0 2 0,0 1 0,-21 2 0,20 0 0,-8-2 45,1-1-1,-47-10 1,-27-2-1544,88 13-5327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24575,'3'-2'0,"67"-29"0,-61 28 0,0 0 0,0 1 0,1 0 0,-1 1 0,1 0 0,10 0 0,10 0 0,-16 1 0,1-1 0,0 2 0,26 4 0,-39-4 0,1-1 0,-1 1 0,1 0 0,-1 0 0,1 0 0,-1 0 0,0 0 0,0 0 0,0 1 0,0-1 0,0 1 0,0 0 0,0-1 0,0 1 0,0 0 0,-1 0 0,1 0 0,-1 0 0,0 0 0,1 1 0,-1-1 0,0 0 0,0 1 0,0-1 0,-1 0 0,1 1 0,-1-1 0,1 1 0,-1-1 0,0 1 0,0-1 0,0 1 0,0 0 0,-1 3 0,-1 8 0,-1 0 0,-1 0 0,0 0 0,-11 24 0,10-26 0,-26 69 0,9-23 0,-38 75 0,58-130 0,1-1 0,-1 1 0,1 0 0,0 0 0,0 0 0,0 0 0,0 0 0,1 0 0,-1 3 0,1-5 0,0 0 0,0 0 0,0 0 0,1 0 0,-1 0 0,0 0 0,1 0 0,-1-1 0,0 1 0,1 0 0,-1 0 0,1 0 0,-1-1 0,1 1 0,0 0 0,-1 0 0,1-1 0,0 1 0,-1-1 0,1 1 0,0 0 0,0-1 0,0 1 0,-1-1 0,1 0 0,0 1 0,0-1 0,0 0 0,0 0 0,0 1 0,0-1 0,0 0 0,1 0 0,15 2 0,1-1 0,0 0 0,25-4 0,2 1 0,-19 3 0,39-3 0,-59 2 0,0-1 0,1-1 0,-1 1 0,0-1 0,0 0 0,0 0 0,10-6 0,-14 7-136,-1 0-1,1 0 1,-1 0-1,1-1 1,-1 1-1,0 0 1,1-1-1,-1 1 0,2-4 1,1-3-6690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47 24575,'-15'-9'0,"-1"1"0,1 1 0,-26-9 0,34 14 0,1 0 0,0 1 0,-1 0 0,1 1 0,0-1 0,-1 1 0,1 0 0,-1 1 0,1 0 0,0 0 0,-1 0 0,-10 4 0,4 0-136,-1 0-1,0-1 1,1-1-1,-1 0 1,0-1-1,0-1 1,-1 0-1,1-1 0,-27-2 1,24-2-6690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22 24575,'0'-1'0,"0"1"0,-1-1 0,1 1 0,0 0 0,0-1 0,-1 1 0,1-1 0,0 1 0,-1 0 0,1-1 0,0 1 0,-1 0 0,1 0 0,-1-1 0,1 1 0,0 0 0,-1 0 0,1-1 0,-1 1 0,1 0 0,-1 0 0,1 0 0,0 0 0,-1 0 0,1 0 0,-1 0 0,1 0 0,-1 0 0,1 0 0,-1 0 0,1 0 0,-1 0 0,0 0 0,-22 3 0,17-2 0,-30 0 0,0-1 0,0-1 0,-38-8 0,73 9 0,-24-2 27,16 2-491,0-1 0,-15-2 0,14-1-6362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45 143 24575,'-1'5'0,"-1"0"0,1 0 0,0 0 0,1 0 0,-1 1 0,1-1 0,0 0 0,0 0 0,0 0 0,1 0 0,0 1 0,0-1 0,0 0 0,3 5 0,2 4 0,0-1 0,1 0 0,15 19 0,-19-28 0,4 7 0,-6-8 0,0 0 0,1-1 0,0 1 0,-1-1 0,1 1 0,0-1 0,0 1 0,1-1 0,-1 0 0,0 0 0,3 1 0,-2-5 0,-4-4 0,-3-7 0,-53-110 0,9 23 0,45 94 0,1 0 0,-1 0 0,1-1 0,1 1 0,-1-1 0,1 1 0,0-1 0,0-11 0,1 18 0,0 0 0,0 0 0,0 0 0,0-1 0,0 1 0,0 0 0,0 0 0,0 0 0,1-1 0,-1 1 0,0 0 0,0 0 0,0 0 0,0-1 0,0 1 0,0 0 0,0 0 0,0 0 0,1 0 0,-1 0 0,0-1 0,0 1 0,0 0 0,0 0 0,1 0 0,-1 0 0,0 0 0,0 0 0,0 0 0,0 0 0,1-1 0,-1 1 0,0 0 0,0 0 0,0 0 0,1 0 0,-1 0 0,0 0 0,10 4 0,6 10 0,1 2 0,0 0 0,0-2 0,39 24 0,-48-33 0,1 0 0,0-1 0,0 0 0,0-1 0,1 0 0,-1 0 0,1-1 0,-1 0 0,1-1 0,0 0 0,18-1 0,-26 0 0,0-1 0,0 1 0,0 0 0,0-1 0,0 1 0,0-1 0,0 0 0,0 0 0,-1 1 0,1-1 0,0 0 0,0-1 0,-1 1 0,1 0 0,-1 0 0,1-1 0,-1 1 0,1-1 0,-1 0 0,0 1 0,0-1 0,0 0 0,0 1 0,0-1 0,0 0 0,0 0 0,-1 0 0,1 0 0,-1 0 0,1-2 0,1-7 0,-1 0 0,-1 0 0,0 0 0,-2-16 0,1 5 0,1 16 0,0-11 0,0 17 0,0 0 0,0 0 0,1 0 0,-1 0 0,0 0 0,0-1 0,0 1 0,0 0 0,0 0 0,0 0 0,0 0 0,0 0 0,0 0 0,0 0 0,0 0 0,0 0 0,0 0 0,0 0 0,0 0 0,1 0 0,-1 0 0,0 0 0,0-1 0,0 1 0,0 0 0,0 0 0,0 0 0,0 0 0,0 0 0,0 0 0,1 0 0,-1 0 0,0 0 0,0 0 0,0 0 0,0 0 0,0 0 0,0 0 0,0 0 0,0 1 0,0-1 0,1 0 0,-1 0 0,0 0 0,0 0 0,7 8 0,65 112 0,-12-19 0,-8-30-1365,-46-62-5461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24575,'2'0'0,"2"3"0,-1 2 0,-1 4 0,0 3 0,-1-1-8191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24575,'1'22'0,"1"0"0,1 0 0,0-1 0,2 1 0,0-1 0,2 1 0,0-2 0,16 32 0,9 7 0,59 80 0,-6-10 0,-81-123 0,3 5 0,10 23 0,-16-31 0,0-1 0,0 1 0,0 0 0,0-1 0,-1 1 0,1 0 0,-1 0 0,0 0 0,0-1 0,0 1 0,0 0 0,0 0 0,-1-1 0,1 1 0,-1 3 0,0-5 4,1-1-1,0 1 1,-1 0-1,1-1 1,0 1-1,-1-1 1,1 1-1,-1-1 1,1 1-1,-1-1 1,1 1-1,-1-1 1,1 1-1,-1-1 1,1 0-1,-1 1 1,0-1-1,1 0 1,-1 1-1,0-1 1,1 0-1,-1 0 1,0 0-1,1 0 1,-1 1-1,0-1 1,1 0-1,-1 0 1,0 0-1,0-1 1,-21-5-1234,20 5 986,-10-5-6582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24575,'20'-5'0,"9"-2"0,3 1 0,-3 1 0,-3 1 0,-3 2 0,-4 1 0,-2-2 0,-4-1-8191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24575,'103'230'0,"-76"-175"0,3-2 0,2-1 0,42 51 0,-45-63-1365,-22-32-5461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24575,'-1'0'0,"-1"0"0,1 0 0,-1 0 0,0 1 0,1-1 0,-1 1 0,1-1 0,-1 1 0,1-1 0,-1 1 0,1 0 0,0 0 0,-1 0 0,1-1 0,0 1 0,-2 2 0,0 0 0,1 0 0,0 0 0,0 0 0,0 0 0,0 0 0,1 0 0,-2 4 0,-1 4 0,1 0 0,1 0 0,-3 20 0,3-4 0,1 0 0,2 0 0,0 0 0,2 0 0,1-1 0,1 1 0,1-1 0,2 0 0,0 0 0,16 32 0,-6-22 0,2 0 0,1-2 0,2 0 0,1-1 0,2-2 0,35 35 0,-45-50-341,1 0 0,1-1-1,35 23 1,-40-31-6485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24575,'4'-6'0,"-1"0"0,2 0 0,-1 0 0,1 1 0,0 0 0,0 0 0,0 0 0,1 0 0,7-4 0,-10 7 0,0 1 0,0-1 0,0 1 0,1 0 0,-1-1 0,0 1 0,1 1 0,-1-1 0,1 0 0,-1 1 0,1 0 0,-1 0 0,1 0 0,-1 0 0,1 1 0,-1-1 0,1 1 0,-1 0 0,1 0 0,4 2 0,3 1 0,-1 1 0,1 0 0,-1 1 0,0 0 0,16 14 0,-23-18 0,-1 1 0,0-1 0,0 0 0,0 1 0,0-1 0,-1 1 0,1 0 0,-1 0 0,1 0 0,-1-1 0,0 1 0,0 0 0,0 0 0,-1 1 0,1-1 0,-1 0 0,1 0 0,-1 0 0,0 0 0,0 0 0,-1 1 0,1-1 0,-1 0 0,1 0 0,-1 0 0,-1 4 0,-3 5 0,-1-1 0,-11 20 0,-7 13 0,21-38 0,1 0 0,0 0 0,0 1 0,0-1 0,1 0 0,-1 1 0,2 0 0,-1-1 0,1 1 0,0-1 0,0 1 0,1 0 0,0-1 0,0 1 0,0-1 0,1 1 0,0-1 0,0 0 0,1 0 0,0 0 0,0 0 0,0 0 0,1-1 0,0 1 0,0-1 0,7 8 0,-5-8 0,0 0 0,0 0 0,0-1 0,1 1 0,-1-2 0,1 1 0,0-1 0,0 0 0,12 4 0,-15-6 0,1 0 0,0 0 0,0 0 0,0 0 0,0-1 0,-1 1 0,1-1 0,0-1 0,0 1 0,0-1 0,0 0 0,0 0 0,-1 0 0,1-1 0,8-3 0,-10 4-136,-1-1-1,0 0 1,0 1-1,0-1 1,0 0-1,0 0 1,0 0-1,-1 0 0,3-3 1,2-6-6690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29 24575,'-28'-8'0,"-8"1"0,-2 1 0,4 1 0,5 2 0,5 4 0,4 2 0,3 0 0,-1 0 0,0 1 0,4 1-8191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24575,'-10'0'0,"-6"0"0,0 3 0,0 0 0,0 0 0,0 0 0,1-1 0,0-1 0,1-1 0,1 1-8191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24575,'3'8'0,"0"4"0,3 4 0,-1 3 0,3 1 0,-1 3 0,1-1 0,-1-1 0,2 1 0,-2-1 0,-2 1 0,-1-1 0,-2-1 0,-1-5-8191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24575,'-15'-3'0,"-5"0"-8191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24575,'38'18'0,"-1"2"0,-1 2 0,-2 1 0,0 2 0,-1 1 0,-2 1 0,53 60 0,-53-49 0,-1 1 0,-3 1 0,-1 2 0,-2 0 0,-2 2 0,25 67 0,-41-91 0,0 0 0,-1 0 0,-1 0 0,0 1 0,-2-1 0,0 39 0,-3-46 0,0 1 0,-1 0 0,-1 0 0,0-1 0,-1 1 0,0-1 0,-1 0 0,0 0 0,-1-1 0,-1 1 0,-8 11 0,-44 50-1365,44-56-5461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 0 0,0 0 0,0 0 0,0 0 0,0-1 0,0 1 0,0 0 0,0 0 0,-1 0 0,1 0 0,0 0 0,0 0 0,0 0 0,0 0 0,0 0 0,0 0 0,0 0 0,0-1 0,0 1 0,0 0 0,0 0 0,-1 0 0,1 0 0,0 0 0,0 0 0,0 0 0,0 0 0,0 0 0,0 0 0,0 0 0,0 0 0,-1 0 0,1 0 0,0 0 0,0 0 0,0 0 0,0 0 0,0 0 0,0 0 0,0 0 0,0 0 0,-1 0 0,1 0 0,0 0 0,0 0 0,0 1 0,0-1 0,0 0 0,0 0 0,0 0 0,0 0 0,0 0 0,0 0 0,0 0 0,-1 0 0,3 9 0,5 12 0,8 13 0,-2 1 0,14 60 0,-8-2 0,62 244 0,-56-234 0,-25-102 0,0-1 0,0 1 0,0-1 0,1 1 0,-1-1 0,0 1 0,0-1 0,0 1 0,0-1 0,1 1 0,-1-1 0,0 1 0,0-1 0,1 0 0,-1 1 0,0-1 0,1 1 0,-1-1 0,1 1 0,2-10 0,-2-22 0,-1 28 0,-2-71 0,3-73 0,-1 146 0,0-1 0,0 1 0,0 0 0,1-1 0,-1 1 0,0 0 0,1 0 0,-1-1 0,1 1 0,-1 0 0,1 0 0,-1-1 0,1 1 0,0 0 0,0 0 0,0 0 0,-1 0 0,1 0 0,0 0 0,0 0 0,0 0 0,0 1 0,1-1 0,-1 0 0,0 1 0,0-1 0,0 0 0,1 1 0,-1 0 0,0-1 0,1 1 0,-1 0 0,0-1 0,0 1 0,1 0 0,-1 0 0,1 0 0,-1 0 0,2 1 0,2-1 0,1 1 0,-1 1 0,1-1 0,-1 1 0,0 0 0,0 0 0,1 0 0,4 4 0,6 5 0,0 0 0,-1 1 0,27 28 0,34 49 0,-41-47 0,-13-13-1365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24575,'-2'-1'0,"-14"-8"0,-33-14 0,45 21 0,-1 0 0,1 1 0,0 0 0,0 0 0,-1 0 0,1 1 0,0-1 0,-1 1 0,1 0 0,-1 0 0,1 1 0,0-1 0,-1 1 0,-4 2 0,7-3 0,0 1 0,0 0 0,1 0 0,-1 0 0,0 0 0,1 0 0,-1 0 0,1 0 0,0 1 0,-1-1 0,1 0 0,0 1 0,0 0 0,0-1 0,0 1 0,0-1 0,0 1 0,-1 2 0,1 0 0,0-1 0,1 0 0,-1 1 0,1 0 0,0-1 0,0 1 0,0-1 0,0 1 0,1 4 0,1 1 0,0 1 0,1 0 0,1-1 0,-1 0 0,1 0 0,7 10 0,49 89 0,-49-86 0,-1 1 0,13 48 0,7 78 0,-17-77 0,-11-60 0,-1-7 0,0 0 0,0 0 0,0 1 0,1-1 0,4 9 0,-5-12 0,0-1 0,0 1 0,0-1 0,0 0 0,0 1 0,1-1 0,-1 0 0,1 0 0,-1 0 0,1 0 0,-1 0 0,1 0 0,0 0 0,-1 0 0,1-1 0,0 1 0,0-1 0,0 1 0,-1-1 0,1 0 0,2 1 0,14 0 0,32 0 0,-42-2 0,-1 1 0,0-1 0,0-1 0,0 1 0,0-1 0,0-1 0,9-3 0,-14 5-40,0 0 0,0-1 0,0 1 0,0-1-1,0 1 1,-1-1 0,1 0 0,0 0 0,-1 0 0,1 0 0,-1 0-1,0 0 1,0 0 0,0 0 0,0-1 0,0 1 0,0 0-1,0-1 1,-1 1 0,1-1 0,-1 1 0,0 0 0,0-1 0,0 1-1,0-1 1,0 1 0,0-1 0,-1 1 0,1-1 0,-1 1-1,0 0 1,0-1 0,-1-2 0,-5-8-6786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24575,'2'1'0,"0"0"0,0 0 0,0 0 0,0 1 0,0-1 0,-1 1 0,1 0 0,0-1 0,-1 1 0,1 0 0,-1 0 0,1 0 0,1 3 0,-1-1 0,0-2 0,63 82 0,-58-75 0,1-1 0,0 0 0,0-1 0,1 0 0,0-1 0,0 1 0,15 6 0,-23-13 0,-1 1 0,1-1 0,0 0 0,0 1 0,0-1 0,0 0 0,0 0 0,-1 0 0,1 1 0,0-1 0,0 0 0,0 0 0,0 0 0,0-1 0,0 1 0,0 0 0,-1 0 0,1 0 0,0-1 0,0 1 0,0 0 0,1-1 0,-1-1 0,0 1 0,0 0 0,1 0 0,-1 0 0,0 0 0,-1-1 0,1 1 0,0 0 0,0-1 0,0 1 0,0-4 0,2-3 0,-1-1 0,0 0 0,0-15 0,-1 18 0,0-22 0,-2 23 0,1 0 0,0 0 0,0 0 0,0 0 0,1 1 0,0-1 0,0 0 0,0 0 0,1 0 0,2-6 0,-3 10 0,-1 1 0,1-1 0,-1 0 0,1 1 0,-1-1 0,1 0 0,0 1 0,-1-1 0,1 1 0,0-1 0,0 1 0,-1 0 0,1-1 0,0 1 0,0 0 0,0-1 0,-1 1 0,1 0 0,0 0 0,0 0 0,0 0 0,0 0 0,0 0 0,-1 0 0,1 0 0,0 0 0,0 0 0,0 0 0,0 1 0,-1-1 0,1 0 0,0 1 0,0-1 0,0 0 0,-1 1 0,2 0 0,4 2 0,-1 1 0,0 0 0,9 8 0,-8-6 0,29 25 0,2-1 0,63 37 0,-100-67-1,0 0-1,0 0 1,0 0-1,0 1 1,0-1 0,0 0-1,0 0 1,0 0-1,0 0 1,0 0-1,1 0 1,-1 0-1,0 0 1,0 1-1,0-1 1,0 0 0,0 0-1,0 0 1,1 0-1,-1 0 1,0 0-1,0 0 1,0 0-1,0 0 1,0 0-1,1 0 1,-1 0 0,0 0-1,0 0 1,0 0-1,0 0 1,0 0-1,1 0 1,-1 0-1,0 0 1,0 0-1,0 0 1,0 0 0,0 0-1,0-1 1,1 1-1,-1 0 1,0 0-1,0 0 1,0 0-1,0 0 1,0 0 0,0 0-1,0 0 1,0-1-1,0 1 1,1 0-1,-5-9 194,-9-11-1672,4 10-5346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2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24575,'6'-4'0,"14"-14"0,25-15 0,-40 29 0,1 0 0,0 1 0,0 0 0,0 0 0,0 1 0,1-1 0,-1 1 0,1 1 0,11-2 0,-14 3 0,0 0 0,0 1 0,0-1 0,0 1 0,0 0 0,0 0 0,0 1 0,0-1 0,-1 1 0,1 0 0,-1 0 0,1 0 0,-1 0 0,0 1 0,0-1 0,0 1 0,0 0 0,0 0 0,4 6 0,4 6 0,-1 0 0,17 33 0,-22-37 0,7 13 0,-1 1 0,-1 1 0,-2 0 0,0 0 0,-2 0 0,-1 1 0,-1 0 0,-1 0 0,-1 35 0,-1-45 0,0 1 0,2-1 0,0 0 0,1 0 0,0 0 0,12 27 0,-14-38 0,0 0 0,0 0 0,-1 0 0,1 0 0,-1 0 0,-1 0 0,1 11 0,-1-15 0,0 1 0,-1-1 0,1 0 0,-1 0 0,1 1 0,-1-1 0,0 0 0,0 0 0,0 0 0,0 0 0,0 0 0,0 0 0,-1 0 0,1 0 0,0 0 0,-1-1 0,0 1 0,1 0 0,-1-1 0,0 0 0,0 1 0,0-1 0,-3 2 0,-1-1 0,-1 1 0,0-1 0,0 0 0,0 0 0,0-1 0,-14 1 0,-46-3 0,36 0 0,5 1-1365,3-1-5461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61 115 24575,'9'29'0,"0"0"0,1 0 0,1-1 0,2 0 0,20 35 0,-31-61 0,-2-4 0,-4-10 0,-9-18 0,-78-102 0,57 86 0,29 35 0,5 11 0,0 0 0,0 0 0,0-1 0,0 1 0,0 0 0,0 0 0,1 0 0,-1 0 0,0 0 0,0-1 0,0 1 0,0 0 0,0 0 0,1 0 0,-1 0 0,0 0 0,0 0 0,0 0 0,0 0 0,1 0 0,-1 0 0,0 0 0,0 0 0,0 0 0,1 0 0,-1 0 0,0 0 0,0 0 0,0 0 0,0 0 0,1 0 0,-1 0 0,0 0 0,0 0 0,25 10 0,-19-7 0,24 9 0,0-1 0,0-2 0,1-1 0,1-1 0,-1-2 0,1-1 0,42 0 0,-73-4 0,11 0 0,1 0 0,-1-1 0,0 0 0,20-5 0,-30 6 0,1-1 0,0 0 0,0 0 0,-1-1 0,1 1 0,0 0 0,-1-1 0,1 1 0,-1-1 0,0 0 0,0 0 0,1 0 0,-1 0 0,-1 0 0,1-1 0,0 1 0,0-1 0,-1 1 0,1-1 0,-1 1 0,0-1 0,0 0 0,0 0 0,0 1 0,0-4 0,0 0 0,0 0 0,-1 0 0,0-1 0,0 1 0,0 0 0,-1 0 0,-2-7 0,3 10 0,-1 1 0,1 0 0,-1 0 0,0 0 0,0 0 0,0 0 0,0 0 0,0 0 0,0 0 0,0 0 0,-1 0 0,1 0 0,-1 1 0,1-1 0,-1 0 0,0 1 0,0 0 0,0-1 0,1 1 0,-1 0 0,-1 0 0,-1-1 0,3 1 0,0 1 0,0 0 0,0 0 0,-1-1 0,1 1 0,0 0 0,0 0 0,0 0 0,0 0 0,0 0 0,0 0 0,0 1 0,0-1 0,0 0 0,0 0 0,0 1 0,0-1 0,0 1 0,0-1 0,0 1 0,0-1 0,0 1 0,1 0 0,-2 0 0,1 1 0,-1 0 0,1-1 0,0 1 0,0 0 0,0 0 0,0 0 0,0 0 0,0 1 0,0-1 0,0 4 0,0 2 0,0 0 0,0 1 0,1-1 0,0 0 0,2 11 0,1-6 0,0 0 0,1-1 0,1 0 0,0 0 0,0 0 0,1 0 0,1-1 0,0 0 0,15 19 0,-9-16 0,-1 0 0,2-1 0,-1-1 0,2 0 0,0-1 0,22 13 0,-31-21-97,-1 0-1,1 0 1,0 0-1,1-1 1,-1 0-1,0-1 1,1 1-1,-1-1 1,0 0-1,1-1 1,0 1-1,-1-1 0,8-1 1,-1-3-6729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100 436 24575,'-12'12'0,"0"-1"0,1 0 0,0 1 0,1 0 0,0 0 0,1 1 0,-10 19 0,18-31 0,0 1 0,1-1 0,-1 1 0,0 0 0,1-1 0,0 1 0,-1 0 0,1 0 0,0-1 0,0 1 0,0 0 0,0 0 0,0-1 0,0 1 0,0 0 0,1 0 0,-1-1 0,1 1 0,-1 0 0,1-1 0,0 1 0,-1 0 0,1-1 0,0 1 0,0-1 0,0 0 0,0 1 0,0-1 0,1 0 0,-1 1 0,0-1 0,1 0 0,-1 0 0,1 0 0,-1 0 0,1 0 0,-1-1 0,1 1 0,-1 0 0,1-1 0,3 2 0,-2-1 0,0-1 0,1 1 0,-1 0 0,1-1 0,-1 0 0,1 0 0,-1 0 0,0 0 0,1 0 0,-1-1 0,1 1 0,-1-1 0,0 0 0,0 0 0,1 0 0,-1-1 0,0 1 0,0-1 0,0 1 0,0-1 0,3-3 0,-4 3 0,0 0 0,0-1 0,0 0 0,-1 0 0,1 1 0,-1-1 0,1 0 0,-1 0 0,0 0 0,0 0 0,0-1 0,0 1 0,-1 0 0,1 0 0,-1-1 0,0 1 0,0 0 0,0 0 0,-1-1 0,1 1 0,-1 0 0,1 0 0,-1 0 0,-2-5 0,3 8 0,0 0 0,0 0 0,0 0 0,0 0 0,0 0 0,0 0 0,0-1 0,0 1 0,0 0 0,0 0 0,0 0 0,0 0 0,0 0 0,0 0 0,0 0 0,0-1 0,0 1 0,0 0 0,0 0 0,0 0 0,0 0 0,0 0 0,0 0 0,0 0 0,0 0 0,-1 0 0,1 0 0,0-1 0,0 1 0,0 0 0,0 0 0,0 0 0,0 0 0,0 0 0,0 0 0,0 0 0,-1 0 0,1 0 0,0 0 0,0 0 0,0 0 0,0 0 0,0 0 0,0 0 0,0 0 0,-1 0 0,1 0 0,0 0 0,0 0 0,0 0 0,0 0 0,0 0 0,0 0 0,0 0 0,0 0 0,-1 0 0,1 0 0,0 1 0,0 6 0,4 2 0,1-1 0,0 1 0,0-1 0,1 1 0,0-2 0,0 1 0,1-1 0,0 0 0,15 12 0,-17-15 0,-1 0 0,1-1 0,0 0 0,0 0 0,0-1 0,0 1 0,1-1 0,-1 0 0,0-1 0,1 1 0,0-1 0,-1 0 0,1 0 0,0-1 0,0 0 0,-1 0 0,1 0 0,8-2 0,-11 1 0,0 0 0,0 0 0,0 0 0,0-1 0,0 1 0,0-1 0,0 0 0,-1 1 0,1-2 0,0 1 0,-1 0 0,0 0 0,1-1 0,2-4 0,-2 3 0,0-1 0,-1 0 0,1 0 0,-1 0 0,0-1 0,-1 1 0,1 0 0,0-6 0,0-8 0,-1-1 0,-1 1 0,-4-37 0,-2 5 0,-3 1 0,-17-54 0,-39-95 0,59 182 0,-3-2 0,4 13 0,4 7 0,1-1 0,0 0 0,0 0 0,-1 0 0,1 0 0,0 0 0,0 1 0,-1-1 0,1 0 0,0 0 0,0 0 0,0 1 0,-1-1 0,1 0 0,0 0 0,0 1 0,0-1 0,0 0 0,0 0 0,0 1 0,-1-1 0,1 0 0,0 0 0,0 1 0,0-1 0,0 0 0,0 1 0,0-1 0,0 1 0,-1 11 0,0 0 0,0 0 0,1 0 0,2 15 0,9 52 0,-5-45 0,0-2 0,1 0 0,2 0 0,1-1 0,15 31 0,-14-39 0,1 0 0,1 0 0,1-1 0,0-1 0,29 31 0,-34-43-124,0-1 0,0 0 0,1-1 0,0 0 0,0-1 0,1 0-1,-1 0 1,1-1 0,1-1 0,17 6 0,-15-7-6702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16 24575,'-30'-2'0,"-12"-2"0,-2 1 0,1 1 0,6 0 0,7 1 0,6 0 0,4 1 0,3 2 0,5 2-8191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24575,'35'44'0,"1"-2"0,57 50 0,-82-82 0,0-1 0,1-1 0,1 0 0,-1-1 0,1 0 0,0-1 0,26 8 0,-38-13 0,0-1 0,0 0 0,1 1 0,-1-1 0,0 0 0,1 0 0,-1 0 0,0 0 0,1 0 0,-1 0 0,0 0 0,1 0 0,-1 0 0,0-1 0,1 1 0,-1 0 0,0-1 0,0 1 0,2-2 0,-2 1 0,0 0 0,0 0 0,0 0 0,0 0 0,-1 0 0,1 0 0,0 0 0,-1 0 0,1 0 0,-1 0 0,1-1 0,-1 1 0,0 0 0,1 0 0,-1-1 0,0-1 0,0-5 0,0-1 0,-1 1 0,0 0 0,-4-16 0,5 21 0,-9-32-87,5 23-73,1 0 0,0-1 0,1 1 1,1-1-1,-1 1 0,2-1 1,1-13-1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47 587 24575,'-1'-2'0,"0"1"0,0-1 0,0 1 0,0 0 0,0 0 0,0-1 0,-1 1 0,1 0 0,0 0 0,-1 0 0,1 0 0,-1 1 0,1-1 0,-1 0 0,-2 0 0,3 1 0,0 0 0,1 0 0,-1 0 0,0 0 0,0 0 0,1 0 0,-1 1 0,0-1 0,0 0 0,1 0 0,-1 1 0,0-1 0,0 1 0,1-1 0,-1 0 0,1 1 0,-1 0 0,0-1 0,1 1 0,-1-1 0,1 1 0,-1 0 0,1-1 0,-1 1 0,1 0 0,0-1 0,-1 1 0,1 0 0,0 0 0,0-1 0,-1 1 0,1 0 0,0 0 0,0 1 0,-2 5 0,1 1 0,0 0 0,1-1 0,-1 1 0,1 0 0,1 0 0,0-1 0,2 12 0,-2-13 0,0-1 0,1 1 0,0-1 0,0 0 0,0 1 0,1-1 0,0 0 0,0-1 0,0 1 0,0 0 0,1-1 0,5 6 0,-9-9 0,1-1 0,0 1 0,-1-1 0,1 1 0,-1-1 0,1 1 0,0-1 0,-1 1 0,1-1 0,0 1 0,0-1 0,0 0 0,-1 1 0,1-1 0,0 0 0,0 0 0,0 0 0,-1 0 0,1 0 0,0 0 0,0 0 0,0 0 0,0 0 0,-1 0 0,1 0 0,1 0 0,-1-1 0,0 0 0,-1 0 0,1 0 0,0 1 0,0-1 0,-1 0 0,1 0 0,0 0 0,-1 0 0,1 0 0,-1 0 0,1 0 0,-1 0 0,0 0 0,1-1 0,-1 0 0,2-7 0,-1 0 0,0 0 0,-1-13 0,0 22 0,-1-25 0,0 15 0,1-1 0,1-15 0,-1 26 0,0 0 0,0 0 0,0-1 0,0 1 0,0 0 0,0 0 0,0 0 0,0 0 0,0-1 0,0 1 0,0 0 0,0 0 0,0 0 0,0 0 0,0-1 0,0 1 0,1 0 0,-1 0 0,0 0 0,0 0 0,0 0 0,0 0 0,0-1 0,0 1 0,1 0 0,-1 0 0,0 0 0,0 0 0,0 0 0,0 0 0,0 0 0,1 0 0,-1 0 0,0 0 0,0 0 0,0 0 0,0 0 0,1 0 0,6 4 0,9 14 0,-13-15 0,16 18 0,0-1 0,23 17 0,-32-29 0,1 0 0,0-1 0,0 0 0,1-1 0,0 0 0,17 6 0,-25-10 0,0-1 0,0 0 0,0 0 0,0-1 0,0 1 0,1-1 0,-1 0 0,0 0 0,0 0 0,0-1 0,0 1 0,8-3 0,-9 2 0,-1 0 0,0-1 0,1 1 0,-1 0 0,0-1 0,0 0 0,0 1 0,0-1 0,0 0 0,0 0 0,0 0 0,-1 0 0,1-1 0,-1 1 0,1 0 0,-1-1 0,0 1 0,0 0 0,0-1 0,1-5 0,0-3 0,0 0 0,-1-1 0,0 1 0,-1-1 0,0 1 0,0-1 0,-4-15 0,-21-80 0,22 97 0,-26-90 0,-23-91 0,44 155 0,2-1 0,1-1 0,1-44 0,4 76 0,1 20 0,-1 26 0,25 295 0,-21-311 0,0 0 0,10 27 0,-10-38 0,1 0 0,0-1 0,1 0 0,0 0 0,13 17 0,-11-20 0,0 0 0,1-1 0,0 0 0,0-1 0,1 0 0,0 0 0,0-1 0,0 0 0,1-1 0,0 0 0,0-1 0,1 0 0,12 3 0,-15-6 0,1 1 0,-1-2 0,0 1 0,1-1 0,-1 0 0,0-1 0,1 0 0,10-3 0,-16 3 0,0-1 0,0 1 0,1-1 0,-1 1 0,0-1 0,-1 0 0,1-1 0,0 1 0,-1-1 0,1 0 0,-1 0 0,0 0 0,0 0 0,0 0 0,0-1 0,0 1 0,-1-1 0,0 0 0,3-5 0,-3 3 0,0 0 0,-1 1 0,0-1 0,0 0 0,0 0 0,-1 0 0,0 0 0,0 0 0,0 1 0,-1-1 0,0 0 0,0 0 0,0 0 0,-3-5 0,-1 4 0,4 13 0,3 14 0,2-9 0,0-1 0,1 1 0,0-1 0,1 0 0,0-1 0,8 11 0,48 49 0,-59-66 0,0 0 0,0 0 0,0-1 0,0 1 0,1-1 0,-1 0 0,1 0 0,-1 0 0,7 2 0,-8-4 0,-1 0 0,0 0 0,0 0 0,1 1 0,-1-1 0,0 0 0,0-1 0,1 1 0,-1 0 0,0 0 0,0 0 0,1-1 0,-1 1 0,0-1 0,0 1 0,0-1 0,0 1 0,0-1 0,0 0 0,0 1 0,0-1 0,0 0 0,0 0 0,0 0 0,0 0 0,0 0 0,-1 0 0,1 0 0,0 0 0,-1 0 0,1 0 0,-1 0 0,1 0 0,0-3 0,0-1 0,1 0 0,-1 0 0,0 0 0,-1 0 0,1 0 0,-1 0 0,0-7 0,-1 7 0,1-1 0,1 1 0,-1-1 0,1 1 0,2-9 0,-3 13 0,0 0 0,1 0 0,-1 0 0,1 0 0,-1 0 0,1 0 0,-1 0 0,1 0 0,0 0 0,0 1 0,-1-1 0,1 0 0,0 0 0,0 1 0,0-1 0,0 0 0,0 1 0,0-1 0,0 1 0,1-1 0,1 0 0,-1 1 0,0-1 0,0 1 0,1 0 0,-1 0 0,0 0 0,0 0 0,1 1 0,3 0 0,4 2 0,0 0 0,-1 1 0,15 7 0,-19-9 0,62 38 0,-41-24 0,43 20 0,-61-33 0,1 1 0,0-1 0,0-1 0,0 0 0,0 0 0,0-1 0,0 0 0,0 0 0,14-2 0,-21 1 0,1 0 0,-1-1 0,1 1 0,-1-1 0,0 0 0,1 0 0,-1 0 0,0 0 0,0 0 0,0 0 0,0-1 0,0 1 0,0-1 0,0 1 0,2-3 0,-1 0 0,0 0 0,0 0 0,0 0 0,-1 0 0,0 0 0,0-1 0,2-6 0,0-3 0,-1 0 0,0 0 0,-1 0 0,0-21 0,-2 29 0,-1-91 0,1 95 0,0 1 0,-1-1 0,1 1 0,0-1 0,-1 1 0,1 0 0,-1-1 0,1 1 0,-2-2 0,2 2 0,-1 1 0,1-1 0,0 1 0,0 0 0,-1-1 0,1 1 0,0 0 0,-1 0 0,1-1 0,-1 1 0,1 0 0,0 0 0,-1-1 0,1 1 0,-1 0 0,1 0 0,-1 0 0,1 0 0,0 0 0,-1 0 0,0 0 0,0 0 0,0 0 0,0 1 0,0-1 0,0 1 0,0-1 0,-1 1 0,1-1 0,1 1 0,-1 0 0,0-1 0,0 1 0,0 0 0,0 0 0,0 0 0,1 0 0,-1 0 0,0 0 0,1 0 0,-1 0 0,1 0 0,-1 0 0,1 1 0,-4 9 0,1 0 0,1 0 0,0 0 0,0 0 0,1 0 0,1 0 0,0 0 0,0 0 0,3 12 0,-2-18 0,0 0 0,0 0 0,1 0 0,0 0 0,0-1 0,0 1 0,0 0 0,1-1 0,0 0 0,0 1 0,0-1 0,1 0 0,-1-1 0,8 7 0,5 3 0,1-1 0,23 14 0,-29-19 0,8 3-227,0 0-1,1-1 1,0-1-1,0-1 1,22 5-1,-29-9-6598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136 534 24575,'-4'-4'0,"-4"-4"0,-1 0 0,-11-8 0,18 14 0,0 1 0,0-1 0,0 1 0,0 0 0,-1 0 0,1 0 0,0 0 0,0 0 0,-1 1 0,1-1 0,-1 1 0,1-1 0,0 1 0,-1 0 0,1 0 0,-5 0 0,6 0 0,-1 1 0,1-1 0,0 1 0,0-1 0,0 0 0,0 1 0,0 0 0,0-1 0,0 1 0,0-1 0,1 1 0,-1 0 0,0 0 0,0 0 0,0-1 0,1 1 0,-1 0 0,0 0 0,0 2 0,0-1 0,0 1 0,1-1 0,-1 0 0,1 0 0,-1 1 0,1-1 0,0 1 0,0-1 0,0 3 0,1 2 0,0 1 0,0-1 0,1 0 0,0 0 0,3 8 0,2-1 0,0 0 0,1 0 0,0-1 0,1 0 0,17 18 0,-25-30 0,0 0 0,0 0 0,0 0 0,0 0 0,0 0 0,0 0 0,0 0 0,0 0 0,0 0 0,0-1 0,1 1 0,-1-1 0,0 1 0,1-1 0,-1 1 0,0-1 0,0 0 0,1 1 0,-1-1 0,1 0 0,-1 0 0,2 0 0,-2-1 0,0 1 0,0-1 0,0 0 0,0 1 0,0-1 0,0 0 0,0 0 0,-1 0 0,1 0 0,0 0 0,0 0 0,-1 0 0,1 0 0,0 0 0,-1 0 0,1 0 0,-1 0 0,0 0 0,1-1 0,-1 1 0,0 0 0,0 0 0,0-1 0,0-1 0,2-13 0,-2 0 0,0 0 0,-1 0 0,0 0 0,-2 1 0,-4-21 0,-35-93 0,19 63 0,16 44 0,-11-31 0,2-1 0,-15-95 0,31 145 0,-1 1 0,0-1 0,1 0 0,0 0 0,0 1 0,0-1 0,0 0 0,0 0 0,1 0 0,0 1 0,-1-1 0,4-6 0,-4 10 0,0 0 0,0-1 0,0 1 0,0 0 0,1 0 0,-1 0 0,0-1 0,0 1 0,0 0 0,1 0 0,-1 0 0,0-1 0,0 1 0,0 0 0,1 0 0,-1 0 0,0 0 0,0 0 0,1 0 0,-1 0 0,0-1 0,1 1 0,-1 0 0,0 0 0,0 0 0,1 0 0,-1 0 0,0 0 0,1 0 0,-1 0 0,0 1 0,0-1 0,1 0 0,-1 0 0,0 0 0,0 0 0,1 0 0,-1 0 0,0 0 0,0 1 0,1-1 0,-1 0 0,0 0 0,0 0 0,0 1 0,1-1 0,-1 0 0,0 0 0,9 13 0,-9-13 0,17 34 0,-1 1 0,20 68 0,-9-23 0,29 63 0,16 45 0,-32-36-1365,-36-134-5461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24575,'-11'31'0,"9"-20"0,1 0 0,0 1 0,1-1 0,0 1 0,1-1 0,0 0 0,1 1 0,0-1 0,0 0 0,2 0 0,-1 0 0,1-1 0,1 1 0,0-1 0,10 16 0,-13-23 0,7 9 0,-2 1 0,0-1 0,0 1 0,-1 0 0,-1 0 0,7 25 0,-12-37-37,1-1 0,-1 1 1,0 0-1,0 0 0,0-1 0,0 1 0,0 0 0,0 0 0,0 0 0,0-1 0,0 1 0,0 0 1,0 0-1,0 0 0,0-1 0,-1 1 0,1 0 0,0-1 0,-1 1 0,1 0 0,-1 0 0,1-1 1,0 1-1,-1-1 0,1 1 0,-1 0 0,0-1 0,1 1 0,-1-1 0,1 1 0,-1-1 0,0 0 1,0 1-1,1-1 0,-1 1 0,-1-1 0,-6 0-6789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24575,'-25'-10'0,"-11"-4"0,-4 2 0,2 1 0,5 4 0,5 3 0,6 1 0,3 2 0,1 4 0,0 0 0,1 4 0,0 2 0,2 2 0,2 0-8191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 24575,'-7'2'0,"-8"2"0,-4-1 0,-1-1 0,-2 0 0,0-1 0,-1 0 0,0-1 0,3 0 0,-2 0 0,2 0 0,1 0 0,3 2 0,3 1 0,3 1-8191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207 131 24575,'-8'-15'0,"-1"0"0,0 0 0,-1 2 0,-1-1 0,0 1 0,-1 1 0,-13-12 0,24 23 0,0 0 0,0 0 0,-1 0 0,1 0 0,0 1 0,-1-1 0,1 0 0,-1 1 0,1-1 0,-1 1 0,1-1 0,-1 1 0,1 0 0,-1 0 0,0 0 0,1-1 0,-1 2 0,1-1 0,-1 0 0,0 0 0,1 0 0,-2 1 0,0 0 0,1 0 0,0 1 0,0-1 0,0 1 0,0-1 0,0 1 0,0 0 0,0-1 0,0 1 0,1 0 0,-1 0 0,-1 3 0,-3 5 0,1 0 0,1 0 0,-1 0 0,2 1 0,-4 13 0,-8 65 0,13-72 0,1 0 0,0 0 0,1-1 0,1 1 0,0 0 0,1 0 0,1-1 0,1 0 0,9 27 0,45 117 0,-17-53 0,-10-28 0,16 49 0,-46-125 11,0 1 0,0-1 0,-1 0 0,1 0 0,-1 1 0,0-1-1,0 0 1,0 0 0,-1 1 0,0 4 0,1-7-22,-1 0 0,1-1-1,0 1 1,-1 0 0,1 0 0,-1-1 0,1 1 0,-1 0-1,1-1 1,-1 1 0,1 0 0,-1-1 0,0 1 0,1-1-1,-1 1 1,0-1 0,-1 1 0,1 0-81,0-1 1,-1 0-1,1 1 0,-1-1 0,1 0 1,0 0-1,-1 0 0,1 0 1,-1 0-1,1 0 0,0 0 0,-1-1 1,-2 0-1,-5-2-6734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9 24575,'-27'-2'0,"-15"-2"0,-2 1 0,1 3 0,5 2 0,7 0 0,6 2 0,5 1 0,3 2 0,5-1-8191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24575,'53'-12'0,"1"4"0,65-3 0,-115 11 0,0 0 0,1 1 0,-1 0 0,0 0 0,1 0 0,-1 0 0,0 1 0,0 0 0,0 0 0,0 0 0,-1 0 0,1 0 0,0 1 0,-1-1 0,1 1 0,-1 0 0,0 0 0,0 1 0,0-1 0,-1 1 0,5 6 0,2 7 0,0 0 0,0 0 0,8 29 0,-11-30 0,-1 0 0,0 0 0,-1 0 0,-1 1 0,0-1 0,0 20 0,-4-31 0,0 1 0,1-1 0,-2 0 0,1 0 0,-1 0 0,1 1 0,-1-2 0,-5 9 0,-2 1 0,-14 19 0,-6 8 0,28-40 0,1 0 0,-1 0 0,1 0 0,-1 0 0,1 0 0,0 0 0,-1 0 0,1 0 0,0-1 0,0 1 0,0 0 0,-1 1 0,1-1 0,0 0 0,0 0 0,0 0 0,1 0 0,-1 0 0,0 0 0,0 0 0,0 0 0,1 1 0,0-1 0,0 1 0,0-1 0,0 0 0,0 0 0,1 0 0,-1 0 0,0 0 0,0 0 0,1 0 0,-1-1 0,0 1 0,1 0 0,1 0 0,7 2 0,-1-1 0,0 0 0,19 1 0,-25-3 0,32 3 60,36-3 0,-55-1-357,0 0 0,0-2 0,0 0 0,24-8 0,-26 6-6529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44 24575,'-30'-7'0,"-12"-3"0,-2 0 0,4 2 0,6 3 0,7 2 0,8 3 0,4 5 0,6 4 0,3 1-8191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48 24575,'-10'1'0,"0"1"0,0 1 0,-18 6 0,25-8 0,1 0 0,-1 0 0,1 0 0,-1 1 0,1-1 0,-1 1 0,1-1 0,0 1 0,0 0 0,0 0 0,0 0 0,0 0 0,0 0 0,1 1 0,-1-1 0,1 0 0,-1 1 0,-1 4 0,3-4 0,0-1 0,0 1 0,0-1 0,0 1 0,0-1 0,1 0 0,-1 1 0,1-1 0,-1 0 0,1 1 0,0-1 0,0 0 0,0 0 0,0 0 0,1 0 0,1 3 0,27 31 0,-30-35 0,6 4 0,-1-1 0,1 1 0,0-1 0,0 0 0,0 0 0,1-1 0,-1 0 0,1 0 0,0-1 0,-1 0 0,1 0 0,0 0 0,0-1 0,1 0 0,-1 0 0,0-1 0,14-1 0,-16 1 0,-1-1 0,1 0 0,0 0 0,-1 0 0,1 0 0,-1-1 0,0 0 0,1 0 0,-1 0 0,0-1 0,0 1 0,4-5 0,-5 5 0,0-1 0,-1 0 0,1 0 0,-1 0 0,0 0 0,0-1 0,0 1 0,0 0 0,-1-1 0,1 0 0,-1 1 0,0-1 0,0 0 0,0 1 0,-1-1 0,1-6 0,-1 4 6,0 1-1,-1-1 1,1 1-1,-1 0 0,0-1 1,-1 1-1,1 0 1,-1 0-1,0 0 1,0 0-1,-1 0 1,1 0-1,-1 1 0,0-1 1,-1 1-1,1 0 1,-1 0-1,1 0 1,-1 0-1,0 1 1,-9-6-1,8 5-88,-1 1 1,0-1-1,0 1 1,0 1-1,0-1 1,-1 1-1,1 0 1,-1 1-1,0-1 1,1 1-1,-1 1 1,0-1-1,1 1 1,-1 0-1,0 1 1,0-1-1,-6 3 1,0 0-6744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36 24575,'-20'-2'0,"-9"-2"0,-2-1 0,-2-1 0,4 1 0,3 1 0,4 1 0,3 2 0,3 0 0,1 1 0,0 0 0,1-2 0,3-1-8191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31 24575,'-30'-5'0,"-13"-2"0,-1 1 0,4 1 0,7 1 0,6 2 0,5 1 0,4 3 0,2 1 0,2 0 0,3 0-8191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24575,'1'4'0,"-1"-1"0,1 1 0,-1-1 0,1 1 0,0-1 0,0 0 0,1 1 0,2 4 0,18 27 0,-11-18 0,91 131 0,-97-137 0,-10-14 0,-13-15 0,10 7 0,0-1 0,0 0 0,1 0 0,0-1 0,1 0 0,1 0 0,0 0 0,1-1 0,0 1 0,1-1 0,1 0 0,0 0 0,1 0 0,0-1 0,2-20 0,0 30 0,0 0 0,0 0 0,0 0 0,0 0 0,1 1 0,0-1 0,0 0 0,0 1 0,0-1 0,1 1 0,-1 0 0,1 0 0,1 0 0,-1 0 0,0 1 0,1-1 0,0 1 0,-1 0 0,2 0 0,-1 0 0,5-3 0,-2 3 0,0 0 0,0 0 0,1 0 0,-1 1 0,0 0 0,1 0 0,0 1 0,-1 0 0,1 0 0,0 1 0,-1 0 0,1 1 0,10 1 0,-14-1-91,1 0 0,0 0 0,-1 0 0,1 1 0,-1 0 0,0 0 0,1 0 0,-1 1 0,0-1 0,0 1 0,-1 0 0,1 0 0,0 0 0,2 4 0,1 2-6735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1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31 237 24575,'50'-5'0,"-23"3"0,53-11 0,-72 11 0,-1-1 0,1 1 0,-1-1 0,0 0 0,1-1 0,-2 0 0,1 0 0,0 0 0,-1-1 0,0 0 0,8-8 0,-12 11 0,0 0 0,0 0 0,-1 0 0,1 0 0,-1-1 0,1 1 0,-1-1 0,0 1 0,1-1 0,-1 0 0,-1 1 0,1-1 0,0 0 0,-1 1 0,1-1 0,-1 0 0,0 0 0,0 0 0,0 0 0,0 1 0,0-1 0,-1 0 0,1 0 0,-1 1 0,0-1 0,0 0 0,0 1 0,0-1 0,0 0 0,-1 1 0,-2-4 0,0 0 0,-1 1 0,1 0 0,-1 0 0,0 1 0,0-1 0,-1 1 0,1 0 0,-1 1 0,0-1 0,0 1 0,0 0 0,-7-2 0,-2 0 0,0 1 0,0 0 0,-1 0 0,-20-1 0,32 5 0,0 0 0,0 0 0,0 0 0,-1 0 0,1 1 0,0 0 0,0 0 0,0 0 0,0 0 0,0 0 0,0 1 0,1 0 0,-1 0 0,0 0 0,1 0 0,-1 0 0,1 1 0,0-1 0,0 1 0,0 0 0,-4 5 0,4-3 0,0 0 0,0 1 0,1-1 0,-1 1 0,1-1 0,1 1 0,-1 0 0,-1 10 0,1 4 0,0 25 0,2-28 0,0-1 0,1 1 0,1-1 0,6 28 0,-7-39 0,1-1 0,-1 1 0,1 0 0,0-1 0,1 1 0,-1-1 0,1 0 0,0 0 0,0 0 0,1 0 0,-1 0 0,1-1 0,-1 1 0,1-1 0,0 0 0,0 0 0,1-1 0,-1 1 0,8 2 0,8 2 0,-1 0 0,1-2 0,1-1 0,38 4 0,85-5 0,-119-3 0,-12 0-119,-3 0 203,1 0 0,12-2 1,-20 1-185,-1 1 0,1-1 0,-1 1 0,1-1 0,-1 0 0,0 0 0,1 0 0,-1 0 0,0 0 1,0-1-1,1 1 0,-1-1 0,0 0 0,2-2 0,2-4-6726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24575,'0'0'0,"-1"1"0,1-1 0,0 0 0,-1 0 0,1 0 0,0 0 0,-1 0 0,1 1 0,0-1 0,-1 0 0,1 0 0,0 1 0,-1-1 0,1 0 0,0 0 0,0 1 0,-1-1 0,1 0 0,0 1 0,0-1 0,0 0 0,0 1 0,-1-1 0,1 0 0,0 1 0,0-1 0,0 1 0,0-1 0,0 0 0,0 1 0,0-1 0,0 0 0,0 1 0,0-1 0,0 1 0,0-1 0,0 0 0,0 1 0,0-1 0,1 0 0,-1 1 0,0 0 0,6 17 0,10 10 0,0 1 0,24 27 0,-16-21 0,14 19 0,-5-8 0,51 93 0,-81-130 0,1-1 0,-1 1 0,0 0 0,1 9 0,-3-15 0,-1 0 0,1-1 0,-1 1 0,0-1 0,0 1 0,-1-1 0,1 1 0,-1 4 0,0-6 0,1 0 0,-1 0 0,1 0 0,0 0 0,-1 0 0,0-1 0,1 1 0,-1 0 0,1 0 0,-1 0 0,0-1 0,0 1 0,1 0 0,-1-1 0,0 1 0,0-1 0,0 1 0,0-1 0,0 1 0,1-1 0,-1 0 0,-2 1 0,0-1 0,0 1 0,0-1 0,0 0 0,0-1 0,0 1 0,-1 0 0,1-1 0,0 0 0,1 0 0,-1 0 0,-5-2 0,-32-18 0,35 18 0,-13-7 0,0-2 0,0 0 0,2-1 0,-1 0 0,2-2 0,0 0 0,0 0 0,-16-24 0,29 35 0,-1 0 0,1 0 0,0 0 0,1 0 0,-1 0 0,0-1 0,1 1 0,0 0 0,0-1 0,1 1 0,-1-9 0,1 11 0,0-1 0,1 1 0,-1 0 0,0 0 0,1 0 0,0 0 0,-1-1 0,1 1 0,0 0 0,0 0 0,0 0 0,0 0 0,1 1 0,-1-1 0,0 0 0,1 0 0,0 1 0,-1-1 0,1 1 0,0-1 0,0 1 0,-1 0 0,1 0 0,0 0 0,3-1 0,7-2 14,0 1 0,0 0 0,0 1 0,0 0 0,0 1 0,0 1 0,1 0 0,12 1 0,-7 0-511,1-1 0,26-3 0,-30 0-6329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24575,'3'-7'0,"-2"-1"0,-1 4 0,-1 6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59 24575,'7'-7'0,"1"0"0,-1 0 0,1 1 0,0 0 0,1 1 0,12-7 0,-18 10 0,1 1 0,-1 0 0,1 0 0,0 0 0,-1 0 0,1 0 0,-1 1 0,1-1 0,0 1 0,0 0 0,-1 1 0,1-1 0,0 0 0,-1 1 0,1 0 0,0 0 0,-1 0 0,1 0 0,-1 1 0,5 2 0,5 4 0,-1 1 0,0 0 0,-1 1 0,0 0 0,-1 0 0,0 1 0,12 18 0,-9-10 0,-1 0 0,-1 1 0,-1 0 0,9 26 0,-16-38 0,0 0 0,-1 1 0,0-1 0,0 1 0,-1 0 0,-1 0 0,0 17 0,0-24 0,0 1 0,0 0 0,-1 0 0,1 0 0,-1-1 0,0 1 0,0 0 0,0-1 0,0 1 0,0-1 0,-1 1 0,1-1 0,-1 1 0,0-1 0,1 0 0,-1 0 0,0 0 0,0 0 0,-1 0 0,1 0 0,0-1 0,-1 1 0,1-1 0,0 0 0,-1 1 0,0-1 0,-4 1 0,-7 1 0,1-1 0,-1 0 0,0-1 0,1 0 0,-1-1 0,0-1 0,1 0 0,-19-5 0,11 1 0,1-1 0,-1 0 0,2-2 0,-34-16 0,45 18 0,0 1 0,0-1 0,1 0 0,0 0 0,0-1 0,0 0 0,1-1 0,0 1 0,0-1 0,1 0 0,0-1 0,0 1 0,1-1 0,0 0 0,-4-17 0,5 18 0,1 0 0,1 0 0,-1 0 0,1 0 0,1-1 0,0 1 0,0 0 0,0 0 0,1 0 0,0 0 0,1 0 0,0 0 0,0 0 0,1 0 0,0 0 0,0 1 0,0 0 0,1-1 0,5-6 0,-7 11-65,0 1 0,0 0 0,0-1 0,0 1 0,0 0 0,1 0 0,-1 0 0,0 1 0,1-1 0,-1 1 0,1-1 0,0 1 0,0 0 0,-1 0 0,1 0 0,0 0 0,0 0 0,0 1 0,0 0 0,4-1 0,6 3-6761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29 24575,'-8'-5'0,"-4"-1"0,-6-1 0,-2 2 0,0 1 0,0 2 0,2 3 0,4 2-8191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0 24575,'-7'5'0,"-3"5"0,0 2 0,5 2 0,3 1 0,4 1 0,2 0 0,3-3 0,0-1 0,1-3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24575,'0'-2'0,"0"1"0,0 3 0,2 5 0,2 3 0,-1-1-8191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10 24575,'-34'-3'0,"15"0"0,-1 1 0,0 1 0,1 1 0,-1 0 0,-23 5 0,40-5 0,1 1 0,-1-1 0,0 1 0,1 0 0,-1 0 0,1 0 0,-1 0 0,1 1 0,0-1 0,-1 1 0,1-1 0,0 1 0,0 0 0,0 0 0,0 0 0,1 0 0,-3 3 0,3-3 0,0 0 0,0 0 0,0 1 0,1-1 0,-1 0 0,1 0 0,0 1 0,0-1 0,-1 0 0,2 1 0,-1-1 0,0 0 0,0 0 0,1 1 0,-1-1 0,1 0 0,0 0 0,-1 0 0,1 1 0,2 2 0,2 4 0,1 0 0,-1-1 0,1 0 0,1 0 0,0-1 0,0 1 0,13 9 0,62 40 0,-76-53 0,33 17 0,-30-18 0,-1 1 0,-1 0 0,1 0 0,0 1 0,12 10 0,-20-14 0,1-1 0,-1 0 0,0 0 0,0 0 0,1 1 0,-1-1 0,0 0 0,0 0 0,1 1 0,-1-1 0,0 0 0,0 1 0,0-1 0,0 0 0,0 1 0,1-1 0,-1 0 0,0 1 0,0-1 0,0 0 0,0 1 0,0-1 0,0 0 0,0 1 0,0-1 0,0 0 0,0 1 0,0-1 0,0 0 0,-1 1 0,1-1 0,0 0 0,0 1 0,0-1 0,0 0 0,0 1 0,-1-1 0,1 0 0,0 1 0,0-1 0,-1 0 0,1 0 0,0 1 0,0-1 0,-1 0 0,1 0 0,0 0 0,-1 0 0,1 1 0,0-1 0,-1 0 0,1 0 0,0 0 0,-1 0 0,1 0 0,0 0 0,-1 0 0,1 0 0,0 0 0,-1 0 0,1 0 0,-26 3 0,25-3 0,-27 0 64,-50-8 0,7 0-1557,55 8-5333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61 24575,'-68'-21'0,"40"11"0,0 2 0,-1 1 0,-55-7 0,82 14 0,1 0 0,-1 0 0,1 0 0,0 0 0,-1 0 0,1 0 0,-1 0 0,1 1 0,0-1 0,-1 0 0,1 1 0,0-1 0,-1 1 0,1-1 0,0 1 0,0 0 0,0 0 0,-1-1 0,1 1 0,0 0 0,-1 1 0,1 0 0,1-1 0,-1 0 0,0 1 0,1-1 0,0 1 0,-1-1 0,1 1 0,0-1 0,-1 1 0,1-1 0,0 1 0,0-1 0,0 1 0,0-1 0,1 1 0,-1 1 0,2 3 0,-1 0 0,2 0 0,-1 0 0,0 0 0,1 0 0,0-1 0,7 11 0,1-4 0,-1-1 0,2 0 0,-1 0 0,2-1 0,-1-1 0,27 16 0,-21-16 0,1 0 0,-1-1 0,1-1 0,40 10 0,-55-17 0,0 1 0,1 0 0,-1-1 0,0 0 0,1 0 0,-1 0 0,1-1 0,-1 0 0,0 0 0,1 0 0,-1 0 0,0 0 0,7-4 0,-9 4 0,0 0 0,0 0 0,-1-1 0,1 1 0,-1-1 0,1 1 0,-1-1 0,1 1 0,-1-1 0,0 0 0,0 1 0,1-1 0,-2 0 0,1 0 0,0 0 0,0 0 0,0 0 0,-1 0 0,1 0 0,-1 0 0,0 0 0,0 0 0,1-1 0,-1 1 0,-1 0 0,1 0 0,0 0 0,0 0 0,-1 0 0,0-3 0,-1-1 0,0-1 0,-1 1 0,0 0 0,0 0 0,-5-7 0,6 10 0,0 0 0,0 0 0,-1 0 0,1 0 0,-1 0 0,1 1 0,-1-1 0,0 1 0,0 0 0,-6-4 0,9 6 0,-1 0 0,1 0 0,0 0 0,0 0 0,-1 0 0,1 0 0,0-1 0,0 1 0,-1 0 0,1 0 0,0 0 0,-1 0 0,1 0 0,0 0 0,0 0 0,-1 0 0,1 0 0,0 0 0,-1 0 0,1 1 0,0-1 0,0 0 0,-1 0 0,1 0 0,0 0 0,0 0 0,-1 0 0,1 1 0,0-1 0,0 0 0,0 0 0,-1 0 0,1 1 0,0-1 0,0 0 0,-2 13 0,9 13 0,0-6-300,2 0 0,20 32 0,-26-46-165,4 6-6361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24575,'6'-6'0,"2"-3"0,1 1 0,0 0 0,0 1 0,15-10 0,-21 15 0,-1 1 0,1 0 0,-1 0 0,1 0 0,0 0 0,-1 0 0,1 0 0,0 1 0,0-1 0,-1 1 0,1 0 0,0 0 0,0 0 0,0 0 0,-1 0 0,1 1 0,0-1 0,0 1 0,-1-1 0,1 1 0,0 0 0,-1 1 0,1-1 0,3 2 0,8 7 0,0-1 0,-1 2 0,0 0 0,-1 0 0,13 16 0,-20-21 0,-1 0 0,1 0 0,-1 1 0,-1-1 0,1 1 0,-1 0 0,0 0 0,-1 0 0,0 0 0,0 0 0,0 1 0,-1-1 0,0 15 0,-1-14 0,0-1 0,-1 1 0,-1-1 0,1 1 0,-1-1 0,-5 13 0,0-4 0,-16 27 0,21-41 0,1 0 0,0 0 0,0 0 0,0 0 0,0 0 0,0 0 0,0 0 0,1 0 0,-1 1 0,1-1 0,-1 0 0,1 0 0,0 1 0,0-1 0,0 0 0,0 1 0,0-1 0,0 0 0,1 1 0,-1-1 0,1 0 0,0 0 0,0 0 0,-1 0 0,1 1 0,1-1 0,-1 0 0,0 0 0,0-1 0,1 1 0,-1 0 0,1 0 0,0-1 0,-1 1 0,1-1 0,0 1 0,0-1 0,0 0 0,0 0 0,0 0 0,0 0 0,4 1 0,14 5 0,0 0 0,1-2 0,0-1 0,0 0 0,0-2 0,0 0 0,0-1 0,38-4 0,-53 2-273,0 0 0,-1 0 0,1 0 0,9-4 0,0-1-6553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0 232 24575,'49'5'0,"-3"0"0,0-2 0,68-3 0,-107-1 0,0 0 0,0 0 0,0-1 0,0 0 0,0 0 0,0-1 0,0 0 0,-1 0 0,0 0 0,0-1 0,0 0 0,0 0 0,0-1 0,8-8 0,-12 10 0,1 0 0,0-1 0,-1 1 0,0-1 0,1 0 0,-1 0 0,-1 0 0,1 0 0,-1 0 0,1 0 0,-1 0 0,-1 0 0,1 0 0,0-1 0,-1 1 0,0 0 0,0-1 0,0 1 0,-1 0 0,1 0 0,-1-1 0,0 1 0,0 0 0,-1 0 0,-1-5 0,0 3 0,0 1 0,0 0 0,-1 0 0,1 0 0,-1 0 0,0 1 0,0 0 0,-1-1 0,1 2 0,-1-1 0,-9-6 0,11 9 0,0-1 0,0 1 0,0 0 0,0 0 0,0 0 0,0 0 0,0 0 0,0 1 0,0-1 0,-6 1 0,7 0 0,0 0 0,0 1 0,0-1 0,0 1 0,0-1 0,0 1 0,0 0 0,0 0 0,0 0 0,0 0 0,0 0 0,1 0 0,-1 1 0,0-1 0,1 0 0,-1 1 0,-1 2 0,1-2 0,0 1 0,1 0 0,-1 0 0,1-1 0,0 1 0,0 0 0,0 0 0,0 1 0,0-1 0,1 0 0,-1 0 0,1 0 0,0 0 0,0 1 0,0-1 0,0 0 0,1 0 0,-1 0 0,1 0 0,0 1 0,0-1 0,0 0 0,0 0 0,3 4 0,0 0 0,0 0 0,0 0 0,0 0 0,1-1 0,0 0 0,0 0 0,1 0 0,11 9 0,1-2 0,1-1 0,0-1 0,1-1 0,1 0 0,-1-2 0,1 0 0,1-2 0,-1 0 0,1-1 0,0-2 0,0 0 0,42 0 0,-36-3 0,61-2 0,-88 2 0,0 0 0,0 0 0,0 0 0,0 0 0,0 0 0,0 0 0,0 0 0,0-1 0,0 1 0,1 0 0,-1-1 0,0 1 0,-1-1 0,1 1 0,0-1 0,0 1 0,0-1 0,0 0 0,0 1 0,0-1 0,-1 0 0,1 0 0,0 0 0,-1 0 0,1 0 0,-1 1 0,1-1 0,-1 0 0,1 0 0,-1 0 0,0-1 0,1 1 0,-1 0 0,0 0 0,0 0 0,0 0 0,0 0 0,0 0 0,0 0 0,0 0 0,0 0 0,0 0 0,0 0 0,0 0 0,-1-1 0,0 0 0,-1-6 0,-2 1 0,1-1 0,-1 0 0,-8-11 0,8 13 0,-9-15 0,-16-34 0,26 48 0,0 0 0,1-1 0,0 1 0,0 0 0,0-1 0,1 1 0,0-1 0,1 0 0,0-9 0,0 16-34,0 0 0,0 0 0,0 0 0,0 0 0,0 0-1,1 0 1,-1 0 0,0 0 0,1 0 0,-1 0 0,1 0 0,-1 0 0,1 0-1,-1 0 1,1 0 0,0 0 0,-1 1 0,1-1 0,0 0 0,0 1-1,-1-1 1,1 0 0,0 1 0,0-1 0,0 1 0,0-1 0,0 1 0,0 0-1,0-1 1,0 1 0,0 0 0,0-1 0,0 1 0,0 0 0,0 0 0,0 0-1,0 0 1,0 0 0,2 1 0,8 0-6792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92 24575,'-10'-5'0,"-46"-21"0,50 24 0,0 0 0,0 0 0,0 1 0,0-1 0,0 1 0,-1 1 0,-8-1 0,14 1 0,0 0 0,-1 0 0,1 1 0,0-1 0,0 0 0,0 0 0,-1 1 0,1-1 0,0 1 0,0-1 0,0 1 0,0-1 0,0 1 0,0 0 0,0-1 0,0 1 0,0 0 0,0 0 0,0 0 0,0 0 0,0 0 0,0 1 0,0 0 0,0 0 0,1 0 0,-1 0 0,1 0 0,-1 0 0,1 0 0,0 0 0,0 0 0,0 0 0,0 0 0,0 0 0,1 3 0,1 2 0,0 1 0,0-1 0,1 1 0,0-1 0,7 13 0,-5-12 0,0-1 0,0 0 0,1 0 0,0 0 0,0-1 0,1 0 0,0 0 0,13 9 0,-16-12 0,1-1 0,-1 0 0,1 0 0,0 0 0,-1 0 0,1 0 0,0-1 0,0 0 0,0 0 0,0-1 0,0 1 0,0-1 0,0 0 0,0 0 0,0-1 0,0 0 0,6-1 0,-8 1 0,1 0 0,-1 0 0,0-1 0,0 1 0,0-1 0,0 1 0,-1-1 0,1 0 0,0 0 0,-1-1 0,1 1 0,-1 0 0,0-1 0,0 0 0,0 1 0,2-5 0,-1 3 0,-1-1 0,0 0 0,0 0 0,-1 0 0,1 0 0,-1 0 0,0 0 0,-1-1 0,1-9 0,-1 9 0,0 0 0,-1 0 0,0 0 0,1 0 0,-2 0 0,1 0 0,-1 0 0,0 0 0,0 1 0,-1-1 0,0 1 0,0-1 0,0 1 0,0 0 0,-1 0 0,0 1 0,0-1 0,-8-6 0,7 7-136,-1 1-1,0 0 1,0 0-1,0 1 1,0 0-1,0 0 1,0 0-1,-1 1 0,-8-1 1,0 0-6690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24575,'15'2'0,"-1"1"0,1 0 0,-1 1 0,17 7 0,-26-8 0,-1-1 0,0 0 0,1 1 0,-1 0 0,0 0 0,0 0 0,0 1 0,-1-1 0,0 1 0,1 0 0,-1 0 0,0 0 0,-1 0 0,1 1 0,-1-1 0,3 6 0,-3-4 0,0 1 0,0-1 0,0 1 0,-1-1 0,0 1 0,0 0 0,-1-1 0,0 1 0,0 0 0,-1 8 0,0-12 0,1-1 0,-1 1 0,0-1 0,0 1 0,0-1 0,0 1 0,0-1 0,0 0 0,0 0 0,-1 0 0,1 0 0,-1 0 0,0 0 0,0 0 0,1 0 0,-1 0 0,0-1 0,0 1 0,-1-1 0,1 0 0,0 1 0,0-1 0,-1 0 0,1 0 0,-1 0 0,1-1 0,-1 1 0,1-1 0,-5 1 0,0-1 0,0 0 0,0 0 0,0-1 0,0 0 0,0 0 0,0-1 0,-12-4 0,-1-1 0,-24-14 0,35 16 0,0 0 0,1-1 0,-8-7 0,12 11 0,1-1 0,0 0 0,1 0 0,-1 0 0,0 0 0,1 0 0,0-1 0,0 1 0,0-1 0,-2-5 0,4 8 0,-1 0 0,1 0 0,0 0 0,0 0 0,0 0 0,-1-1 0,1 1 0,0 0 0,1 0 0,-1 0 0,0-1 0,0 1 0,0 0 0,1 0 0,-1 0 0,1 0 0,-1 0 0,1 0 0,-1 0 0,1 0 0,-1 0 0,1 0 0,0 0 0,0 0 0,-1 0 0,1 0 0,0 0 0,0 1 0,0-1 0,0 0 0,0 1 0,0-1 0,0 1 0,0-1 0,0 1 0,0-1 0,1 1 0,-1 0 0,2-1 0,5 0 0,1-1 0,-1 1 0,0 0 0,11 1 0,-18 0 0,13 0-227,0 1-1,0 1 1,0 0-1,0 0 1,18 7-1,-18-3-6598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283 189 24575,'-55'-51'0,"-90"-62"0,140 110 0,0-1 0,0 1 0,0 0 0,0 0 0,-12-4 0,16 6 0,0 1 0,0 0 0,0 0 0,0-1 0,0 1 0,0 0 0,0 0 0,0 0 0,0 0 0,0 0 0,0 0 0,0 0 0,0 1 0,0-1 0,0 0 0,0 1 0,1-1 0,-1 0 0,0 1 0,0-1 0,0 1 0,0-1 0,0 1 0,1 0 0,-1-1 0,0 1 0,0 0 0,1 0 0,-1-1 0,1 1 0,-1 0 0,0 0 0,1 0 0,0 0 0,-1 1 0,-2 5 0,1-1 0,0 1 0,1 0 0,0 0 0,0 0 0,0 0 0,1 9 0,6 52 0,-6-62 0,8 47-99,3 0 0,30 90 0,53 99-330,-58-153 376,-12-29 240,3-2 0,64 106 0,-73-142-1349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31 24575,'-25'-5'0,"-11"-1"0,-4-1 0,-1 2 0,2 2 0,5 0 0,4 2 0,3 1 0,8 0-8191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24575,'0'0'0,"0"1"0,-1-1 0,1 0 0,0 0 0,-1 1 0,1-1 0,0 0 0,0 0 0,-1 1 0,1-1 0,0 1 0,0-1 0,0 0 0,0 1 0,0-1 0,-1 0 0,1 1 0,0-1 0,0 0 0,0 1 0,0-1 0,0 1 0,0-1 0,0 0 0,0 1 0,0-1 0,0 1 0,0-1 0,1 0 0,-1 1 0,3 16 0,-3-15 0,7 25 0,1 0 0,1-1 0,1 0 0,18 34 0,64 93 0,-42-74 0,-48-77 0,8 13 0,-1 0 0,-1 1 0,0 0 0,-1 0 0,7 25 0,-14-40-57,0 0 0,1 0 1,-1-1-1,0 1 0,0 0 0,0 0 0,0-1 0,0 1 0,0 0 0,0 0 0,0-1 1,0 1-1,0 0 0,-1-1 0,1 1 0,0 0 0,0 0 0,-1-1 0,1 1 1,0 0-1,-1-1 0,1 1 0,-1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24575,'236'53'0,"-228"-51"0,-2-1 0,0 0 0,1 0 0,-1 0 0,0-1 0,9 0 0,-13 0 0,-1 0 0,0 0 0,0-1 0,0 1 0,0 0 0,0-1 0,0 1 0,0-1 0,0 1 0,0-1 0,0 1 0,0-1 0,0 0 0,0 1 0,0-1 0,0 0 0,-1 0 0,1 0 0,0 0 0,-1 0 0,1 1 0,0-1 0,-1 0 0,1 0 0,-1-1 0,1 1 0,-1 0 0,0 0 0,0 0 0,1 0 0,-1 0 0,0 0 0,0 0 0,0-1 0,0-1 0,-1-5 0,0 0 0,0 0 0,0 1 0,-1-1 0,0 0 0,-5-10 0,-24-45 0,6 12 0,-78-170 0,103 220 0,0 0 0,0 1 0,0-1 0,-1 1 0,1-1 0,0 0 0,0 1 0,-1-1 0,1 1 0,0-1 0,-1 1 0,1-1 0,-1 1 0,1-1 0,-1 1 0,1-1 0,-1 1 0,1-1 0,-1 1 0,-1 9 0,4 23 0,4 6 0,2 0 0,1 0 0,2-1 0,1-1 0,2 1 0,37 65 0,-34-71 0,11 19 0,42 59 0,-62-101-1365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39 24575,'-1'-1'0,"-1"-4"0,0 0 0,0 1 0,0-1 0,-5-5 0,7 9 0,-1 0 0,1 1 0,0-1 0,-1 1 0,1-1 0,-1 1 0,1-1 0,-1 1 0,1-1 0,-1 1 0,0-1 0,1 1 0,-1 0 0,1-1 0,-1 1 0,0 0 0,1 0 0,-1 0 0,0-1 0,1 1 0,-1 0 0,0 0 0,0 0 0,1 0 0,-1 0 0,0 0 0,1 0 0,-1 0 0,0 0 0,1 1 0,-1-1 0,0 0 0,1 0 0,-1 1 0,0-1 0,1 0 0,-1 1 0,1-1 0,-1 0 0,0 1 0,0 0 0,-2 2 0,1 0 0,-1 0 0,1 0 0,0 0 0,0 1 0,0-1 0,1 0 0,-1 1 0,-1 4 0,-9 37 0,10-33 0,-6 23 0,2 1 0,-4 66 0,10-81 0,1 0 0,0 0 0,2 0 0,1 0 0,0-1 0,10 27 0,-3-17 0,1 0 0,2-1 0,1 0 0,23 32 0,-29-47 0,1-1 0,1 0 0,0-1 0,1 0 0,1-1 0,-1 0 0,2-1 0,-1-1 0,31 16 0,-39-22-227,0-1-1,1-1 1,0 1-1,-1-1 1,12 2-1,-5-3-6598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24575,'16'-37'0,"-10"21"0,0 0 0,2 1 0,0 0 0,0 1 0,1 0 0,14-17 0,-21 29 0,0 0 0,0 0 0,0 0 0,0 1 0,0-1 0,0 1 0,0-1 0,1 1 0,-1 0 0,1 0 0,-1 0 0,0 0 0,1 0 0,0 0 0,-1 1 0,1-1 0,-1 1 0,1 0 0,0 0 0,-1 0 0,5 1 0,-2 0 0,-1 0 0,1 1 0,-1 0 0,1-1 0,-1 2 0,0-1 0,0 1 0,0-1 0,0 1 0,6 7 0,-1-2 0,-1 0 0,0 1 0,-1 0 0,0 0 0,0 1 0,-1 0 0,0 0 0,-1 0 0,0 1 0,-1 0 0,0 0 0,0 0 0,-1 1 0,-1-1 0,0 1 0,-1-1 0,0 22 0,-1-26 0,0-1 0,0 0 0,-1 1 0,0-1 0,-1 0 0,1 1 0,-1-1 0,0 0 0,-1 0 0,0 0 0,0-1 0,0 1 0,-6 7 0,5-7 0,0 0 0,1 0 0,-1 0 0,1 1 0,-4 11 0,6-15 0,1-1 0,-1 1 0,1-1 0,0 1 0,0-1 0,0 1 0,0-1 0,0 1 0,1-1 0,-1 1 0,1-1 0,-1 1 0,1-1 0,0 0 0,0 1 0,0-1 0,0 0 0,1 0 0,2 4 0,2 1 0,0-1 0,0 0 0,1 0 0,0-1 0,0 0 0,0 0 0,1-1 0,14 7 0,-5-4 0,1-1 0,0 0 0,20 3 0,-15-5-455,0-2 0,44-1 0,-54-2-6371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85 24575,'-30'-12'0,"-13"-7"0,-1-1 0,4 4 0,7 5 0,6 6 0,3 4 0,2 2 0,1 1 0,1 3 0,1 1 0,2 1 0,1 0 0,3-2-8191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24575,'28'7'0,"-1"2"0,0 1 0,-1 1 0,0 1 0,-1 1 0,25 17 0,-23-10 0,-1 0 0,0 2 0,-2 1 0,40 47 0,-39-38 0,-2 1 0,37 69 0,-48-78 0,-1 0 0,-2 1 0,0 0 0,-2 0 0,7 41 0,-13-55 0,0-1 0,0 1 0,-1 0 0,-2 18 0,1-24 0,0 0 0,-1 0 0,1 0 0,-1 0 0,0 0 0,0 0 0,0-1 0,-1 1 0,0-1 0,1 0 0,-8 8 0,-7 4-1365,2-3-5461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33 24575,'0'0'0,"0"-1"0,0 0 0,0 0 0,0 0 0,-1 1 0,1-1 0,0 0 0,0 0 0,-1 1 0,1-1 0,0 0 0,-1 0 0,1 1 0,-1-1 0,1 0 0,-1 1 0,1-1 0,-1 1 0,1-1 0,-1 1 0,0-1 0,1 1 0,-1-1 0,0 1 0,0-1 0,1 1 0,-1 0 0,0-1 0,0 1 0,1 0 0,-1 0 0,0 0 0,0-1 0,0 1 0,1 0 0,-1 0 0,0 0 0,0 0 0,0 1 0,1-1 0,-1 0 0,-1 1 0,-6 0 0,0 1 0,0 0 0,-11 4 0,11-3 0,-9 1 0,14-5 0,11-5 0,0 2-80,0 0 0,0 0-1,0 1 1,0 1 0,1-1-1,-1 1 1,1 1 0,-1-1-1,1 2 1,0-1 0,0 1 0,-1 0-1,1 1 1,0 0 0,-1 0-1,13 4 1,-11-1-6746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 24575,'21'4'0,"-2"0"0,0 0 0,18 7 0,-36-11 0,-1 0 0,0 0 0,0 0 0,0 0 0,0 0 0,1 0 0,-1 0 0,0 0 0,0 0 0,0 0 0,0 0 0,1 0 0,-1 0 0,0 0 0,0 0 0,0 0 0,0 0 0,0 0 0,1 0 0,-1 1 0,0-1 0,0 0 0,0 0 0,0 0 0,0 0 0,0 0 0,0 0 0,1 1 0,-1-1 0,0 0 0,0 0 0,0 0 0,0 0 0,0 0 0,0 1 0,0-1 0,0 0 0,0 0 0,0 0 0,0 0 0,0 0 0,0 1 0,0-1 0,0 0 0,-9 3 0,-14-2 0,-9-2 0,-36-6 0,-14-1 0,39 7 0,-103-7 0,22 1 0,97 2-1365,17 2-5461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16 24575,'-18'-2'0,"-8"-1"0,-4-1 0,-1 2 0,1 0 0,3 1 0,3 0 0,1 1 0,2 0 0,2 0 0,1 3 0,2 0 0,1 1 0,0-2 0,1 0 0,2-1-8191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24575,'93'67'0,"49"34"0,-100-74 0,65 31 0,-81-47 0,52 13 0,-24-8 0,-53-16 0,0 0 0,1 0 0,-1 1 0,0-1 0,0 1 0,0-1 0,0 0 0,-1 1 0,1 0 0,0-1 0,0 1 0,0 0 0,0-1 0,0 1 0,-1 0 0,1 0 0,1 1 0,-2-2 0,0 1 0,0-1 0,-1 0 0,1 1 0,0-1 0,0 1 0,0-1 0,0 1 0,0-1 0,0 0 0,0 1 0,-1-1 0,1 1 0,0-1 0,0 0 0,-1 1 0,1-1 0,0 0 0,-1 1 0,1-1 0,0 0 0,-1 1 0,1-1 0,0 0 0,-1 0 0,1 0 0,-1 1 0,-4 1 0,0 1 0,0-1 0,0 0 0,0-1 0,-6 2 0,-45 8 0,2-1 0,1 2 0,-73 27 0,91-26-1365,21-9-5461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24575,'0'-4'0,"0"-7"0,2 10 0,2 7 0,13 29 0,-2 1 0,-1 0 0,8 40 0,-7-27 0,12 26 0,72 136 0,-42-96 0,-53-108 0,0 0 0,0 0 0,8 10 0,-10-17-21,-4-3-1323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24575,'33'3'0,"13"0"0,4 0 0,-5 0 0,-6-1 0,-6-1 0,-5 0 0,-6-1 0,-3 0 0,-3 0 0,-4-3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24575,'0'0'0,"1"-1"0,-1 1 0,0-1 0,0 1 0,0 0 0,1-1 0,-1 1 0,0-1 0,0 1 0,1 0 0,-1-1 0,0 1 0,1 0 0,-1-1 0,0 1 0,1 0 0,-1 0 0,0-1 0,1 1 0,-1 0 0,1 0 0,-1 0 0,1-1 0,-1 1 0,0 0 0,1 0 0,-1 0 0,1 0 0,-1 0 0,1 0 0,0 0 0,0 0 0,0 1 0,0-1 0,0 1 0,-1 0 0,1-1 0,0 1 0,0 0 0,0-1 0,-1 1 0,1 0 0,0 0 0,-1-1 0,2 2 0,1 4 0,1 0 0,-1 0 0,3 8 0,35 128 0,-13-38 0,62 130 0,-86-223-1365,-1-2-5461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38 24575,'-2'-4'0,"0"-1"0,0 0 0,0 1 0,0-1 0,-1 1 0,-2-5 0,5 9 0,0 0 0,-1 0 0,1 0 0,0 0 0,0-1 0,0 1 0,0 0 0,-1 0 0,1 0 0,0 0 0,0 0 0,0 0 0,-1-1 0,1 1 0,0 0 0,0 0 0,0 0 0,-1 0 0,1 0 0,0 0 0,0 0 0,0 0 0,-1 0 0,1 0 0,0 0 0,0 0 0,-1 0 0,1 0 0,0 0 0,0 0 0,0 0 0,-1 0 0,1 1 0,0-1 0,0 0 0,0 0 0,-1 0 0,1 0 0,0 0 0,0 0 0,0 1 0,0-1 0,-1 0 0,1 0 0,0 0 0,0 1 0,0-1 0,0 0 0,0 0 0,0 0 0,0 1 0,0-1 0,-1 0 0,1 0 0,0 0 0,0 1 0,0-1 0,0 0 0,0 1 0,-4 18 0,3-15 0,-12 51 0,-25 136 0,34-157 0,1-1 0,2 1 0,1 0 0,1-1 0,7 35 0,-4-52 0,0 1 0,2-1 0,-1 0 0,2 0 0,0 0 0,1-1 0,1 0 0,0-1 0,15 18 0,-10-16 0,-1-1 0,2-1 0,0 0 0,1-1 0,0-1 0,1 0 0,27 14 0,-27-17-273,1-1 0,-1-1 0,2 0 0,27 5 0,-33-10-6553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30 122 24575,'-3'-6'0,"-4"-6"0,-8-26 0,14 35 0,0 1 0,0-1 0,1 0 0,-1 0 0,1 0 0,0 1 0,-1-1 0,1 0 0,1 0 0,-1 0 0,0 0 0,1 1 0,-1-1 0,1 0 0,0 0 0,1-2 0,-1 4 0,0-1 0,0 1 0,0 0 0,0 0 0,0 0 0,0 0 0,0 0 0,1 0 0,-1 0 0,0 0 0,1 1 0,-1-1 0,1 0 0,-1 1 0,0-1 0,1 1 0,-1 0 0,1-1 0,0 1 0,-1 0 0,1 0 0,-1 0 0,1 0 0,-1 0 0,1 0 0,-1 1 0,1-1 0,-1 0 0,4 2 0,4 1 0,1 1 0,-1-1 0,13 8 0,-16-8 0,17 9 0,37 20 0,-53-28 0,-1 0 0,0 1 0,0 0 0,0 0 0,0 0 0,6 10 0,-10-13 0,0 1 0,-1-1 0,1 1 0,-1 0 0,1-1 0,-1 1 0,0 0 0,0 0 0,-1 0 0,1 0 0,0 0 0,-1 0 0,0 0 0,0 0 0,0 0 0,0 0 0,0 0 0,0 0 0,-1 0 0,0 0 0,1 0 0,-3 3 0,-2 5 0,0 0 0,-1-1 0,0 0 0,-12 15 0,11-17 0,1 0 0,0 1 0,0 0 0,1 0 0,-5 13 0,9-19 0,0 1 0,0 0 0,0-1 0,0 1 0,1 0 0,0 0 0,0-1 0,0 1 0,0 0 0,0 0 0,1-1 0,0 1 0,-1 0 0,2-1 0,-1 1 0,0 0 0,1-1 0,-1 0 0,1 1 0,0-1 0,0 0 0,0 0 0,1 0 0,-1 0 0,1 0 0,4 3 0,-1-2 0,0 1 0,0-1 0,0-1 0,1 1 0,-1-1 0,1-1 0,0 1 0,0-1 0,0 0 0,0-1 0,1 1 0,13-1 0,-12 0-103,5 0 221,27-3 0,-38 2-218,0-1 0,0 1 1,0-1-1,0 0 0,0 0 0,0 0 0,0 0 0,0 0 0,-1-1 0,1 1 0,0-1 1,-1 0-1,1 1 0,3-5 0,0-2-6726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14 24575,'-28'-5'0,"-11"1"0,-2 1 0,4 1 0,5 4 0,6 0 0,5 2 0,3 1 0,3 0 0,0 0 0,-1-2 0,-1-1 0,0 0 0,-2-2 0,2 0-8191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49 24575,'-21'-9'0,"-50"-21"0,64 28 0,1 0 0,-1 0 0,0 1 0,-1-1 0,1 2 0,0-1 0,0 1 0,-9 1 0,14-1 0,0 0 0,0 0 0,0 0 0,0 1 0,0-1 0,0 1 0,0-1 0,1 1 0,-1 0 0,0 0 0,0 0 0,1 0 0,-1 0 0,0 0 0,1 0 0,-1 1 0,1-1 0,-1 0 0,1 1 0,0-1 0,0 1 0,-1 0 0,1-1 0,0 1 0,1 0 0,-1 0 0,0 0 0,0-1 0,1 1 0,-1 0 0,1 0 0,0 0 0,-1 0 0,1 0 0,0 0 0,0 0 0,1 2 0,-1 3 0,2 0 0,-1 0 0,1 0 0,0-1 0,1 1 0,-1-1 0,1 0 0,0 1 0,6 6 0,-5-7 0,1 0 0,0 0 0,0 0 0,0-1 0,1 0 0,0 0 0,0-1 0,0 0 0,0 0 0,1 0 0,-1 0 0,10 2 0,-13-5 0,1 1 0,-1-1 0,1 0 0,0-1 0,-1 1 0,1-1 0,0 1 0,-1-1 0,1 0 0,0-1 0,-1 1 0,1-1 0,0 1 0,-1-1 0,1 0 0,-1 0 0,1-1 0,-1 1 0,0-1 0,1 0 0,-1 0 0,0 0 0,0 0 0,0 0 0,0-1 0,4-4 0,-5 5 0,0-1 0,0 0 0,0 1 0,-1-1 0,1 0 0,-1 0 0,1 0 0,-1 0 0,0 0 0,0-1 0,-1 1 0,1 0 0,-1 0 0,1 0 0,-1-1 0,0 1 0,0 0 0,0-1 0,-1 1 0,1 0 0,-1 0 0,0-1 0,0 1 0,-2-5 0,1 4 0,0 1 0,0-1 0,0 1 0,0 0 0,0 0 0,-1 0 0,1 0 0,-1 0 0,0 1 0,0-1 0,0 1 0,0 0 0,-1 0 0,1 0 0,0 0 0,-1 1 0,0-1 0,1 1 0,-1 0 0,-6-2 0,-21 2-1365,18 1-5461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3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24575,'19'2'0,"0"0"0,0 2 0,-1 0 0,1 1 0,-1 1 0,0 0 0,0 2 0,-1 0 0,0 1 0,-1 0 0,0 2 0,0 0 0,-1 0 0,0 2 0,23 25 0,-5 0 0,-2 1 0,-2 1 0,-2 2 0,-2 0 0,-1 2 0,25 66 0,-46-102 0,0 0 0,-1 1 0,0 0 0,0-1 0,-1 1 0,0 0 0,0 0 0,-2 16 0,0-20 0,0 1 0,0 0 0,0-1 0,-1 0 0,0 1 0,0-1 0,0 0 0,-1 0 0,0 0 0,0-1 0,0 1 0,0 0 0,-1-1 0,0 0 0,-4 4 0,-8 5-273,0-1 0,-1 0 0,-1-2 0,-31 16 0,28-17-6553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31 24575,'-23'-5'0,"-9"-1"0,-5-1 0,1 2 0,5 2 0,5 0 0,4 2 0,4 1 0,4 2 0,3 2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7 24575,'-18'-2'0,"-8"-2"0,1 4 0,1 0 0,3 4 0,2 1 0,2-1 0,2 0 0,0-2 0,3 0-8191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24575,'2'-5'0,"-1"1"0,0-1 0,1 1 0,0 0 0,0-1 0,0 1 0,1 0 0,-1 0 0,1 1 0,0-1 0,0 1 0,0-1 0,5-2 0,-6 4 0,1 0 0,0 0 0,0 0 0,0 0 0,1 1 0,-1 0 0,0 0 0,1 0 0,-1 0 0,0 0 0,1 0 0,-1 1 0,1 0 0,-1 0 0,1 0 0,-1 0 0,1 0 0,3 2 0,4-1 0,-1 2 0,0-1 0,0 2 0,-1-1 0,1 1 0,15 9 0,-21-10 0,-1-1 0,1 1 0,-1 0 0,1 0 0,-1 0 0,0 1 0,0-1 0,-1 1 0,1 0 0,-1-1 0,1 1 0,-1 0 0,0 1 0,-1-1 0,1 0 0,-1 0 0,2 8 0,-3-4 0,1 1 0,-1-1 0,-1 0 0,0 0 0,0 0 0,-4 14 0,3-10 0,-1 0 0,1 13 0,2 23 0,1-36 0,-1 1 0,0-1 0,0 1 0,-1-1 0,-1 1 0,0-1 0,-6 16 0,-21 36 0,29-63 0,-1-1 0,1 1 0,-1-1 0,1 1 0,0 0 0,0-1 0,-1 1 0,1-1 0,0 1 0,0 0 0,0-1 0,0 1 0,0-1 0,0 1 0,0 0 0,0-1 0,0 1 0,0 0 0,0-1 0,0 1 0,0-1 0,0 1 0,1 0 0,-1-1 0,0 1 0,1-1 0,-1 1 0,0-1 0,1 1 0,-1-1 0,0 1 0,1-1 0,-1 1 0,1-1 0,-1 1 0,1-1 0,-1 0 0,1 1 0,-1-1 0,1 0 0,-1 1 0,2-1 0,3 2 0,-1-1 0,1 0 0,0 0 0,9 1 0,-1-1 0,42 9 0,0-4 0,75 1 0,-102-10-1365,-19-1-5461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45 24575,'-27'-8'0,"-12"-2"0,-2 1 0,3 1 0,7 2 0,5 3 0,5 4 0,3 1 0,2 1 0,5 3 0,0-1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61 24575,'-11'-4'0,"0"2"0,-15-3 0,24 5 0,0 0 0,0 0 0,0-1 0,0 1 0,0 0 0,0 1 0,0-1 0,0 0 0,0 1 0,0-1 0,0 1 0,0-1 0,0 1 0,1 0 0,-1 0 0,0 0 0,0 0 0,1 0 0,-1 0 0,-2 3 0,3-3 0,1 0 0,-1 0 0,1-1 0,0 1 0,-1 0 0,1 0 0,0 0 0,0 0 0,0 0 0,0 0 0,0 0 0,0 0 0,0 0 0,0 0 0,0 0 0,0 0 0,1 0 0,-1 0 0,0 0 0,1 0 0,-1 0 0,0 0 0,1 0 0,-1 0 0,1 0 0,0 0 0,-1-1 0,1 1 0,1 1 0,1 2 0,1-1 0,0 1 0,0 0 0,4 2 0,2 1 0,-1-1 0,1 0 0,0-1 0,1 0 0,-1-1 0,1 0 0,0 0 0,0-1 0,0-1 0,22 3 0,-31-5 0,0 0 0,1 0 0,-1-1 0,0 1 0,0 0 0,1-1 0,-1 0 0,0 1 0,0-1 0,0 0 0,1 0 0,-1 0 0,0 0 0,-1 0 0,1-1 0,0 1 0,0-1 0,0 1 0,-1-1 0,1 0 0,-1 1 0,1-1 0,-1 0 0,0 0 0,0 0 0,0 0 0,0 0 0,0 0 0,0-1 0,0-2 0,0 2 0,0-1 0,-1 0 0,1 1 0,-1-1 0,0 0 0,-1 0 0,1 1 0,-1-1 0,1 0 0,-1 0 0,0 1 0,0-1 0,-1 1 0,1-1 0,-1 1 0,1 0 0,-5-7 0,3 6 9,-1 0 1,1 1-1,-1-1 0,0 1 0,0-1 1,0 1-1,0 0 0,-1 1 0,1-1 0,-1 1 1,1 0-1,-6-2 0,0 1-257,1 1 1,0 0-1,-1 1 1,1 0-1,-16 0 1,12 1-6579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24575,'33'11'0,"0"1"0,-1 2 0,-1 1 0,-1 2 0,0 0 0,-1 2 0,-1 2 0,-1 0 0,26 27 0,-33-28 0,-1 1 0,-1 1 0,-1 1 0,0 1 0,-2 0 0,-1 1 0,-1 0 0,-2 1 0,0 1 0,-1-1 0,8 41 0,-14-48 0,-1-1 0,-1 1 0,-1 0 0,0 0 0,-3 29 0,1-41 0,0-1 0,0 1 0,-1-1 0,1 0 0,-1 1 0,-1-1 0,1 0 0,-1 0 0,0 0 0,-1-1 0,1 1 0,-1-1 0,0 0 0,-1 0 0,1 0 0,-1 0 0,0-1 0,0 0 0,-7 5 0,-28 11-1365,23-14-5461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28 24575,'-1'-3'0,"0"-1"0,0 1 0,0 0 0,-1-1 0,-1-3 0,3 7 0,-1 0 0,1 0 0,0 0 0,0-1 0,0 1 0,0 0 0,0 0 0,-1 0 0,1-1 0,0 1 0,0 0 0,0 0 0,-1 0 0,1 0 0,0-1 0,0 1 0,-1 0 0,1 0 0,0 0 0,0 0 0,-1 0 0,1 0 0,0 0 0,0 0 0,-1 0 0,1 0 0,0 0 0,0 0 0,-1 0 0,1 0 0,-1 1 0,1-1 0,-1 1 0,0-1 0,1 1 0,-1 0 0,1-1 0,-1 1 0,1 0 0,-1 0 0,1-1 0,0 1 0,-1 0 0,1 0 0,0 0 0,0 0 0,-4 14 0,2 0 0,0 0 0,1 0 0,0 0 0,3 24 0,-1-5 0,-1-17 0,1 0 0,0-1 0,1 1 0,1 0 0,1 0 0,0-1 0,1 0 0,1 0 0,1 0 0,0 0 0,1-1 0,19 27 0,-5-14 0,42 42 0,-51-59 0,0 0 0,0-1 0,1 0 0,0-1 0,28 13 0,10 1-1365,-31-12-5461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8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24575,'-25'-3'0,"-11"0"0,-2 0 0,3 0 0,5 1 0,6 1 0,3 0 0,4 1 0,1 0 0,2 0 0,0 0 0,0 1 0,0-1 0,0 0 0,0 0 0,2 0-8191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77 149 24575,'18'48'0,"-8"-19"0,21 43 0,-27-65 0,0 0 0,0 0 0,1 0 0,0 0 0,0-1 0,1 0 0,0 0 0,0 0 0,0-1 0,11 7 0,-16-11 0,-1-1 0,1 0 0,-1 1 0,1-1 0,-1 0 0,1 0 0,0 1 0,-1-1 0,1 0 0,-1 0 0,1 0 0,0 0 0,-1 0 0,1 0 0,0 0 0,-1 0 0,1 0 0,-1 0 0,2 0 0,-2 0 0,1 0 0,-1-1 0,0 1 0,1 0 0,-1-1 0,0 1 0,0 0 0,1 0 0,-1-1 0,0 1 0,0-1 0,1 1 0,-1 0 0,0-1 0,0 1 0,0 0 0,0-1 0,1 1 0,-1-1 0,0 1 0,0-1 0,0-1 0,0 0 0,0 0 0,0 0 0,0 0 0,0 0 0,-1 0 0,1 0 0,-1 0 0,1 0 0,-2-2 0,-14-24 0,-1 1 0,-1 1 0,-37-42 0,34 45 0,2-1 0,1-1 0,0 0 0,-13-29 0,30 53 0,1 0 0,0 1 0,-1-1 0,1 0 0,-1 0 0,1 0 0,0 1 0,0-1 0,-1 0 0,1 0 0,0 0 0,0 0 0,0 1 0,0-1 0,0 0 0,0 0 0,0 0 0,0 0 0,1-1 0,-1 2 0,0 0 0,1 0 0,-1 0 0,1-1 0,-1 1 0,1 0 0,-1 0 0,0 0 0,1 0 0,-1 0 0,1 0 0,-1 0 0,1 0 0,-1 0 0,1 0 0,-1 0 0,0 0 0,1 0 0,-1 0 0,1 0 0,-1 1 0,1-1 0,-1 0 0,1 1 0,30 17 0,32 29 0,-36-26 0,0 0 0,2-2 0,49 24 0,-76-42 0,1 0 0,0 0 0,0 0 0,0 0 0,0 0 0,0-1 0,0 1 0,0-1 0,0 0 0,4 0 0,-5-1 0,-1 1 0,0 0 0,0-1 0,0 1 0,1 0 0,-1-1 0,0 0 0,0 1 0,0-1 0,0 0 0,0 1 0,0-1 0,0 0 0,0 0 0,0 0 0,-1 0 0,1 0 0,0 0 0,-1 0 0,1 0 0,0 0 0,-1 0 0,1 0 0,-1 0 0,0-1 0,1 1 0,-1-2 0,2-4 0,-2-1 0,1 1 0,-1 0 0,0-1 0,0 1 0,-3-10 0,-11-45 0,8 39 0,4 16 0,1 6 0,0-1 0,1 0 0,-1 0 0,1 0 0,-1 0 0,1 0 0,0 0 0,0-1 0,0 1 0,0-4 0,1 6 0,-1 0 0,0 0 0,1 1 0,-1-1 0,1 0 0,-1 0 0,0 0 0,1 0 0,-1 0 0,0 1 0,1-1 0,-1 0 0,0 0 0,1 1 0,-1-1 0,0 0 0,1 0 0,-1 1 0,0-1 0,0 0 0,0 1 0,1-1 0,-1 0 0,0 1 0,8 10 0,35 48 0,99 104 0,-125-146-682,28 40-1,-37-45-6143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 24575,'0'0'0,"-1"-1"0,1 1 0,0-1 0,-1 1 0,1 0 0,-1-1 0,1 1 0,-1-1 0,1 1 0,-1 0 0,1-1 0,-1 1 0,1 0 0,-1-1 0,0 1 0,1 0 0,-1 0 0,1 0 0,-1 0 0,0 0 0,1 0 0,-1 0 0,0 0 0,1 0 0,-1 0 0,1 0 0,-1 0 0,-1 0 0,2 1 0,-1 0 0,0-1 0,0 1 0,1 0 0,-1 0 0,0 0 0,1-1 0,-1 1 0,1 0 0,-1 0 0,1 0 0,0 0 0,-1 0 0,1 0 0,-1 2 0,0 4 0,0 1 0,0-1 0,0 14 0,3-1 0,0 0 0,0-1 0,2 1 0,1 0 0,0-1 0,2 0 0,0 0 0,12 23 0,12 13 0,49 67 0,-23-39 0,-56-81-170,0 0-1,0 0 0,1 0 1,-1 1-1,-1-1 0,1 0 1,1 5-1,-2 1-6655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1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0 320 24575,'97'13'0,"30"1"0,-123-13 0,0-1 0,0 0 0,1-1 0,-1 1 0,0-1 0,0 0 0,0 0 0,0 0 0,0 0 0,7-4 0,-10 4 0,0 0 0,1 0 0,-1 0 0,0 0 0,1 0 0,-1-1 0,0 1 0,0 0 0,0-1 0,0 1 0,0 0 0,0-1 0,0 0 0,-1 1 0,1-1 0,-1 1 0,1-1 0,-1 0 0,1 1 0,-1-1 0,0 0 0,0 1 0,0-1 0,0 0 0,0 0 0,0 1 0,0-1 0,-1-2 0,-1-4 0,0 0 0,-1 0 0,0 0 0,0 1 0,-1-1 0,-6-10 0,-33-41 0,12 18 0,12 12 0,2-1 0,-16-37 0,59 133 0,15 37 0,103 174 0,-138-267-151,-1 0-1,2-1 0,-1 0 0,1-1 1,1 1-1,0-1 0,0-1 1,10 8-1,-9-9-6674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36 24575,'0'-4'0,"0"0"0,-1 0 0,1 0 0,-1 0 0,-2-4 0,3 7 0,0 1 0,0 0 0,0-1 0,0 1 0,0-1 0,0 1 0,-1 0 0,1-1 0,0 1 0,0 0 0,-1 0 0,1-1 0,0 1 0,0 0 0,-1-1 0,1 1 0,0 0 0,-1 0 0,1 0 0,0-1 0,-1 1 0,1 0 0,0 0 0,-1 0 0,0 0 0,0 0 0,0 0 0,1 1 0,-1-1 0,0 0 0,1 1 0,-1-1 0,1 1 0,-1-1 0,0 1 0,1-1 0,-1 1 0,1-1 0,-1 1 0,1-1 0,0 1 0,-1 0 0,1-1 0,-1 2 0,-11 20 0,1 1 0,1 1 0,-12 39 0,12-29 0,0 1 0,-7 62 0,16-79 0,0 1 0,1-1 0,1 0 0,0 0 0,2 0 0,0 0 0,7 23 0,2-7 0,2-1 0,1 0 0,1-1 0,2-1 0,1 0 0,2-2 0,0 0 0,2-2 0,1 0 0,1-1 0,34 25 0,-21-18-55,62 46-1255,-91-73-5516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24575,'0'-3'0,"0"0"0,0 0 0,0 0 0,1 0 0,-1 0 0,1 0 0,0 0 0,0 0 0,0 0 0,0 0 0,0 0 0,1 1 0,-1-1 0,1 0 0,0 1 0,0 0 0,0-1 0,0 1 0,4-3 0,-3 2 0,1 1 0,0 0 0,0 0 0,0 0 0,0 0 0,0 1 0,0 0 0,0 0 0,0 0 0,1 0 0,-1 1 0,0 0 0,6 0 0,0 0 0,5-1 0,0 2 0,0 0 0,0 0 0,15 5 0,-27-6 0,1 1 0,-1 1 0,1-1 0,-1 0 0,0 1 0,1-1 0,-1 1 0,0 0 0,0 0 0,0 1 0,-1-1 0,1 0 0,0 1 0,-1 0 0,0 0 0,1-1 0,-1 1 0,0 1 0,-1-1 0,1 0 0,0 0 0,0 5 0,4 15 0,-2 0 0,-1 0 0,0 0 0,-2 1 0,-2 31 0,1-21 0,-1-20 0,-1 1 0,0-1 0,-7 25 0,5-25 0,0 0 0,2 0 0,-2 24 0,4-37 0,0 0 0,0 0 0,0 0 0,0 1 0,0-1 0,0 0 0,1 0 0,-1 0 0,1 0 0,-1 0 0,1 1 0,-1-1 0,1 0 0,-1 0 0,1 0 0,0-1 0,0 1 0,-1 0 0,1 0 0,1 1 0,0-1 0,0 0 0,0 0 0,0 0 0,0 0 0,1 0 0,-1 0 0,0 0 0,0-1 0,5 1 0,4 0 0,0-1 0,0 0 0,16-3 0,-21 3 0,9-2-195,1 0 0,0-1 0,-1 0 0,0-2 0,1 1 0,19-11 0,-26 10-6631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73 24575,'-28'-10'0,"-11"-3"0,-4 0 0,2 0 0,6 3 0,7 2 0,5 3 0,6 5 0,5 2 0,0 4 0,4 2 0,-1 1 0,2 1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8 24575,'-8'-2'0,"1"0"0,-1 1 0,0 0 0,0 0 0,0 1 0,-12 0 0,18 0 0,1 0 0,-1 1 0,1-1 0,-1 0 0,1 1 0,-1-1 0,1 1 0,-1 0 0,1-1 0,-1 1 0,1 0 0,0 0 0,-1 0 0,1 0 0,0 0 0,-2 2 0,3-2 0,-1 0 0,0 1 0,1-1 0,-1 1 0,1-1 0,0 1 0,-1-1 0,1 1 0,0-1 0,0 1 0,0-1 0,0 1 0,0 0 0,0-1 0,0 1 0,1-1 0,-1 1 0,1-1 0,-1 1 0,2 1 0,2 8 0,1-1 0,1 0 0,-1 0 0,2-1 0,-1 1 0,2-1 0,-1-1 0,1 1 0,15 12 0,-21-20 0,-1 0 0,1 0 0,0 0 0,0 0 0,-1 0 0,1 0 0,0 0 0,0 0 0,0-1 0,0 1 0,0-1 0,0 0 0,0 1 0,0-1 0,0 0 0,0 0 0,0 0 0,0 0 0,0-1 0,0 1 0,0-1 0,0 1 0,0-1 0,0 1 0,0-1 0,0 0 0,0 0 0,-1 0 0,1 0 0,0 0 0,-1-1 0,1 1 0,-1 0 0,3-3 0,4-5 0,-1-1 0,0 1 0,0-1 0,8-20 0,-7 17 0,-8 12 6,1 0 0,-1 0 0,1 0 0,-1 0 0,1 0 0,-1 0 0,0 0 0,1 0 0,-1 0 0,0 0 0,0 0 0,0 0 0,0 0 0,0 0 0,0 0 0,0 0 0,0 0 0,0 0 0,-1-1 0,1 2-77,-1-1 1,1 0-1,-1 0 0,0 1 0,1-1 1,-1 1-1,0-1 0,0 0 1,1 1-1,-1-1 0,0 1 0,0 0 1,0-1-1,0 1 0,0 0 1,1-1-1,-1 1 0,0 0 0,0 0 1,-2 0-1,-8-1-6755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32 24575,'-18'-7'0,"-8"-3"0,-2 0 0,1 5 0,5 5 0,4 4 0,5 2 0,2 1 0,1-1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65 24575,'-1'1'0,"-1"1"0,1 0 0,0 0 0,-1 0 0,1 0 0,0 0 0,0 0 0,0 0 0,1 0 0,-1 0 0,0 1 0,1-1 0,0 0 0,-1 0 0,1 1 0,0-1 0,0 0 0,0 0 0,1 1 0,-1-1 0,1 2 0,0 1 0,0 0 0,1 0 0,0-1 0,0 1 0,0 0 0,0-1 0,1 0 0,4 7 0,-3-7 0,0 0 0,0 0 0,0 0 0,9 6 0,-12-10 0,1 1 0,-1 0 0,0-1 0,0 1 0,1-1 0,-1 1 0,1-1 0,-1 1 0,0-1 0,1 0 0,1 0 0,-2 0 0,-1 0 0,1 0 0,0 0 0,-1 0 0,1 0 0,-1-1 0,1 1 0,0 0 0,-1-1 0,1 1 0,-1 0 0,1-1 0,-1 1 0,1 0 0,-1-1 0,1 1 0,-1-1 0,0 1 0,1-1 0,-1 1 0,0-1 0,1 1 0,-1-1 0,0 0 0,0 1 0,1-2 0,-1 0 0,1-1 0,-1 1 0,1-1 0,-1 0 0,0 1 0,0-1 0,-1 0 0,1 1 0,0-1 0,-1 1 0,1-1 0,-1 1 0,0-1 0,-2-4 0,-19-33 0,20 37 0,-17-29 0,12 17 0,-20-25 0,27 40 0,0-1 0,-1 1 0,1-1 0,0 1 0,-1-1 0,1 1 0,0-1 0,-1 1 0,1 0 0,-1-1 0,1 1 0,0 0 0,-1-1 0,1 1 0,-1 0 0,1 0 0,-1 0 0,1-1 0,-1 1 0,0 0 0,0 0 0,1 0 0,0 1 0,0-1 0,0 0 0,-1 1 0,1-1 0,0 0 0,0 0 0,0 1 0,0-1 0,0 0 0,-1 1 0,1-1 0,0 0 0,0 1 0,0-1 0,0 0 0,0 1 0,0-1 0,0 1 0,0-1 0,0 1 0,5 23 0,44 104-290,-38-101-785,-4-9-5751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24575,'5'-2'0,"-1"0"0,0 1 0,0-1 0,0 1 0,1 0 0,-1 0 0,0 0 0,1 1 0,-1-1 0,1 1 0,-1 0 0,1 1 0,-1-1 0,1 1 0,-1 0 0,0 0 0,1 0 0,-1 1 0,0-1 0,0 1 0,0 0 0,0 0 0,0 0 0,0 1 0,-1-1 0,7 7 0,4 5 0,0 0 0,-1 2 0,0 0 0,16 27 0,-22-32 0,34 52 0,-3 2 0,41 95 0,-66-131 0,-2 2 0,-2-1 0,0 1 0,-2 0 0,-2 1 0,-1 0 0,-1 0 0,-1 39 0,-3-62-62,0 0 0,0-1 0,-1 1 0,0-1 0,-1 1 0,0-1 0,0 0 0,-1 0 0,1 0 0,-2 0 0,1-1 0,-1 0-1,0 0 1,-1 0 0,0 0 0,0-1 0,0 0 0,-1 0 0,0-1 0,0 0 0,-11 6 0,5-4-6764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46 24575,'0'-1'0,"0"1"0,-1-1 0,1 0 0,0 1 0,-1-1 0,1 1 0,0-1 0,-1 0 0,1 1 0,-1-1 0,1 1 0,-1-1 0,1 1 0,-1-1 0,0 1 0,1 0 0,-1-1 0,1 1 0,-1 0 0,0-1 0,-16-6 0,15 6 0,-19-5 0,0 0 0,0 2 0,-1 0 0,-41-1 0,40 4-341,0 1 0,1 1-1,-44 8 1,54-7-6485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57 24575,'-21'-9'0,"0"1"0,0 1 0,0 1 0,-1 1 0,0 1 0,0 1 0,0 1 0,-31 0 0,31 3-341,0-2 0,1 0-1,-28-5 1,35 3-6485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1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45 24575,'1'-1'0,"-1"0"0,1 0 0,-1 0 0,1 0 0,-1 0 0,1 1 0,0-1 0,-1 0 0,1 0 0,0 1 0,0-1 0,0 0 0,-1 1 0,1-1 0,0 1 0,0-1 0,0 1 0,0-1 0,0 1 0,0 0 0,0-1 0,1 1 0,0 0 0,0 0 0,0 0 0,0 0 0,0 1 0,0-1 0,-1 0 0,1 1 0,0-1 0,0 1 0,-1 0 0,4 1 0,1 2 0,0 0 0,-1 1 0,1-1 0,-1 1 0,8 8 0,-2 0 0,-2 0 0,1 0 0,-2 1 0,12 24 0,-16-29 0,0 0 0,-1 0 0,-1 0 0,1 0 0,-2 0 0,1 1 0,-1-1 0,0 1 0,-2 12 0,1-18 0,-1 0 0,1-1 0,-1 1 0,0-1 0,0 1 0,0-1 0,-1 0 0,1 1 0,-1-1 0,0 0 0,0 0 0,0 0 0,-4 4 0,2-3 0,0 0 0,-1-1 0,1 1 0,-1-1 0,0 0 0,0 0 0,-9 4 0,0-2 0,0-1 0,0 0 0,0-1 0,0-1 0,-28 2 0,22-3 0,0-2 0,0 0 0,0 0 0,1-2 0,-1-1 0,1 0 0,0-1 0,0-2 0,0 1 0,1-2 0,-32-18 0,46 23 0,-1-1 0,1 1 0,-1-1 0,1 0 0,0 1 0,1-2 0,-1 1 0,1 0 0,0-1 0,0 0 0,0 0 0,1 1 0,-1-2 0,1 1 0,0 0 0,-1-7 0,2 6 0,0 0 0,1 0 0,0-1 0,0 1 0,0 0 0,1-1 0,0 1 0,0 0 0,0 0 0,1 0 0,0 0 0,0 0 0,0 0 0,5-6 0,0 0 0,1-1 0,1 1 0,0 1 0,0 0 0,2 0 0,-1 1 0,1 0 0,23-16 0,-22 20-1365,-2 2-5461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545 1 24575,'24'3'0,"-16"-3"0,-1 1 0,0 0 0,0 0 0,0 0 0,0 1 0,7 3 0,-14-5 0,0 0 0,1 0 0,-1 1 0,1-1 0,-1 0 0,0 0 0,1 0 0,-1 0 0,0 1 0,0-1 0,1 0 0,-1 0 0,0 1 0,1-1 0,-1 0 0,0 0 0,0 1 0,0-1 0,1 0 0,-1 1 0,0-1 0,0 1 0,-5 4 0,-14-1 0,-56-1 0,-128-12 0,8 0 0,175 10 0,-1 0 0,-32 7 0,25-4-1365,15-3-5461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16 24575,'-18'-2'0,"-58"-6"0,-115 3 0,109 14 0,34-3 0,-8 3-1365,41-6-5461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 24575,'0'0'0,"-1"-1"0,1 1 0,0 0 0,0-1 0,0 1 0,0 0 0,0-1 0,0 1 0,0 0 0,0-1 0,0 1 0,-1 0 0,1 0 0,0-1 0,0 1 0,0 0 0,-1 0 0,1-1 0,0 1 0,0 0 0,-1 0 0,1-1 0,0 1 0,0 0 0,-1 0 0,1 0 0,0 0 0,-1 0 0,1 0 0,0-1 0,-1 1 0,1 0 0,-1 0 0,1 1 0,0 0 0,0 0 0,0-1 0,0 1 0,0 0 0,0 0 0,0 0 0,1-1 0,-1 1 0,0 0 0,0 0 0,1-1 0,-1 1 0,0 0 0,1 0 0,5 11 0,1-1 0,0-1 0,1 1 0,0-1 0,1 0 0,18 16 0,66 45 0,-51-45 0,0-2 0,2-2 0,54 20 0,-43-24 0,-34-12 0,32 13 0,-51-18 0,1 1 0,-1-1 0,0 0 0,0 1 0,0-1 0,0 1 0,0-1 0,0 1 0,-1 0 0,4 4 0,-5-5 0,1-1 0,-1 1 0,0 0 0,1 0 0,-1 0 0,0-1 0,0 1 0,1 0 0,-1 0 0,0 0 0,0 0 0,0 0 0,0-1 0,0 1 0,0 0 0,-1 0 0,1 0 0,0 0 0,0 0 0,-1-1 0,1 1 0,0 0 0,-1 0 0,1-1 0,-1 1 0,1 0 0,-1 0 0,1-1 0,-1 1 0,1 0 0,-1-1 0,0 1 0,1-1 0,-1 1 0,-1 0 0,-5 4 0,0-1 0,-1 1 0,0-2 0,0 1 0,-16 5 0,-46 8 0,34-10 0,-19 6-115,-71 19 359,108-26-493,1 0 0,0 2 0,1 0 0,0 1 0,-17 11 0,24-13-6577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3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24575,'3'0'0,"-1"-1"0,1 0 0,-1 0 0,1 0 0,-1 0 0,0 0 0,3-2 0,4-2 0,6 0 0,1 0 0,-1 2 0,0-1 0,1 2 0,0 0 0,-1 1 0,1 0 0,22 3 0,-35-2 0,1 0 0,-1 1 0,0-1 0,1 1 0,-1 0 0,0 0 0,0 0 0,0 0 0,1 0 0,-1 1 0,-1-1 0,1 1 0,3 3 0,-4-4 0,0 1 0,-1 0 0,1 0 0,-1 1 0,1-1 0,-1 0 0,0 0 0,0 0 0,0 1 0,0-1 0,-1 1 0,1-1 0,0 1 0,-1-1 0,0 1 0,0-1 0,0 1 0,0 2 0,-6 205 0,5-196 0,0 0 0,-2 1 0,0-1 0,0 0 0,-10 22 0,5-11 0,8-24 0,-1 0 0,1 0 0,0-1 0,0 1 0,-1 0 0,1 0 0,0 0 0,0 0 0,0 0 0,0 0 0,0 0 0,0 0 0,0 0 0,0 0 0,1-1 0,-1 1 0,0 0 0,0 0 0,1 0 0,-1 0 0,0 0 0,1-1 0,-1 1 0,1 0 0,0 0 0,-1-1 0,1 1 0,-1 0 0,1-1 0,0 1 0,0 0 0,-1-1 0,1 1 0,0-1 0,0 0 0,0 1 0,-1-1 0,1 1 0,0-1 0,0 0 0,0 0 0,0 0 0,1 1 0,5 0 0,1-1 0,-1 1 0,1-1 0,10-1 0,-6 0 0,76-1 0,-87 2-57,0 0 0,1-1 1,-1 1-1,0 0 0,1 0 0,-1-1 0,0 1 0,1-1 0,-1 1 0,0-1 0,0 0 1,0 1-1,0-1 0,1 0 0,-1 0 0,0 0 0,0 0 0,0 1 0,0-2 1,-1 1-1,1 0 0,0 0 0,0-1 0,3-7-6769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44 24575,'-27'-7'0,"-13"-3"0,0 0 0,2 2 0,7 3 0,5 1 0,4 5 0,5 2 0,1 0 0,4 0-8191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 24575,'-20'0'0,"-9"2"0,-2 2 0,1-1 0,4-1 0,3 3 0,4-1 0,2 2 0,2 1 0,0-2 0,3-2-8191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24575,'2'9'0,"1"0"0,1-1 0,-1 1 0,9 12 0,-4-5 0,4 5 0,1-1 0,1-1 0,1 0 0,33 31 0,-43-44-115,-3-5 41,0 1 1,-1-1-1,0 0 1,1 1-1,-1-1 1,0 1-1,1-1 1,-1 1-1,0 0 1,0 0-1,0-1 1,-1 1-1,1 0 1,0 0-1,-1 0 0,1 3 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6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24575,'9'0'0,"-1"0"0,0 0 0,1 1 0,-1 0 0,1 1 0,-1 0 0,0 0 0,0 1 0,0 0 0,0 0 0,-1 1 0,1-1 0,-1 2 0,0-1 0,0 1 0,-1 0 0,1 1 0,-1 0 0,10 11 0,-13-12 0,1-1 0,-1 0 0,0 1 0,-1 0 0,1-1 0,-1 1 0,0 0 0,0 0 0,-1 1 0,2 5 0,-3-8 0,1 0 0,-1 0 0,0 0 0,-1 0 0,1 0 0,0-1 0,-1 1 0,1 0 0,-1 0 0,0 0 0,0-1 0,0 1 0,0-1 0,-1 1 0,1-1 0,-1 1 0,0-1 0,1 1 0,-1-1 0,-4 3 0,1-1 0,0 0 0,0-1 0,0 1 0,0-1 0,-1-1 0,1 1 0,-1-1 0,0 0 0,0 0 0,0-1 0,0 0 0,0 0 0,0 0 0,0 0 0,0-1 0,0 0 0,0-1 0,-11-1 0,-4-2 0,1-1 0,0-1 0,0 0 0,-23-13 0,35 16 0,-1-2 0,1 1 0,0-1 0,-9-8 0,13 10 0,1 1 0,0-1 0,0 0 0,0-1 0,1 1 0,-1-1 0,1 1 0,0-1 0,0 1 0,0-1 0,-2-7 0,3 10 0,1 0 0,0-1 0,0 1 0,-1 0 0,1-1 0,0 1 0,0 0 0,1-1 0,-1 1 0,0-1 0,0 1 0,1 0 0,-1 0 0,0-1 0,1 1 0,-1 0 0,1-1 0,0 1 0,0-1 0,1-1 0,1 1 0,-1 0 0,0-1 0,0 1 0,1 0 0,-1 0 0,1 1 0,3-3 0,3 0 0,0 0 0,0 0 0,1 1 0,13-3 0,-10 3-455,0 1 0,14 0 0,-13 2-6371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30 24575,'-22'-5'0,"-11"-2"0,-1 1 0,1 1 0,5 1 0,5 2 0,5 3 0,4 2 0,2 0 0,0 3 0,0-1 0,-1 0 0,2 0 0,1 1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25 24575,'-18'-5'0,"-7"-2"0,-4 1 0,2 0 0,3 5 0,3 2 0,2 1 0,2 0 0,2 3 0,0-1 0,1 0 0,-1 0 0,1 0 0,0 1 0,-1-2 0,3 0-8191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41 24575,'-2'-6'0,"-7"-15"0,9 20 0,-1 0 0,1 0 0,0 0 0,-1 0 0,0 1 0,1-1 0,-1 0 0,1 0 0,-1 1 0,0-1 0,0 0 0,1 1 0,-1-1 0,0 0 0,-2 0 0,3 3 0,0 0 0,0 0 0,0 0 0,0 0 0,0 0 0,0 0 0,1 0 0,0 3 0,43 119 0,-13-42 0,-13-35 0,-17-56 0,-2-6 0,-8-19 0,-1 1 0,-1 0 0,-22-42 0,27 63 0,2 2 0,-1 0 0,0 1 0,-10-14 0,15 23 0,-1-1 0,1 1 0,0 0 0,-1-1 0,1 1 0,-1-1 0,1 1 0,0 0 0,-1-1 0,1 1 0,-1 0 0,1-1 0,-1 1 0,1 0 0,-1 0 0,0-1 0,1 1 0,-1 0 0,0 0 0,0 0 0,1 0 0,0 0 0,-1 0 0,1 0 0,0 1 0,0-1 0,-1 0 0,1 0 0,0 1 0,-1-1 0,1 0 0,0 0 0,0 1 0,0-1 0,-1 0 0,1 0 0,0 1 0,0-1 0,0 0 0,0 1 0,0-1 0,-1 0 0,1 1 0,0 2 0,-1-1 0,1 1 0,0 0 0,-1-1 0,1 1 0,0-1 0,1 4 0,36 186-1365,-33-176-5461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647 16 24575,'-286'-11'0,"218"7"0,1 3 0,-98 12 0,121-7-1365,28-3-5461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40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34 24575,'2'7'0,"11"40"0,2-1 0,28 61 0,-43-107 0,0 0 0,1 1 0,-1-1 0,0 1 0,1-1 0,-1 0 0,0 1 0,0-1 0,0 1 0,0-1 0,1 1 0,-1-1 0,0 1 0,0-1 0,0 1 0,0-1 0,0 1 0,0-1 0,0 1 0,0-1 0,0 1 0,0-1 0,-1 1 0,1-1 0,0 2 0,-1-2 0,1 0 0,-1 0 0,1 0 0,-1 0 0,1 0 0,-1 0 0,1 0 0,-1 0 0,1 0 0,-1 0 0,0 0 0,1 0 0,-1 0 0,1 0 0,-1 0 0,1-1 0,-1 1 0,0 0 0,-25-16 0,16 8 0,-1-1 0,1-1 0,1 0 0,0 0 0,0-1 0,1 0 0,1-1 0,-11-19 0,14 23 0,1 0 0,0 0 0,0-1 0,1 1 0,-2-13 0,4 19 0,0 0 0,0 0 0,0 0 0,0 1 0,0-1 0,0 0 0,1 0 0,-1 0 0,1 0 0,-1 0 0,1 0 0,0 0 0,-1 0 0,1 1 0,0-1 0,0 0 0,1 1 0,-1-1 0,0 0 0,1 1 0,-1 0 0,0-1 0,1 1 0,0 0 0,-1 0 0,1 0 0,0 0 0,-1 0 0,5-2 0,2 1 0,1-1 0,-1 1 0,1 0 0,0 1 0,14-1 0,49 3 0,-34 0 0,47 0-1365,-70-1-5461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17 151 24575,'7'-1'0,"1"0"0,-1 0 0,0-1 0,0 0 0,12-5 0,14-3 0,-20 7 0,-3 2 0,0-1 0,0-1 0,0 0 0,0 0 0,-1-1 0,1 0 0,13-9 0,-22 13 0,0-1 0,0 0 0,0 0 0,0 0 0,0 0 0,0 1 0,0-1 0,-1-1 0,1 1 0,0 0 0,-1 0 0,1 0 0,-1 0 0,1 0 0,-1 0 0,0-1 0,1 1 0,-1 0 0,0 0 0,0-1 0,0-1 0,0 1 0,0 0 0,-1 0 0,0 0 0,1 1 0,-1-1 0,0 0 0,0 0 0,0 1 0,0-1 0,0 0 0,0 1 0,-2-3 0,-1 0 0,0 0 0,0 1 0,-1-1 0,1 1 0,-1 0 0,1 0 0,-1 0 0,0 1 0,-6-2 0,1 1 0,-1 1 0,1 1 0,0 0 0,-1 0 0,1 1 0,0 0 0,-1 1 0,-17 4 0,25-5 0,0 2 0,1-1 0,-1 0 0,0 0 0,1 1 0,-1-1 0,1 1 0,0 0 0,0 0 0,-1 0 0,1 0 0,0 0 0,1 0 0,-1 1 0,0-1 0,1 1 0,-1-1 0,1 1 0,0-1 0,0 1 0,0 0 0,0 0 0,0-1 0,1 1 0,-1 0 0,1 3 0,-1-2 0,1 0 0,0 0 0,0-1 0,0 1 0,0 0 0,1 0 0,-1 0 0,1-1 0,0 1 0,1 0 0,-1-1 0,0 1 0,1-1 0,0 1 0,0-1 0,0 0 0,0 0 0,0 0 0,5 5 0,4 0 0,1 1 0,-1-2 0,1 1 0,1-2 0,23 10 0,72 18 0,-24-9 0,-58-19-1365,-16-6-5461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24575,'33'54'0,"33"73"0,-52-102 0,1-1 0,22 29 0,-10-16 0,-27-37 0,1 1 0,-1-1 0,0 0 0,1 1 0,-1-1 0,0 1 0,1-1 0,-1 1 0,0-1 0,0 1 0,1-1 0,-1 0 0,0 1 0,0 0 0,0-1 0,0 1 0,0-1 0,0 1 0,0-1 0,0 1 0,0-1 0,0 1 0,0-1 0,0 1 0,0-1 0,0 1 0,0-1 0,-1 1 0,1-1 0,0 1 0,0-1 0,-1 1 0,0 0 0,0-1 0,0 1 0,0-1 0,0 1 0,0-1 0,0 1 0,0-1 0,-1 0 0,1 0 0,0 1 0,0-1 0,0 0 0,-2 0 0,-6-1 0,1 1 0,-16-4 0,-10-6 0,-1 0 0,-33-17 0,56 21-1365,3 0-5461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41 24575,'-3'-13'0,"0"-1"0,0 4 0,0 6 0,2 7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47 24575,'2'-4'0,"1"1"0,0 0 0,0 0 0,0 0 0,0 0 0,0 0 0,1 1 0,-1-1 0,1 1 0,0 0 0,6-3 0,-9 5 0,1 0 0,0-1 0,0 1 0,-1 0 0,1 0 0,0-1 0,0 1 0,0 1 0,-1-1 0,1 0 0,0 0 0,0 1 0,-1-1 0,1 1 0,0-1 0,-1 1 0,1 0 0,-1 0 0,1 0 0,-1 0 0,1 0 0,-1 0 0,1 0 0,-1 0 0,0 0 0,0 1 0,0-1 0,1 0 0,0 4 0,4 4 0,-1 1 0,0 0 0,0 0 0,-1 0 0,0 1 0,-1-1 0,-1 1 0,1 0 0,-2 0 0,1 0 0,-2 0 0,1 13 0,-2-22 0,1-1 0,0 0 0,0 1 0,0-1 0,-1 0 0,1 1 0,-1-1 0,1 0 0,-1 0 0,0 0 0,1 1 0,-1-1 0,0 0 0,0 0 0,0 0 0,1 0 0,-1 0 0,0 0 0,-2 0 0,1 1 0,0-1 0,0 0 0,0 0 0,0-1 0,-1 1 0,1 0 0,0-1 0,-1 1 0,1-1 0,-3 1 0,-3-1 0,-1-1 0,1 1 0,0-1 0,-1-1 0,-9-2 0,0-1 0,0-1 0,-26-13 0,38 16 0,1 0 0,-1 0 0,1 0 0,0-1 0,0 0 0,0 0 0,0 0 0,1 0 0,0-1 0,0 0 0,-6-8 0,9 10-4,0 1 0,-1 0 0,1-1-1,1 1 1,-1 0 0,0-1 0,1 0-1,-1 1 1,1-1 0,0 1 0,0-1-1,0 1 1,0-1 0,0 0 0,0 1 0,1-1-1,-1 1 1,2-4 0,-1 3 21,1 0-1,0 0 1,0 0 0,0 0-1,0 0 1,0 0 0,1 1-1,-1-1 1,1 1 0,0-1-1,5-3 1,0 2-166,-1 0 1,1 0-1,0 0 1,1 1-1,-1 0 1,1 1-1,-1-1 1,1 2-1,16-2 1,-12 3-6678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20 24575,'-28'-7'0,"-11"-1"0,-2 5 0,4 1 0,5 3 0,9 0-8191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8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24575,'9'-8'0,"1"-1"0,-1 1 0,1 1 0,1 0 0,0 0 0,-1 1 0,24-9 0,-19 10 0,0 0 0,1 2 0,0-1 0,0 2 0,28-1 0,118 2 120,-120 2-863,76 14 1,-95-10-6084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24575,'31'-8'0,"11"-2"0,5 1 0,-2 1 0,-2 3 0,-4 1 0,-7 2 0,-7 2-8191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0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24575,'0'-4'0,"0"0"0,0-1 0,0 0 0,0 1 0,1-1 0,-1 0 0,1 1 0,0-1 0,0 0 0,1 1 0,2-6 0,-4 10 0,0 0 0,0 0 0,0 0 0,0-1 0,0 1 0,0 0 0,0 0 0,1 0 0,-1 0 0,0 0 0,0 0 0,0 0 0,0-1 0,0 1 0,1 0 0,-1 0 0,0 0 0,0 0 0,0 0 0,0 0 0,1 0 0,-1 0 0,0 0 0,0 0 0,0 0 0,0 0 0,1 0 0,-1 0 0,0 0 0,0 0 0,0 0 0,0 0 0,0 0 0,1 0 0,-1 0 0,0 0 0,0 1 0,6 5 0,2 12 0,-7-16 0,16 38 0,41 64 0,-18-34 0,-37-64-273,0 0 0,0 1 0,-1-1 0,3 12 0,-3-5-6553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 24575,'3'0'0,"-3"0"0,-2 0 0,-5 0 0,-3 0 0,-2 0 0,-2 0 0,-1 0 0,0 0 0,-1 0 0,1 0 0,0 0 0,-1 0 0,1 0 0,1 0 0,1-2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 24575,'-10'-5'0,"-6"1"0,-2 4 0,-2 1 0,4 4 0,1 0 0,4 0-8191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9 24575,'-1'-1'0,"0"0"0,-1 1 0,1-1 0,0 0 0,-1 0 0,1 1 0,-1-1 0,1 0 0,-1 1 0,1-1 0,-1 1 0,1 0 0,-1 0 0,1-1 0,-1 1 0,-1 0 0,-29 4 0,13-1 0,-239 1 0,145-6 0,74 2-1365,24 0-5461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24575,'20'38'0,"56"128"0,-76-166 0,0 0 0,0 0 0,0 0 0,0 0 0,0 0 0,0 0 0,0 0 0,0 0 0,0 0 0,-1 0 0,1 0 0,0 0 0,0 0 0,0 0 0,0 0 0,0 0 0,0 0 0,0 0 0,0 0 0,0 0 0,0 0 0,0 0 0,0 0 0,0 0 0,0 0 0,0 0 0,0 0 0,-1 0 0,1 0 0,0 0 0,0 0 0,0 0 0,0 0 0,0 0 0,0 0 0,0 0 0,0 0 0,0 0 0,0 1 0,0-1 0,0 0 0,0 0 0,0 0 0,0 0 0,0 0 0,0 0 0,0 0 0,0 0 0,-9-8 0,-9-16 0,-13-38 0,27 53 0,1 0 0,0-1 0,0 1 0,1 0 0,-1-13 0,2 19 0,1 0 0,0 0 0,0-1 0,0 1 0,1 0 0,-1 0 0,1 0 0,-1-1 0,1 1 0,0 0 0,1 0 0,-1 0 0,0 0 0,1 1 0,-1-1 0,1 0 0,0 0 0,0 1 0,0-1 0,1 1 0,-1 0 0,0 0 0,1 0 0,-1 0 0,1 0 0,0 0 0,0 1 0,0-1 0,0 1 0,0 0 0,0 0 0,0 0 0,4-1 0,4 0 0,0 0 0,0 1 0,1 0 0,-1 1 0,1 0 0,-1 1 0,1 0 0,12 4 0,-8-2-195,-1 0 0,0 2 0,0 0 0,0 1 0,0 0 0,25 16 0,-31-15-6631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20 161 24575,'53'1'0,"58"-2"0,-106 0 0,-1 1 0,1-1 0,-1 0 0,1 0 0,-1-1 0,0 0 0,0 1 0,0-1 0,1 0 0,-2-1 0,1 1 0,0-1 0,0 0 0,-1 0 0,0 0 0,4-4 0,-5 5 0,-1 0 0,1 0 0,-1 0 0,0 0 0,0-1 0,0 1 0,0 0 0,-1 0 0,1-1 0,0 1 0,-1-1 0,0 1 0,1 0 0,-1-1 0,0 1 0,0-1 0,-1 1 0,1 0 0,0-1 0,-1 1 0,0 0 0,1-1 0,-1 1 0,0 0 0,0 0 0,0-1 0,0 1 0,-1 0 0,1 0 0,0 0 0,-4-3 0,1 1 0,-1-1 0,1 1 0,-1 0 0,1 0 0,-1 1 0,0-1 0,-1 1 0,1 0 0,0 1 0,-1-1 0,0 1 0,-11-3 0,13 4 0,-1 0 0,1 1 0,0-1 0,0 1 0,-1 0 0,1 1 0,0-1 0,-1 1 0,1-1 0,0 1 0,0 1 0,0-1 0,0 0 0,0 1 0,0 0 0,0 0 0,0 0 0,1 1 0,-4 2 0,-4 3 0,-22 13 0,13-9 0,18-10 0,0 0 0,-1 0 0,1 0 0,1 0 0,-1 0 0,0 1 0,0-1 0,1 1 0,0-1 0,-1 1 0,1 0 0,0-1 0,0 1 0,0 0 0,1 0 0,-1 0 0,1 0 0,0 0 0,-1-1 0,1 1 0,0 0 0,1 4 0,-1-2 0,1 1 0,0-1 0,0 0 0,0 0 0,1 0 0,-1 0 0,1 0 0,0 0 0,1-1 0,-1 1 0,6 7 0,1-3 0,-1 0 0,2-1 0,-1 0 0,1-1 0,1 0 0,18 9 0,71 27 0,-89-38 0,13 3-195,0-2 0,0 0 0,1-1 0,0-1 0,0-2 0,40 0 0,-52-2-6631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0 24575,'4'1'0,"-4"0"0,-13 4 0,-19 2 0,-69 10 0,6-3 0,60-5-1365,25-6-5461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24575,'1'26'0,"1"0"0,1 0 0,1-1 0,2 1 0,10 30 0,54 118 0,-37-113 0,1 5 0,-34-66 0,0 1 0,0-1 0,1 1 0,-1-1 0,0 1 0,0-1 0,0 1 0,0-1 0,0 0 0,0 1 0,1-1 0,-1 1 0,0-1 0,0 1 0,0-1 0,0 1 0,-1-1 0,1 1 0,0-1 0,0 1 0,0-1 0,0 1 0,0-1 0,-1 1 0,1-1 0,0 0 0,0 1 0,-1 0 0,0-1 0,1 0 0,-1 1 0,0-1 0,0 1 0,0-1 0,1 0 0,-1 0 0,0 0 0,0 1 0,0-1 0,0 0 0,1 0 0,-1 0 0,-1 0 0,-29-7 0,6-1 0,-1-2 0,-38-20 0,53 24 0,0-1 0,1 0 0,-1-1 0,2 0 0,-1 0 0,1-1 0,-14-17 0,20 23 0,1 0 0,0 0 0,1 0 0,-1-1 0,1 1 0,-1 0 0,1-1 0,0 1 0,0-1 0,0 1 0,1-1 0,-1-7 0,1 9 0,0 0 0,1 0 0,-1 0 0,0 0 0,1 0 0,0 0 0,-1 0 0,1 0 0,0 1 0,0-1 0,0 0 0,0 0 0,0 1 0,1-1 0,-1 1 0,0-1 0,1 1 0,-1-1 0,1 1 0,0 0 0,-1 0 0,1 0 0,0 0 0,2-1 0,3-1 7,0 0 1,1 1-1,-1 0 0,1 0 0,-1 1 1,16-1-1,48 3-294,-38 1-842,-16-2-5697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24575,'10'0'0,"4"5"0,-2 4 0,-1 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24575,'8'-2'0,"22"-7"0,40-7 0,-61 15 0,-1 0 0,1 0 0,0 1 0,-1 0 0,1 0 0,0 1 0,-1 0 0,1 1 0,14 4 0,-19-4 0,0 0 0,0 0 0,0 1 0,-1 0 0,1-1 0,0 1 0,-1 0 0,0 1 0,0-1 0,0 1 0,4 5 0,3 6 0,12 26 0,-14-24 0,0-2 0,-1 2 0,0-1 0,-2 1 0,0 0 0,0 0 0,-2 0 0,0 0 0,-1 1 0,0 34 0,-2-45 0,-1 0 0,1 0 0,-1-1 0,0 1 0,-1 0 0,1-1 0,-1 1 0,-5 10 0,6-15 0,-1 0 0,1 1 0,-1-1 0,0 0 0,0 0 0,1 0 0,-1 0 0,-1 0 0,1-1 0,0 1 0,0-1 0,-1 1 0,1-1 0,0 0 0,-1 0 0,0 0 0,1 0 0,-1 0 0,1 0 0,-1-1 0,0 0 0,0 1 0,1-1 0,-4 0 0,-1-1 0,0 1 0,0-1 0,0-1 0,0 1 0,1-1 0,-1-1 0,0 1 0,-11-7 0,-49-33 0,52 31 0,-103-77 0,104 76 0,1-1 0,0 0 0,1-1 0,0 0 0,-18-31 0,27 39 0,0 0 0,0 0 0,0-1 0,1 1 0,0-1 0,1 1 0,0-1 0,0 1 0,0-1 0,1 0 0,-1 0 0,2 1 0,1-14 0,-1 17 0,-1-1 0,2 1 0,-1-1 0,0 1 0,1 0 0,-1-1 0,1 1 0,0 0 0,0 0 0,0 0 0,1 0 0,-1 1 0,1-1 0,-1 1 0,1-1 0,0 1 0,0 0 0,0 0 0,0 0 0,0 0 0,1 1 0,-1-1 0,1 1 0,-1 0 0,1 0 0,5-1 0,-3 1-85,0 0 0,0 0-1,-1 1 1,1 0 0,0 0-1,0 0 1,0 0 0,-1 1-1,1 0 1,0 1 0,-1-1-1,1 1 1,-1 0 0,1 0-1,5 4 1,-1 0-6741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 24575,'-5'0'0,"-4"0"0,-5 0 0,-4 0 0,-3 0 0,-3 0 0,-3 2 0,-1 2 0,-2-1 0,3-1 0,5 0-8191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24575,'5'10'0,"1"6"0,3 5 0,0 2 0,0-1 0,-1-2 0,-1-1 0,-1-2 0,0-1 0,1 0 0,-1-2 0,-1 1 0,1-1 0,2 1 0,-1-1 0,2-2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24575,'8'-3'0,"2"2"0,2 4 0,-1 3 0,-2 4 0,-3 3 0,-3 1 0,-1-2-8191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43 24575,'-8'-4'0,"-6"-5"0,-32-13 0,43 21 0,0 0 0,-1 0 0,1 0 0,-1 0 0,1 0 0,-1 1 0,0-1 0,1 1 0,-1 0 0,1 0 0,-1 0 0,0 1 0,1-1 0,-1 1 0,-4 1 0,6 0 0,-1-1 0,1 0 0,0 0 0,0 1 0,0-1 0,0 1 0,1 0 0,-1 0 0,0-1 0,1 1 0,-1 0 0,1 0 0,0 1 0,0-1 0,-1 0 0,1 0 0,1 0 0,-1 1 0,0-1 0,0 1 0,1-1 0,0 0 0,-1 1 0,1-1 0,0 1 0,0-1 0,0 1 0,1-1 0,0 4 0,0 1 0,0-1 0,1 1 0,0 0 0,0-1 0,1 0 0,0 0 0,0 1 0,0-2 0,7 10 0,12 9 0,1-1 0,0-1 0,2-1 0,32 22 0,-17-14 0,-39-28 0,0-1 0,-1 1 0,1-1 0,0 1 0,0-1 0,-1 1 0,1 0 0,0-1 0,-1 1 0,1 0 0,-1 0 0,1 0 0,-1-1 0,1 1 0,-1 0 0,1 2 0,-1-3 0,0 0 0,0 1 0,0-1 0,-1 0 0,1 1 0,0-1 0,0 0 0,0 1 0,-1-1 0,1 0 0,0 1 0,0-1 0,-1 0 0,1 0 0,0 1 0,-1-1 0,1 0 0,0 0 0,0 0 0,-1 0 0,1 1 0,-1-1 0,1 0 0,0 0 0,-1 0 0,1 0 0,-1 0 0,-6 1 0,1 0 0,-1-1 0,-9 0 0,10 0 0,-162-2-1365,147 1-5461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371 644 24575,'-25'-11'0,"-123"-45"0,126 49 0,0 2 0,0 0 0,0 2 0,-1 0 0,-22 0 0,43 3 0,0 0 0,0 0 0,-1 1 0,1-1 0,0 0 0,0 1 0,0-1 0,0 1 0,0 0 0,0-1 0,0 1 0,0 0 0,0 0 0,0 0 0,-2 3 0,3-3 0,0 0 0,1 0 0,-1 0 0,1 0 0,-1 0 0,1 0 0,-1 0 0,1 1 0,-1-1 0,1 0 0,0 0 0,0 0 0,0 1 0,0-1 0,0 0 0,0 0 0,0 1 0,0-1 0,0 0 0,1 0 0,-1 0 0,0 1 0,1-1 0,-1 0 0,1 0 0,-1 0 0,1 0 0,1 2 0,4 8 0,1-1 0,1 1 0,0-1 0,0 0 0,1-1 0,0 0 0,1 0 0,0-1 0,0-1 0,1 1 0,16 7 0,-11-7 0,0 0 0,1-2 0,0 0 0,0 0 0,0-2 0,0 0 0,31 2 0,-45-6 0,1 0 0,-1 0 0,0 0 0,1 0 0,-1-1 0,0 0 0,0 1 0,1-1 0,-1 0 0,0 0 0,0-1 0,0 1 0,0-1 0,0 0 0,0 1 0,2-4 0,-3 4 0,-1-1 0,1 0 0,0 0 0,-1 0 0,0 0 0,0 0 0,1 0 0,-1 0 0,-1 0 0,1 0 0,0 0 0,0-1 0,-1 1 0,1 0 0,-1-1 0,0 1 0,0 0 0,1-1 0,-2 1 0,1 0 0,0-1 0,0 1 0,-2-4 0,1 3 0,0-1 0,0 1 0,0 0 0,-1-1 0,0 1 0,1 0 0,-1 0 0,-1 0 0,1 0 0,0 0 0,-1 1 0,1-1 0,-1 1 0,0-1 0,1 1 0,-1 0 0,-1 0 0,-2-1 0,4 2 0,0 0 0,1 0 0,-1 1 0,0-1 0,0 1 0,0 0 0,0 0 0,1-1 0,-1 1 0,0 0 0,0 1 0,0-1 0,0 0 0,0 0 0,1 1 0,-1-1 0,0 1 0,0 0 0,1-1 0,-1 1 0,0 0 0,1 0 0,-1 0 0,1 0 0,-1 0 0,1 0 0,-1 1 0,1-1 0,0 0 0,0 1 0,-1-1 0,1 1 0,0 0 0,0-1 0,-1 4 0,1-3 0,0 0 0,0 0 0,0 1 0,0-1 0,0 0 0,1 1 0,-1-1 0,1 0 0,-1 1 0,1-1 0,0 1 0,0-1 0,0 0 0,0 1 0,1-1 0,-1 1 0,0-1 0,2 4 0,-1-3 0,1 0 0,0 0 0,0-1 0,0 1 0,0 0 0,0-1 0,0 1 0,0-1 0,1 1 0,-1-1 0,6 3 0,2 1 0,-1-1 0,1 0 0,0-1 0,1 0 0,-1-1 0,1 0 0,11 2 0,-21-5 0,18 4 0,0-1 0,1-1 0,-1-1 0,26-2 0,-41 1 0,1 0 0,-1-1 0,1 0 0,-1 0 0,0 0 0,1 0 0,-1-1 0,0 0 0,0 0 0,0 0 0,0 0 0,-1 0 0,1-1 0,0 0 0,-1 0 0,0 0 0,0 0 0,0 0 0,0-1 0,0 1 0,0-1 0,-1 0 0,0 0 0,4-7 0,-2-2 0,-1 0 0,0 1 0,-1-1 0,0 0 0,-1-1 0,-1-21 0,-11-80 0,1 51 0,-3 1 0,-37-110 0,-13 4 0,54 149 0,8 20 0,1 0 0,0 0 0,0 0 0,0-1 0,0 1 0,0 0 0,-1 0 0,1 0 0,0 0 0,0-1 0,0 1 0,-1 0 0,1 0 0,0 0 0,0 0 0,0 0 0,-1 0 0,1 0 0,0 0 0,0-1 0,-1 1 0,1 0 0,0 0 0,0 0 0,-1 0 0,1 0 0,-1 1 0,1-1 0,0 1 0,-1-1 0,1 0 0,-1 1 0,1-1 0,0 1 0,-1-1 0,1 1 0,0-1 0,0 1 0,0-1 0,-1 1 0,1-1 0,0 1 0,0-1 0,0 2 0,-6 26 0,2 0 0,-2 53 0,9 58 0,0-87 0,2-1 0,22 92 0,-21-118 0,2 0 0,1-1 0,1 0 0,1 0 0,1-1 0,1-1 0,24 33 0,-28-45 0,0 0 0,0-1 0,1 0 0,0-1 0,1 0 0,0 0 0,0-1 0,1-1 0,20 9 0,-23-11 0,1-1 0,0 0 0,0 0 0,0-1 0,0-1 0,0 0 0,1 0 0,-1-1 0,0 0 0,1 0 0,-1-1 0,20-5 0,-26 5 7,0 0 0,-1-1 0,1 1 0,0-1 0,0 0 1,-1 0-1,1 0 0,-1 0 0,0-1 0,0 1 0,0-1 0,0 0 0,0 0 0,0 0 0,-1 0 0,4-6 0,-3 4-142,-1-1 0,0 1 0,0-1 0,-1 0 0,1 0 0,-1 0 0,0 0 0,-1 0 0,0 0 0,0-8 0,-1-2-6691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60 24575,'-14'-8'0,"-57"-27"0,64 31 0,0 2 0,-1-1 0,1 1 0,-1 0 0,0 1 0,0 0 0,-12-1 0,18 2 0,0 1 0,0-1 0,0 0 0,0 0 0,0 1 0,0-1 0,1 1 0,-1 0 0,0 0 0,0 0 0,0-1 0,1 1 0,-1 1 0,0-1 0,1 0 0,-1 0 0,-1 3 0,1-2 0,0 1 0,1-1 0,-1 1 0,1 0 0,-1 0 0,1-1 0,0 1 0,0 0 0,0 0 0,0 4 0,0 1 0,0 1 0,0-1 0,1 0 0,1 1 0,-1-1 0,2 0 0,2 12 0,-1-8 0,2 1 0,0-2 0,0 1 0,1 0 0,0-1 0,9 11 0,3 2 0,31 32 0,-49-56 0,1 1 0,0-1 0,-1 1 0,1-1 0,-1 1 0,1-1 0,-1 1 0,1-1 0,-1 1 0,0 0 0,1-1 0,-1 1 0,0 0 0,1-1 0,-1 1 0,0 0 0,0 0 0,0-1 0,1 1 0,-1 0 0,0 0 0,0-1 0,0 1 0,0 0 0,-1 1 0,1-1 0,-1-1 0,0 1 0,1 0 0,-1-1 0,0 1 0,1-1 0,-1 1 0,0-1 0,0 1 0,0-1 0,1 0 0,-1 1 0,0-1 0,0 0 0,0 0 0,0 0 0,0 0 0,0 1 0,-6-1 0,0 0 0,0 0 0,0 0 0,-11-2 0,-89-22-1365,95 22-5461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28 24575,'20'-7'0,"1"2"0,-1 0 0,1 1 0,0 1 0,28 0 0,-43 3 0,0 0 0,-1 1 0,1 0 0,-1 0 0,1 1 0,-1-1 0,1 1 0,-1 0 0,0 1 0,9 4 0,-11-4 0,1 0 0,0 0 0,-1 0 0,0 1 0,0-1 0,0 1 0,0 0 0,0 0 0,-1 0 0,0 0 0,0 0 0,0 1 0,0-1 0,1 9 0,-2-10 0,0 0 0,0 0 0,-1 1 0,0-1 0,1 0 0,-1 1 0,0-1 0,-1 0 0,1 1 0,-1-1 0,1 0 0,-1 1 0,0-1 0,0 0 0,-1 0 0,1 0 0,-1 0 0,1 0 0,-3 3 0,1-3 0,0 0 0,0 0 0,0 0 0,0 0 0,0 0 0,-1-1 0,1 0 0,-1 0 0,1 0 0,-1 0 0,0 0 0,0-1 0,0 1 0,0-1 0,-5 1 0,-8 0 0,1-1 0,-1-1 0,0 0 0,0-1 0,1-1 0,-1 0 0,1-1 0,0-1 0,0-1 0,0 0 0,0-1 0,1 0 0,0-2 0,-21-12 0,32 17 0,1 1 0,0-1 0,0 1 0,-1-1 0,2 0 0,-1 0 0,0 0 0,1-1 0,-1 1 0,-2-6 0,5 8 0,-1 0 0,1-1 0,-1 1 0,1-1 0,0 1 0,-1-1 0,1 1 0,0-1 0,0 1 0,0-1 0,0 1 0,1-1 0,-1 1 0,0-1 0,1 1 0,-1-1 0,1 1 0,-1 0 0,1-1 0,0 1 0,-1 0 0,1-1 0,0 1 0,0 0 0,0 0 0,0 0 0,0 0 0,0 0 0,0 0 0,0 0 0,3-1 0,2-3 14,0 1-1,1 1 0,-1-1 0,1 1 1,0 0-1,0 1 0,0 0 1,9-2-1,2 1-508,-1 1 0,23 0 0,-22 1-6331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41 24575,'-16'-4'0,"-28"-9"0,-72-9 0,113 21 0,0 1 0,-1 0 0,1 0 0,-1 0 0,1 0 0,0 0 0,-1 1 0,1-1 0,0 1 0,-1 0 0,1 0 0,-6 3 0,8-3 0,-1 0 0,1 1 0,0-1 0,-1 0 0,1 1 0,0-1 0,0 0 0,0 1 0,0-1 0,0 1 0,0 0 0,0-1 0,1 1 0,-1 0 0,1-1 0,-1 1 0,1 0 0,-1 0 0,1 0 0,0-1 0,0 1 0,0 0 0,0 0 0,0 0 0,1 2 0,0 1 0,1 1 0,-1 0 0,1-1 0,0 1 0,1-1 0,-1 0 0,1 0 0,0 0 0,0 0 0,1-1 0,-1 1 0,5 4 0,4 3 0,0-1 0,27 20 0,-26-22 0,1 0 0,0-1 0,25 10 0,-32-16 0,-1 0 0,1 0 0,0 0 0,-1 0 0,1-1 0,0 0 0,0-1 0,0 0 0,0 0 0,-1 0 0,10-2 0,-15 2 0,1-1 0,0 1 0,-1-1 0,1 1 0,0-1 0,-1 0 0,1 0 0,-1 0 0,1 0 0,-1 0 0,1 0 0,-1 0 0,0 0 0,0-1 0,0 1 0,0-1 0,2-2 0,-2 2 0,1-1 0,-1 0 0,0 0 0,0 0 0,-1 0 0,1 0 0,-1 0 0,1-1 0,-1-3 0,0-3 0,-1 1 0,-1-1 0,1 0 0,-1 1 0,-5-14 0,5 18 0,1-1 0,-1 1 0,-1 0 0,1 0 0,-1 0 0,1 1 0,-1-1 0,-7-8 0,10 13 0,-1 0 0,1 0 0,0 0 0,0 0 0,0 0 0,-1 0 0,1 0 0,0 0 0,0 0 0,0 0 0,-1 0 0,1 0 0,0 0 0,0 0 0,0 0 0,-1 0 0,1 0 0,0 0 0,0 1 0,0-1 0,-1 0 0,1 0 0,0 0 0,0 0 0,0 0 0,0 0 0,0 0 0,-1 1 0,1-1 0,0 0 0,0 0 0,0 0 0,0 0 0,0 1 0,0-1 0,0 0 0,-1 0 0,1 0 0,0 1 0,0-1 0,0 0 0,0 0 0,0 0 0,0 1 0,0-1 0,0 0 0,0 0 0,0 0 0,0 1 0,0-1 0,-1 14 0,1-14 0,0 14-151,0 0-1,1 0 0,1 0 0,0 0 1,1 0-1,1 0 0,0-1 1,9 22-1,-7-22-6674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24575,'14'-6'0,"6"-1"0,29-8 0,-43 14 0,-1-1 0,1 1 0,0 1 0,1 0 0,-1-1 0,0 2 0,0-1 0,0 1 0,9 2 0,-12-2 0,-1 0 0,1 0 0,0 0 0,-1 1 0,1-1 0,-1 1 0,0 0 0,0 0 0,1 0 0,-1 0 0,0 0 0,-1 0 0,1 0 0,0 1 0,-1-1 0,1 1 0,-1-1 0,0 1 0,2 3 0,1 7 0,0-1 0,-1 1 0,1 14 0,1-3 0,-2-7 0,-1 0 0,0 20 0,-1-3 0,0-31 0,0 1 0,-1 0 0,1-1 0,0 0 0,1 1 0,-1-1 0,1 1 0,-1-1 0,1 0 0,0 0 0,0 0 0,1 0 0,-1 0 0,1-1 0,-1 1 0,1-1 0,0 1 0,0-1 0,0 0 0,0 0 0,0 0 0,0-1 0,5 3 0,9 2 0,-1 0 0,1-1 0,28 4 0,-29-6 0,11 3 0,-15-2 0,0-1 0,0-1 0,0 0 0,0-1 0,0 0 0,1-1 0,17-2 0,-29 2-72,1 0 1,0-1-1,-1 1 0,1-1 0,-1 1 0,1-1 0,-1 0 0,1 1 1,-1-1-1,1 0 0,-1 0 0,0 0 0,1 0 0,-1 0 0,0-1 1,0 1-1,0 0 0,2-3 0,1-4-6754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0 268 24575,'13'-1'0,"114"-13"0,-102 9 0,0 0 0,46-17 0,-66 20 0,0-1 0,0 1 0,0-1 0,-1 0 0,0 0 0,1 0 0,-1-1 0,0 1 0,-1-1 0,1 0 0,-1 0 0,4-5 0,-6 7 0,0 0 0,0 0 0,0 0 0,0 1 0,0-1 0,-1 0 0,1 0 0,-1 0 0,1 0 0,-1 0 0,0 0 0,0 0 0,0 0 0,0 0 0,0 0 0,0 0 0,-1 0 0,1 0 0,-1 0 0,1 0 0,-1 0 0,0 0 0,1 0 0,-1 0 0,0 1 0,0-1 0,-1 0 0,1 1 0,0-1 0,0 1 0,-1-1 0,1 1 0,-1-1 0,-2 0 0,-2-3 0,-1 0 0,0 1 0,0 0 0,-1 1 0,1-1 0,-12-2 0,2 1 0,-34-5 0,50 10 0,-1-1 0,0 1 0,0 0 0,0 0 0,1 0 0,-1 0 0,0 0 0,0 1 0,0-1 0,1 0 0,-1 1 0,0-1 0,0 1 0,1 0 0,-1-1 0,0 1 0,1 0 0,-1 0 0,-2 2 0,4-2 0,-1 0 0,0 1 0,1-1 0,-1 0 0,1 0 0,-1 0 0,1 1 0,0-1 0,-1 0 0,1 0 0,0 1 0,0-1 0,0 0 0,0 1 0,0-1 0,0 0 0,0 1 0,1-1 0,-1 0 0,0 0 0,1 1 0,-1-1 0,1 0 0,-1 0 0,1 0 0,0 0 0,-1 1 0,2 0 0,2 5 0,1-1 0,0 0 0,0-1 0,0 1 0,0-1 0,11 8 0,41 24 0,-32-21 0,-7-5 0,1-1 0,0-1 0,1 0 0,-1-2 0,1 0 0,1-1 0,-1-1 0,1-1 0,0-1 0,0 0 0,0-2 0,33-2 0,-52 1 0,0-1 0,0 1 0,0-1 0,0 1 0,0-1 0,0 0 0,0 0 0,0 0 0,0 0 0,0 0 0,-1 0 0,1 0 0,0 0 0,-1-1 0,1 1 0,-1-1 0,0 1 0,1-1 0,-1 0 0,0 1 0,0-1 0,0 0 0,0 0 0,0 0 0,-1 0 0,1 0 0,-1 0 0,1 0 0,0-3 0,0-6 0,0-1 0,0 1 0,-1-1 0,-2-13 0,1 5 0,0 6 0,-4-25 0,2 26 0,-1-25 0,4 36-44,0 1 0,0-1 0,0 0 0,0 1 0,0-1 0,0 0 0,0 0 0,1 1 0,-1-1 0,1 1 0,0-1 0,-1 0 0,1 1 0,0-1 0,0 1 0,0-1 0,0 1-1,0 0 1,0-1 0,0 1 0,0 0 0,1 0 0,-1 0 0,0 0 0,1 0 0,-1 0 0,1 0 0,-1 0 0,1 1 0,2-2 0,7 0-6782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3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29 24575,'-9'-5'0,"-1"1"0,1 0 0,-1 0 0,0 1 0,0 1 0,-1 0 0,1 0 0,0 1 0,-13 0 0,21 1 0,0 0 0,1 0 0,-1 0 0,0 1 0,1-1 0,-1 0 0,0 1 0,0 0 0,1-1 0,-1 1 0,1 0 0,-1 0 0,1 0 0,-1 0 0,1 0 0,0 0 0,-1 1 0,1-1 0,0 0 0,-2 2 0,2 0 0,0 0 0,0-1 0,0 1 0,0 0 0,0-1 0,0 1 0,1 0 0,-1 0 0,1 0 0,0 0 0,0 4 0,1 2 0,0-1 0,0 1 0,1-1 0,0 0 0,1 0 0,0 0 0,6 12 0,-3-8 0,1-1 0,1-1 0,0 0 0,0 0 0,1 0 0,0-1 0,15 12 0,-18-16 0,0-1 0,1 0 0,-1 0 0,1 0 0,0-1 0,0 0 0,0 0 0,0-1 0,0 0 0,0 0 0,1-1 0,-1 1 0,1-2 0,9 1 0,-15-1 0,1-1 0,-1 1 0,1 0 0,-1-1 0,1 1 0,-1-1 0,0 0 0,0 0 0,1 0 0,-1 0 0,0 0 0,0-1 0,0 1 0,0-1 0,0 1 0,0-1 0,2-3 0,-2 3 0,0-1 0,0 0 0,-1-1 0,1 1 0,-1 0 0,1 0 0,-1-1 0,0 1 0,-1 0 0,1-1 0,0-4 0,-1 1 0,0 0 0,0 0 0,0 1 0,-1-1 0,0 0 0,-1 0 0,1 1 0,-1-1 0,-1 1 0,1-1 0,-1 1 0,-4-8 0,2 7-227,-1 0-1,0 0 1,0 1-1,0-1 1,-12-8-1,3 5-6598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46 24575,'-3'-16'0,"2"12"0,0-1 0,0 1 0,0 0 0,-3-9 0,2 14 0,1 3 0,0 5 0,1 6 0,1-1 0,6 28 0,-4-25 0,2 31 0,-7 28 0,3 55 0,6-81 0,-3-32 0,0 33 0,-4 244 0,0-286 0,1 0 0,1 1 0,2 10 0,3 21 0,-3-9 0,2-1 0,16 53 0,-22-84 0,37 154 0,-33-133 0,-2 1 0,0 0 0,-1 0 0,-3 26 0,0 3 0,3 7 0,-2 61 0,-13-31 0,7-55 0,4-22 0,1 1 0,-2 21 0,3-24 0,0 1 0,-1-1 0,0 1 0,-1-1 0,0 0 0,0 0 0,-1-1 0,-6 11 0,5-10 0,0 1 0,1-1 0,0 1 0,1 1 0,0-1 0,-2 16 0,4 74 0,2-52 0,0-31 0,1-1 0,1 1 0,0-1 0,10 30 0,-7-30 0,-1 1 0,-1-1 0,-1 1 0,2 27 0,-6-30 0,0 1 0,-1-1 0,-1 0 0,-7 25 0,-3 12 0,7-23 0,2 0 0,-2 49 0,16 42 0,-3-60 0,7 22 0,-9-58 0,-1 0 0,2 41 0,-6-12 0,-1-1 0,10 88 0,-4-85 0,-3 107 0,-3-80 0,1 351 0,1-405 0,5 28 0,2 21 0,-7 237 0,-2-149 0,-1-140 0,-1-1 0,0 1 0,-14 43 0,2-7 0,-7 15 0,4-19 0,13-41 0,-1 9 0,-4 25 0,9-40 0,0 0 0,1 1 0,0-1 0,0 0 0,1 1 0,2 10 0,11 26-1365,-9-33-5461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3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7959 45 24575,'22'-1'0,"-15"1"0,0-1 0,0 1 0,0 0 0,0 1 0,0 0 0,9 2 0,-15-3 0,-1 0 0,0 0 0,0 0 0,0 0 0,0 0 0,0 0 0,0 0 0,0 0 0,1 0 0,-1 0 0,0 0 0,0 0 0,0 0 0,0 0 0,0 0 0,0 0 0,0 0 0,0 1 0,0-1 0,0 0 0,1 0 0,-1 0 0,0 0 0,0 0 0,0 0 0,0 0 0,0 0 0,0 0 0,0 1 0,0-1 0,0 0 0,0 0 0,0 0 0,0 0 0,0 0 0,0 0 0,0 0 0,0 0 0,0 1 0,0-1 0,0 0 0,0 0 0,0 0 0,0 0 0,0 0 0,0 0 0,0 0 0,0 0 0,0 1 0,0-1 0,0 0 0,0 0 0,0 0 0,-1 0 0,1 0 0,0 0 0,0 0 0,0 0 0,0 0 0,-10 6 0,-13 2 0,-30 4 0,-2-2 0,-70 4 0,-63-2 0,-136-6 0,201-7 0,-16-8 0,80 3 0,-64-6 0,-113-6 0,87 11 0,7-1 0,7 1 0,1 0 0,-29 8 0,-114-2 0,162-8 0,47 3 0,-60-7 0,-23-2 0,116 14 0,0 1 0,-46 6 0,35 0 0,-224 27 0,-1-18 0,149-14 0,-118-3 0,158-5 0,-26-1 0,55 7 0,-114 3 0,38 12 0,-15 1 0,22-6 0,49-3 0,5 0 0,-28 2 0,-14 0 0,-21 0 0,-71 6 0,5 1 0,144-14 0,-182 7 0,-123-1 0,222-9 0,-832 2 0,838-9 0,78 4 0,-1-2 0,24 3 0,-33-1 0,50 5 0,1-2 0,-18-3 0,16 2 0,1 1 0,-13 0 0,7 1-195,0 1 0,0 0 0,-1 1 0,1 2 0,0-1 0,-19 7 0,23-4-6631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24575,'2'-3'0,"0"-1"0,0 1 0,1 0 0,0 0 0,-1 0 0,1 1 0,0-1 0,1 1 0,4-4 0,34-15 0,-29 16 0,1 0 0,-1 2 0,1 0 0,0 0 0,21 0 0,0-2 0,-25 3 0,0 1 0,0 0 0,0 0 0,0 1 0,15 2 0,88 19 0,142 47 0,-145-29 0,-18-5 0,-60-24 0,-9-2 0,40 16 0,-25-5 0,87 48 0,101 90 0,-128-77 0,-39-31 0,1 9 0,-43-40 0,1 0 0,20 14 0,-19-18 0,-1 1 0,0 0 0,-1 2 0,-1-1 0,-1 2 0,0 0 0,19 33 0,45 70 0,-56-88 0,4 7 0,0 1 0,-3 2 0,31 73 0,-45-75-1365,-7-24-5461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24575,'112'170'0,"-52"-75"0,58 70 0,-110-154 0,0 1 0,-1 0 0,0 0 0,-1 0 0,0 1 0,-1 0 0,-1 1 0,0-1 0,-1 1 0,0-1 0,-1 1 0,0 0 0,-1 19 0,-1-29 0,-2 179 0,1-168-195,-1-1 0,-1 0 0,0 1 0,-1-1 0,0-1 0,-13 26 0,13-30-6631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4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1288 32 24575,'-4'-3'0,"0"-1"0,0 1 0,-1 0 0,1 1 0,-1-1 0,0 1 0,0 0 0,0 0 0,0 1 0,0-1 0,0 1 0,-9-1 0,-1 1 0,0 0 0,1 1 0,-20 2 0,22 0 0,0 0 0,0 1 0,-16 7 0,-13 3 0,36-12 0,-12 3 0,1 0 0,-1-1 0,-29 0 0,22-1 0,1 1 0,0 0 0,-25 8 0,3-1 0,-59 19 0,16-3 0,44-12 0,31-10 0,1 1 0,-1 0 0,1 0 0,0 1 0,0 1 0,1 0 0,0 0 0,-12 11 0,13-9 0,-3 1 0,2 0 0,-1 1 0,2 0 0,-12 15 0,14-15 0,-1-2 0,0 1 0,0-1 0,-1-1 0,-15 11 0,-18 16 0,-37 46 0,70-70 0,-4 4 24,2 1 0,0 0 0,1 1 0,-15 29 0,-25 76-1509,42-97-5341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5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556 0 24575,'-3'1'0,"1"-1"0,0 0 0,-1 1 0,1-1 0,0 1 0,0 0 0,0-1 0,0 1 0,-1 0 0,1 0 0,0 1 0,-2 1 0,-23 21 0,10-8 0,2-5 0,-1 0 0,0-2 0,0 0 0,-30 12 0,22-11 0,19-7 0,1-1 0,-1 1 0,1-1 0,-1 1 0,1 1 0,0-1 0,0 0 0,-6 9 0,2-2 0,1 0 0,-8 16 0,9-15 0,-33 60 0,-50 66 0,75-114 0,0 0 0,2 1 0,0 0 0,-11 36 0,14-32 0,0 1 0,2 0 0,1 0 0,-2 36 0,8 56 0,-1 6 0,-1-119-124,1 0 0,-1 0 0,-1 0-1,-6 15 1,7-17-620,-3 5-6082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24575,'0'2'0,"0"4"0,-2 1 0,-1-4 0,2-2 0,2 1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24575,'2'17'0,"2"9"0,-1 5 0,2 2 0,0 0 0,2 0 0,-1 2 0,2 0 0,2 1 0,1 0 0,2 1 0,-2 2 0,3 2 0,-1-1 0,-1-5 0,-2-8-8191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24575,'80'52'0,"2"-3"0,109 47 0,-174-89-104,10 5 223,28 16-1,-46-23-305,-1 0 0,0 1-1,0 0 1,0 1 0,-1 0 0,0 0-1,7 9 1,-8-6-6639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24575,'33'8'0,"331"100"0,-345-102 63,37 8 0,-36-10-808,30 10-1,-41-10-6080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1546 0 24575,'1'0'0,"0"0"0,0 1 0,0-1 0,0 0 0,0 0 0,0 0 0,0 1 0,0-1 0,-1 0 0,1 1 0,0-1 0,0 1 0,0-1 0,0 1 0,0-1 0,0 1 0,-1 0 0,1 0 0,0-1 0,0 2 0,0 0 0,1 0 0,-1 0 0,-1 0 0,1 0 0,0 0 0,0 0 0,-1 0 0,1 0 0,0 3 0,-1 1 0,0 0 0,1 0 0,-2-1 0,1 1 0,-1 0 0,-2 8 0,-18 51 0,13-46 0,2 0 0,0 0 0,1 1 0,-2 23 0,4-24 0,0-1 0,-1 1 0,-1-1 0,-1 0 0,0 0 0,-1 0 0,-1-1 0,-1 0 0,-21 31 0,19-31 0,-15 32 0,16-29 0,-17 27 0,-89 109 0,57-82 0,38-48 0,2 0 0,1 2 0,1 0 0,-20 44 0,27-50 0,-2 0 0,0-1 0,-2 0 0,0 0 0,-32 32 0,31-39 0,0-2 0,-24 16 0,23-18 0,1 0 0,1 2 0,-15 13 0,28-24 0,-87 85 0,77-77 0,-1 0 0,1-1 0,-1-1 0,-1 1 0,1-2 0,-22 8 0,-16 4 0,25-8 0,0-2 0,-35 7 0,-70 3 0,99-14 0,0 2 0,1 1 0,-59 22 0,38-11 11,-38 15-1387,70-25-5450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16 24575,'-28'-3'0,"-19"0"0,-8 0 0,-4 0 0,2 1 0,2 1 0,6 0 0,4 1 0,4 3 0,4 0 0,6 3 0,6 0 0,7-1-8191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585 162 24575,'-32'-13'0,"-19"-6"0,-8 0 0,-2 0 0,3 2 0,3 0 0,3 4 0,6 1 0,3 3 0,4 0 0,3 2 0,6 2 0,7 2-8191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24575,'6'13'0,"0"0"0,1 0 0,0-1 0,1 0 0,0 0 0,1-1 0,12 12 0,-15-17 0,0-1 0,0 0 0,1 0 0,0 0 0,0-1 0,0 0 0,0-1 0,1 0 0,0 0 0,-1 0 0,1-1 0,0 0 0,15 2 0,-17-4 0,-1 1 0,0-1 0,0 0 0,0-1 0,1 1 0,-1-1 0,0 0 0,0 0 0,0-1 0,5-1 0,-8 2 0,1-1 0,-1 1 0,0-1 0,0 1 0,0-1 0,0 0 0,0 1 0,-1-1 0,1 0 0,0 0 0,-1-1 0,1 1 0,-1 0 0,0 0 0,0-1 0,0 1 0,0-1 0,0 1 0,0-1 0,-1 1 0,1-5 0,0-4 0,-1 0 0,0 0 0,-1 0 0,0 0 0,0 0 0,-1 0 0,-1 0 0,0 1 0,0-1 0,-1 1 0,-1 0 0,0 0 0,0 0 0,-12-16 0,5 15 0,7 12 0,4 8 0,3-3 0,-1 1 0,1-1 0,1 0 0,-1 0 0,1 0 0,0 0 0,0 0 0,1-1 0,0 1 0,5 5 0,2 2 0,1-1 0,23 20 0,-21-21 0,-6-4 0,0-1 0,0 0 0,0 0 0,1-1 0,17 9 0,-25-14-59,0 0 0,0 1-1,-1-1 1,1 0-1,0 0 1,-1 0 0,1 0-1,0 0 1,0 0 0,-1 0-1,1 0 1,0 0 0,-1 0-1,1 0 1,0-1-1,-1 1 1,1 0 0,0 0-1,-1-1 1,1 1 0,0 0-1,0-1 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24575,'52'29'0,"-40"-21"0,0 0 0,1-1 0,0-1 0,0 0 0,0-1 0,0 0 0,24 4 0,-36-8 0,1-1 0,-1 0 0,1 0 0,0 0 0,-1 0 0,1 0 0,0 0 0,-1 0 0,1-1 0,0 1 0,-1-1 0,1 1 0,-1-1 0,1 1 0,-1-1 0,1 0 0,-1 0 0,0 0 0,1 0 0,-1 0 0,0 0 0,0 0 0,1 0 0,-1 0 0,0-1 0,0 1 0,0 0 0,-1-1 0,1 1 0,0-1 0,0 1 0,-1-1 0,1 1 0,-1-1 0,1 1 0,-1-1 0,0 0 0,0 1 0,0-3 0,1-5 0,-1 0 0,0 0 0,-1-1 0,0 1 0,-4-15 0,5 24 0,0-1 0,0 1 0,0 0 0,0-1 0,-1 1 0,1-1 0,0 1 0,0-1 0,0 1 0,0-1 0,0 1 0,0-1 0,0 1 0,1-1 0,-1 1 0,0-1 0,0 1 0,0 0 0,0-1 0,0 1 0,1-1 0,-1 1 0,0-1 0,1 1 0,-1-1 0,1 1 0,-1 0 0,1 0 0,-1 0 0,1 0 0,-1 0 0,1 0 0,-1 0 0,1 0 0,-1 0 0,1 0 0,-1 0 0,1 0 0,-1 0 0,1 0 0,-1 0 0,1 0 0,0 1 0,27 15 0,-21-12 0,12 9-27,-11-7-308,0-1 1,0 0-1,12 4 1,-9-5-6492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24575,'23'11'0,"9"4"0,3 1 0,-3 0 0,-4 0 0,-4-3 0,-7-1 0,-5-3-8191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24575,'0'-11'0,"0"1"0,0 3 0,0 5 0,0 7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24575,'21'6'0,"0"0"0,0 2 0,-1 0 0,0 1 0,0 1 0,31 22 0,-37-21 0,0 0 0,-1 1 0,0 0 0,-1 1 0,-1 1 0,0 0 0,-1 0 0,17 30 0,27 79 113,4 6-1591,-51-116-5348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7 24575,'-27'-5'0,"-13"3"0,-1 5 0,4 4 0,6 1 0,7-1-8191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24575,'-10'2'0,"-31"4"0,1 3 0,-65 22 0,103-30 0,1-1 0,-1 1 0,0 0 0,1 0 0,-1 0 0,0 0 0,1 0 0,-1 0 0,1 0 0,0 0 0,-1 0 0,1 1 0,0-1 0,0 1 0,0-1 0,0 1 0,0-1 0,0 1 0,0 0 0,0-1 0,1 1 0,-1 0 0,1-1 0,-1 4 0,1-3 0,0 0 0,0 0 0,1 0 0,-1 0 0,1 1 0,-1-1 0,1 0 0,0 0 0,0 0 0,0 0 0,0 0 0,0-1 0,0 1 0,0 0 0,1 0 0,-1-1 0,1 1 0,-1-1 0,4 3 0,7 5 0,1 0 0,0-1 0,0-1 0,1 0 0,0-1 0,0 0 0,24 6 0,-11-6 0,0 0 0,1-2 0,36 0 0,-31-6-1365,-20-1-5461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24575,'10'15'0,"6"7"0,3 3 0,0-3 0,0-2 0,-1-6 0,-1-2 0,-1-3 0,-3 0 0,-1-3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24575,'13'15'0,"6"7"0,3 3 0,0 0 0,-4-5-8191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177 264 24575,'-15'-6'0,"1"-1"0,-1-1 0,1 0 0,-22-17 0,29 20 0,1-1 0,0 1 0,0-1 0,1-1 0,-1 1 0,1-1 0,1 0 0,-1 0 0,1 0 0,-6-16 0,9 20 0,-3-8 0,0 0 0,2-1 0,-1 1 0,-1-18 0,4 27 0,0 0 0,0-1 0,0 1 0,0 0 0,1 0 0,-1-1 0,1 1 0,-1 0 0,1 0 0,0 0 0,0 0 0,0 0 0,1-2 0,-1 2 0,1 1 0,-1 0 0,0 0 0,0 0 0,1 0 0,-1 0 0,0 0 0,1 0 0,-1 1 0,1-1 0,-1 0 0,1 1 0,0-1 0,-1 1 0,1 0 0,-1-1 0,1 1 0,0 0 0,-1 0 0,3 0 0,0 0 10,0 1-1,0-1 0,0 1 1,-1 0-1,1 0 0,0 0 1,-1 1-1,1-1 1,4 3-1,29 21-841,-31-20 205,4 2-6199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4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116 478 24575,'-13'0'0,"1"0"0,-20 4 0,28-3 0,0 0 0,0 0 0,0 0 0,0 0 0,1 1 0,-1 0 0,1-1 0,-1 1 0,1 1 0,0-1 0,0 0 0,-3 4 0,5-6 0,0 1 0,0 0 0,1 0 0,-1 0 0,0 0 0,1 0 0,-1-1 0,1 1 0,-1 0 0,1 1 0,-1-1 0,1 0 0,0 0 0,-1 0 0,1 0 0,0 0 0,0 0 0,0 0 0,0 0 0,0 0 0,0 1 0,1 1 0,-1-1 0,1-1 0,0 1 0,0 0 0,0 0 0,0-1 0,0 1 0,0-1 0,1 1 0,-1-1 0,0 1 0,4 1 0,3 3 0,0-1 0,0 0 0,1-1 0,9 4 0,-8-4 0,0-1 0,1 0 0,0-1 0,-1 0 0,1 0 0,0-1 0,0-1 0,0 0 0,14-2 0,-23 2 0,-1 0 0,0 0 0,1 0 0,-1-1 0,1 1 0,-1-1 0,0 1 0,1-1 0,-1 0 0,0 1 0,0-1 0,0 0 0,1 0 0,-1 0 0,0 0 0,0 0 0,0 0 0,0 0 0,0-1 0,1 0 0,-1 0 0,0-1 0,-1 1 0,1 0 0,0 0 0,-1-1 0,1 1 0,-1 0 0,1-1 0,-1-3 0,-1-5 0,0 1 0,-1-1 0,0 1 0,-3-11 0,4 17 0,-2-11 0,0 0 0,0-27 0,2 25 0,-1 1 0,-5-24 0,-46-130 0,44 148 0,-1 0 0,-1 0 0,-1 1 0,-1 0 0,-20-24 0,31 43 0,1 0 0,-1 0 0,0 1 0,1-1 0,-1 1 0,0-1 0,0 1 0,0 0 0,0 0 0,-2-1 0,3 2 0,1-1 0,-1 1 0,1 0 0,-1 0 0,1 0 0,-1 0 0,1 0 0,-1 0 0,1 0 0,0 0 0,-1 0 0,1 0 0,-1 1 0,1-1 0,-1 0 0,1 0 0,-1 0 0,1 0 0,-1 1 0,0-1 0,1 1 0,-1 0 0,0 0 0,1-1 0,-1 1 0,1 0 0,-1 0 0,1 0 0,-1 0 0,1 0 0,0 0 0,0-1 0,-1 1 0,1 0 0,0 1 0,-2 9 0,2-1 0,-1 0 0,1 0 0,0 1 0,1-1 0,1 0 0,-1 0 0,2 0 0,-1 0 0,7 16 0,-3-13 0,0 0 0,1 0 0,1 0 0,0-1 0,0 0 0,20 20 0,-10-14 0,2-2 0,0 0 0,1-2 0,0 0 0,1-1 0,1-1 0,0-1 0,42 13 0,-54-20 0,0-1 0,0 0 0,0-1 0,0 0 0,1-1 0,-1-1 0,0 1 0,1-2 0,11-1 0,-18 1 0,0 0 0,0 0 0,0-1 0,0 1 0,0-1 0,0 0 0,-1-1 0,1 1 0,-1-1 0,1 0 0,-1 0 0,0 0 0,0-1 0,0 0 0,-1 1 0,1-1 0,-1-1 0,0 1 0,0 0 0,0-1 0,3-7 0,-4 5 0,0 0 0,0 0 0,0 0 0,-1 0 0,0 0 0,0-1 0,-1 1 0,0 0 0,0-1 0,0 1 0,-1 0 0,-1 0 0,1-1 0,-1 1 0,-3-7 0,3 8 0,-1-1 0,1 1 0,-2-1 0,1 1 0,-1 0 0,0 0 0,0 1 0,0-1 0,-1 1 0,0 0 0,0 0 0,0 0 0,-1 1 0,0 0 0,-10-6 0,14 9 0,1 0 0,0 1 0,0-1 0,-1 1 0,1-1 0,-1 1 0,1-1 0,-1 1 0,1 0 0,0 0 0,-1 0 0,1 0 0,-1 0 0,1 0 0,-1 0 0,1 0 0,-1 1 0,1-1 0,0 0 0,-1 1 0,1-1 0,0 1 0,-2 0 0,2 1 0,0-1 0,0 0 0,0 0 0,0 0 0,0 0 0,0 1 0,1-1 0,-1 0 0,0 1 0,1-1 0,-1 0 0,1 1 0,0-1 0,-1 1 0,1-1 0,0 1 0,0-1 0,0 1 0,0-1 0,0 1 0,0-1 0,1 3 0,1 6 0,0-1 0,1 0 0,0 0 0,1 0 0,0-1 0,0 1 0,1-1 0,0 0 0,0 0 0,1-1 0,0 1 0,8 7 0,-2-3 0,1-1 0,0 0 0,0-1 0,1-1 0,1 0 0,16 8 0,-23-13-105,1 0 0,0 0 0,0-1 0,1 0 0,-1 0 0,1-1 0,-1-1 0,1 1 0,0-2 0,-1 1 0,1-1 0,10-1 0,-4-3-6721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24575,'3'-2'0,"0"-4"0,0-3 0,2 0 0,3 4 0,-3 5 0,-2 6 0,-4 3 0,-2 4 0,-3 1 0,0 2 0,0-1 0,5 1 0,4-3 0,4-1 0,4-2 0,0-1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2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58 109 24575,'0'-23'0,"-1"16"0,0-1 0,1 1 0,1 0 0,-1 0 0,1-1 0,2-10 0,-2 17 0,0-1 0,0 0 0,1 1 0,-1-1 0,0 1 0,0 0 0,1-1 0,-1 1 0,1 0 0,-1 0 0,1 0 0,-1 0 0,1 0 0,0 0 0,0 0 0,-1 0 0,1 1 0,0-1 0,0 1 0,0-1 0,0 1 0,0 0 0,0 0 0,0 0 0,-1 0 0,4 0 0,5 1 0,0-1 0,-1 2 0,0-1 0,10 4 0,1 1 0,0 1 0,19 9 0,-31-12 0,0 0 0,0 1 0,-1 0 0,0 0 0,0 0 0,0 1 0,9 10 0,-15-15 0,1 1 0,-1 0 0,0-1 0,1 1 0,-1 0 0,0 0 0,0 0 0,0-1 0,-1 1 0,1 0 0,0 0 0,-1 0 0,1 1 0,-1-1 0,0 0 0,0 0 0,0 0 0,0 0 0,0 0 0,0 0 0,0 0 0,-1 0 0,1 0 0,-1 0 0,1 0 0,-1 0 0,0 0 0,0 0 0,0 0 0,0 0 0,0 0 0,0-1 0,-1 1 0,1 0 0,0-1 0,-3 3 0,-1 0 0,0-1 0,0 1 0,0-1 0,0 1 0,-1-1 0,1-1 0,-1 1 0,0-1 0,0 0 0,0 0 0,-8 1 0,-6-1 0,-1 0 0,-34-2 0,43-1 0,0 0 0,0-1 0,0-1 0,0 0 0,-21-7 0,30 8 7,1 1-1,-1-1 0,0 1 0,0-1 1,1 0-1,-1 0 0,1 0 1,-1 0-1,1 0 0,0-1 1,0 1-1,0-1 0,0 0 0,0 1 1,1-1-1,-1 0 0,1 0 1,-2-5-1,3 6-63,-1 0 0,1-1 0,0 1 0,0-1-1,0 1 1,0 0 0,0-1 0,0 1 0,1-1 0,-1 1 0,1 0 0,-1-1-1,1 1 1,0 0 0,0 0 0,0 0 0,0 0 0,1 0 0,-1 0 0,0 0 0,1 0-1,-1 0 1,1 0 0,0 1 0,2-3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4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7 24575,'0'0'0,"0"0"0,0-1 0,0 1 0,0 0 0,0 0 0,0-1 0,0 1 0,0 0 0,0 0 0,0 0 0,0-1 0,0 1 0,-1 0 0,1 0 0,0-1 0,0 1 0,0 0 0,0 0 0,0 0 0,0-1 0,0 1 0,-1 0 0,1 0 0,0 0 0,0 0 0,0 0 0,-1-1 0,1 1 0,0 0 0,0 0 0,0 0 0,-1 0 0,1 0 0,0 0 0,0 0 0,-1 0 0,-9 3 0,-8 10 0,-31 28 0,30-25 0,0-1 0,1 2 0,-28 35 0,30-31 0,-7 10 0,-47 51 0,34-47 0,-53 56 0,59-52 0,22-28 0,0 0 0,-1 0 0,0-1 0,-1 0 0,-21 16 0,-77 57 0,102-78 0,0-1 0,-1 1 0,2 1 0,-1-1 0,1 1 0,-1 0 0,2 1 0,-1-1 0,1 1 0,0 0 0,0 0 0,-4 13 0,-6 10-1365,10-21-5461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5.0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0 24575,'-7'3'0,"-6"0"0,1 3 0,1 2 0,3 3 0,2-1-8191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8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61 182 24575,'-10'-4'0,"8"7"0,2-1 0,0 0 0,1-1 0,0 1 0,-1-1 0,1 1 0,0-1 0,0 0 0,0 1 0,1 1 0,18 21 0,9 15 0,-39-45 0,-8-8 0,10 5 0,-1-1 0,1 0 0,1-1 0,-1 1 0,-9-22 0,14 25 0,-1-1 0,1 0 0,1 0 0,0 0 0,0 0 0,0-1 0,1 1 0,0-1 0,1-14 0,0 20 0,0 1 0,1-1 0,-1 1 0,1 0 0,0-1 0,0 1 0,0 0 0,0 0 0,0 0 0,0-1 0,0 1 0,1 0 0,-1 0 0,1 1 0,-1-1 0,3-2 0,-1 2 0,0 0 0,1-1 0,-1 1 0,1 0 0,-1 1 0,1-1 0,0 1 0,0-1 0,4 0 0,1 1 0,1-1 0,-1 1 0,1 1 0,-1 0 0,1 0 0,-1 1 0,16 3 0,-23-4-97,1 1-1,0-1 1,-1 1-1,1 0 1,-1 0-1,1 0 1,-1 0-1,1 1 1,-1-1-1,0 1 1,0-1-1,0 1 0,3 2 1,1 5-6729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1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 24575,'-3'-6'0,"8"4"0,9 5 0,-4 3 0,0 1 0,-1 0 0,0 0 0,0 1 0,11 12 0,-1 2 0,16 25 0,-27-34 0,0 0 0,0 1 0,8 23 0,-12-28 0,-1 0 0,-1 0 0,0 0 0,0 0 0,-1 0 0,0 1 0,0 11 0,-1-18-59,0-1 0,-1 1-1,1-1 1,0 0-1,-1 1 1,0-1 0,1 0-1,-1 1 1,0-1 0,0 0-1,0 0 1,-1 0 0,1 0-1,0 0 1,-1 0-1,1 0 1,-1 0 0,0 0-1,0-1 1,0 1 0,1-1-1,-4 2 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17 24575,'132'17'0,"-127"-17"0,-2 1 0,0-1 0,0 1 0,0-1 0,0 0 0,0 0 0,0 0 0,0 0 0,0-1 0,3 0 0,-6 1 0,0 0 0,0 0 0,1 0 0,-1 0 0,0 0 0,0 0 0,0 0 0,0 0 0,0 0 0,0 0 0,0 0 0,0 0 0,1 0 0,-1 0 0,0-1 0,0 1 0,0 0 0,0 0 0,0 0 0,0 0 0,0 0 0,0 0 0,0 0 0,0 0 0,0-1 0,0 1 0,1 0 0,-1 0 0,0 0 0,0 0 0,0 0 0,0 0 0,0 0 0,0-1 0,0 1 0,0 0 0,0 0 0,0 0 0,0 0 0,0 0 0,0 0 0,-1-1 0,-4-3 0,-8-2 0,3 2 0,-1 0 0,0 1 0,0 0 0,0 1 0,0 1 0,0 0 0,-14 0 0,22 1 0,-1 0 0,0 1 0,1-1 0,-1 1 0,1 0 0,-1 0 0,1 0 0,-1 1 0,1-1 0,0 1 0,-4 2 0,5-2 0,0 0 0,0 0 0,0 0 0,0 0 0,1 0 0,-1 0 0,1 0 0,-1 1 0,1-1 0,0 0 0,0 1 0,0-1 0,0 1 0,0-1 0,0 1 0,0 5 0,0 7-20,0 1 0,3 21 0,-1-14-1285,-1-10-5521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4 24575,'9'1'0,"0"0"0,0 1 0,0 0 0,0 1 0,0 0 0,0 0 0,-1 1 0,1 0 0,-1 1 0,0 0 0,-1 0 0,1 0 0,-1 1 0,0 0 0,-1 1 0,1-1 0,-1 1 0,0 1 0,-1-1 0,0 1 0,6 11 0,3 7 0,-2 1 0,0 0 0,11 43 0,-22-68 0,-1 0 0,0-1 0,1 1 0,-1 0 0,0 0 0,0 0 0,0 0 0,0 0 0,0 0 0,0 0 0,-1-1 0,1 1 0,-1 0 0,1 0 0,-1 0 0,1-1 0,-1 1 0,0 0 0,-2 3 0,1-4 0,0 1 0,0 0 0,0-1 0,0 1 0,0-1 0,0 0 0,-1 0 0,1 0 0,0 0 0,-1 0 0,1 0 0,-1 0 0,1-1 0,-4 1 0,-3 0 0,0-1 0,0 1 0,0-2 0,0 1 0,0-1 0,0-1 0,-11-3 0,-63-23 0,61 20 0,8 3 0,0-1 0,0 0 0,1-1 0,0-1 0,-20-14 0,29 18 0,0 0 0,0 1 0,0-1 0,0-1 0,0 1 0,1-1 0,0 1 0,0-1 0,0 0 0,1 0 0,-1 0 0,1 0 0,0-1 0,1 1 0,-1 0 0,1-1 0,0 0 0,0-6 0,1 5 11,0-1 0,1 1 0,0-1 0,0 1 0,0 0 0,1 0-1,0-1 1,1 1 0,-1 0 0,5-7 0,-5 11-76,0 0 1,0 0-1,0 0 1,0 0-1,1 0 1,-1 1-1,1-1 0,0 1 1,0-1-1,0 1 1,0 0-1,0 0 1,0 0-1,0 1 0,1-1 1,-1 1-1,1 0 1,-1 0-1,1 0 1,-1 0-1,1 0 1,4 1-1,4 0-6761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14 24575,'-17'-2'0,"-12"-2"0,-2 1 0,1 0 0,5 2-8191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1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1 826 24575,'1'0'0,"1"0"0,-1-1 0,1 0 0,0 1 0,-1-1 0,1 0 0,-1 0 0,1 0 0,-1 0 0,0 0 0,1 0 0,-1 0 0,2-2 0,15-18 0,-13 11 0,0 0 0,0-1 0,-1 1 0,0-1 0,0 0 0,2-19 0,1 2 0,0 3 0,39-136 0,-31 117 0,34-68 0,-16 48-341,3 1 0,3 2-1,49-60 1,-71 101-6485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 24575,'11'-4'0,"82"-29"0,-83 30 0,0 1 0,0 0 0,0 0 0,1 1 0,-1 1 0,1 0 0,12 1 0,-18 0 0,0 0 0,0 1 0,0-1 0,0 1 0,0 0 0,0 0 0,-1 1 0,1 0 0,-1-1 0,0 1 0,1 1 0,-1-1 0,-1 0 0,1 1 0,0 0 0,-1 0 0,0 0 0,4 7 0,-3-4 0,0 1 0,0 0 0,-1 0 0,0 0 0,0 1 0,-1-1 0,0 1 0,-1-1 0,0 1 0,0 9 0,0-13 0,-4 114 0,-3-89 0,5-26 0,0 0 0,0 0 0,0 1 0,0-1 0,1 0 0,0 1 0,0-1 0,0 0 0,0 1 0,2 5 0,3 23 0,-5-27 0,1 1 0,0 0 0,0-1 0,4 11 0,-4-16 0,-1 1 0,1-1 0,0 0 0,0 1 0,0-1 0,0 0 0,0 0 0,1 0 0,-1 0 0,0 0 0,0 0 0,1 0 0,-1 0 0,1 0 0,-1-1 0,0 1 0,1-1 0,-1 1 0,1-1 0,0 1 0,-1-1 0,1 0 0,-1 0 0,1 0 0,0 0 0,-1 0 0,3 0 0,5-1 0,1 0 0,-1-1 0,14-4 0,-14 3 0,1 1-227,0-1-1,0-1 1,0 0-1,0 0 1,13-9-1,-14 6-6598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24575,'25'-2'0,"13"-1"0,4-1 0,-2 2 0,-4 0 0,-7 1 0,-4 3 0,-5 1 0,-3 0 0,-5 0-8191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3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26 24575,'-17'24'0,"2"1"0,-23 50 0,37-74 0,1 1 0,-1-1 0,0 0 0,0 1 0,0-1 0,0 0 0,0 0 0,0 0 0,0 1 0,0-1 0,0 0 0,0 0 0,-1-1 0,1 1 0,0 0 0,-1 0 0,1-1 0,0 1 0,-4 0 0,3 0 0,-1-1 0,1 0 0,-1 0 0,0 0 0,1 0 0,-1 0 0,1-1 0,-1 1 0,1-1 0,-1 0 0,-2-1 0,-2-1 0,1 0 0,-1 0 0,0-1 0,1 0 0,0-1 0,0 0 0,-8-7 0,7 5 0,0-1 0,0 0 0,1 0 0,0 0 0,1 0 0,-1-1 0,1 0 0,-5-13 0,10 20 3,-1 1 0,1 0 0,0 0 1,0 0-1,-1 0 0,1 0 0,0 0 0,0-1 0,0 1 0,0 0 0,0 0 0,0 0 0,0 0 0,1 0 0,-1-1 0,0 1 0,1 0 1,-1 0-1,1 0 0,-1 0 0,1 0 0,-1 0 0,1 0 0,0 0 0,-1 0 0,1 0 0,0 1 0,0-1 0,0 0 0,0 0 0,0 1 0,0-1 1,0 0-1,0 1 0,0-1 0,0 1 0,0-1 0,2 1 0,1-1-168,1 0 0,0 0 0,-1 1 0,1 0 0,0 0 0,-1 0 0,1 0 0,5 2 0,3 0-6661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4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24575,'4'1'0,"0"1"0,0-1 0,0 1 0,0 0 0,-1 0 0,1 0 0,4 4 0,-6-4 0,139 86 0,-97-62 0,-26-14 0,0 1 0,0 1 0,20 21 0,79 62 0,-84-73 0,-1 2 0,-2 1 0,36 41 0,-43-39 0,2-1 0,1-1 0,1-2 0,2 0 0,0-2 0,49 30 0,140 70 0,-140-79 0,-49-30 0,-2 2 0,0 1 0,0 1 0,39 35 0,40 51 0,8-1 0,152 125 0,-127-113 0,-48-32 0,-49-46 0,76 54 0,-73-59 0,19 8 0,0-1 0,105 83 0,-3-11 0,-127-81 0,-33-24 0,1-1 0,0 1 0,0-1 0,1 0 0,0-1 0,16 7 0,-24-10 0,36 11 0,56 27 0,-58-23 0,-26-14 0,0 2 0,-1-1 0,0 1 0,0 0 0,0 0 0,0 1 0,6 5 0,1 5-1365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5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25 24575,'13'-2'0,"1"1"0,-1-1 0,0 2 0,1 0 0,17 2 0,-24 0 0,1-1 0,-1 1 0,0 0 0,0 1 0,0-1 0,-1 2 0,1-1 0,-1 1 0,0-1 0,1 2 0,6 5 0,-7-5 0,-1 1 0,1-1 0,-1 1 0,0 0 0,-1 0 0,6 9 0,-9-13 0,0 0 0,0 0 0,0 0 0,0 0 0,-1 0 0,1 0 0,-1 0 0,0 1 0,1-1 0,-1 0 0,0 0 0,0 0 0,0 0 0,0 1 0,-1-1 0,1 0 0,-1 0 0,1 0 0,-1 0 0,0 0 0,0 0 0,0 0 0,0 0 0,0 0 0,0 0 0,0-1 0,-2 3 0,-1 0 0,-1 0 0,1 0 0,-1 0 0,0-1 0,0 1 0,0-1 0,-1 0 0,1-1 0,-1 1 0,1-1 0,-1 0 0,0-1 0,0 1 0,-6 0 0,-11 0 0,0 0 0,-30-2 0,45 0 0,-3 0 0,-1 0 0,1-1 0,0-1 0,-18-4 0,27 5 0,-1 1 0,1-1 0,-1 0 0,1 0 0,0 0 0,0-1 0,-1 1 0,1-1 0,0 1 0,0-1 0,0 1 0,1-1 0,-1 0 0,0 0 0,1 0 0,-1 0 0,1 0 0,-1 0 0,1-1 0,0 1 0,0 0 0,0-1 0,0 1 0,1-1 0,-1 1 0,0-4 0,0-3 0,1-1 0,0 1 0,0-1 0,1 1 0,0-1 0,1 1 0,5-19 0,-6 24 0,1 1 0,-1-1 0,1 0 0,0 1 0,0-1 0,0 1 0,0 0 0,1 0 0,-1 0 0,1 0 0,0 0 0,0 0 0,0 1 0,0-1 0,0 1 0,0 0 0,1 0 0,-1 0 0,1 0 0,0 1 0,-1 0 0,5-2 0,-4 3-227,-1-1-1,1 1 1,-1 0-1,1 0 1,6 1-1,3 2-6598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12 24575,'0'0'0,"0"-1"0,1 0 0,-1 1 0,0-1 0,1 0 0,-1 1 0,0-1 0,1 1 0,-1-1 0,1 0 0,-1 1 0,1 0 0,-1-1 0,1 1 0,-1-1 0,1 1 0,0-1 0,-1 1 0,1 0 0,0 0 0,-1-1 0,2 1 0,-1 0 0,-1 0 0,1 0 0,0 0 0,-1 1 0,1-1 0,-1 0 0,1 0 0,0 1 0,-1-1 0,1 0 0,-1 1 0,1-1 0,-1 1 0,1-1 0,-1 0 0,1 1 0,-1-1 0,1 2 0,2 1 0,-1 1 0,0 0 0,0-1 0,0 1 0,0 0 0,1 5 0,0 9 0,0 0 0,-2 1 0,0-1 0,-2 36 0,-1-9 0,1-32 0,0-1 0,-1 1 0,0 0 0,-1-1 0,0 0 0,-1 0 0,-9 19 0,-1-4 0,0 0 0,-21 26 0,-7-2-274,32-40-817,2-3-5735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24575,'1'9'0,"1"0"0,0 0 0,0 0 0,1-1 0,0 1 0,5 9 0,-5-10 0,5 9 0,0-1 0,1 1 0,1-1 0,23 28 0,-33-43 0,0-1 0,1 0 0,-1 1 0,0-1 0,0 1 0,1-1 0,-1 0 0,0 1 0,1-1 0,-1 0 0,0 0 0,1 1 0,-1-1 0,1 0 0,-1 0 0,0 1 0,1-1 0,-1 0 0,1 0 0,-1 0 0,1 0 0,-1 0 0,1 0 0,-1 0 0,1 0 0,-1 0 0,0 0 0,1 0 0,-1 0 0,1 0 0,-1 0 0,1 0 0,-1 0 0,1 0 0,-1 0 0,1-1 0,-1 1 0,0 0 0,1 0 0,-1-1 0,0 1 0,1 0 0,0-1 0,0-2 0,1 1 0,0-1 0,-1 0 0,1 0 0,1-4 0,4-7 0,-5 10 8,1 1-1,0 0 1,0 0-1,1 0 1,-1 0-1,0 1 1,1-1-1,0 1 1,0 0-1,-1 0 1,1 0-1,0 0 1,1 1-1,-1 0 0,5-1 1,-1 0-194,-1 1 1,1 0-1,-1 1 0,1 0 1,0 0-1,-1 1 1,15 2-1,-8 1-6640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9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21 24575,'-28'-5'0,"-11"-2"0,-2 1 0,6 3 0,7 3 0,8 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0 24575,'19'7'0,"0"1"0,-1 0 0,0 2 0,-1 0 0,0 1 0,17 14 0,-28-21 0,-1 1 0,-1 0 0,1 1 0,-1-1 0,0 1 0,0-1 0,0 1 0,-1 0 0,4 9 0,-6-10 0,1 0 0,-1 0 0,0 0 0,0 0 0,-1 1 0,0-1 0,0 0 0,0 0 0,0 1 0,-1-1 0,0 0 0,0 0 0,-3 9 0,3-11 0,0 1 0,-1 0 0,0-1 0,0 1 0,0-1 0,0 1 0,-1-1 0,1 0 0,-1 0 0,0 0 0,0-1 0,0 1 0,-4 2 0,2-1 0,-1-1 0,0 0 0,0 0 0,0-1 0,0 0 0,0 0 0,-11 2 0,6-2 0,0-1 0,0 0 0,-1-1 0,1 0 0,-1-1 0,1 0 0,0-1 0,0 0 0,-12-4 0,6-1 0,-1 0 0,-20-11 0,31 14 0,0 0 0,0-1 0,1 0 0,0 0 0,0 0 0,0-1 0,-10-12 0,14 15 0,0 0 0,0 0 0,1-1 0,-1 1 0,1 0 0,-1-1 0,1 0 0,0 1 0,0-1 0,1 0 0,-1 1 0,1-1 0,0 0 0,0 0 0,0 1 0,0-1 0,1 0 0,-1 0 0,1 1 0,0-1 0,0 0 0,1 1 0,2-6 0,0 2 0,-1 1 0,1 0 0,1 0 0,0 0 0,-1 0 0,2 1 0,-1 0 0,0 0 0,1 0 0,0 1 0,7-5 0,18-6-1365,-18 9-5461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35 24575,'-30'-7'0,"-13"-3"0,-1 0 0,7 2-8191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24 24575,'0'-2'0,"-1"0"0,1-1 0,-1 1 0,1-1 0,-1 1 0,-1-4 0,-3 2 0,1 14 0,4-4-4,0-1-1,-1 0 1,2 0-1,-1 0 0,0 1 1,1-1-1,0 0 1,3 8-1,2 3 89,11 21-1,-11-27-381,-1 1 0,-1 0-1,1 1 1,2 13 0,-5-12-6528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1 24575,'-32'0'0,"-17"0"0,-4 0 0,4 0 0,6 0 0,7 2 0,5 2 0,5-1 0,4 2 0,2 0 0,1 2 0,1-1 0,4 0-8191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4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24575,'21'28'0,"32"54"0,-47-64 0,-6-18 0,0 0 0,0 0 0,0 0 0,0 0 0,0 0 0,0 0 0,0 0 0,0 0 0,0 1 0,0-1 0,0 0 0,0 0 0,0 0 0,0 0 0,0 0 0,0 0 0,0 0 0,0 0 0,0 0 0,0 0 0,0 1 0,0-1 0,0 0 0,0 0 0,0 0 0,0 0 0,0 0 0,0 0 0,-1 0 0,1 0 0,0 0 0,0 0 0,0 0 0,0 0 0,0 0 0,0 0 0,0 0 0,0 0 0,0 0 0,-1 0 0,1 0 0,0 0 0,0 0 0,0 0 0,-8-5 0,2-1 0,1-1 0,-1 1 0,1-1 0,1 0 0,0 0 0,0 0 0,0-1 0,1 0 0,0 1 0,0-1 0,1 0 0,0-1 0,0 1 0,0-15 0,2 21 0,0-1 0,1 0 0,-1 1 0,1-1 0,0 0 0,0 1 0,0-1 0,0 1 0,0-1 0,0 1 0,1 0 0,-1-1 0,1 1 0,0 0 0,-1 0 0,1 0 0,0 0 0,0 0 0,1 1 0,-1-1 0,0 1 0,0-1 0,1 1 0,3-2 0,7-2 0,-1 0 0,1 1 0,21-4 0,-32 7 0,21-3-195,0 0 0,0 2 0,0 0 0,0 2 0,0 1 0,42 5 0,-48-2-6631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24575,'4'-4'0,"0"0"0,1 0 0,0 1 0,-1-1 0,1 1 0,1 1 0,8-5 0,0 2 0,24-4 0,-10 2 0,-23 6 0,0 1 0,0-1 0,0 1 0,0 0 0,0 1 0,-1-1 0,1 1 0,0 0 0,0 0 0,0 1 0,-1-1 0,1 1 0,-1 0 0,1 0 0,-1 1 0,0-1 0,5 4 0,0 1 0,0 0 0,-1 0 0,0 1 0,0 0 0,0 0 0,9 15 0,-15-21 0,0 1 0,-1 0 0,1 0 0,-1 0 0,1 0 0,-1 0 0,0 0 0,0 1 0,-1-1 0,1 0 0,-1 0 0,1 1 0,-1-1 0,0 0 0,0 1 0,-1-1 0,1 0 0,-1 1 0,1-1 0,-3 6 0,-2 1 0,0-1 0,0 1 0,-1-1 0,0 0 0,-8 8 0,9-10 0,-1 0 0,1 0 0,0 0 0,0 1 0,1 0 0,0 0 0,1 0 0,-4 9 0,7-14 0,-1 0 0,1 0 0,-1 0 0,1 1 0,0-1 0,0 0 0,1 0 0,-1 0 0,0 0 0,1 0 0,0 0 0,0 0 0,2 4 0,-2-5 0,0 0 0,0 0 0,0 0 0,1-1 0,-1 1 0,1 0 0,0-1 0,-1 0 0,1 1 0,0-1 0,0 0 0,0 0 0,0 0 0,0 0 0,0 0 0,0 0 0,0-1 0,0 1 0,0-1 0,3 1 0,15 1 0,0 0 0,1-2 0,35-4 0,-54 4-105,-1 0 0,1 0 0,0-1 0,-1 1 0,1-1 0,-1 1 0,1-1 0,-1 1 0,1-1 0,-1 0 0,1 0 0,0-1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16 24575,'-2'-2'0,"0"0"0,-1 1 0,1 0 0,0-1 0,-1 1 0,1 0 0,0 0 0,-1 0 0,1 1 0,-1-1 0,0 1 0,-3-1 0,-35-1 0,29 2 0,-94 8 127,7 0-1619,84-8-5334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1 24575,'14'19'0,"-3"-3"0,-1 0 0,17 34 0,-26-48 0,-1-1 0,1 0 0,-1 0 0,0 0 0,1 1 0,-1-1 0,0 0 0,0 1 0,0-1 0,0 0 0,0 0 0,0 1 0,0-1 0,0 0 0,0 1 0,0-1 0,-1 0 0,1 0 0,-1 1 0,1-1 0,-1 0 0,0 1 0,0 0 0,-1-1 0,1 0 0,-1 1 0,1-1 0,-1 0 0,1 0 0,-1 0 0,1 0 0,-1 0 0,0-1 0,0 1 0,1-1 0,-4 2 0,-3-1 0,0 0 0,1 0 0,-1-1 0,0 0 0,0 0 0,-9-2 0,-2-1 0,1 0 0,0-1 0,0-1 0,1-1 0,0 0 0,0-1 0,-24-15 0,39 22 0,1-1 0,-1 0 0,1 0 0,0-1 0,0 1 0,0 0 0,-1 0 0,1 0 0,0-1 0,0 1 0,1-1 0,-3-2 0,3 4 0,0 0 0,0-1 0,0 1 0,0-1 0,0 1 0,0 0 0,0-1 0,0 1 0,0 0 0,0-1 0,0 1 0,0-1 0,0 1 0,1 0 0,-1-1 0,0 1 0,0 0 0,0-1 0,0 1 0,1 0 0,-1-1 0,0 1 0,1-1 0,0 0 0,0 1 0,0-1 0,0 1 0,-1-1 0,1 1 0,0-1 0,0 1 0,0 0 0,0-1 0,0 1 0,1 0 0,56-8 62,24-5-1489,-69 9-5399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8 24575,'-23'-3'0,"-9"0"0,0 2 0,3 2 0,4 3 0,4 0 0,5 3 0,4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8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83 120 24575,'0'0'0,"0"-1"0,0 1 0,0 0 0,0 0 0,0 0 0,-1 0 0,1-1 0,0 1 0,0 0 0,0 0 0,-1 0 0,1 0 0,0 0 0,0 0 0,0-1 0,-1 1 0,1 0 0,0 0 0,0 0 0,-1 0 0,1 0 0,0 0 0,0 0 0,0 0 0,-1 0 0,1 0 0,0 0 0,0 0 0,-1 0 0,1 0 0,0 0 0,0 1 0,-1-1 0,-3 8 0,4 11 0,2-7 0,1 0 0,0 0 0,1 0 0,7 15 0,-40-95 0,-18-54 0,43 111 0,4 9 0,-1 1 0,0-1 0,1 1 0,-1-1 0,0 1 0,0-1 0,0 1 0,0-1 0,0 1 0,-2-2 0,3 3 0,0 0 0,0 0 0,0 0 0,0-1 0,0 1 0,0 0 0,0 0 0,-1 0 0,1 0 0,0 0 0,0 0 0,0 0 0,0 0 0,0 0 0,0 0 0,0 0 0,0 0 0,-1 0 0,1 0 0,0 0 0,0 0 0,0 0 0,0 1 0,0-1 0,0 0 0,0 0 0,0 0 0,0 0 0,0 0 0,-1 0 0,1 0 0,0 0 0,0 0 0,0 0 0,0 0 0,0 0 0,0 0 0,0 0 0,0 1 0,0-1 0,0 0 0,0 0 0,0 0 0,0 0 0,0 0 0,0 0 0,0 0 0,0 0 0,0 1 0,0 12 0,7 22-273,1 0 0,2-1 0,1 0 0,23 46 0,-28-65-6553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24575,'8'-6'0,"1"0"0,0 1 0,0 0 0,1 1 0,-1 0 0,1 0 0,0 1 0,0 1 0,0-1 0,0 2 0,0-1 0,15 1 0,-13 1 0,1 1 0,0 0 0,0 0 0,-1 2 0,1 0 0,-1 0 0,0 1 0,1 0 0,17 10 0,-27-12 0,0 0 0,0 0 0,0 0 0,-1 0 0,1 1 0,0-1 0,-1 1 0,0-1 0,1 1 0,-1 0 0,0 0 0,0 0 0,2 5 0,-2-3 0,0 1 0,-1-1 0,0 1 0,1-1 0,-2 1 0,1-1 0,-1 11 0,-1 2 0,-1-1 0,-1 0 0,-1 0 0,-8 25 0,6-27 0,1 0 0,1 1 0,1-1 0,0 1 0,1 0 0,-1 24 0,3-38 0,0 0 0,1 0 0,-1 0 0,1 0 0,-1 0 0,1 0 0,-1 0 0,1 0 0,0-1 0,0 1 0,0 0 0,0 0 0,0 0 0,1-1 0,-1 1 0,0-1 0,1 1 0,-1-1 0,1 0 0,-1 1 0,1-1 0,0 0 0,0 0 0,0 0 0,-1 0 0,1 0 0,0-1 0,0 1 0,0-1 0,0 1 0,0-1 0,0 1 0,0-1 0,0 0 0,0 0 0,1 0 0,3-1 0,-2 1 0,1-1 0,0 0 0,-1 0 0,1 0 0,-1 0 0,1-1 0,-1 0 0,1 0 0,-1 0 0,0 0 0,0-1 0,0 0 0,0 1 0,-1-2 0,7-5 0,-2-3-1365,-3 2-5461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9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74 24575,'86'1'0,"95"-2"0,-177 0 0,51-4 0,-51 5 0,0-1 0,0 0 0,0 0 0,0-1 0,0 1 0,0-1 0,-1 0 0,1 0 0,0 0 0,5-4 0,-8 5 5,-1 1 0,1-1 0,-1 0 0,1 1-1,-1-1 1,1 0 0,-1 1 0,1-1 0,-1 0-1,0 0 1,1 1 0,-1-1 0,0 0 0,0 0-1,0 1 1,1-1 0,-1 0 0,0 0 0,0 0 0,0 0-1,0 1 1,0-1 0,-1-1 0,1 0-170,-1 0 1,0 0-1,0 0 1,0 0-1,0 1 1,0-1-1,0 1 0,-3-4 1,-5-4-6662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0 24575,'4'0'0,"-1"0"0,1 0 0,-1 1 0,0-1 0,1 1 0,-1-1 0,1 1 0,-1 0 0,0 1 0,0-1 0,0 0 0,0 1 0,0 0 0,0 0 0,4 2 0,-5-1 0,0-1 0,0 1 0,0-1 0,0 1 0,-1 0 0,1 0 0,-1 0 0,1 0 0,-1 0 0,0 0 0,0 0 0,-1 0 0,1 0 0,0 0 0,-1 1 0,0 3 0,-1 73 0,-1-26 0,2-50 0,0-1 0,0 0 0,0 1 0,-1-1 0,0 0 0,1 1 0,-2 2 0,1-5 0,1 0 0,0-1 0,-1 1 0,1 0 0,-1-1 0,1 1 0,-1-1 0,1 1 0,-1-1 0,1 1 0,-1-1 0,1 1 0,-1-1 0,0 1 0,1-1 0,-1 0 0,0 0 0,0 1 0,1-1 0,-1 0 0,0 0 0,1 0 0,-1 1 0,0-1 0,0 0 0,1 0 0,-1 0 0,0 0 0,0 0 0,1-1 0,-1 1 0,0 0 0,0 0 0,1 0 0,-1-1 0,0 1 0,1 0 0,-2-1 0,-13-5 0,-1-1 0,1-1 0,1 0 0,0-1 0,0 0 0,0-1 0,1-1 0,-16-17 0,28 27 0,-1-1 0,1 0 0,0 1 0,0-1 0,0 0 0,0 0 0,0 0 0,0 0 0,0 0 0,1 0 0,-1 0 0,1 0 0,-1 0 0,1 0 0,0-4 0,0 5 0,0 0 0,1-1 0,-1 1 0,1 0 0,-1 0 0,1-1 0,-1 1 0,1 0 0,0 0 0,-1 0 0,1 0 0,0 0 0,0 0 0,0 0 0,0 0 0,0 0 0,0 0 0,0 0 0,0 1 0,1-1 0,-1 0 0,0 1 0,0-1 0,3 0 0,30-13-1365,-23 8-5461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24575,'-3'15'0,"0"8"0,-3 2 0,0-1 0,-1-1 0,0-3 0,-2-4 0,2-3 0,2-3-8191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24575,'9'-4'0,"5"-2"0,1 1 0,-1 0 0,1 1 0,0 1 0,0 0 0,17-1 0,-30 4 0,1 0 0,-1 1 0,0-1 0,0 0 0,1 1 0,-1-1 0,0 1 0,0 0 0,0 0 0,0 0 0,0 0 0,0 0 0,0 0 0,0 0 0,0 1 0,0-1 0,-1 1 0,1 0 0,-1-1 0,1 1 0,-1 0 0,2 2 0,1 4 0,0 1 0,0-1 0,-1 0 0,3 14 0,3 4 0,-1-3 0,-2-1 0,0 1 0,-1 0 0,-2 1 0,0-1 0,-1 1 0,-2-1 0,-2 30 0,1-48 0,0 0 0,0 0 0,-1 0 0,0-1 0,0 1 0,0 0 0,0-1 0,-1 1 0,1-1 0,-1 0 0,0 0 0,-1 0 0,1 0 0,-1 0 0,-3 3 0,6-7 0,1 0 0,0 0 0,-1 1 0,1-1 0,0 0 0,-1 1 0,1-1 0,0 1 0,-1-1 0,1 1 0,0-1 0,0 0 0,0 1 0,-1-1 0,1 1 0,0-1 0,0 1 0,0-1 0,0 1 0,0-1 0,0 1 0,0-1 0,0 1 0,0-1 0,0 1 0,0-1 0,0 1 0,1 0 0,-1-1 0,1 1 0,0 0 0,-1 0 0,1 0 0,0 0 0,0-1 0,-1 1 0,1 0 0,0-1 0,0 1 0,0-1 0,1 2 0,5 0 0,-1 1 0,1-1 0,7 2 0,-11-4 0,21 5-129,0-2 0,1-1 0,47-2 0,-51 0-720,-4 0-5977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24575,'-30'0'0,"-13"0"0,-1 0 0,4 0 0,7 0 0,6 3 0,5 0 0,6 0-8191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113 97 24575,'-5'2'0,"-12"3"0,-28 14 0,42-17 0,-1 0 0,1 0 0,0 0 0,0 0 0,0 0 0,0 1 0,0-1 0,0 1 0,0 0 0,1 0 0,0 0 0,-1 0 0,1 0 0,-2 5 0,4-7 0,-1 0 0,1 0 0,0 0 0,-1 0 0,1 0 0,0 0 0,0 0 0,0 1 0,0-1 0,0 0 0,0 0 0,0 0 0,1 0 0,-1 0 0,0 0 0,0 0 0,1 0 0,-1 0 0,1 0 0,-1 0 0,2 1 0,-1 0 0,0-1 0,1 1 0,-1-1 0,1 1 0,0-1 0,-1 0 0,1 0 0,0 1 0,0-1 0,3 1 0,-1-1 0,1 1 0,0 0 0,0-1 0,-1 0 0,1 0 0,0-1 0,0 0 0,9 0 0,-9-1 0,0 0 0,0 0 0,0 0 0,0-1 0,-1 0 0,1 0 0,-1 0 0,1-1 0,-1 1 0,0-1 0,0 0 0,0-1 0,6-6 0,-7 8 0,-1-1 0,0 0 0,-1 1 0,1-1 0,0 0 0,-1 0 0,1 0 0,-1 0 0,0 0 0,0 0 0,0 0 0,0-1 0,-1 1 0,1 0 0,-1 0 0,0-1 0,0 1 0,0 0 0,0-1 0,-1 1 0,1 0 0,-2-4 0,-1-1-124,-1-1 0,0 1 0,0 0 0,-1 0 0,0 0 0,0 1-1,-1 0 1,0 0 0,0 0 0,-10-7 0,2 3-6702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221 0 24575,'-27'0'0,"-12"0"0,-2 3 0,3 0 0,7 0 0,5 0 0,7-1-8191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24575,'0'21'0,"3"8"0,3 2 0,0-1 0,2-4 0,0-4 0,-2-2 0,-1-3 0,-3-4-8191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19 24575,'-8'-4'0,"-1"1"0,1 0 0,-1 1 0,0 0 0,0 0 0,1 1 0,-11 0 0,16 1 0,1-1 0,0 1 0,-1 1 0,1-1 0,0 0 0,0 1 0,-1-1 0,1 1 0,0-1 0,0 1 0,0 0 0,0 0 0,0 0 0,0 0 0,0 1 0,0-1 0,0 0 0,1 1 0,-1-1 0,0 1 0,1 0 0,-1-1 0,1 1 0,0 0 0,-1 0 0,1 0 0,0 0 0,0 0 0,1 0 0,-1 0 0,0 1 0,0 3 0,0-2 0,1 0 0,0 0 0,-1 0 0,2 0 0,-1 0 0,0 0 0,1 0 0,0 0 0,0 0 0,0 0 0,0 0 0,1 0 0,-1-1 0,1 1 0,3 5 0,-3-8 0,-1 1 0,0-1 0,0 1 0,1-1 0,-1 1 0,0-1 0,1 0 0,-1 0 0,1 0 0,0 0 0,-1 0 0,1 0 0,0 0 0,0 0 0,0-1 0,0 1 0,-1-1 0,1 1 0,0-1 0,0 0 0,0 0 0,0 0 0,0 0 0,0 0 0,0 0 0,0 0 0,0-1 0,0 1 0,0-1 0,-1 1 0,1-1 0,0 0 0,3-2 0,-1 1 0,1-1 0,-1-1 0,1 1 0,-1-1 0,0 1 0,-1-1 0,1-1 0,-1 1 0,1 0 0,-1-1 0,0 1 0,3-8 0,3-5 0,-9 16 0,1 1 0,-1-1 0,0 1 0,1-1 0,-1 1 0,0 0 0,0-1 0,1 1 0,-1-1 0,1 1 0,-1 0 0,0-1 0,1 1 0,-1 0 0,1-1 0,-1 1 0,1 0 0,-1 0 0,1-1 0,-1 1 0,1 0 0,-1 0 0,1 0 0,0 0 0,-1 0 0,1 0 0,-1 0 0,1 0 0,-1 0 0,1 0 0,-1 0 0,1 0 0,-1 0 0,1 0 0,-1 1 0,1-1 0,-1 0 0,1 0 0,-1 0 0,1 1 0,-1-1 0,1 0 0,-1 1 0,1 0 0,3 2 0,-1 1 0,1 0 0,-1 0 0,4 5 0,0 2 0,5 3-117,-2-2 200,0-1 1,14 11 0,-20-19-209,-1 0 0,1 0 0,0-1 0,0 1 0,0-1 0,1 0 1,-1-1-1,0 1 0,1-1 0,-1 1 0,7-1 0,2 1-6701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91 220 24575,'4'21'0,"9"55"0,-46-148 0,-35-53 0,62 114 0,49 40 0,-32-22 0,1 0 0,0 0 0,1-1 0,-1-1 0,1 0 0,0-1 0,0 0 0,1-1 0,-1 0 0,1-1 0,0-1 0,-1 0 0,1-1 0,0 0 0,-1-1 0,27-6 0,-35 6 0,1-1 0,-1 1 0,0-1 0,0-1 0,0 1 0,0-1 0,-1 0 0,1 0 0,-1 0 0,0 0 0,0-1 0,0 0 0,0 0 0,0 0 0,-1 0 0,0-1 0,0 1 0,0-1 0,0 0 0,-1 0 0,0 0 0,0 0 0,0 0 0,0 0 0,-1-1 0,0 1 0,0 0 0,-1-1 0,0 1 0,1-1 0,-2 1 0,1-1 0,-1 1 0,-2-10 0,3 14 0,0-1 0,-1 1 0,1-1 0,0 1 0,-1-1 0,0 1 0,1-1 0,-1 1 0,0 0 0,0-1 0,0 1 0,0 0 0,0 0 0,0 0 0,0 0 0,0 0 0,0 0 0,-1 0 0,1 0 0,0 0 0,0 1 0,-1-1 0,1 0 0,-1 1 0,1-1 0,-1 1 0,1-1 0,-2 1 0,1 0 0,0 0 0,0 1 0,1-1 0,-1 0 0,0 1 0,0-1 0,1 1 0,-1 0 0,0 0 0,1-1 0,-1 1 0,1 0 0,-1 0 0,1 1 0,0-1 0,-1 0 0,1 0 0,0 1 0,0-1 0,0 0 0,0 1 0,0-1 0,-2 4 0,1 1 0,-1 1 0,1-1 0,-1 1 0,2 0 0,-1-1 0,1 1 0,0 0 0,0 0 0,1 0 0,0 0 0,1 0 0,-1 0 0,1 0 0,0 0 0,1-1 0,0 1 0,0 0 0,0-1 0,1 1 0,0-1 0,0 0 0,0 0 0,1 0 0,8 10 0,-6-9 0,-1-1 0,1 1 0,1-1 0,-1 0 0,1-1 0,0 0 0,0 0 0,1 0 0,-1-1 0,1 0 0,0-1 0,0 1 0,1-1 0,-1-1 0,1 0 0,-1 0 0,1-1 0,-1 0 0,15 0 0,-8-3-1365,-3-1-5461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24575,'5'10'0,"4"6"0,1 3 0,-2-2-8191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24575,'7'13'0,"6"6"0,2 3 0,2-3 0,-2-2 0,-2-1 0,0-1 0,1-3 0,-3-1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24575,'25'25'0,"-9"-7"0,2-1 0,0 0 0,1-1 0,34 22 0,-49-36 0,-1-1 0,1 1 0,0 0 0,-1-1 0,1 0 0,0 0 0,0 0 0,0 0 0,0-1 0,0 0 0,0 0 0,5 0 0,-8 0 0,1-1 0,0 1 0,-1 0 0,1-1 0,-1 0 0,1 1 0,-1-1 0,1 0 0,-1 0 0,0 0 0,1 0 0,-1 0 0,0 0 0,0 0 0,0 0 0,1-1 0,-1 1 0,-1 0 0,1-1 0,0 1 0,0-1 0,0 1 0,-1-1 0,1 1 0,-1-1 0,1 1 0,-1-1 0,0 0 0,1 1 0,-1-1 0,0 0 0,0-1 0,0-4 0,-1 1 0,1-1 0,-1 1 0,-1-1 0,1 1 0,-1 0 0,-4-11 0,3 9 0,0 0 0,1 0 0,-3-13 0,5 21 0,0-1 0,0 1 0,0-1 0,0 1 0,0-1 0,0 0 0,0 1 0,0-1 0,0 1 0,0-1 0,0 1 0,0-1 0,0 0 0,0 1 0,0-1 0,1 1 0,-1-1 0,0 1 0,0-1 0,1 1 0,-1-1 0,0 1 0,1-1 0,-1 1 0,1 0 0,-1-1 0,1 0 0,0 1 0,0 0 0,0 0 0,0 0 0,-1 0 0,1 0 0,0 0 0,0 0 0,0 0 0,0 0 0,0 0 0,-1 1 0,1-1 0,0 0 0,0 1 0,0-1 0,0 1 0,7 3 0,0 1 0,12 11 0,-16-13 0,40 31-72,81 58-1221,-116-86-5533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155 284 24575,'0'9'0,"0"1"0,0-1 0,1 1 0,1-1 0,-1 0 0,1 0 0,1 1 0,5 12 0,-2-16 0,-3-11 0,-2-13 0,-3 11 0,-1 1 0,1-1 0,-1 1 0,0-1 0,-1 1 0,1 0 0,-8-9 0,-35-37 0,29 34 0,-9-9 0,7 8 0,-21-28 0,40 47 0,0-1 0,0 1 0,-1 0 0,1 0 0,0-1 0,0 1 0,-1 0 0,1 0 0,0-1 0,0 1 0,0 0 0,0-1 0,0 1 0,-1 0 0,1-1 0,0 1 0,0 0 0,0-1 0,0 1 0,0 0 0,0-1 0,0 1 0,0-1 0,0 1 0,7 0 0,11 7 0,44 30 0,-41-23 0,0-2 0,1 0 0,45 17 0,-44-22 0,1-1 0,47 6 0,-62-11 0,0 0 0,0-1 0,0 0 0,0-1 0,0 0 0,0 0 0,0-1 0,0 0 0,-1-1 0,1 0 0,11-5 0,-17 6 0,1-1 0,0 1 0,-1-1 0,1 1 0,-1-1 0,0-1 0,0 1 0,0 0 0,0-1 0,0 1 0,-1-1 0,1 0 0,-1 0 0,0 0 0,-1 0 0,1 0 0,-1 0 0,1 0 0,-1-1 0,-1 1 0,2-9 0,-2 5 0,0 0 0,-1 0 0,0 0 0,0 0 0,-1 0 0,0 0 0,0 0 0,-1 0 0,0 1 0,0 0 0,-5-9 0,4 9 0,0 0 0,0 1 0,-1-1 0,0 1 0,-11-11 0,15 16 0,0 0 0,0 0 0,-1 0 0,1 0 0,-1 0 0,1 0 0,-1 0 0,0 1 0,1-1 0,-1 1 0,1-1 0,-1 1 0,0-1 0,0 1 0,1 0 0,-1 0 0,0 0 0,1 0 0,-1 0 0,0 0 0,0 1 0,1-1 0,-1 0 0,0 1 0,1-1 0,-1 1 0,1 0 0,-1 0 0,0-1 0,1 1 0,0 0 0,-1 0 0,-2 3 0,1-1 0,0 0 0,1 1 0,-1-1 0,1 1 0,0 0 0,0 0 0,0 0 0,0 0 0,1 0 0,-1 0 0,1 0 0,0 0 0,0 1 0,0 6 0,0-1 0,1 0 0,0 0 0,0 0 0,1 0 0,2 13 0,0-13 0,0 0 0,1 0 0,0 0 0,0 0 0,1-1 0,0 1 0,1-1 0,0-1 0,12 14 0,-12-15 0,1 0 0,-1-1 0,1 0 0,1 0 0,-1-1 0,1 0 0,0 0 0,0-1 0,0 0 0,1 0 0,13 3 0,-18-6-151,0-1-1,0 1 0,1-1 0,-1 0 1,0 0-1,0 0 0,0-1 1,7-1-1,2-1-6674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24575,'-5'2'0,"1"-1"0,-1 1 0,1 0 0,0 0 0,0 1 0,-1-1 0,1 1 0,1 0 0,-1 0 0,0 0 0,1 0 0,-5 6 0,6-6 0,1 0 0,-1 0 0,1 0 0,-1 0 0,1 0 0,0 0 0,1 0 0,-1 0 0,0 0 0,1 1 0,0-1 0,-1 0 0,1 1 0,1-1 0,-1 0 0,0 0 0,1 1 0,0-1 0,1 4 0,1 2 0,1 1 0,0-1 0,1 0 0,-1 0 0,2 0 0,11 14 0,-7-10 0,1-1 0,1 0 0,19 15 0,-28-25 0,1 0 0,-1 1 0,1-1 0,-1 0 0,1 0 0,0-1 0,-1 1 0,1-1 0,0 0 0,0 0 0,0 0 0,0-1 0,0 1 0,0-1 0,0 0 0,0 0 0,0 0 0,0-1 0,0 1 0,0-1 0,0 0 0,0 0 0,0-1 0,0 1 0,-1-1 0,1 0 0,0 0 0,-1 0 0,1 0 0,-1 0 0,0-1 0,0 0 0,0 1 0,5-7 0,-4 2 0,0 1 0,0-1 0,-1 1 0,0-1 0,0 0 0,-1-1 0,0 1 0,0 0 0,2-15 0,-2-1 0,-3-43 0,1 51 0,0 8 0,3 6 0,7 11 0,11 25 0,-19-31 0,10 17 0,17 29 0,-26-44 0,1 0 0,1-1 0,-1 0 0,1 0 0,0 0 0,7 5 0,-12-10-44,1 1 0,-1-1 0,1 1 0,0-1 0,-1 0 0,1 1 0,0-1 0,0 1 0,-1-1 0,1 0 0,0 0 0,0 1 0,0-1 0,-1 0 0,1 0 0,0 0 0,0 0 0,0 0-1,-1 0 1,1 0 0,0 0 0,0-1 0,0 1 0,-1 0 0,1 0 0,0-1 0,0 1 0,-1 0 0,1-1 0,1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37 24575,'0'-13'0,"0"-1"0,0 4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49 24575,'14'38'0,"83"252"0,-89-251 0,-14-63 0,-2 1 0,0-1 0,-1 1 0,-22-38 0,12 25 0,-13-37 0,24 51 0,-9-28 0,15 45 0,1-1 0,0 0 0,0 1 0,0-1 0,1 0 0,0-8 0,0 13 0,0 0 0,0-1 0,0 1 0,1-1 0,-1 1 0,0 0 0,1 0 0,-1-1 0,1 1 0,0 0 0,-1 0 0,1-1 0,0 1 0,0 0 0,0 0 0,0 0 0,0 0 0,0 0 0,0 0 0,0 0 0,2-1 0,-1 1 0,1 1 0,-1-1 0,1 0 0,-1 0 0,1 1 0,-1 0 0,1-1 0,-1 1 0,1 0 0,-1 0 0,4 1 0,1 0 0,0 0 0,-1 1 0,1 0 0,0 0 0,-1 0 0,1 1 0,11 7 0,-14-7 0,1 0 0,-1 1 0,1 0 0,-1 0 0,-1 0 0,1 1 0,-1-1 0,1 1 0,-1 0 0,4 10 0,-6-14 0,0 1 0,-1 0 0,1-1 0,-1 1 0,0-1 0,1 1 0,-1 0 0,0 0 0,0-1 0,0 1 0,0 0 0,-1-1 0,1 1 0,0 0 0,-1-1 0,0 4 0,0-4 0,-1 1 0,1 0 0,0-1 0,0 1 0,-1-1 0,1 1 0,-1-1 0,1 0 0,-1 0 0,0 0 0,1 0 0,-1 0 0,0 0 0,0 0 0,0 0 0,0-1 0,-3 2 0,-12 1-48,0-1 0,0 0 0,0-1 0,-35-2 0,24 0-1077,0 1-5701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0 180 24575,'3'21'0,"9"30"0,-10-44 0,0 0 0,1-1 0,0 1 0,0-1 0,0 0 0,1 0 0,0 0 0,5 6 0,-9-11 0,1-1 0,-1 1 0,1-1 0,-1 1 0,1 0 0,-1-1 0,1 1 0,0-1 0,-1 0 0,1 1 0,0-1 0,-1 1 0,1-1 0,0 0 0,0 0 0,-1 1 0,1-1 0,0 0 0,1 0 0,-2 0 0,1 0 0,-1 0 0,0-1 0,1 1 0,-1 0 0,1 0 0,-1-1 0,0 1 0,1 0 0,-1-1 0,0 1 0,0 0 0,1-1 0,-1 1 0,0 0 0,0-1 0,1 1 0,-1-1 0,0 1 0,0 0 0,0-1 0,0 1 0,1-1 0,-1-3 0,1 0 0,-1 0 0,0 0 0,0 0 0,0-7 0,-5-13 0,0 0 0,-2 0 0,-11-27 0,9 26 0,0 0 0,-6-40 0,14 63 0,1 0 0,0 0 0,0 0 0,-1 0 0,2 0 0,-1 0 0,0 0 0,0 0 0,1 0 0,-1 0 0,1 1 0,-1-1 0,1 0 0,0 0 0,0 0 0,1-2 0,-1 3 0,0 0 0,0 0 0,0 0 0,0 1 0,0-1 0,0 0 0,0 1 0,1-1 0,-1 0 0,0 1 0,0-1 0,0 1 0,1 0 0,-1 0 0,0-1 0,1 1 0,-1 0 0,0 0 0,1 0 0,-1 0 0,0 0 0,1 0 0,-1 1 0,0-1 0,3 1 0,4 2-195,-1 0 0,1 0 0,-1 1 0,1 0 0,-1 0 0,9 7 0,-3-1-6631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99 24575,'-7'-3'0,"-3"-3"0,0 1 0,-1 0 0,1 1 0,-1 0 0,0 0 0,-1 1 0,-21-2 0,31 4 0,1 1 0,0 0 0,-1 0 0,1 0 0,-1 0 0,1 1 0,0-1 0,-1 0 0,1 0 0,0 1 0,-1-1 0,1 1 0,0-1 0,-1 1 0,1 0 0,0-1 0,0 1 0,0 0 0,0 0 0,0 0 0,-2 1 0,3 0 0,-1-1 0,0 0 0,1 1 0,-1-1 0,1 1 0,-1-1 0,1 1 0,0-1 0,0 1 0,0-1 0,0 1 0,0-1 0,0 1 0,0-1 0,0 1 0,1 1 0,1 4 0,0-1 0,0 1 0,1-1 0,-1 0 0,2 1 0,-1-2 0,6 9 0,0-3 0,0 0 0,0 0 0,1-1 0,1-1 0,12 10 0,-20-16 0,1 0 0,0-1 0,0 0 0,0 0 0,1 0 0,-1 0 0,0 0 0,1-1 0,-1 0 0,1 0 0,-1 0 0,1 0 0,0-1 0,-1 0 0,1 0 0,0 0 0,-1-1 0,1 1 0,6-3 0,-9 2 0,0 0 0,0 0 0,0 0 0,0-1 0,0 1 0,0-1 0,0 1 0,0-1 0,-1 0 0,1 0 0,-1 1 0,1-1 0,-1 0 0,0-1 0,0 1 0,0 0 0,0 0 0,0 0 0,0-1 0,-1 1 0,1 0 0,-1-1 0,1 1 0,-1 0 0,0-3 0,1-5 0,-1 1 0,0 0 0,-1 0 0,0-1 0,-3-11 0,3 13-85,-1 0 0,-1 0-1,1 1 1,-1-1 0,0 0-1,-1 1 1,0 0 0,0 0-1,-1 0 1,0 0 0,0 1-1,0-1 1,-1 2 0,0-1-1,-7-5 1,0 3-6741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7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0 24575,'-20'7'0,"-26"12"0,40-16 0,0 0 0,1 1 0,0-1 0,-1 1 0,1 0 0,1 0 0,-1 1 0,-7 8 0,11-11 0,0 0 0,0-1 0,0 1 0,0 0 0,0 0 0,1-1 0,-1 1 0,1 0 0,-1 0 0,1 0 0,0 0 0,-1 0 0,1 0 0,0 0 0,0 0 0,1 3 0,0-1 0,0-1 0,0 1 0,0-1 0,1 0 0,-1 1 0,1-1 0,0 0 0,3 4 0,4 4 0,0-1 0,0-1 0,18 15 0,-19-17-105,0-1 0,1 0 0,-1 0 0,1-1 0,1 0 0,-1 0 0,1-1 0,-1 0 0,1-1 0,0 0 0,0 0 0,17 1 0,-10-3-6721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4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94 650 24575,'-9'2'0,"0"1"0,0 0 0,1 1 0,-1 0 0,1 1 0,-12 7 0,19-11 0,-1 0 0,1 1 0,-1-1 0,1 0 0,-1 1 0,1-1 0,0 0 0,-1 1 0,1 0 0,0-1 0,0 1 0,0 0 0,0 0 0,1-1 0,-1 1 0,0 0 0,1 0 0,-1 0 0,1 0 0,0 0 0,-1 0 0,1 0 0,0 0 0,0 0 0,1 0 0,-1 0 0,0 0 0,1 0 0,-1 0 0,1-1 0,-1 1 0,1 0 0,0 0 0,0 0 0,0-1 0,2 4 0,-1-2 0,1 0 0,-1 0 0,1-1 0,0 1 0,0-1 0,0 1 0,0-1 0,1 0 0,-1 0 0,0-1 0,1 1 0,0-1 0,-1 1 0,1-1 0,5 1 0,-4-1 0,-1-1 0,1 1 0,0-1 0,0 0 0,-1 0 0,1 0 0,0 0 0,-1-1 0,1 0 0,0 0 0,-1 0 0,7-3 0,-9 2 0,0 1 0,0-1 0,-1 0 0,1 0 0,0 0 0,-1 0 0,1 0 0,-1 0 0,1 0 0,-1 0 0,0-1 0,0 1 0,0 0 0,0-1 0,-1 1 0,1-1 0,-1 1 0,1-1 0,-1 1 0,0-1 0,0-3 0,0 1 0,1 1 0,-2-1 0,1 1 0,0-1 0,-1 1 0,0-1 0,0 1 0,0-1 0,-1 1 0,1 0 0,-4-5 0,5 8 0,-1 0 0,1 1 0,-1-1 0,1 0 0,-1 1 0,1-1 0,-1 0 0,0 1 0,1-1 0,-1 1 0,0-1 0,0 1 0,1-1 0,-1 1 0,0 0 0,-1-1 0,1 1 0,1 0 0,-1 0 0,1 0 0,-1 0 0,1 0 0,-1 0 0,1 0 0,-1 0 0,1 0 0,-1 1 0,1-1 0,-1 0 0,1 0 0,-1 0 0,1 1 0,0-1 0,-1 0 0,1 1 0,-1-1 0,1 0 0,-1 1 0,0 1 0,0-1 0,1 0 0,-1 1 0,0-1 0,1 1 0,-1-1 0,0 1 0,1-1 0,0 1 0,-1-1 0,1 1 0,0-1 0,0 1 0,0 0 0,0-1 0,0 3 0,1 0 0,0 0 0,1-1 0,-1 1 0,1-1 0,0 0 0,0 1 0,0-1 0,0 0 0,0 0 0,1 0 0,-1 0 0,1-1 0,0 1 0,0-1 0,0 0 0,5 4 0,-2-3 0,0 1 0,1-1 0,0 0 0,-1-1 0,1 1 0,0-2 0,13 3 0,-12-3 0,0 0 0,0-1 0,0 0 0,0-1 0,0 0 0,0 0 0,0-1 0,0 1 0,-1-2 0,1 1 0,-1-1 0,1 0 0,-1-1 0,0 0 0,0 0 0,9-8 0,-9 6 0,1-1 0,-2 0 0,1 0 0,-1-1 0,0 0 0,-1 0 0,1 0 0,-2-1 0,1 0 0,-1 0 0,-1 0 0,1 0 0,1-12 0,0-5 0,-1-1 0,-1 0 0,-1 0 0,-4-49 0,-2 35 0,-2 0 0,-16-58 0,15 75 0,0 1 0,-2-1 0,0 1 0,-2 1 0,-1 0 0,0 0 0,-2 1 0,-16-19 0,30 38 0,-1 1 0,-1 0 0,1-1 0,0 1 0,0 0 0,0 0 0,-1 0 0,1 0 0,0 0 0,-1 0 0,1 0 0,-1 1 0,1-1 0,-1 0 0,1 1 0,-1-1 0,0 1 0,1 0 0,-1-1 0,1 1 0,-1 0 0,0 0 0,1 0 0,-1 0 0,0 0 0,-1 1 0,1 0 0,0 0 0,0 0 0,0 0 0,0 1 0,0-1 0,1 1 0,-1-1 0,0 1 0,1 0 0,-1 0 0,1 0 0,0-1 0,0 1 0,-1 0 0,1 1 0,1-1 0,-1 0 0,-1 4 0,-4 15 0,0 2 0,2-1 0,0 0 0,1 1 0,2 0 0,0-1 0,2 1 0,3 25 0,-1-23 0,2-1 0,0 0 0,2 0 0,0-1 0,2 1 0,0-2 0,17 29 0,-10-26 24,0-1 0,1-2 0,1 1 0,39 35 0,-42-45-210,0 0 1,1-2-1,0 0 0,1 0 1,0-2-1,0 0 1,37 13-1,-32-16-6640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2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61 609 24575,'0'0'0,"16"-16"0,0 0 0,21-31 0,-33 40 0,0 1 0,0-1 0,-1 0 0,0 0 0,0 0 0,-1 0 0,0-1 0,0 1 0,-1 0 0,0-1 0,0-12 0,-1-3 0,-2-1 0,-1 1 0,-11-40 0,-26-66 0,28 95 0,-2 0 0,-34-61 0,48 95 0,0-1 0,0 1 0,0 0 0,0-1 0,-1 1 0,1 0 0,0 0 0,0-1 0,0 1 0,-1 0 0,1-1 0,0 1 0,0 0 0,0 0 0,-1 0 0,1-1 0,0 1 0,-1 0 0,1 0 0,0 0 0,-1 0 0,1-1 0,0 1 0,0 0 0,-1 0 0,1 0 0,0 0 0,-1 0 0,1 0 0,0 0 0,-1 0 0,1 0 0,0 0 0,-1 0 0,1 0 0,-1 0 0,0 1 0,1 0 0,-1-1 0,0 1 0,1 0 0,-1 0 0,1 0 0,-1 0 0,1 0 0,-1-1 0,1 1 0,0 0 0,-1 1 0,-5 31 0,3 8 0,3 78 0,2-98 0,0 0 0,2 0 0,0-1 0,2 1 0,12 31 0,-13-41 15,1 0 0,0 0 0,0-1 0,1 0 0,1 0 0,-1 0 0,13 10 0,-7-8-312,1-1 0,1 0 0,0-1 0,20 10 0,-21-13-6529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56 24575,'-11'0'0,"1"1"0,-1 0 0,-11 3 0,18-4 0,0 1 0,0 1 0,0-1 0,0 0 0,1 1 0,-1 0 0,0 0 0,1 0 0,0 0 0,-1 1 0,-2 3 0,4-5 0,1 0 0,1 0 0,-1 0 0,0 0 0,0 1 0,0-1 0,1 0 0,-1 1 0,0-1 0,1 1 0,-1-1 0,1 1 0,0-1 0,0 1 0,-1-1 0,1 1 0,0-1 0,1 3 0,-1-1 0,1 0 0,-1 0 0,1 0 0,0 0 0,1 0 0,-1 0 0,0 0 0,4 4 0,1 1 0,0-1 0,0 0 0,0 0 0,1-1 0,9 7 0,-11-9 0,0-1 0,0 0 0,0 0 0,0 0 0,1-1 0,-1 0 0,1 0 0,0 0 0,9 1 0,-13-3 0,1 1 0,-1-1 0,0 0 0,0 0 0,0 0 0,0-1 0,0 1 0,0 0 0,1-1 0,-1 1 0,0-1 0,0 0 0,0 1 0,0-1 0,-1 0 0,1-1 0,0 1 0,0 0 0,0 0 0,-1-1 0,1 1 0,-1-1 0,1 1 0,-1-1 0,0 0 0,1 1 0,-1-1 0,0 0 0,1-3 0,-1 1 0,1-1 0,-1 1 0,-1-1 0,1 1 0,0-1 0,-1 0 0,0 1 0,0-1 0,-1 1 0,1-1 0,-1 0 0,0 1 0,0-1 0,-1 1 0,1 0 0,-1-1 0,-4-6 0,1 1 0,-1 1 0,0 0 0,0 0 0,-1 0 0,0 1 0,-13-12 0,-9 0-1365,16 13-5461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1 24575,'-25'2'0,"-28"7"0,46-8 0,1 1 0,-1 0 0,0 1 0,1-1 0,0 1 0,-1 0 0,1 1 0,-11 8 0,16-11 0,-1 0 0,1 1 0,0-1 0,-1 0 0,1 1 0,0 0 0,0-1 0,0 1 0,0 0 0,0 0 0,1-1 0,-1 1 0,0 0 0,1 0 0,-1 0 0,1 0 0,0 0 0,0 2 0,0-1 0,0 1 0,0-1 0,1 1 0,0-1 0,0 0 0,0 0 0,0 1 0,0-1 0,3 5 0,2 1 0,0 0 0,1 0 0,0-1 0,0 0 0,13 12 0,-10-12 0,0 0 0,1 0 0,0-1 0,0-1 0,0 1 0,1-2 0,-1 0 0,1 0 0,1-1 0,-1 0 0,1-1 0,-1-1 0,1 0 0,0-1 0,0 0 0,0-1 0,17-2 0,-16 0-1365,-3-2-5461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0 24575,'-5'2'0,"0"1"0,1-1 0,-1 1 0,0 0 0,1 0 0,0 0 0,0 0 0,0 1 0,0 0 0,0 0 0,1 0 0,0 0 0,0 0 0,0 1 0,0 0 0,1-1 0,-1 1 0,1 0 0,0 0 0,1 0 0,-1 1 0,1-1 0,0 0 0,1 0 0,-1 1 0,1-1 0,0 0 0,0 1 0,1-1 0,-1 0 0,3 8 0,-2-10 0,0 1 0,1-1 0,-1 0 0,1 0 0,0 0 0,-1 0 0,1-1 0,0 1 0,1 0 0,-1-1 0,0 0 0,1 1 0,0-1 0,-1 0 0,1 0 0,0 0 0,0-1 0,0 1 0,5 1 0,-6-2 0,0 0 0,0-1 0,0 1 0,1-1 0,-1 0 0,0 1 0,1-1 0,-1 0 0,0 0 0,1 0 0,-1-1 0,0 1 0,1-1 0,-1 1 0,0-1 0,0 0 0,0 0 0,1 1 0,-1-2 0,0 1 0,0 0 0,0 0 0,-1-1 0,1 1 0,0-1 0,0 1 0,-1-1 0,3-3 0,0-1 0,-1 0 0,0 0 0,0-1 0,-1 1 0,0-1 0,0 0 0,0 1 0,-1-1 0,0 0 0,0 0 0,-1 0 0,0 0 0,0 0 0,0 0 0,-1 0 0,0 0 0,-1 0 0,0 0 0,-3-9 0,5 16 0,0 0 0,0 0 0,0 0 0,0 0 0,0 0 0,0 0 0,0 0 0,0 0 0,0-1 0,0 1 0,0 0 0,0 0 0,0 0 0,0 0 0,0 0 0,0 0 0,0 0 0,0 0 0,0 0 0,0 0 0,0 0 0,-1 0 0,1 0 0,0-1 0,0 1 0,0 0 0,0 0 0,0 0 0,0 0 0,0 0 0,0 0 0,0 0 0,0 0 0,0 0 0,-1 0 0,1 0 0,0 0 0,0 0 0,0 0 0,0 0 0,0 0 0,0 0 0,0 0 0,0 0 0,0 0 0,0 0 0,-1 0 0,1 0 0,0 0 0,0 0 0,0 0 0,0 0 0,0 1 0,0-1 0,-2 6 0,0 10 0,3-9-105,0 0 0,0 0 0,1 0 0,0 0 0,0 0 0,1 0 0,-1-1 0,1 1 0,1-1 0,-1 1 0,1-1 0,8 9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24575,'32'58'0,"-3"2"0,-3 1 0,33 112 0,-3 87 0,-55-254 0,0 0 0,-1 0 0,0 9 0,0-15 0,0 1 0,1-1 0,-1 1 0,0-1 0,0 1 0,0-1 0,0 1 0,-1-1 0,1 0 0,0 1 0,0-1 0,0 1 0,0-1 0,0 1 0,0-1 0,-1 1 0,1-1 0,0 0 0,0 1 0,-1-1 0,1 0 0,0 1 0,-1-1 0,1 0 0,0 1 0,-1-1 0,1 0 0,-1 1 0,1-1 0,0 0 0,-1 0 0,1 0 0,-1 1 0,1-1 0,-1 0 0,1 0 0,0 0 0,-1 0 0,1 0 0,-1 0 0,1 0 0,-1 0 0,1 0 0,-1 0 0,1 0 0,-1 0 0,1 0 0,-1 0 0,1-1 0,0 1 0,-1 0 0,1 0 0,-1 0 0,1-1 0,0 1 0,-1 0 0,1 0 0,-1-1 0,1 1 0,0 0 0,0-1 0,-1 0 0,-2-1 0,1-1 0,-1 1 0,1-1 0,0 0 0,0 0 0,0 0 0,0 0 0,1 0 0,-1 0 0,1 0 0,-2-7 0,-1-3 0,-3-24 0,7 34 0,0 1 0,-1-1 0,1 1 0,0 0 0,0-1 0,0 1 0,1-1 0,-1 1 0,1-1 0,-1 1 0,1 0 0,0-1 0,0 1 0,0 0 0,0 0 0,0-1 0,0 1 0,1 0 0,-1 0 0,1 0 0,2-2 0,-1 1 0,1 1 0,0 0 0,-1 0 0,1 0 0,0 0 0,0 0 0,0 1 0,0 0 0,0 0 0,0 0 0,8-1 0,3 2 0,0 0 0,0 1 0,-1 0 0,21 5 0,1 0 0,-27-5 0,-1-1 0,-1 1 0,0 0 0,0 1 0,0-1 0,0 1 0,0 0 0,8 5 0,-14-6 1,0-1 0,-1 1 0,1 0-1,0 0 1,-1-1 0,1 1 0,-1 0-1,1 0 1,-1 0 0,0 0 0,1 0-1,-1 0 1,0 0 0,1 0 0,-1 0-1,0 0 1,0 0 0,0 0 0,0 0-1,0 0 1,0 0 0,0 0 0,-1 1-1,-8 29-52,3-13-1279,4-6-5495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24575,'3'0'0,"0"2"0,-2 2 0,-2 2 0,-3 2 0,-1 3 0,1-1-8191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1 24575,'8'18'0,"27"76"0,-31-79 0,0-1 0,-1 2 0,0-1 0,0 21 0,-2-34 0,-1 0 0,0 0 0,-1 1 0,1-1 0,0 0 0,0 0 0,-1 0 0,0 0 0,1 1 0,-1-1 0,0 0 0,0 0 0,0 0 0,0 0 0,0-1 0,0 1 0,-1 0 0,1 0 0,-1-1 0,1 1 0,-1-1 0,-2 3 0,2-3 0,-1 0 0,1 0 0,0 0 0,-1-1 0,1 1 0,-1 0 0,1-1 0,-1 0 0,1 1 0,-1-1 0,0 0 0,1 0 0,-1 0 0,1-1 0,-1 1 0,1-1 0,-1 1 0,-4-3 0,-2-2 0,-1 0 0,1-1 0,0 0 0,0 0 0,0-1 0,1 0 0,-10-11 0,8 8 0,2 1 0,-1 1 0,2-2 0,-10-13 0,15 21 0,0 0 0,1-1 0,-1 1 0,1-1 0,0 1 0,0-1 0,0 0 0,0 1 0,0-1 0,0 0 0,1 0 0,0 0 0,-1 1 0,1-1 0,0 0 0,0 0 0,1 0 0,-1 0 0,2-4 0,-1 5 0,0 0 0,0 1 0,1-1 0,-1 0 0,0 1 0,1-1 0,0 1 0,-1 0 0,1 0 0,0 0 0,0-1 0,0 1 0,-1 1 0,1-1 0,0 0 0,0 0 0,0 1 0,0-1 0,1 1 0,-1 0 0,0 0 0,0 0 0,0 0 0,3 0 0,4 0 0,1 1 0,-1 0 0,0 0 0,11 4 0,-9-2 0,0 1 0,0 1 0,0 0 0,18 11 0,39 32 0,-4-1 0,-35-30 0,0 0 0,55 22 0,-83-38 0,0-1 0,1 1 0,-1-1 0,0 0 0,0 1 0,0-1 0,0 0 0,0 0 0,1 0 0,-1 0 0,0 0 0,0 0 0,0 0 0,0 0 0,1 0 0,-1 0 0,0-1 0,0 1 0,0-1 0,0 1 0,1-1 0,-1 0 0,0 0 0,0 0 0,0 0 0,-1 0 0,1 0 0,-1 0 0,1 0 0,-1 0 0,1 0 0,-1 0 0,1 0 0,-1 0 0,0 0 0,0 0 0,1-1 0,-1 1 0,0-2 0,-1-6 0,1 0 0,-1 0 0,-1 0 0,-3-12 0,3 12 0,0 1 0,1 0 0,0 0 0,-1-12 0,2 19 0,0-1 0,0 1 0,0-1 0,0 1 0,0-1 0,1 1 0,-1-1 0,0 1 0,1-1 0,-1 1 0,1-1 0,-1 1 0,1 0 0,0-1 0,-1 1 0,1 0 0,0-1 0,0 1 0,0 0 0,0 0 0,0 0 0,0 0 0,1 0 0,-1 0 0,2-1 0,-2 2 0,0 0 0,0 0 0,0-1 0,1 1 0,-1 0 0,0 1 0,0-1 0,0 0 0,1 0 0,-1 0 0,0 1 0,0-1 0,0 1 0,0-1 0,0 1 0,0-1 0,0 1 0,0-1 0,2 3 0,20 17 0,-13-10 0,10 4-195,1 0 0,0-1 0,1-1 0,0-1 0,0-1 0,25 7 0,-34-13-6631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0 24575,'-3'0'0,"-1"0"0,1 0 0,0 1 0,0-1 0,0 1 0,-1 0 0,1 0 0,0 0 0,0 0 0,0 1 0,1-1 0,-1 1 0,0-1 0,0 1 0,1 0 0,-1 0 0,1 0 0,0 1 0,-4 3 0,5-4 0,-1 0 0,1 1 0,0-1 0,0 1 0,0-1 0,0 1 0,0-1 0,0 1 0,1-1 0,-1 1 0,1 0 0,0-1 0,0 1 0,0 0 0,0-1 0,0 1 0,0 0 0,1-1 0,0 1 0,-1-1 0,1 1 0,0-1 0,2 5 0,7 10 0,1 0 0,24 31 0,0-2 0,-33-44 0,-1 0 0,1 0 0,-1 1 0,0-1 0,0 0 0,0 0 0,0 1 0,0-1 0,0 1 0,-1-1 0,1 1 0,-1-1 0,0 1 0,0-1 0,0 4 0,0-4 0,-1 0 0,1 0 0,-1 0 0,0-1 0,0 1 0,0 0 0,0 0 0,0-1 0,-1 1 0,1 0 0,0-1 0,-1 1 0,1-1 0,-1 0 0,0 1 0,1-1 0,-1 0 0,0 0 0,-2 1 0,-7 4-119,-8 5-504,-21 9 0,26-15-6203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373 148 24575,'-9'-15'0,"-1"0"0,0 1 0,-22-24 0,26 33 0,1 0 0,-1 0 0,0 0 0,-1 1 0,1 0 0,-1 0 0,0 1 0,0-1 0,0 2 0,0-1 0,-10-1 0,-10-3 0,20 5 0,-1-1 0,0 2 0,0-1 0,1 1 0,-1 0 0,0 1 0,0 0 0,0 0 0,0 1 0,-13 2 0,0 2 0,14-3 0,-1 0 0,1 0 0,0 0 0,-9 5 0,14-6 0,0 0 0,0 0 0,1 1 0,-1-1 0,0 1 0,0-1 0,1 1 0,-1 0 0,1-1 0,0 1 0,-1 0 0,1 0 0,0 0 0,0 0 0,0 0 0,0 0 0,0 0 0,0 4 0,-1 9 0,0 1 0,1-1 0,1 0 0,1 1 0,0-1 0,1 0 0,0 0 0,1 0 0,9 26 0,26 59 0,98 184 0,-66-132 0,-69-152 0,-1 1 0,0-1 0,0 0 0,0 1 0,1-1 0,-1 0 0,0 1 0,0-1 0,0 1 0,0-1 0,1 0 0,-1 1 0,0-1 0,0 1 0,0-1 0,0 0 0,0 1 0,0-1 0,0 1 0,0-1 0,0 0 0,0 1 0,-1-1 0,1 1 0,0-1 0,-8-6 0,-9-17 0,10 9-1365,2 1-5461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75 24575,'-30'-5'0,"-15"-2"0,-2-2 0,1 1 0,4 1 0,7 0 0,4 0 0,4 3 0,6 0 0,2 0 0,3 0 0,1 0 0,1 2 0,0 0 0,3 2-8191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71 24575,'-23'-11'0,"2"1"0,1 1 0,-1 1 0,0 0 0,-1 2 0,-25-5 0,44 10 0,0 1 0,0 0 0,0 0 0,0 0 0,1 0 0,-1 0 0,0 1 0,0-1 0,0 1 0,1 0 0,-1 0 0,0 0 0,1 0 0,-1 0 0,1 1 0,-5 2 0,6-3 0,-1 1 0,1 0 0,-1 0 0,1 0 0,-1 0 0,1 0 0,0 0 0,0 0 0,0 0 0,0 0 0,1 1 0,-1-1 0,1 0 0,-1 0 0,1 1 0,0-1 0,-1 0 0,1 1 0,1-1 0,-1 4 0,2 4 0,-1-1 0,2 0 0,-1 1 0,1-1 0,1 0 0,-1 0 0,2-1 0,-1 1 0,1-1 0,0 0 0,1 0 0,0-1 0,0 1 0,1-1 0,0-1 0,0 1 0,11 7 0,-5-5 0,1 0 0,0-1 0,1 0 0,-1-2 0,1 1 0,1-2 0,-1 0 0,1-1 0,25 4 0,-38-7 0,0-1 0,0 0 0,1 0 0,-1 0 0,0 0 0,0 0 0,1-1 0,-1 1 0,0-1 0,0 0 0,0 0 0,0 0 0,0 0 0,0-1 0,0 1 0,0-1 0,4-3 0,-5 3 0,1-1 0,-1 1 0,-1-1 0,1 1 0,0-1 0,-1 0 0,1 0 0,-1 1 0,0-1 0,0 0 0,0 0 0,0 0 0,0-1 0,-1 1 0,0 0 0,1 0 0,-1 0 0,-1-5 0,1 0 0,-2 1 0,1-1 0,-1 1 0,0-1 0,0 1 0,-1 0 0,0 0 0,0 0 0,-1 0 0,1 0 0,-8-8 0,-6-6 0,-36-35 0,48 50 0,0 2 0,0-1 0,0 1 0,0 0 0,0 0 0,-1 0 0,0 1 0,-10-5 0,15 8 0,-1-1 0,1 0 0,-1 1 0,0 0 0,0-1 0,1 1 0,-1 0 0,0 0 0,1 0 0,-1 0 0,0 0 0,0 0 0,1 1 0,-1-1 0,0 1 0,1-1 0,-1 1 0,0-1 0,1 1 0,-1 0 0,1 0 0,-1 0 0,1 0 0,0 0 0,-1 0 0,1 0 0,0 1 0,0-1 0,-1 0 0,1 1 0,0-1 0,0 0 0,-1 4 0,-4 8-1365,3 0-5461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77 240 24575,'15'8'0,"-15"-11"0,-9-4 0,0-1 0,-1 0 0,1 0 0,1-1 0,-12-14 0,17 18 0,-1 0 0,2 0 0,-1-1 0,0 1 0,1 0 0,0-1 0,0 0 0,1 1 0,0-1 0,0 0 0,-1-9 0,2 9 0,0 0 0,0 0 0,0 0 0,1 0 0,0 0 0,0 0 0,1 0 0,0 0 0,2-5 0,-3 8 0,1 1 0,-1-1 0,1 1 0,0-1 0,-1 1 0,1 0 0,0 0 0,0 0 0,1 0 0,-1 0 0,0 1 0,1-1 0,-1 1 0,1-1 0,-1 1 0,1 0 0,0 0 0,-1 0 0,1 0 0,5-1 0,1 1-91,-1 0 0,0 0 0,1 0 0,-1 1 0,0 0 0,1 1 0,-1 0 0,0 0 0,0 1 0,1 0 0,-1 0 0,0 1 0,-1 0 0,11 6 0,-5-1-6735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8.5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89 170 24575,'26'52'0,"2"5"0,42 67 0,-68-122 0,-2-3 0,-5-9 0,-11-17 0,-115-132 0,74 92 0,56 67 0,1 0 0,-1-1 0,1 1 0,0 0 0,-1-1 0,1 1 0,0 0 0,-1-1 0,1 1 0,0 0 0,0-1 0,-1 1 0,1-1 0,0 1 0,0-1 0,0 1 0,-1 0 0,1-1 0,0 1 0,0-1 0,0 1 0,0-1 0,0 0 0,10 5 0,16 13 0,-24-15 0,86 57 0,-72-49 0,1-2 0,-1 0 0,33 10 0,-28-12 0,36 5 0,-47-10 0,0 0 0,1-1 0,-1 0 0,1 0 0,16-4 0,-24 4 0,0-1 0,0 0 0,0 0 0,0 0 0,0 0 0,0-1 0,0 1 0,0-1 0,0 0 0,0 0 0,-1 0 0,1 0 0,-1 0 0,0-1 0,0 1 0,4-5 0,-4 3 0,0 0 0,0 0 0,0-1 0,-1 1 0,0 0 0,1-1 0,-2 1 0,1-1 0,0 1 0,-1-9 0,0 3 0,-1 0 0,0 0 0,-1 1 0,0-1 0,0 1 0,-1-1 0,-1 1 0,1 0 0,-1 0 0,-9-13 0,9 15 0,-3-3 0,-15-18 0,20 26 0,1 0 0,-1 1 0,0-1 0,0 0 0,0 1 0,0-1 0,0 1 0,-1-1 0,1 1 0,0 0 0,-1 0 0,1 0 0,-1 0 0,1 1 0,-3-1 0,3 1 0,1 0 0,-1 0 0,0 0 0,1 1 0,-1-1 0,1 1 0,0-1 0,-1 1 0,1 0 0,-1-1 0,1 1 0,0 0 0,0 0 0,-1 0 0,1 0 0,0 0 0,0 0 0,0 0 0,0 0 0,0 1 0,0-1 0,0 0 0,1 1 0,-1-1 0,0 1 0,1-1 0,-1 0 0,1 1 0,-1 2 0,-1 3 0,1 1 0,-1-1 0,1 0 0,1 0 0,0 8 0,1-3 0,0 1 0,1-1 0,1 1 0,0-1 0,1 0 0,0 0 0,1-1 0,0 1 0,11 18 0,-5-14 0,0 0 0,1 0 0,1-1 0,0-1 0,24 21 0,-29-29 0,0 1 0,1-1 0,0 0 0,0-1 0,0 0 0,1 0 0,-1-1 0,1 0 0,0-1 0,0 0 0,1 0 0,-1-1 0,0-1 0,1 0 0,-1 0 0,16-1 0,-22-1-85,0 0 0,0 1-1,-1-1 1,1 0 0,0-1-1,-1 1 1,1-1 0,0 0-1,-1 1 1,0-2 0,1 1-1,-1 0 1,0-1 0,0 1-1,4-5 1,2-5-6741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256 464 24575,'-61'-27'0,"24"10"0,-54-17 0,87 33 0,0 0 0,0 0 0,-1 0 0,1 1 0,-1-1 0,1 1 0,0 0 0,-8 1 0,10-1 0,1 1 0,0-1 0,0 0 0,0 1 0,0-1 0,0 1 0,0-1 0,0 1 0,1-1 0,-1 1 0,0 0 0,0 0 0,0-1 0,1 1 0,-1 0 0,0 0 0,1 0 0,-1 0 0,0 0 0,1 0 0,-1 0 0,1 0 0,0 0 0,-1 0 0,1 0 0,0 0 0,0 0 0,-1 0 0,1 0 0,0 0 0,0 0 0,0 0 0,0 0 0,1 1 0,-1-1 0,0 0 0,0 0 0,1 2 0,2 6 0,0 1 0,0 0 0,1-1 0,1 1 0,-1-1 0,1 0 0,1-1 0,0 1 0,12 13 0,-9-12 0,0-1 0,1 0 0,-1-1 0,2 0 0,-1-1 0,1 0 0,17 8 0,-21-12 0,-1 0 0,1-1 0,0 0 0,0 0 0,0-1 0,0 0 0,1 0 0,12 0 0,-18-1 0,1-1 0,-1 1 0,0 0 0,0-1 0,1 1 0,-1-1 0,0 0 0,0 0 0,0 0 0,0 0 0,0 0 0,0 0 0,0 0 0,0-1 0,0 1 0,-1-1 0,1 1 0,0-1 0,-1 0 0,0 1 0,1-1 0,-1 0 0,0 0 0,0 0 0,0 0 0,0 0 0,0-1 0,0 1 0,-1 0 0,1 0 0,0-3 0,-1 0 0,0 0 0,0 0 0,0 0 0,0 0 0,-1 0 0,0 0 0,0 0 0,0 0 0,0 1 0,-1-1 0,0 0 0,-4-7 0,0 2 0,0 1 0,0-1 0,-1 1 0,-12-12 0,19 20 0,-1 0 0,0 0 0,0 1 0,1-1 0,-1 0 0,0 0 0,0 1 0,0-1 0,0 1 0,0-1 0,0 1 0,0-1 0,0 1 0,0 0 0,0-1 0,0 1 0,0 0 0,0 0 0,0 0 0,-2 0 0,2 0 0,1 1 0,-1-1 0,1 0 0,-1 1 0,1-1 0,-1 1 0,1-1 0,-1 1 0,1-1 0,0 1 0,-1-1 0,1 1 0,0-1 0,-1 1 0,1 0 0,0-1 0,0 1 0,0 0 0,-1-1 0,1 1 0,0-1 0,0 1 0,0 0 0,0-1 0,0 1 0,0 0 0,0-1 0,0 1 0,1 0 0,-1-1 0,0 1 0,0 0 0,0-1 0,1 2 0,1 4 0,0-1 0,0 1 0,0-1 0,1 0 0,-1 1 0,1-1 0,1 0 0,-1-1 0,1 1 0,0-1 0,0 1 0,0-1 0,0 0 0,1-1 0,0 1 0,0-1 0,5 3 0,-3-2 0,1 0 0,-1-1 0,1 0 0,0 0 0,0-1 0,0 0 0,0-1 0,1 0 0,-1 0 0,0 0 0,14-2 0,-19 1 0,1-1 0,-1 1 0,1-1 0,-1 0 0,1 0 0,-1 0 0,0-1 0,0 1 0,1-1 0,-1 0 0,0 1 0,0-1 0,-1-1 0,1 1 0,3-4 0,-2 2 0,-1 0 0,0-1 0,0 1 0,0-1 0,-1 0 0,1 0 0,-1 0 0,0 0 0,1-6 0,0-4 0,-1 0 0,0 0 0,-1 0 0,-1 0 0,0 0 0,-3-20 0,-3-3 0,-2 1 0,-1 1 0,-2 0 0,-15-35 0,11 38 0,-31-48 0,33 65 0,6 14 0,7 3 0,-1-1 0,1 0 0,0 1 0,-1-1 0,1 0 0,0 1 0,-1-1 0,1 1 0,0-1 0,0 1 0,-1-1 0,1 0 0,0 1 0,0-1 0,0 1 0,-1-1 0,1 1 0,0 0 0,-2 12 0,1-1 0,0 1 0,0-1 0,3 25 0,12 50 0,-7-57 0,1 0 0,1 0 0,2-1 0,1 0 0,1-1 0,29 46 0,-30-56 0,0-2 0,1 1 0,1-1 0,1-1 0,0-1 0,1 0 0,0-1 0,1 0 0,1-2 0,35 19 0,-49-29-136,0 1-1,0 0 1,0-1-1,1 0 1,-1 0-1,0 0 1,0 0-1,1 0 0,7-1 1,-2-2-6690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25 24575,'-30'-5'0,"-15"-2"0,-3 1 0,5 1 0,5 4 0,5 2 0,10 1-8191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0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24575,'63'72'0,"-47"-51"0,2-1 0,0-1 0,1 0 0,25 18 0,-40-35 0,0 1 0,0-1 0,0 0 0,0 0 0,1 0 0,-1 0 0,1-1 0,-1 1 0,6 0 0,-8-2 0,1 0 0,-1 0 0,0 0 0,0 0 0,0 0 0,0 0 0,0-1 0,0 1 0,0-1 0,0 0 0,0 1 0,0-1 0,0 0 0,0 0 0,-1 0 0,1 0 0,0 0 0,0-1 0,-1 1 0,1 0 0,-1-1 0,3-2 0,0-2 0,-1 0 0,0 1 0,0-1 0,0-1 0,-1 1 0,0 0 0,0 0 0,0-1 0,-1 1 0,0-1 0,0 0 0,-1 1 0,0-1 0,-1-10 0,-2-8 0,-1 0 0,-10-36 0,10 45 0,2 9 0,2 3 0,-1 0 0,0 0 0,0 0 0,-1 0 0,1 0 0,-1 1 0,0-1 0,-4-5 0,6 8 0,0 1 0,0 0 0,0 0 0,-1 0 0,1 0 0,0 0 0,0 0 0,-1 0 0,1 0 0,0 0 0,0 0 0,-1 1 0,1-1 0,0 0 0,0 0 0,0 0 0,-1 0 0,1 0 0,0 0 0,0 0 0,0 0 0,-1 1 0,1-1 0,0 0 0,0 0 0,0 0 0,0 0 0,0 1 0,-1-1 0,1 0 0,0 0 0,0 1 0,0-1 0,0 0 0,0 0 0,0 0 0,0 1 0,0-1 0,0 0 0,-5 10 0,-1 17-1365,4-13-5461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1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183 508 24575,'-13'-10'0,"1"-2"0,-2 2 0,1-1 0,-1 2 0,-1 0 0,0 1 0,-18-8 0,31 15 0,0 0 0,1 1 0,-1-1 0,0 0 0,0 1 0,0 0 0,0 0 0,0-1 0,1 1 0,-1 0 0,0 0 0,0 1 0,0-1 0,0 0 0,0 1 0,0-1 0,1 1 0,-1-1 0,0 1 0,-2 1 0,2 0 0,1-1 0,0 0 0,0 1 0,0-1 0,0 0 0,0 1 0,0-1 0,1 1 0,-1 0 0,1-1 0,-1 1 0,1-1 0,-1 1 0,1 0 0,0 0 0,0-1 0,-1 1 0,1 0 0,1-1 0,-1 1 0,0 0 0,1 2 0,0 5 0,1-1 0,1 1 0,-1-1 0,1 0 0,1 0 0,-1 0 0,11 15 0,0-2 0,26 27 0,-35-42 0,0-1 0,1 1 0,0-1 0,0-1 0,1 1 0,-1-1 0,1 0 0,0-1 0,10 4 0,-16-6 0,1 0 0,0 0 0,0-1 0,0 1 0,0-1 0,0 0 0,0 1 0,0-1 0,0 0 0,0 0 0,0 0 0,0-1 0,0 1 0,0 0 0,0-1 0,0 1 0,0-1 0,0 0 0,0 1 0,0-1 0,-1 0 0,1 0 0,0 0 0,-1-1 0,1 1 0,0 0 0,-1-1 0,0 1 0,1-1 0,-1 1 0,0-1 0,0 1 0,0-1 0,0 0 0,0 0 0,0 0 0,0 0 0,0 1 0,0-5 0,1-1 0,-1 0 0,1-1 0,-1 0 0,-1 1 0,1-1 0,-1 1 0,-1-1 0,-1-11 0,-1 6 0,1 1 0,-2 0 0,0 0 0,-7-16 0,10 27 0,1 0 0,0 1 0,-1-1 0,1 0 0,-1 0 0,1 0 0,-1 1 0,1-1 0,-1 0 0,1 1 0,-1-1 0,0 1 0,1-1 0,-1 0 0,0 1 0,1 0 0,-1-1 0,0 1 0,0-1 0,-1 1 0,2 0 0,0 0 0,0 0 0,-1 0 0,1 0 0,0 0 0,0 0 0,-1 0 0,1 0 0,0 0 0,0 0 0,0 0 0,0 0 0,-1 1 0,1-1 0,0 0 0,0 0 0,0 0 0,0 0 0,-1 1 0,1-1 0,0 0 0,0 0 0,0 0 0,0 0 0,0 1 0,0-1 0,-1 0 0,1 13 0,2-4 0,0 0 0,1 0 0,1-1 0,-1 1 0,1-1 0,1 1 0,-1-1 0,2-1 0,-1 1 0,1-1 0,0 0 0,0 0 0,1 0 0,0-1 0,9 6 0,-9-7 0,0-1 0,1 0 0,-1 0 0,1-1 0,0 0 0,0 0 0,0-1 0,0 0 0,13 1 0,-16-3 0,-1 0 0,1 0 0,0 0 0,0 0 0,0-1 0,-1 0 0,1 0 0,0 0 0,-1-1 0,1 1 0,-1-1 0,1 0 0,-1-1 0,0 1 0,0-1 0,0 1 0,7-8 0,-2 0 0,0 0 0,-1 0 0,-1-2 0,1 1 0,-2 0 0,0-1 0,0-1 0,-1 1 0,0-1 0,-1 1 0,-1-1 0,0-1 0,-1 1 0,2-26 0,-4 12 0,0 0 0,-2 0 0,0 0 0,-2 0 0,-2 0 0,-10-35 0,3 28 0,-1 2 0,-1 0 0,-20-31 0,34 61 0,0 1 0,1 0 0,-1 0 0,0 0 0,0-1 0,0 1 0,0 0 0,0 0 0,0 0 0,0 0 0,0 0 0,0 0 0,0 1 0,-2-2 0,2 2 0,1 0 0,0 0 0,-1 0 0,1 0 0,0 0 0,-1 0 0,1 0 0,0 0 0,-1 0 0,1 0 0,0 0 0,-1 0 0,1 0 0,0 1 0,-1-1 0,1 0 0,0 0 0,0 0 0,-1 0 0,1 1 0,0-1 0,0 0 0,-1 1 0,-6 12 0,5-5 0,1 1 0,-1-1 0,1 1 0,1-1 0,-1 1 0,2 14 0,11 52 0,-9-57 0,7 25 0,2-1 0,2 0 0,1-1 0,2 0 0,2-2 0,2 0 0,30 43 0,-40-66 0,0-1 0,1 0 0,16 15 0,-23-25 0,-1-1 0,1 0 0,0 0 0,0-1 0,0 0 0,1 0 0,-1 0 0,1 0 0,0-1 0,0 0 0,0 0 0,0 0 0,10 0 0,-14-1 0,0-1 0,0 0 0,0 0 0,0 0 0,0-1 0,0 1 0,0 0 0,0-1 0,0 1 0,0-1 0,0 0 0,0 1 0,-1-1 0,1 0 0,0 0 0,0 0 0,-1-1 0,1 1 0,1-2 0,-1 1 0,0-1 0,0 1 0,-1-1 0,1 0 0,-1 0 0,1 1 0,-1-1 0,0 0 0,0 0 0,-1 0 0,2-5 0,-1-5 0,0 1 0,-1-1 0,-1 0 0,-3-23 0,-6-5 0,7 30 0,0 1 0,1 0 0,-1-13 0,5 21 0,2 5 0,3 5 0,15 22 0,1 0 0,1-2 0,2-1 0,44 36 0,-66-59 0,0-1 0,0 0 0,0 0 0,1-1 0,0 0 0,-1 1 0,1-1 0,8 2 0,-11-4 0,0 0 0,-1 0 0,1 1 0,0-1 0,-1-1 0,1 1 0,0 0 0,-1 0 0,1-1 0,0 1 0,-1 0 0,1-1 0,-1 0 0,1 1 0,-1-1 0,1 0 0,-1 0 0,1 0 0,-1 0 0,0 0 0,0 0 0,1 0 0,-1 0 0,0-1 0,0 1 0,0 0 0,0-1 0,0 1 0,-1-1 0,2-1 0,1-4 0,-1 0 0,0 0 0,0 0 0,1-9 0,-2 11 0,0-1 0,0 1 0,0 0 0,0 0 0,1 1 0,0-1 0,0 0 0,0 0 0,6-7 0,-8 11 3,1 1-1,-1-1 1,1 0 0,0 1-1,-1-1 1,1 1-1,-1-1 1,1 1 0,0 0-1,-1-1 1,1 1 0,0-1-1,0 1 1,-1 0-1,1 0 1,0-1 0,0 1-1,-1 0 1,1 0-1,0 0 1,0 0 0,0 0-1,-1 0 1,1 0-1,0 0 1,0 0 0,0 1-1,-1-1 1,1 0-1,0 0 1,0 1 0,-1-1-1,1 0 1,0 1-1,-1-1 1,1 1 0,0-1-1,-1 1 1,1-1-1,-1 1 1,1-1 0,-1 1-1,1 0 1,-1-1-1,1 2 1,2 1-189,-1 1 1,0-1-1,0 1 0,0 0 1,0-1-1,-1 1 1,2 5-1,0 5-6640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24575,'16'-8'0,"0"0"0,0-1 0,-1-1 0,0 0 0,25-24 0,-37 30 0,1 1 0,-1-1 0,0 0 0,0-1 0,0 1 0,-1 0 0,1-1 0,-1 0 0,0 1 0,-1-1 0,1 0 0,-1 0 0,0 0 0,0 0 0,0 0 0,-1 0 0,0 0 0,0-1 0,0 1 0,0 0 0,-1 0 0,0 0 0,0 0 0,0 0 0,-3-6 0,0 2 0,0 0 0,0 1 0,0-1 0,-1 1 0,-9-11 0,12 16 0,0 1 0,-1 0 0,1-1 0,0 1 0,-1 0 0,0 0 0,0 0 0,-4-2 0,5 4 0,1-1 0,-1 1 0,0-1 0,1 1 0,-1-1 0,0 1 0,0 0 0,1 0 0,-1 0 0,0 0 0,0 0 0,1 0 0,-1 1 0,0-1 0,1 1 0,-1-1 0,-2 2 0,2-1 0,0 1 0,0-1 0,-1 1 0,1 0 0,0 0 0,1 0 0,-1 0 0,0 0 0,0 0 0,1 0 0,-1 1 0,1-1 0,0 1 0,0-1 0,0 1 0,0-1 0,-1 6 0,1-2 0,-1 0 0,1 0 0,1 1 0,-1-1 0,1 0 0,1 12 0,1-10 0,1 0 0,-1 0 0,1 0 0,0-1 0,1 1 0,0-1 0,0 0 0,1 0 0,0 0 0,0-1 0,7 8 0,2 0 0,1-1 0,1 0 0,23 16 0,-24-20-195,0-1 0,1 0 0,0-1 0,0-1 0,0 0 0,22 4 0,-19-6-6631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82 337 24575,'-4'6'0,"-44"69"0,43-66 0,1 0 0,0 0 0,0 0 0,1 1 0,0 0 0,-3 16 0,6-22 0,0 0 0,0 0 0,0 0 0,1 0 0,-1 0 0,1 0 0,0-1 0,0 1 0,0 0 0,1 0 0,0 0 0,-1-1 0,1 1 0,0-1 0,0 0 0,1 1 0,-1-1 0,1 0 0,0 0 0,0-1 0,0 1 0,0 0 0,6 3 0,-6-4 0,0 0 0,1 0 0,-1-1 0,0 1 0,1-1 0,-1 0 0,1 0 0,0 0 0,-1 0 0,1-1 0,0 1 0,-1-1 0,1 0 0,0 0 0,0 0 0,-1-1 0,1 1 0,0-1 0,-1 0 0,1 0 0,-1 0 0,1-1 0,-1 1 0,1-1 0,3-2 0,-2 0 0,-1 1 0,-1 0 0,1-1 0,0 0 0,-1 0 0,0 0 0,0 0 0,0 0 0,-1-1 0,1 1 0,2-8 0,-2 4 0,-1 0 0,0 0 0,0 0 0,-1-1 0,0 1 0,0-13 0,-2 4 0,0-1 0,-1 1 0,-1-1 0,-1 1 0,-1 0 0,-7-18 0,-137-279 0,144 305 0,6 13 0,8 18 0,83 161 32,52 122-1429,-135-283-5429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 0 0,0 0 0,0-1 0,0 1 0,0 0 0,0 0 0,0 0 0,0 0 0,0-1 0,0 1 0,0 0 0,0 0 0,0 0 0,0-1 0,0 1 0,0 0 0,0 0 0,0 0 0,0 0 0,0-1 0,0 1 0,0 0 0,0 0 0,0 0 0,0 0 0,1 0 0,-1-1 0,0 1 0,0 0 0,0 0 0,0 0 0,0 0 0,0 0 0,1 0 0,-1-1 0,0 1 0,0 0 0,0 0 0,0 0 0,1 0 0,-1 0 0,0 0 0,0 0 0,7 9 0,8 19 0,-14-25 0,54 122 0,27 58 0,-76-171 0,30 66 0,-32-67 0,0 0 0,-1 1 0,0-1 0,-1 1 0,1 13 0,-4-47 0,-1-4 0,1-1 0,1 0 0,5-31 0,-5 56 0,0 0 0,0 0 0,1 0 0,-1 0 0,1 0 0,-1 0 0,1 0 0,0 0 0,0 0 0,0 0 0,0 1 0,0-1 0,1 0 0,-1 1 0,0-1 0,1 1 0,-1-1 0,1 1 0,-1 0 0,1-1 0,0 1 0,0 0 0,0 0 0,-1 0 0,1 0 0,0 1 0,0-1 0,0 0 0,0 1 0,0 0 0,0-1 0,0 1 0,1 0 0,-1 0 0,0 0 0,0 0 0,0 0 0,0 1 0,3 0 0,3 1 0,0 0 0,0 1 0,0 0 0,0 1 0,-1 0 0,12 7 0,41 35 0,-28-21 0,-4-1-1365,-18-14-5461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4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90 24575,'-9'-13'0,"-2"0"0,1 0 0,-13-11 0,20 22 0,1-1 0,-1 1 0,1 0 0,-1 0 0,0 0 0,0 0 0,0 0 0,0 1 0,0-1 0,-1 1 0,1 0 0,0 0 0,-1 0 0,1 0 0,-1 1 0,1-1 0,-1 1 0,1 0 0,-1 0 0,1 0 0,-5 1 0,5 0 0,1 0 0,-1 0 0,0 0 0,1 1 0,-1-1 0,1 1 0,0 0 0,-1-1 0,1 1 0,0 0 0,0 0 0,0 0 0,0 1 0,1-1 0,-1 0 0,0 1 0,1-1 0,-2 5 0,1-3 0,1-1 0,0 1 0,0-1 0,0 1 0,0 0 0,1 0 0,0-1 0,-1 1 0,1 0 0,1 0 0,-1-1 0,1 1 0,1 6 0,60 161 0,-39-113 0,-2 1 0,15 68 0,-20-46 0,-15-80 0,-1 1 0,1 0 0,-1-1 0,1 1 0,0-1 0,0 1 0,0-1 0,-1 1 0,1-1 0,1 0 0,-1 0 0,0 1 0,0-1 0,0 0 0,1 0 0,-1 0 0,0 0 0,1 0 0,-1 0 0,1-1 0,-1 1 0,1 0 0,0-1 0,-1 1 0,1-1 0,0 1 0,-1-1 0,3 0 0,7 1 0,0-1 0,0 0 0,16-2 0,-6 1 0,78 0-1365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24575,'1'4'0,"0"0"0,1 0 0,-1 0 0,1 0 0,-1 0 0,1 0 0,0 0 0,1-1 0,-1 1 0,6 6 0,-2-2 0,2 2 0,0 4 0,1-1 0,1-1 0,0 0 0,1 0 0,1-1 0,17 14 0,-29-24 0,1-1 0,0 1 0,0 0 0,0-1 0,0 1 0,0 0 0,0-1 0,1 0 0,-1 1 0,0-1 0,0 1 0,0-1 0,0 0 0,0 0 0,1 0 0,-1 0 0,0 0 0,0 0 0,0 0 0,1 0 0,-1 0 0,0 0 0,0-1 0,0 1 0,0-1 0,0 1 0,0 0 0,0-1 0,0 0 0,0 1 0,0-1 0,0 0 0,0 1 0,0-1 0,0 0 0,0 0 0,0 0 0,-1 0 0,1 0 0,1-2 0,1-4 0,1 0 0,-1-1 0,0 1 0,-1-1 0,2-8 0,0 1 0,-3 12 0,0-1 0,0 1 0,0 0 0,1 0 0,-1 0 0,1 0 0,0 1 0,-1-1 0,1 0 0,1 1 0,-1-1 0,3-1 0,-4 3 0,1 0 0,-1 0 0,1 0 0,-1 0 0,1 1 0,-1-1 0,1 1 0,0-1 0,-1 1 0,1 0 0,0-1 0,-1 1 0,1 0 0,0 0 0,0 0 0,-1 1 0,1-1 0,0 0 0,-1 0 0,1 1 0,-1-1 0,1 1 0,0 0 0,-1-1 0,3 3 0,10 6 0,0 1 0,0 0 0,-1 1 0,21 22 0,-9-8 0,-8-4-1365,-12-12-5461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24575,'21'-7'0,"1"1"0,0 1 0,1 1 0,27-1 0,-42 4 0,-1 2 0,1-1 0,0 1 0,-1 0 0,1 0 0,0 1 0,-1 0 0,0 1 0,1 0 0,-1 0 0,0 0 0,0 1 0,-1 0 0,1 0 0,-1 1 0,7 5 0,0 2 0,25 15 0,-22-17 0,16 15 0,-31-24 0,1 1 0,-1-1 0,1 1 0,-1 0 0,0-1 0,0 1 0,0 0 0,0 0 0,0 0 0,0 0 0,-1 0 0,1 0 0,-1 0 0,1 0 0,-1 0 0,0 0 0,1 0 0,-1 0 0,0 0 0,-1 3 0,0 5 0,-1-1 0,-1 0 0,-4 14 0,-4 15 0,9-21 0,0-1 0,1 1 0,1 0 0,3 21 0,-2-29 0,1 1 0,0-1 0,1 0 0,0 0 0,0 0 0,1 0 0,0-1 0,0 0 0,7 9 0,29 42 0,-39-57 0,0-1 0,0 0 0,0 0 0,-1 1 0,1-1 0,0 1 0,-1-1 0,1 0 0,-1 1 0,1-1 0,-1 1 0,0 0 0,0-1 0,0 1 0,0-1 0,0 1 0,0-1 0,0 1 0,0-1 0,0 1 0,-1-1 0,1 1 0,-1-1 0,1 1 0,-1-1 0,0 1 0,1-1 0,-1 0 0,0 1 0,0-1 0,0 0 0,0 0 0,0 0 0,0 0 0,0 1 0,0-2 0,-1 1 0,-1 2 0,-3 0 0,0 0 0,0-1 0,0 1 0,0-1 0,0 0 0,0 0 0,0-1 0,-9 1 0,-32 0-1365,27-1-5461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86 24575,'0'9'0,"1"0"0,0 1 0,1-1 0,-1 0 0,2 0 0,0 0 0,0 0 0,0 0 0,1-1 0,0 0 0,1 0 0,9 13 0,-4-8 0,1-1 0,0 0 0,1-1 0,0 0 0,1-1 0,20 13 0,-30-20 0,1-1 0,-1 0 0,1 0 0,0-1 0,0 1 0,-1-1 0,1 0 0,0 0 0,0 0 0,0 0 0,0-1 0,0 0 0,0 1 0,6-2 0,-7 1 0,0-1 0,-1 0 0,1 0 0,-1 0 0,0 0 0,1 0 0,-1-1 0,0 1 0,1-1 0,-1 1 0,0-1 0,0 0 0,0 0 0,-1 1 0,1-1 0,0-1 0,-1 1 0,1 0 0,-1 0 0,0-1 0,0 1 0,2-5 0,-1 1 0,0 0 0,0 0 0,-1 0 0,0 0 0,0 0 0,-1-1 0,0 1 0,0 0 0,0 0 0,0 0 0,-3-10 0,5 20 0,1 1 0,0-1 0,0 1 0,0-1 0,1 0 0,0 0 0,-1 0 0,1-1 0,9 7 0,-1-1 0,-1-1 0,1-1 0,18 9 0,-19-11 0,0-1 0,0-1 0,0 0 0,0 0 0,0-1 0,21 1 0,-27-3 0,1 0 0,-1 0 0,1-1 0,-1 0 0,1 0 0,-1 0 0,0 0 0,1-1 0,-1 0 0,0 0 0,0-1 0,0 1 0,-1-1 0,1 0 0,-1 0 0,5-5 0,-6 6 0,0-1 0,0 0 0,-1-1 0,0 1 0,1 0 0,-1 0 0,0-1 0,-1 0 0,1 1 0,0-1 0,-1 0 0,0 0 0,0 0 0,1-6 0,-2 4 0,0 0 0,0 0 0,-1 0 0,0 0 0,0 0 0,0 0 0,0 1 0,-1-1 0,-3-6 0,0 0 0,-1 0 0,-1 1 0,0-1 0,-1 1 0,0 0 0,-1 1 0,0 0 0,-11-8 0,12 10-341,-2 1 0,1 0-1,-17-8 1,12 8-6485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0 307 24575,'21'0'0,"74"-3"0,-83 2 0,0-1 0,0 0 0,0-1 0,0-1 0,19-8 0,-27 10 0,-1 0 0,1 0 0,-1-1 0,0 1 0,0-1 0,0 0 0,0 0 0,0 0 0,-1-1 0,0 1 0,1 0 0,-1-1 0,0 0 0,-1 1 0,1-1 0,-1 0 0,0 0 0,1 0 0,-2 0 0,1 0 0,0 0 0,-1-6 0,1-4 0,-1 0 0,-1 0 0,0 1 0,-1-1 0,-5-19 0,5 22 0,-2 0 0,1 0 0,-7-11 0,9 19 0,-1 0 0,0 0 0,1 0 0,-1 0 0,0 1 0,0-1 0,-1 1 0,1-1 0,0 1 0,-1 0 0,0 0 0,1 0 0,-1 0 0,0 0 0,-3-1 0,4 3 0,1-1 0,0 1 0,0 0 0,0 0 0,0 0 0,0 0 0,-1 0 0,1 0 0,0 1 0,0-1 0,0 0 0,0 0 0,0 1 0,0-1 0,0 1 0,0-1 0,0 1 0,0-1 0,0 1 0,0 0 0,0-1 0,0 1 0,0 0 0,0 0 0,1 0 0,-1 0 0,0 0 0,1-1 0,-1 1 0,0 0 0,0 2 0,-2 3 0,0 0 0,1 0 0,0 1 0,-2 7 0,1-2 0,1 1 0,1 0 0,0 0 0,0-1 0,2 1 0,-1 0 0,2 0 0,0-1 0,0 1 0,1 0 0,7 18 0,-6-21 0,0-1 0,0 0 0,1 0 0,0 0 0,0-1 0,1 0 0,0 0 0,1 0 0,0-1 0,0 0 0,0 0 0,1 0 0,0-1 0,0-1 0,13 8 0,-16-11-50,0 0-1,0 0 1,0-1-1,1 1 0,-1-1 1,0 0-1,1 0 1,-1-1-1,1 1 1,-1-1-1,1-1 0,-1 1 1,1-1-1,-1 0 1,0 0-1,1 0 1,-1-1-1,0 0 0,0 0 1,0 0-1,0-1 1,0 1-1,-1-1 1,1-1-1,-1 1 1,8-7-1,-5 1-6775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8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24575,'0'3'0,"1"0"0,0 0 0,0 1 0,0-1 0,0 0 0,0 0 0,1 0 0,-1 0 0,1 0 0,0 0 0,0 0 0,0-1 0,0 1 0,0-1 0,1 1 0,-1-1 0,1 0 0,3 2 0,5 4 0,0 0 0,1-1 0,12 6 0,-22-12 0,11 5 0,0 1 0,0-2 0,1 0 0,0 0 0,0-1 0,18 2 0,-30-5 0,-1-1 0,1 0 0,-1 0 0,1 0 0,-1 0 0,1 0 0,-1 0 0,0 0 0,1 0 0,-1-1 0,1 1 0,-1 0 0,0-1 0,1 1 0,-1-1 0,0 0 0,1 0 0,-1 1 0,0-1 0,0 0 0,0 0 0,1 0 0,-1 0 0,0 0 0,-1 0 0,1 0 0,0-1 0,0 1 0,0 0 0,-1 0 0,1-1 0,0 1 0,-1 0 0,0-1 0,1 1 0,-1-1 0,0 1 0,1-1 0,-1 1 0,0-1 0,0-1 0,-1-3 0,1 0 0,-1 0 0,0 0 0,-1 0 0,1 0 0,-1 0 0,0 0 0,-4-7 0,6 13 0,-1 0 0,1 0 0,0 0 0,0 0 0,0 0 0,0 0 0,0 0 0,0 0 0,0 0 0,0-1 0,0 1 0,0 0 0,0 0 0,0 0 0,-1 0 0,1 0 0,0 0 0,0 0 0,0 0 0,0 0 0,0-1 0,0 1 0,0 0 0,0 0 0,0 0 0,0 0 0,0 0 0,0 0 0,0 0 0,0 0 0,0-1 0,0 1 0,0 0 0,0 0 0,1 0 0,-1 0 0,0 0 0,0 0 0,0 0 0,0 0 0,0 0 0,0-1 0,0 1 0,0 0 0,0 0 0,0 0 0,0 0 0,0 0 0,0 0 0,1 0 0,-1 0 0,0 0 0,0 0 0,0 0 0,0 0 0,0 0 0,0 0 0,0 0 0,1 0 0,8 3 0,12 10 0,-20-13 0,16 10 0,0 0 0,0-1 0,1-1 0,1-1 0,-1 0 0,1-2 0,0 0 0,0-1 0,1-1 0,-1 0 0,34-2 0,-46-1 0,1-1 0,-1 0 0,0 0 0,0 0 0,0-1 0,0 0 0,0-1 0,-1 0 0,1 0 0,-1 0 0,0-1 0,7-5 0,-9 7 0,-2-1 0,1 1 0,0-1 0,0 0 0,-1 0 0,0 0 0,1 0 0,-1 0 0,0-1 0,-1 1 0,1-1 0,-1 1 0,1-1 0,-1 0 0,0 1 0,0-1 0,-1 0 0,1 0 0,-1 0 0,0 0 0,0 1 0,0-1 0,-1 0 0,0-4 0,-2-3 0,0 1 0,0 0 0,-1 0 0,-1 0 0,1 0 0,-2 1 0,1 0 0,-1 0 0,-1 0 0,0 1 0,0 0 0,0 0 0,-15-11 0,20 17 0,0 1 0,-1-1 0,1 1 0,-1-1 0,0 1 0,1 0 0,-1 0 0,0 0 0,0 0 0,1 1 0,-7-2 0,8 2 0,0 1 0,-1-1 0,1 0 0,0 0 0,-1 1 0,1-1 0,0 1 0,-1-1 0,1 1 0,0 0 0,0-1 0,0 1 0,-1 0 0,1 0 0,0 0 0,0 0 0,0 0 0,0 0 0,1 0 0,-1 0 0,0 0 0,0 0 0,1 0 0,-1 1 0,0-1 0,0 2 0,0 2 0,-1 1 0,1-1 0,0 1 0,0-1 0,0 1 0,1-1 0,0 1 0,0 0 0,1-1 0,-1 1 0,1-1 0,1 1 0,-1-1 0,1 1 0,2 5 0,1 1 0,1 1 0,0-1 0,1 0 0,0 0 0,9 11 0,-8-14 0,0-1 0,0 0 0,1-1 0,0 1 0,0-2 0,1 1 0,0-1 0,0-1 0,0 0 0,1 0 0,-1-1 0,1 0 0,0-1 0,0-1 0,1 1 0,-1-2 0,1 1 0,-1-2 0,0 1 0,1-2 0,-1 1 0,13-4 0,-17 2 0,1 0 0,-1 0 0,0-1 0,-1 0 0,1-1 0,0 1 0,-1-1 0,0 0 0,0-1 0,0 0 0,-1 0 0,1 0 0,-1 0 0,0-1 0,-1 0 0,1 0 0,6-12 0,-7 10 0,0 0 0,-1 0 0,0-1 0,0 1 0,-1-1 0,0 1 0,0-1 0,-1 0 0,0 0 0,-1 1 0,1-1 0,-2 0 0,1 0 0,-4-16 0,3 23 0,1 0 0,-1 0 0,1 0 0,-1-1 0,0 1 0,0 0 0,0 0 0,0 0 0,0 1 0,0-1 0,-1 0 0,1 0 0,-1 1 0,1-1 0,-1 0 0,1 1 0,-1 0 0,0-1 0,0 1 0,0 0 0,0 0 0,0 0 0,0 0 0,0 0 0,0 0 0,0 1 0,0-1 0,0 1 0,-1 0 0,1-1 0,0 1 0,0 0 0,-1 0 0,1 0 0,0 1 0,0-1 0,0 0 0,-1 1 0,1 0 0,0-1 0,0 1 0,0 0 0,0 0 0,0 0 0,0 0 0,0 0 0,1 1 0,-1-1 0,0 1 0,1-1 0,-3 3 0,0 1 0,0 0 0,0 1 0,0-1 0,1 1 0,-1 0 0,2 0 0,-1 0 0,1 0 0,-1 0 0,2 1 0,-1-1 0,1 0 0,-1 11 0,1-12 0,1 1 0,0-1 0,0 0 0,1 0 0,-1 0 0,1 0 0,0 1 0,1-1 0,-1 0 0,1-1 0,0 1 0,0 0 0,1 0 0,-1-1 0,1 0 0,0 1 0,5 5 0,5 2 15,0-1 0,1-1 0,0 0 0,1 0 0,-1-2 0,2 0 0,28 11 0,-24-12-263,1-1 1,-1-1-1,1-1 1,0 0-1,42 0 1,-50-4-6579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9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315 398 24575,'-56'-27'0,"-2"2"0,-69-19 0,122 42 0,-1 1 0,1 0 0,0 0 0,0 1 0,-1 0 0,1 0 0,-8 1 0,12-1 0,0 0 0,0 0 0,0 0 0,0 0 0,0 0 0,0 1 0,0-1 0,0 0 0,0 1 0,0-1 0,0 1 0,1-1 0,-1 1 0,0 0 0,0-1 0,0 1 0,0 0 0,1 0 0,-1-1 0,0 1 0,1 0 0,-1 0 0,1 0 0,-1 0 0,1 0 0,-1 0 0,1 0 0,0 0 0,-1 0 0,1 0 0,0 0 0,0 0 0,0 0 0,0 0 0,0 0 0,0 0 0,0 0 0,0 0 0,0 0 0,0 0 0,1 0 0,-1 0 0,1 2 0,0 0 0,1 1 0,-1-1 0,1 1 0,0-1 0,0 0 0,0 0 0,1 0 0,-1 0 0,1 0 0,2 2 0,33 24 0,-34-26 0,13 9 0,1 0 0,28 12 0,-36-19 0,1-1 0,-1-1 0,1 1 0,0-2 0,0 0 0,16 2 0,-18-4 0,1 1 0,-1-1 0,1-1 0,-1 0 0,15-3 0,-21 3 0,1 0 0,-1 0 0,0 0 0,0-1 0,-1 1 0,1-1 0,0 0 0,0 1 0,-1-2 0,1 1 0,-1 0 0,0 0 0,1-1 0,-1 1 0,0-1 0,-1 0 0,1 1 0,0-1 0,2-5 0,-2 0 0,0 1 0,0-1 0,-1 0 0,0 0 0,0 0 0,-1 0 0,0 0 0,0 0 0,-1 0 0,0 0 0,0 1 0,-1-1 0,-3-11 0,-4-8 0,-2 0 0,-18-33 0,-69-113 0,97 171 0,0 1 0,0 0 0,1 0 0,-1 0 0,0-1 0,0 1 0,0 0 0,0 0 0,0 0 0,0 1 0,-2-2 0,3 2 0,0 0 0,-1 0 0,1 0 0,0 0 0,0 0 0,0 0 0,-1 0 0,1 0 0,0 0 0,0 0 0,0 0 0,-1 0 0,1 0 0,0 1 0,0-1 0,0 0 0,0 0 0,-1 0 0,1 0 0,0 0 0,0 0 0,0 1 0,0-1 0,0 0 0,0 0 0,-1 0 0,1 0 0,0 1 0,0-1 0,0 0 0,0 0 0,0 0 0,0 1 0,0-1 0,0 0 0,0 0 0,0 0 0,0 1 0,0-1 0,0 0 0,0 0 0,0 5 0,0-1 0,0 0 0,0 0 0,1 0 0,0 0 0,1 5 0,36 96 0,-1 1 0,-1 11-1365,-28-88-5461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0 24575,'-12'1'0,"0"1"0,0 0 0,0 1 0,-21 7 0,30-9 0,0 0 0,1 1 0,-1 0 0,0-1 0,1 1 0,-1 0 0,1 0 0,0 0 0,-1 0 0,-2 5 0,4-6 0,0 1 0,0 0 0,0 0 0,0 0 0,1 0 0,-1 0 0,0 0 0,1 0 0,0 0 0,-1 0 0,1 0 0,0 0 0,0 0 0,0 0 0,0 1 0,1-1 0,0 3 0,1 1 0,0 1 0,1-1 0,-1 0 0,1 0 0,1 0 0,-1-1 0,1 1 0,0-1 0,9 10 0,6 3 0,24 18 0,-36-29 0,22 14-341,0 0 0,2-2-1,46 22 1,-65-34-6485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30 24575,'91'148'0,"-74"-124"0,1-1 0,1-1 0,0-1 0,24 19 0,-43-39 0,1-1 0,0 1 0,0 0 0,0 0 0,0-1 0,-1 1 0,1 0 0,0-1 0,0 1 0,0-1 0,1 1 0,-1-1 0,0 0 0,0 1 0,0-1 0,0 0 0,0 0 0,0 0 0,0 0 0,1 0 0,-1 0 0,0 0 0,0 0 0,0 0 0,0 0 0,0-1 0,2 0 0,-1 0 0,-1 0 0,0-1 0,0 1 0,1 0 0,-1-1 0,0 1 0,0-1 0,-1 1 0,1-1 0,0 1 0,0-1 0,-1 0 0,1 1 0,-1-1 0,0 0 0,1 1 0,-1-1 0,0-2 0,1-5 0,-1 0 0,-1 0 0,1-1 0,-2 1 0,1 0 0,-1 0 0,-1 0 0,1 0 0,-1 1 0,-1-1 0,0 1 0,0-1 0,-1 1 0,1 1 0,-8-9 0,-3-3 0,-2 0 0,0 1 0,0 1 0,-31-22 0,44 36 0,0 0 0,0 0 0,0 0 0,-1 1 0,1 0 0,-1 0 0,1 0 0,-1 1 0,-6-2 0,10 3 0,-1-1 0,1 1 0,-1 0 0,0 0 0,1 1 0,-1-1 0,1 0 0,-1 0 0,1 1 0,-1-1 0,1 1 0,-1-1 0,1 1 0,-1 0 0,1-1 0,0 1 0,-1 0 0,1 0 0,0 0 0,0 0 0,-1 0 0,1 0 0,0 1 0,0-1 0,0 0 0,1 0 0,-1 1 0,0-1 0,0 1 0,1-1 0,-2 3 0,-3 10-1365,1-1-5461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59 24575,'-1'0'0,"1"0"0,0 0 0,0 0 0,0 0 0,0 0 0,0 0 0,0 0 0,0 0 0,0 0 0,0 0 0,0 0 0,0 0 0,0 0 0,0 0 0,-1 0 0,1 0 0,0 0 0,0 0 0,0 0 0,0 0 0,0 0 0,0 0 0,0 1 0,0-1 0,0 0 0,0 0 0,0 0 0,0 0 0,0 0 0,0 0 0,0 0 0,0 0 0,0 0 0,0 0 0,0 0 0,0 0 0,0 0 0,0 0 0,0 0 0,0 1 0,0-1 0,0 0 0,0 0 0,0 0 0,0 0 0,0 0 0,0 0 0,0 0 0,0 0 0,0 0 0,0 0 0,0 0 0,0 0 0,0 0 0,0 1 0,0-1 0,0 0 0,0 0 0,0 0 0,0 0 0,5 6 0,8 5 0,-5-5 0,0 0 0,0-1 0,1 0 0,0-1 0,11 4 0,-16-6 0,1-1 0,0 1 0,-1-1 0,1 0 0,0-1 0,0 1 0,-1-1 0,1 0 0,0 0 0,0-1 0,0 1 0,8-3 0,-11 2 0,0 0 0,0 0 0,0 0 0,0-1 0,0 1 0,-1-1 0,1 1 0,0-1 0,-1 1 0,1-1 0,-1 0 0,1 0 0,-1 0 0,0 0 0,0 0 0,0 0 0,0 0 0,0 0 0,0 0 0,-1 0 0,1-1 0,-1 1 0,1 0 0,-1-5 0,1 1 0,-1 0 0,0 1 0,-1-1 0,1 0 0,-1 0 0,0 0 0,0 0 0,-4-8 0,1 7 0,2 8 0,1-1 0,1 1 0,0 0 0,0 0 0,-1-1 0,1 1 0,0 0 0,0 0 0,0-1 0,0 1 0,0 0 0,0 0 0,1-1 0,-1 1 0,0 1 0,2 4 0,1-1 0,0 1 0,-1-1 0,2 0 0,-1 1 0,0-1 0,1-1 0,0 1 0,0-1 0,1 1 0,-1-1 0,1 0 0,7 4 0,-6-4 0,1 0 0,-1 0 0,1-1 0,1 1 0,-1-2 0,0 1 0,1-1 0,-1 0 0,1 0 0,8 0 0,-15-2 0,1 0 0,-1 0 0,1 0 0,-1 0 0,1 0 0,-1 0 0,0 0 0,1 0 0,-1-1 0,1 1 0,-1 0 0,0-1 0,1 0 0,-1 1 0,0-1 0,0 0 0,1 1 0,-1-1 0,0 0 0,0 0 0,0 0 0,0 0 0,0 0 0,0 0 0,1-2 0,0-1 0,-1 0 0,0 0 0,1 0 0,-1 0 0,-1 0 0,2-9 0,-2 10 0,0 0 0,0-1 0,1 1 0,0 0 0,-1-1 0,1 1 0,0 0 0,1 0 0,-1 0 0,4-6 0,-4 8 0,0 0 0,1 0 0,-1 0 0,0 0 0,1 0 0,-1 0 0,1 0 0,0 1 0,-1-1 0,1 1 0,-1-1 0,1 1 0,0-1 0,-1 1 0,1 0 0,0 0 0,0 0 0,-1 0 0,1 0 0,0 0 0,-1 1 0,1-1 0,0 0 0,1 2 0,7 1 0,-1 0 0,0 1 0,9 5 0,-4-3 0,15 8 0,1-1 0,1-2 0,48 11 0,-74-21-151,1 0-1,0 0 0,0 0 0,-1-1 1,1 0-1,0 0 0,-1-1 1,7-1-1,-2-1-6674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106 249 24575,'21'51'0,"-5"-17"0,-2 1 0,-1 1 0,13 61 0,-22-78 0,-2-14 0,-1 1 0,0-1 0,0 1 0,0-1 0,-1 1 0,0-1 0,0 8 0,0-13 0,0 0 0,0 0 0,-1 0 0,1 0 0,0 1 0,0-1 0,0 0 0,0 0 0,0 0 0,0 0 0,0 0 0,0 0 0,0 1 0,-1-1 0,1 0 0,0 0 0,0 0 0,0 0 0,0 0 0,0 0 0,-1 0 0,1 0 0,0 0 0,0 0 0,0 0 0,0 0 0,0 0 0,-1 0 0,1 0 0,0 0 0,0 0 0,0 0 0,0 0 0,-1 0 0,1 0 0,0 0 0,0 0 0,0 0 0,0 0 0,0 0 0,-1 0 0,1 0 0,0 0 0,0 0 0,0 0 0,0 0 0,0-1 0,0 1 0,0 0 0,-1 0 0,1 0 0,0 0 0,0 0 0,0 0 0,0-1 0,-8-7 0,7 6 0,-7-7 0,1-1 0,0 0 0,1-1 0,-6-12 0,-19-49 0,17 37 0,-9-20 0,-28-72 0,43 104 0,2-1 0,0 1 0,-4-40 0,10 60 0,-1-1 0,1 0 0,0-1 0,0 1 0,1 1 0,0-1 0,-1 0 0,1 0 0,0 0 0,1 0 0,1-5 0,-1 7 0,-1 0 0,0 1 0,0-1 0,1 0 0,-1 1 0,1-1 0,-1 1 0,1 0 0,0-1 0,0 1 0,-1 0 0,1 0 0,0 0 0,0 0 0,0 1 0,0-1 0,0 0 0,0 1 0,0-1 0,0 1 0,1 0 0,3 0 0,1 0 0,-1 1 0,1 0 0,0 0 0,0 0 0,-1 1 0,1 0 0,-1 1 0,1-1 0,-1 1 0,0 1 0,0-1 0,0 1 0,0 0 0,-1 0 0,0 1 0,0-1 0,5 7 0,-3-3 0,0 0 0,0 0 0,-1 0 0,-1 1 0,1 0 0,-1 1 0,-1-1 0,0 1 0,0-1 0,4 19 0,-8-24-97,1 0-1,-1 0 1,0 0-1,0 0 1,0 0-1,-1 1 1,1-1-1,-1 0 1,0 0-1,0 0 1,0 0-1,-1 0 0,-1 3 1,-6 8-6729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3 566 24575,'18'-13'0,"-1"0"0,-1-2 0,25-27 0,-36 35 0,1 0 0,-2 0 0,1 0 0,-1 0 0,0-1 0,-1 0 0,0 0 0,0 0 0,-1 0 0,1-1 0,-2 1 0,2-12 0,-3 2 0,0 0 0,-2 0 0,0 1 0,0-1 0,-10-28 0,0 8 0,-24-53 0,29 74 0,0 1 0,-1 0 0,0 0 0,-14-19 0,22 35 0,0 0 0,0-1 0,0 1 0,0 0 0,0-1 0,-1 1 0,1 0 0,0-1 0,0 1 0,0 0 0,-1 0 0,1-1 0,0 1 0,0 0 0,-1 0 0,1-1 0,0 1 0,-1 0 0,1 0 0,0 0 0,-1 0 0,1-1 0,0 1 0,-1 0 0,1 0 0,0 0 0,-1 0 0,1 0 0,0 0 0,-1 0 0,1 0 0,0 0 0,-1 0 0,1 0 0,0 0 0,-1 0 0,1 0 0,0 0 0,-1 1 0,1-1 0,0 0 0,-1 0 0,1 0 0,0 0 0,-1 1 0,1-1 0,0 0 0,0 0 0,-1 1 0,1-1 0,0 0 0,0 0 0,0 1 0,-1-1 0,1 0 0,0 1 0,0-1 0,0 0 0,0 1 0,0-1 0,-1 0 0,1 1 0,0-1 0,0 1 0,-4 23 0,2 6 0,1 1 0,2-1 0,1 1 0,7 32 0,-6-48 0,0-1 0,2 0 0,-1-1 0,2 1 0,0-1 0,1 0 0,0 0 0,0-1 0,2 0 0,16 19 0,-12-18 0,0-1 0,1 0 0,0-1 0,1 0 0,1-2 0,31 16 0,-33-18 0,0-2 0,0 0 0,1 0 0,0-2 0,0 0 0,0 0 0,0-1 0,25-1 0,-33-1 0,-1-1 0,1 0 0,0 0 0,-1 0 0,0-1 0,1 0 0,9-4 0,-13 4 0,1 0 0,-1 0 0,0 0 0,0-1 0,0 1 0,0-1 0,0 0 0,0 1 0,-1-1 0,0-1 0,1 1 0,-1 0 0,0 0 0,2-6 0,-1 2 0,-1 0 0,0 0 0,0 0 0,0-1 0,-1 1 0,0-1 0,0 1 0,-1-1 0,-1-9 0,1 15 0,0-1 0,0 1 0,-1 0 0,1 0 0,-1-1 0,1 1 0,-1 0 0,0 0 0,0 0 0,0 0 0,0 0 0,0 0 0,0 0 0,-1 0 0,1 0 0,-1 1 0,1-1 0,-1 1 0,0-1 0,1 1 0,-1-1 0,0 1 0,0 0 0,0 0 0,0 0 0,0 0 0,0 0 0,-1 0 0,1 1 0,0-1 0,0 1 0,0-1 0,-1 1 0,-4 0 0,5 0 0,0 0 0,0 0 0,0 0 0,0 1 0,0-1 0,-1 1 0,1-1 0,0 1 0,0 0 0,0 0 0,0 0 0,0 0 0,1 0 0,-1 0 0,0 0 0,0 0 0,1 1 0,-1-1 0,1 1 0,-1-1 0,1 1 0,-1 0 0,1 0 0,0 0 0,0-1 0,0 1 0,0 0 0,0 0 0,1 0 0,-1 0 0,1 1 0,-1 1 0,0 1 0,0 0 0,1-1 0,0 1 0,0 0 0,0 0 0,0 0 0,1-1 0,0 1 0,0 0 0,0 0 0,1-1 0,-1 1 0,4 6 0,2-2 0,-1 1 0,1-1 0,1 0 0,-1 0 0,2-1 0,-1 0 0,20 13 0,-17-14 0,1 1 0,0-1 0,0-1 0,0-1 0,1 1 0,19 4 0,-18-7-170,1-1-1,-1 0 0,1-1 1,-1-1-1,1 0 0,0-1 1,21-4-1,-22 2-6655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24575,'28'17'0,"14"12"0,4 2 0,1 2 0,-7 0 0,-4-4 0,-6-3 0,-5-4 0,-5-4 0,-3-1 0,-2-2 0,-1-1 0,-3-2-8191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0 24575,'-15'28'0,"-5"14"0,-1 2 0,-1-4 0,2-6 0,4-3 0,3-6 0,-3-3 0,0-4 0,0-4 0,3-3 0,3-2-8191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 24575,'-28'0'0,"14"-1"0,1 1 0,-1 0 0,1 1 0,0 1 0,-27 6 0,39-8 0,-1 1 0,0-1 0,1 1 0,-1 0 0,1-1 0,-1 1 0,0 0 0,1 0 0,0 0 0,-1 0 0,1 0 0,0 1 0,-1-1 0,1 0 0,0 1 0,0-1 0,0 1 0,0-1 0,0 1 0,0 1 0,0-1 0,1 0 0,0 0 0,-1 0 0,1 0 0,0 1 0,1-1 0,-1 0 0,0 0 0,0 0 0,1 0 0,-1 0 0,1 0 0,0 0 0,1 3 0,4 5 0,0 0 0,0 0 0,1-1 0,14 15 0,-19-22 0,8 9-136,1 0-1,1 0 1,0-1-1,0 0 1,1-1-1,0-1 1,0 0-1,1-1 0,15 6 1,-14-8-6690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1 24575,'-6'11'0,"1"0"0,0 1 0,1 0 0,1 0 0,0 0 0,0 1 0,1-1 0,0 14 0,2-21 0,0 0 0,0 0 0,0 0 0,1 1 0,0-1 0,0 0 0,1 0 0,-1 0 0,1 0 0,0-1 0,0 1 0,1 0 0,-1-1 0,1 0 0,0 1 0,0-1 0,0 0 0,1 0 0,0-1 0,0 1 0,-1-1 0,6 3 0,-6-4 0,0 0 0,0-1 0,1 1 0,-1-1 0,0 0 0,0 0 0,1 0 0,-1 0 0,1-1 0,-1 0 0,1 1 0,-1-1 0,0 0 0,1-1 0,-1 1 0,1-1 0,-1 1 0,0-1 0,7-2 0,-8 2 0,0 0 0,1 0 0,-1-1 0,0 1 0,0 0 0,0-1 0,0 1 0,0-1 0,0 0 0,0 0 0,-1 0 0,1 0 0,0 0 0,-1 0 0,0 0 0,1 0 0,-1-1 0,0 1 0,0 0 0,-1-1 0,1 1 0,0-1 0,-1 1 0,1-1 0,-1 1 0,0-6 0,-1 2 0,0-1 0,0 1 0,-1-1 0,1 1 0,-1 0 0,-1 0 0,0 0 0,1 0 0,-2 0 0,1 0 0,-1 1 0,-7-9 0,3 4 0,-2 0 0,1 1 0,-1 0 0,-1 1 0,-14-10 0,22 16-80,-1 0 0,0 0-1,0 1 1,-1-1 0,1 1-1,0 0 1,0 0 0,0 0-1,-1 1 1,1 0 0,-1 0 0,1 0-1,0 0 1,-1 0 0,1 1-1,-6 1 1,1 2-6746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24575,'14'9'0,"0"0"0,-1 0 0,0 2 0,19 18 0,0 1 0,-20-19 0,-4-4 0,-1 0 0,13 8 0,-18-14 0,0 0 0,0 0 0,0 0 0,0 0 0,0 0 0,0 0 0,0 0 0,0-1 0,0 1 0,0-1 0,0 0 0,0 0 0,0 1 0,1-1 0,-1-1 0,0 1 0,2 0 0,-2-1 0,-1 0 0,0 1 0,0-1 0,1 0 0,-1 0 0,0 0 0,0 0 0,0 0 0,0 0 0,0 0 0,0 0 0,-1 0 0,1 0 0,0 0 0,0-1 0,-1 1 0,1 0 0,-1-1 0,1 1 0,-1 0 0,0-1 0,1 1 0,-1 0 0,0-1 0,0-1 0,1-7 0,-1 1 0,-1-16 0,0 14 0,1 7 0,0-2 0,0 1 0,0-1 0,0 0 0,2-8 0,-2 13 0,0 0 0,0 1 0,1-1 0,-1 0 0,0 1 0,0-1 0,1 0 0,-1 1 0,0-1 0,1 1 0,-1-1 0,0 0 0,1 1 0,-1-1 0,1 1 0,-1-1 0,1 1 0,-1 0 0,1-1 0,0 1 0,-1-1 0,1 1 0,-1 0 0,1 0 0,0-1 0,-1 1 0,1 0 0,0 0 0,-1 0 0,1 0 0,0-1 0,-1 1 0,1 0 0,0 0 0,-1 1 0,1-1 0,0 0 0,-1 0 0,1 0 0,0 0 0,-1 0 0,1 1 0,0-1 0,-1 0 0,1 1 0,0 0 0,3 1 0,0 0 0,-1 0 0,1 1 0,-1 0 0,1 0 0,-1-1 0,5 8 0,18 27 0,-15-22 0,9 16-1365,-12-18-5461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0 24575,'38'70'0,"-3"2"0,31 90 0,-56-131 0,58 196 0,-68-224 0,1-1 0,-1 1 0,1 0 0,-1-1 0,0 1 0,0 0 0,0-1 0,0 1 0,-1 4 0,0-6 0,1 0 0,-1 0 0,1 0 0,-1-1 0,1 1 0,-1 0 0,1 0 0,-1 0 0,0-1 0,1 1 0,-1 0 0,0-1 0,0 1 0,1 0 0,-1-1 0,0 1 0,0-1 0,0 0 0,0 1 0,0-1 0,0 0 0,0 1 0,0-1 0,0 0 0,0 0 0,0 0 0,0 0 0,0 0 0,-1 0 0,-7 0 0,0-1 0,0-1 0,0 1 0,0-1 0,0-1 0,0 0 0,-11-5 0,-6-4 0,-26-18 0,23 12 0,-34-28 0,61 45 0,1 0 0,0 0 0,0 0 0,0-1 0,-1 1 0,1 0 0,1 0 0,-1-1 0,0 1 0,0-1 0,0 1 0,1-1 0,-1 1 0,0-3 0,1 3 0,0 0 0,0 1 0,0-1 0,0 0 0,1 1 0,-1-1 0,0 0 0,0 1 0,1-1 0,-1 0 0,0 1 0,1-1 0,-1 1 0,1-1 0,-1 1 0,1-1 0,-1 1 0,1-1 0,-1 1 0,1-1 0,-1 1 0,1-1 0,-1 1 0,1 0 0,0 0 0,-1-1 0,1 1 0,0 0 0,-1 0 0,1 0 0,0-1 0,-1 1 0,1 0 0,1 0 0,21-2 0,1 0 0,-1 1 0,1 2 0,0 0 0,24 5 0,-9-1 0,81 2-1365,-105-7-5461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24575,'10'-7'0,"4"-1"0,-4 4 0,-3 6 0,-6 6 0,-5 6 0,-4-1 0,-1-2-8191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69 24575,'-1'0'0,"1"0"0,0 0 0,-1 0 0,1 0 0,-1 0 0,1 0 0,-1 0 0,1 0 0,-1 0 0,1 0 0,0 0 0,-1 0 0,1 0 0,-1 0 0,1 1 0,0-1 0,-1 0 0,1 0 0,-1 0 0,1 1 0,0-1 0,-1 0 0,1 1 0,0-1 0,-1 0 0,1 1 0,0 0 0,0-1 0,0 1 0,0-1 0,0 1 0,0 0 0,0-1 0,0 1 0,1-1 0,-1 1 0,0-1 0,0 1 0,1-1 0,-1 1 0,0-1 0,1 0 0,-1 1 0,1 0 0,21 17 0,-16-14 0,-1-1 0,1 0 0,0 0 0,0-1 0,0 0 0,0 0 0,0 0 0,0-1 0,1 0 0,9 1 0,-13-2 0,-1 0 0,1 0 0,0-1 0,0 1 0,0-1 0,0 0 0,0 1 0,0-1 0,0-1 0,-1 1 0,1 0 0,-1-1 0,1 1 0,-1-1 0,1 0 0,-1 0 0,0 0 0,0 0 0,0 0 0,0 0 0,0 0 0,0-1 0,0 1 0,1-6 0,-1 4 0,0-1 0,-1 1 0,1-1 0,-1 0 0,0-9 0,0 10 0,-1 1 0,1-1 0,-1 0 0,1 0 0,0 1 0,0-1 0,1 1 0,-1-1 0,4-5 0,-4 8 0,-1 1 0,1-1 0,0 1 0,0-1 0,0 0 0,0 1 0,0 0 0,0-1 0,0 1 0,0 0 0,0-1 0,0 1 0,0 0 0,0 0 0,0 0 0,0 0 0,0 0 0,0 0 0,0 0 0,0 0 0,0 0 0,0 1 0,0-1 0,0 0 0,0 1 0,0-1 0,0 0 0,0 1 0,0-1 0,1 2 0,3 1 0,0 0 0,0 0 0,8 8 0,44 45 72,-30-27-1509,-18-20-5389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12 24575,'-15'-4'0,"-1"2"0,-27-3 0,39 5 0,1 0 0,-1 0 0,0 0 0,1 0 0,-1 1 0,1 0 0,-1-1 0,1 1 0,-1 1 0,1-1 0,0 0 0,-1 1 0,1-1 0,0 1 0,0 0 0,0 0 0,0 1 0,-3 3 0,5-5 0,-1 1 0,1-1 0,1 1 0,-1 0 0,0 0 0,0-1 0,1 1 0,-1 0 0,1 0 0,-1 0 0,1 0 0,0 0 0,0-1 0,-1 1 0,2 0 0,-1 0 0,0 0 0,0 0 0,1 0 0,-1 0 0,0 0 0,1-1 0,0 1 0,0 0 0,-1 0 0,1-1 0,2 3 0,-2-2 0,0-1 0,0 1 0,0-1 0,0 0 0,0 1 0,1-1 0,-1 0 0,0 0 0,1 0 0,-1 0 0,1 0 0,-1-1 0,1 1 0,-1 0 0,1-1 0,0 1 0,-1-1 0,1 1 0,0-1 0,-1 0 0,1 1 0,0-1 0,-1 0 0,1 0 0,0-1 0,0 1 0,-1 0 0,1 0 0,0-1 0,2 0 0,-1-1 0,0 0 0,0 0 0,-1 0 0,1 0 0,0 0 0,-1 0 0,4-4 0,-4 3 0,1 0 0,-1 1 0,1 0 0,0-1 0,4-1 0,-7 4 0,1-1 0,-1 1 0,1 0 0,-1 0 0,0 0 0,1 0 0,-1 0 0,1 0 0,-1 0 0,1 0 0,-1 0 0,0 0 0,1 1 0,-1-1 0,1 0 0,-1 0 0,1 0 0,-1 0 0,0 1 0,1-1 0,-1 0 0,0 0 0,1 1 0,-1-1 0,0 0 0,1 1 0,-1-1 0,0 0 0,0 1 0,1-1 0,-1 1 0,0-1 0,0 0 0,0 1 0,1-1 0,-1 1 0,0-1 0,0 1 0,6 21 0,-5-18 0,66 274 0,-49-197 0,-16-68 0,0 0 0,-1 0 0,-1 1 0,-1 15 0,1-28 0,0 0 0,0 0 0,-1 0 0,1 0 0,0 1 0,0-1 0,-1 0 0,1 0 0,-1 0 0,1 0 0,-1 0 0,1 0 0,-1 0 0,1 0 0,-1 0 0,0 0 0,0 0 0,0-1 0,1 1 0,-1 0 0,0 0 0,0-1 0,-1 2 0,0-2 0,0 1 0,1-1 0,-1 0 0,0 0 0,1 0 0,-1 1 0,0-1 0,1-1 0,-1 1 0,0 0 0,1 0 0,-1-1 0,0 1 0,-1-1 0,-4-2 0,-1-1 0,1 1 0,1-1 0,-1-1 0,-10-7 0,6 2-104,-5-3 223,-26-27-1,39 36-243,-1 0 1,1-1-1,0 1 0,0-1 0,0 0 0,1 1 0,0-1 0,-1-1 1,2 1-1,-1 0 0,-1-10 0,2 3-6701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52 24575,'-30'-31'0,"28"28"0,-1 1 0,0 0 0,0 0 0,0 0 0,-1 0 0,1 0 0,0 1 0,-1 0 0,-4-2 0,7 3 0,0-1 0,0 1 0,0 0 0,0 0 0,0 0 0,-1 0 0,1 0 0,0 0 0,0 0 0,0 1 0,0-1 0,0 0 0,0 0 0,0 1 0,0-1 0,0 1 0,0-1 0,0 1 0,1-1 0,-1 1 0,-1 0 0,0 1 0,1-1 0,0 1 0,0-1 0,0 1 0,0 0 0,1-1 0,-1 1 0,0 0 0,1 0 0,-1-1 0,0 4 0,0 1 0,0 0 0,1 1 0,0-1 0,0 0 0,1 1 0,0 6 0,2 1 0,0 1 0,8 19 0,-10-31 0,0 1 0,1-1 0,0 1 0,-1-1 0,1 0 0,0 0 0,1 1 0,-1-2 0,1 1 0,-1 0 0,1 0 0,0-1 0,0 1 0,6 3 0,-8-5 0,1-1 0,-1 1 0,1-1 0,-1 1 0,0-1 0,1 0 0,0 1 0,-1-1 0,1 0 0,-1 0 0,1 0 0,-1 0 0,1 0 0,-1 0 0,1-1 0,-1 1 0,1 0 0,-1-1 0,3 0 0,-2 0 0,0-1 0,0 1 0,0 0 0,0-1 0,0 0 0,0 1 0,-1-1 0,1 0 0,-1 0 0,1 0 0,1-2 0,0-2 0,0-1 0,0 1 0,-1 0 0,0-1 0,0 1 0,0-1 0,1-12 0,-3-1 0,0 15 0,0 1 0,0-1 0,1 0 0,-1 0 0,1 0 0,0 1 0,2-8 0,-3 12 0,0 0 0,0-1 0,1 1 0,-1 0 0,0-1 0,0 1 0,0 0 0,0 0 0,0-1 0,0 1 0,1 0 0,-1-1 0,0 1 0,0 0 0,1 0 0,-1 0 0,0-1 0,0 1 0,1 0 0,-1 0 0,0 0 0,0-1 0,1 1 0,-1 0 0,0 0 0,1 0 0,-1 0 0,0 0 0,1 0 0,-1 0 0,0 0 0,1 0 0,-1 0 0,0 0 0,0 0 0,1 0 0,-1 0 0,1 0 0,0 1 0,0 0 0,0-1 0,0 1 0,-1 0 0,1 0 0,0 0 0,-1-1 0,1 1 0,0 0 0,0 2 0,11 27 0,-11-30 0,25 88-1365,-22-79-5461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24575,'115'276'0,"-30"-66"0,-64-161 0,-1 2 0,16 68 0,-36-115 0,2 0 0,-1 1 0,0-1 0,0 1 0,-1 0 0,1-1 0,-1 1 0,0-1 0,0 1 0,-1 0 0,1-1 0,-2 5 0,2-8 0,-1-1 0,1 1 0,0-1 0,-1 1 0,1-1 0,-1 1 0,1-1 0,0 0 0,-1 1 0,1-1 0,-1 0 0,1 1 0,-1-1 0,1 0 0,-1 0 0,1 0 0,-1 1 0,1-1 0,-1 0 0,0 0 0,1 0 0,-1 0 0,1 0 0,-1 0 0,1 0 0,-1 0 0,0 0 0,1 0 0,-1 0 0,1 0 0,-1-1 0,1 1 0,-1 0 0,1 0 0,-1 0 0,1-1 0,-1 1 0,0-1 0,-19-14 0,19 15 0,-32-32 0,1 0 0,-39-53 0,67 79 0,0 1 0,0-1 0,1 0 0,0 0 0,-4-11 0,6 16 0,1 0 0,0 0 0,-1 0 0,1 0 0,0-1 0,0 1 0,0 0 0,0 0 0,0-1 0,0 1 0,0 0 0,0 0 0,0 0 0,1-1 0,-1 1 0,1-1 0,0 1 0,-1 0 0,1 1 0,0-1 0,0 0 0,-1 1 0,1-1 0,0 1 0,0-1 0,0 1 0,0-1 0,-1 1 0,1-1 0,0 1 0,0 0 0,0 0 0,0 0 0,0-1 0,0 1 0,0 0 0,0 0 0,0 0 0,0 0 0,2 1 0,11 1 0,0 2 0,0-1 0,-1 2 0,1 0 0,-1 0 0,13 8 0,-1-2 0,-4-1 0,1-2 0,0 0 0,24 4 0,-36-10 0,-1-1 0,1 0 0,0 0 0,0-1 0,0 0 0,0 0 0,0-1 0,0-1 0,17-4 0,-23 4 0,1 0 0,-1 0 0,0-1 0,0 1 0,0-1 0,0 0 0,0 0 0,-1-1 0,1 1 0,-1-1 0,0 1 0,0-1 0,0 0 0,-1-1 0,1 1 0,-1 0 0,0-1 0,0 1 0,-1-1 0,1 1 0,-1-1 0,1-5 0,-1 2 0,1 0 0,-2-1 0,1 1 0,-1 0 0,0 0 0,-1 0 0,0-1 0,0 1 0,0 0 0,-1 0 0,-1 0 0,-4-11 0,6 16 0,-1 1 0,1 0 0,-1-1 0,1 1 0,-1 0 0,0 0 0,0 0 0,0 0 0,-4-2 0,6 4 0,0-1 0,-1 1 0,0 0 0,1 0 0,-1-1 0,1 1 0,-1 0 0,1 0 0,-1 0 0,1 0 0,-1 0 0,0 0 0,1 0 0,-1 0 0,1 0 0,-1 0 0,1 0 0,-1 0 0,0 0 0,0 0 0,0 1 0,1-1 0,-1 1 0,0-1 0,1 1 0,-1 0 0,0-1 0,1 1 0,-1 0 0,1-1 0,-1 1 0,1 0 0,-1 0 0,1-1 0,0 1 0,-1 0 0,1 0 0,0 1 0,-2 7 0,0 0 0,1-1 0,0 1 0,1 0 0,0 0 0,0-1 0,1 1 0,0 0 0,1-1 0,-1 1 0,6 13 0,1-1 0,0 0 0,2-1 0,16 27 0,-18-34 30,1 1 0,1-2 0,11 14 0,-18-23-113,-1 0 1,1-1-1,0 1 1,0 0-1,0-1 1,1 0-1,-1 0 1,1 0-1,-1 0 1,1 0-1,-1-1 1,1 1-1,0-1 1,0 0-1,0 0 1,0-1-1,6 1 1,3-3-6744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8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12 24575,'-3'-2'0,"-1"1"0,0-1 0,1 1 0,-1-1 0,0 1 0,0 0 0,1 1 0,-1-1 0,0 1 0,0-1 0,0 1 0,0 1 0,0-1 0,0 0 0,0 1 0,0 0 0,0 0 0,1 0 0,-1 0 0,0 1 0,-4 1 0,6-1 0,-1-1 0,1 0 0,-1 0 0,1 1 0,0 0 0,0-1 0,0 1 0,0 0 0,0 0 0,0 0 0,0 0 0,0 0 0,1 1 0,-1-1 0,1 1 0,0-1 0,0 0 0,0 1 0,0 0 0,0-1 0,0 1 0,1 0 0,-1-1 0,1 1 0,0 0 0,0 0 0,0-1 0,0 1 0,0 0 0,1 4 0,2 1 0,0 0 0,0 0 0,1 0 0,-1-1 0,11 14 0,29 33 0,-7-9 0,-16-19 0,25 35 0,-42-54 0,1-1 0,-1 0 0,0 1 0,0 0 0,0 0 0,-1 0 0,2 13 0,-4-18 5,0 0-1,0 0 1,0 0-1,0 0 1,0 0-1,-1 0 1,1 1-1,-1-1 1,1 0-1,-1 0 1,0 0-1,0 0 1,0-1-1,0 1 1,0 0-1,0 0 1,-1-1-1,1 1 1,0 0-1,-1-1 1,0 1-1,-1 0 1,-4 3-210,0 0 0,-1-1 0,1 0 0,-9 4 1,10-6-241,-7 4-6381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7.8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24575,'4'-5'0,"0"0"0,0 1 0,0-1 0,1 1 0,-1 0 0,1 0 0,0 0 0,0 1 0,1 0 0,-1 0 0,1 0 0,-1 1 0,1-1 0,0 2 0,0-1 0,0 0 0,0 1 0,0 0 0,0 1 0,0-1 0,1 1 0,-1 0 0,0 1 0,0-1 0,11 4 0,17 4 0,1 3 0,39 16 0,-69-25 0,-1 0 0,0 0 0,1 1 0,-1-1 0,0 1 0,0 0 0,0 0 0,-1 0 0,1 1 0,5 7 0,-8-9 0,1 0 0,-1 0 0,0 0 0,0 0 0,0 1 0,-1-1 0,1 0 0,0 1 0,-1-1 0,1 0 0,-1 1 0,0-1 0,0 0 0,0 1 0,0-1 0,-1 1 0,1-1 0,0 0 0,-1 1 0,0-1 0,0 0 0,1 1 0,-1-1 0,-2 2 0,-5 9 0,-1 1 0,0-2 0,-16 18 0,-5 6 0,24-29 0,1 1 0,0 1 0,0-1 0,1 1 0,0 0 0,1 0 0,0 0 0,0 0 0,1 1 0,0-1 0,1 1 0,0 0 0,0-1 0,1 1 0,0 0 0,1-1 0,0 1 0,1-1 0,3 16 0,-3-19 0,-1-2 0,0 0 0,0 0 0,0 0 0,0 0 0,1 0 0,0-1 0,2 5 0,-3-7 0,0 0 0,0 0 0,0 0 0,0 0 0,0 0 0,0-1 0,1 1 0,-1 0 0,0 0 0,1-1 0,-1 1 0,0-1 0,1 1 0,-1-1 0,1 0 0,-1 0 0,0 1 0,1-1 0,-1 0 0,1 0 0,-1 0 0,1 0 0,-1-1 0,3 1 0,23-6 0,-1-1 0,31-11 0,-34 10 0,2-3-1365,-15 7-5461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24575,'25'-5'0,"11"-2"0,4 1 0,-2 1 0,-5-1 0,-6 0 0,-4 2 0,-5 1 0,-1 1 0,-5-2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 4 24575,'5'-1'0,"-1"0"0,1 0 0,-1 1 0,1-1 0,0 1 0,-1 0 0,1 0 0,0 1 0,-1-1 0,1 1 0,0 0 0,-1 1 0,0-1 0,1 1 0,-1 0 0,0 0 0,1 0 0,-1 0 0,6 6 0,-5-5 0,-1 0 0,0 1 0,0 0 0,0 0 0,0 0 0,-1 0 0,0 1 0,0-1 0,0 1 0,0 0 0,0 0 0,-1 0 0,0 0 0,0 0 0,-1 0 0,2 8 0,-3-10 0,1 0 0,-1 0 0,0 0 0,0 0 0,0 1 0,0-1 0,0 0 0,-1 0 0,0 0 0,1 0 0,-1 0 0,0 0 0,-1 0 0,1 0 0,0-1 0,-1 1 0,0 0 0,1-1 0,-1 1 0,0-1 0,0 0 0,0 1 0,-1-1 0,1 0 0,-1 0 0,1-1 0,-1 1 0,1 0 0,-1-1 0,0 0 0,0 1 0,0-1 0,0 0 0,-6 1 0,-3 0 0,-1 0 0,1 0 0,-1-1 0,0-1 0,0 0 0,1 0 0,-1-2 0,0 1 0,1-2 0,0 1 0,-1-2 0,-16-6 0,27 9 0,0 0 0,0 0 0,0 0 0,0 0 0,0 0 0,0-1 0,0 1 0,0-1 0,1 1 0,-1-1 0,1 1 0,-1-1 0,1 0 0,0 0 0,-1 0 0,1 0 0,0 0 0,0 0 0,1 0 0,-1 0 0,0 0 0,1 0 0,-1 0 0,0-3 0,1 1 0,1 0 0,-1 1 0,1-1 0,-1 1 0,1-1 0,0 1 0,1-1 0,-1 1 0,0 0 0,1-1 0,0 1 0,0 0 0,0 0 0,3-4 0,8-8-682,23-24-1,-25 30-6143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51 24575,'-2'-6'0,"0"3"0,1-1 0,0 1 0,0-1 0,0 0 0,0 1 0,1-1 0,0 0 0,0-6 0,0 10 0,0-1 0,0 1 0,0 0 0,0 0 0,0-1 0,0 1 0,0 0 0,0 0 0,0 0 0,0-1 0,0 1 0,0 0 0,0 0 0,0 0 0,1-1 0,-1 1 0,0 0 0,0 0 0,0 0 0,0 0 0,0 0 0,1-1 0,-1 1 0,0 0 0,0 0 0,0 0 0,1 0 0,-1 0 0,0 0 0,0 0 0,0 0 0,1 0 0,-1-1 0,0 1 0,0 0 0,1 0 0,9 5 0,9 14 0,-17-17 0,67 77 0,27 27 0,-86-96-341,1 0 0,0-1-1,17 11 1,-16-13-6485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1 24575,'-12'27'0,"-8"13"0,-1 0 0,1-2 0,3-9 0,3-6 0,5-8-8191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473 12 24575,'-33'-3'0,"-15"0"0,-8 0 0,1 0 0,5 4 0,6 1 0,5 1 0,5 2 0,5 2 0,2 1 0,4 1 0,3-1 0,5-2-8191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18 106 24575,'1'-4'0,"-1"0"0,1 0 0,0 0 0,0 0 0,0 0 0,1 1 0,-1-1 0,1 0 0,0 0 0,0 1 0,4-6 0,-2 4 0,-1 1 0,1 0 0,0 0 0,0 0 0,0 0 0,0 1 0,1-1 0,5-2 0,-3 3 0,0 0 0,0 1 0,1-1 0,-1 1 0,1 1 0,-1 0 0,11-1 0,58 3 0,-31 1 0,-37-2 0,-2 0 0,1 0 0,-1 0 0,0 1 0,1-1 0,11 4 0,-17-3 0,1 0 0,0 0 0,0 0 0,0 0 0,-1 0 0,1 0 0,-1 0 0,1 1 0,-1-1 0,1 1 0,-1-1 0,0 1 0,0-1 0,1 1 0,-1 0 0,0 0 0,-1-1 0,1 1 0,0 0 0,0 0 0,-1 0 0,1 4 0,10 76 0,-10-79 0,-1 0 0,1 0 0,-1 0 0,0 1 0,0-1 0,0 0 0,0 0 0,0 1 0,-1-1 0,0 0 0,-1 6 0,1-8 0,0 1 0,0 0 0,0-1 0,0 1 0,0-1 0,0 1 0,-1-1 0,1 0 0,-1 0 0,1 0 0,-1 1 0,1-1 0,-1-1 0,1 1 0,-1 0 0,0 0 0,0 0 0,1-1 0,-1 1 0,0-1 0,-3 1 0,-33 5 0,0-1 0,1-2 0,-75-4 0,107 1 0,0-1 0,0-1 0,0 1 0,0-1 0,0 0 0,0 0 0,0 0 0,1 0 0,-1-1 0,1 0 0,-1 0 0,1 0 0,0-1 0,0 0 0,1 1 0,-1-1 0,1 0 0,-4-6 0,5 7 0,-1-1 0,1 0 0,0 0 0,0 0 0,1 0 0,-1-1 0,1 1 0,0 0 0,0-1 0,0 1 0,1-1 0,-1 1 0,1-1 0,0 1 0,1-1 0,-1 1 0,1-1 0,0 1 0,0 0 0,0-1 0,3-6 0,-3 9 0,1-1 0,0 1 0,-1-1 0,1 1 0,0-1 0,1 1 0,-1 0 0,0 0 0,1 0 0,-1 0 0,1 0 0,-1 1 0,1-1 0,0 1 0,0 0 0,0 0 0,-1 0 0,1 0 0,0 0 0,0 0 0,6 0 0,5 0 0,1 1 0,-1 0 0,20 3 0,-27-2 0,14 2 0,-1 0 0,1 2 0,-1 0 0,0 2 0,0 0 0,20 11 0,-38-17 0,0 0 0,0 0 0,0 0 0,0 0 0,0 1 0,-1-1 0,1 0 0,-1 1 0,1 0 0,-1-1 0,1 1 0,-1 0 0,0 0 0,0 0 0,1 0 0,-1 0 0,-1 0 0,2 3 0,-1-2 0,-1-1 0,0 1 0,0 0 0,0 0 0,0-1 0,0 1 0,-1 0 0,1 0 0,-1-1 0,0 1 0,0 0 0,-2 4 0,-2 2 0,0 0 0,-1 0 0,0-1 0,-1 0 0,0 0 0,-12 11 0,4-5 0,9-7 0,-1-1 0,-1 1 0,1-1 0,-14 7 0,18-11 0,1-1 0,-1 0 0,0 0 0,0 0 0,0 0 0,1-1 0,-1 1 0,0-1 0,0 0 0,0 0 0,0 0 0,0 0 0,0 0 0,0 0 0,0-1 0,0 0 0,0 1 0,0-1 0,-3-2 0,0 1 9,1-1 0,-1-1 0,1 1 0,-1-1 0,1 0 0,0 0 0,1 0 0,-8-9 0,-1-3-324,-14-24-1,17 24-499,2 3-6011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6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11 24575,'0'-1'0,"0"0"0,0 1 0,1-1 0,-1 0 0,0 1 0,1-1 0,-1 1 0,1-1 0,-1 1 0,0-1 0,1 1 0,-1-1 0,1 1 0,0-1 0,-1 1 0,1 0 0,-1-1 0,1 1 0,0 0 0,3-1 0,-7 8 0,-11 7 0,0 0 0,0-1 0,-1 0 0,-19 11 0,-6 5 0,-49 33 0,-12 9 0,56-36-1365,32-25-5461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24575,'1'-4'0,"1"1"0,1-1 0,-1 0 0,0 1 0,1-1 0,5-5 0,-6 7 0,0 1 0,0 0 0,0-1 0,0 1 0,0 0 0,1 0 0,-1 0 0,0 1 0,0-1 0,1 0 0,-1 1 0,0 0 0,1-1 0,2 1 0,1 0 0,0 0 0,0 0 0,0 1 0,0 0 0,-1 0 0,1 1 0,0-1 0,-1 1 0,1 0 0,-1 1 0,9 4 0,-12-5 0,1-1 0,-1 1 0,0 0 0,0-1 0,0 1 0,0 0 0,-1 0 0,1 1 0,0-1 0,-1 0 0,0 0 0,1 1 0,-1-1 0,0 1 0,0-1 0,0 1 0,-1-1 0,1 1 0,-1 0 0,1-1 0,-1 1 0,0 0 0,0 0 0,0-1 0,0 1 0,-2 5 0,-4 18 0,-1 1 0,-2-1 0,-1 0 0,0-1 0,-25 41 0,32-62 0,-1 2 0,1 1 0,-1 0 0,1 0 0,-2 7 0,4-12 0,1-1 0,-1 0 0,1 0 0,0 1 0,0-1 0,0 0 0,-1 1 0,1-1 0,0 0 0,1 1 0,-1-1 0,0 0 0,0 1 0,0-1 0,1 0 0,-1 0 0,1 1 0,-1-1 0,1 0 0,-1 0 0,1 0 0,0 0 0,0 0 0,-1 0 0,1 0 0,0 0 0,0 0 0,0 0 0,0 0 0,2 1 0,9 3 0,0 0 0,0-1 0,0-1 0,0 1 0,1-2 0,15 2 0,-26-4-91,-1 0 0,1 0 0,-1 0 0,0 0 0,1 0 0,-1 0 0,1 0 0,-1-1 0,0 1 0,1 0 0,-1-1 0,0 1 0,0-1 0,2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25 24575,'-25'-5'0,"-11"-2"0,-2 1 0,3 1 0,6 3 0,4 3 0,4 1 0,4 1 0,4-2-8191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 18 24575,'0'9'0,"1"1"0,5 18 0,-4-22 0,-1-1 0,0 1 0,0-1 0,0 1 0,0 0 0,-1-1 0,0 1 0,0 0 0,-1-1 0,1 1 0,-1 0 0,-2 6 0,2-11 0,0 1 0,1-1 0,-1 0 0,0 1 0,0-1 0,0 0 0,0 0 0,0 0 0,0 0 0,0 1 0,0-2 0,0 1 0,-1 0 0,1 0 0,0 0 0,-1 0 0,-2 0 0,2 0 0,-1 0 0,0-1 0,0 1 0,0-1 0,0 0 0,0 0 0,0 0 0,-5-1 0,0 0 0,1-1 0,-1 0 0,1 0 0,0-1 0,-1 0 0,-7-5 0,-98-66 0,112 73 0,0 1 0,0-1 0,-1 0 0,1 0 0,0 0 0,0 0 0,0 0 0,0 0 0,0 0 0,0-1 0,1 1 0,-1 0 0,0 0 0,1-1 0,-1 1 0,1-1 0,-1 1 0,1 0 0,-1-1 0,1 1 0,0-1 0,0 1 0,0-1 0,0 1 0,0-1 0,0 1 0,0 0 0,0-1 0,1 1 0,0-2 0,0 1 0,0 0 0,0 0 0,0 0 0,1 0 0,-1 1 0,1-1 0,-1 1 0,1-1 0,0 1 0,-1-1 0,1 1 0,0 0 0,0 0 0,0 0 0,0 0 0,0 0 0,0 0 0,0 1 0,4-1 0,6-1-182,0 0 0,0 2 0,21 0-1,-26 0-453,6 1-6190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37 24575,'-3'-20'0,"2"19"0,1 1 0,0-1 0,0 0 0,0 0 0,0 1 0,0-1 0,0 0 0,0 0 0,0 1 0,0-1 0,0 0 0,0 1 0,0-1 0,1 0 0,-1 0 0,0 1 0,1-1 0,-1 0 0,0 1 0,1-1 0,-1 1 0,1-2 0,0 2 0,0 0 0,-1 0 0,1 0 0,-1 0 0,1 0 0,-1 1 0,1-1 0,-1 0 0,1 0 0,-1 0 0,1 1 0,-1-1 0,1 0 0,-1 1 0,1-1 0,-1 0 0,1 1 0,-1-1 0,1 1 0,-1-1 0,1 1 0,10 13 0,-9-10 0,12 13 0,0-1 0,1 0 0,1-1 0,33 24 0,23 16-1365,-63-48-5461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1 24575,'-10'7'0,"-4"6"0,2 2 0,1 2 0,4 0 0,0 0 0,1-1 0,2 0 0,-1 0 0,0-1 0,-1-3 0,0-1 0,-1-2 0,-3-2 0,-1-3 0,1-3-8191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1 24575,'-30'0'0,"-15"0"0,-5 0 0,1 0 0,7 0 0,7 0 0,10 0-8191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1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24575,'-1'11'15,"0"0"0,-1 0 0,0-1 0,0 1 0,-1-1 0,0 1 0,-7 13 0,3-10-312,0 0 0,-1-1 0,-1 1 0,-20 22 0,21-27-6529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79 24575,'1'-4'0,"0"0"0,1 0 0,-1 0 0,1 0 0,0 0 0,0 1 0,0-1 0,0 1 0,1-1 0,0 1 0,-1 0 0,1 0 0,0 0 0,0 0 0,1 1 0,5-5 0,-3 4 0,-1 1 0,1-1 0,0 1 0,0 0 0,0 1 0,0 0 0,0-1 0,0 2 0,0-1 0,11 1 0,-9 0 0,0 1 0,0 0 0,0 0 0,1 1 0,-2 0 0,1 0 0,0 1 0,0 0 0,-1 1 0,0-1 0,1 1 0,-1 1 0,-1-1 0,1 1 0,-1 0 0,0 1 0,9 9 0,-12-10 0,0 0 0,0-1 0,0 1 0,-1 0 0,0 0 0,0 0 0,0 0 0,-1 1 0,0-1 0,0 0 0,0 1 0,-1-1 0,1 8 0,-2-2 0,-1 0 0,1-1 0,-2 1 0,1-1 0,-9 19 0,7-18 0,-1 1 0,0 0 0,1 0 0,0 0 0,1 1 0,1-1 0,-3 22 0,5-11 0,-1-13 0,0-1 0,1 1 0,1-1 0,-1 1 0,2 0 0,2 10 0,-3-17 0,0-1 0,1 1 0,0-1 0,-1 1 0,1-1 0,0 0 0,0 1 0,1-1 0,-1 0 0,0-1 0,1 1 0,-1 0 0,1-1 0,-1 1 0,1-1 0,0 0 0,0 0 0,0 0 0,4 1 0,4 1 0,0-1 0,0 0 0,22 0 0,-28-2-45,83-1 216,-80 0-337,0 0 0,1-1 1,-1 0-1,0 0 1,0-1-1,0 0 0,-1 0 1,11-6-1,-8 2-6660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9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25 24575,'-27'-5'0,"-13"-2"0,-1 1 0,4 1 0,8 4 0,6 4 0,8 5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88 24575,'-3'2'0,"-1"0"0,0 0 0,0 1 0,1-1 0,-1 1 0,1 0 0,0 0 0,-1 0 0,2 1 0,-1-1 0,-4 7 0,6-8 0,0 0 0,0 0 0,0 1 0,1-1 0,-1 0 0,0 0 0,1 1 0,0-1 0,-1 0 0,1 1 0,0-1 0,0 0 0,1 0 0,-1 1 0,0-1 0,1 0 0,-1 1 0,1-1 0,0 0 0,0 0 0,0 0 0,0 0 0,2 4 0,2 1 0,1 0 0,-1 0 0,1 0 0,1 0 0,-1-1 0,1-1 0,0 1 0,1-1 0,8 5 0,-12-7 0,0-1 0,0 0 0,1 0 0,-1-1 0,0 1 0,1-1 0,-1 0 0,1 0 0,-1-1 0,1 1 0,-1-1 0,1 0 0,0 0 0,-1-1 0,1 1 0,-1-1 0,1 0 0,-1 0 0,8-3 0,-11 3 0,1 0 0,0 0 0,-1-1 0,1 1 0,-1-1 0,1 1 0,-1-1 0,0 1 0,0-1 0,1 0 0,-1 1 0,0-1 0,-1 0 0,1 0 0,0 0 0,0 0 0,-1 0 0,1 0 0,-1 0 0,0 0 0,1-2 0,-1-7 0,1 1 0,-3-20 0,2 26 0,-2-7 0,1 0 0,-2 0 0,1 0 0,-1 1 0,-1-1 0,0 1 0,-1 0 0,0 0 0,0 1 0,-1-1 0,0 1 0,0 0 0,-11-10 0,15 17-44,1 1 0,0 0 0,-1 0 0,1-1 0,-1 1 0,0 0 0,1 0 0,-1 1 0,0-1 0,1 0 0,-1 0 0,0 1 0,0-1 0,0 1 0,0 0 0,1 0 0,-1-1 0,0 1-1,0 0 1,0 1 0,0-1 0,0 0 0,0 0 0,0 1 0,1-1 0,-1 1 0,0 0 0,0-1 0,1 1 0,-4 2 0,-4 3-6782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25 24575,'-28'-5'0,"-11"-2"0,-2 1 0,4 1 0,7 4 0,8 2 0,4 1 0,5 2 0,3 1 0,0 0 0,-1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24575,'-3'-2'0,"0"1"0,0 4 0,3 3 0,1 4 0,4 2 0,0 2 0,2 1 0,0 0 0,-1 1 0,1-3 0,-1-1 0,-2 0 0,2 0 0,-1-1-8191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24575,'3'-1'0,"-1"0"0,1 0 0,0 1 0,0-1 0,0 1 0,0 0 0,-1 0 0,1 0 0,0 0 0,0 1 0,0-1 0,0 1 0,-1-1 0,1 1 0,0 0 0,0 0 0,3 3 0,5 1 0,-1 1 0,19 13 0,-12-4 0,0 0 0,-1 2 0,0 0 0,-2 1 0,18 26 0,-18-21 0,0 0 0,-2 0 0,-1 1 0,-1 1 0,0 0 0,8 41 0,-14-42 0,-1 0 0,-1-1 0,-2 1 0,0 0 0,-6 43 0,4-55 0,-1 0 0,1 0 0,-2-1 0,0 1 0,0-1 0,-1 0 0,0 0 0,-1 0 0,0-1 0,-1 0 0,0 0 0,-1-1 0,0 0 0,0 0 0,-1 0 0,-10 6 0,-33 26-1365,38-32-5461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24575,'-11'30'0,"6"-1"0,0-5 0,1 0 0,-1 29 0,4 2 0,10 83 0,-7-119 0,2 0 0,0-1 0,2 1 0,0-1 0,0 0 0,2-1 0,0 1 0,11 16 0,-2-8-151,2-1-1,0-1 0,1-1 0,1 0 1,2-2-1,0 0 0,1-2 1,27 18-1,-32-27-6674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27 24575,'-24'-27'0,"36"51"0,1-6 0,1 0 0,0-1 0,1-1 0,1 0 0,27 20 0,-23-22-39,26 17-1287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24575,'-12'13'0,"-7"6"0,-1 3 0,2-3 0,3-2 0,4-1 0,4-1 0,4 0 0,-1-3 0,0-2 0,2 2 0,0-3-8191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2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10 24575,'-30'-3'0,"-12"0"0,-5 0 0,4 3 0,4 1 0,6 1 0,3 3 0,5 2 0,4 3 0,3 0 0,5-2-8191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24 157 24575,'0'-15'0,"0"-8"0,0-2 0,-3 3 0,0 3 0,0 2 0,-2 4 0,-1 1 0,2 1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0 501 24575,'15'-427'0,"-15"368"-1365,0 44-5461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7 413 24575,'-1'-5'0,"-2"-30"0,1 1 0,3-43 0,0 66 0,0 1 0,1-1 0,0 1 0,1-1 0,0 1 0,1 0 0,0 0 0,0 1 0,1-1 0,1 1 0,10-14 0,-9 14-136,-1 1-1,0-1 1,0 0-1,-1 0 1,0-1-1,0 1 1,-1-1-1,0 0 0,4-21 1,-6 18-6690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3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18 194 24575,'-5'-22'0,"-2"-11"0,3 1 0,3 3 0,0 4 0,4 4 0,1 3 0,0 5-8191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0 974 24575,'0'-26'0,"5"-129"0,-3 130 0,2 0 0,1 1 0,1-1 0,10-28 0,17-28 0,25-76 0,-22 40 0,16-65 0,-49 164-455,-1-1 0,-1-35 0,-1 41-6371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6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1473 24575,'69'-51'0,"2"3"0,85-43 0,-131 78 0,0-2 0,-2 0 0,37-32 0,-17 14 0,-28 22 0,0 0 0,14-15 0,173-169 0,-76 86 0,-39 36 0,-49 41 0,0 3 0,2 1 0,1 1 0,48-21 0,-82 44 0,0 0 0,0-1 0,0 0 0,0 0 0,-1 0 0,1-1 0,-1 0 0,-1-1 0,1 1 0,-1-1 0,4-8 0,2-4 0,-2-1 0,15-42 0,-20 51 0,1 1 0,1-1 0,-1 1 0,1 0 0,1 1 0,0 0 0,1 0 0,-1 0 0,17-13 0,4-1 0,55-34 0,64-26 0,-30 17 0,-91 51-682,52-20-1,-62 30-6143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7.4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76 24575,'2'-4'0,"-1"0"0,1 1 0,-1-1 0,1 1 0,0 0 0,1-1 0,-1 1 0,0 0 0,1 0 0,0 1 0,0-1 0,4-3 0,-1 2 0,-1 1 0,1 0 0,-1 0 0,1 1 0,0 0 0,0 0 0,7-2 0,9 1 0,-1 0 0,1 2 0,32 1 0,-36 0 0,-15 0 0,-1 0 0,1 0 0,0 1 0,0-1 0,-1 1 0,1-1 0,0 1 0,0 0 0,-1 0 0,1 0 0,-1 0 0,1 0 0,-1 1 0,0-1 0,3 2 0,-3-1 0,-1 0 0,1 1 0,0-1 0,-1 0 0,0 0 0,1 1 0,-1-1 0,0 1 0,-1-1 0,1 1 0,0-1 0,-1 1 0,1-1 0,-1 1 0,1 5 0,-1 6 0,0-1 0,-1 1 0,-1 0 0,0-1 0,0 1 0,-2-1 0,1 1 0,-2-1 0,0-1 0,0 1 0,-1-1 0,-12 19 0,16-29 0,0 0 0,0 0 0,0-1 0,0 1 0,0-1 0,0 1 0,0-1 0,0 1 0,-1-1 0,1 0 0,0 0 0,-1 0 0,1-1 0,-1 1 0,1-1 0,-1 1 0,1-1 0,-1 0 0,0 0 0,1 0 0,-1 0 0,1 0 0,-1 0 0,-2-1 0,-7-2 0,0 1 0,1-2 0,-21-8 0,11 2 0,0-1 0,0-1 0,-20-16 0,35 24 0,1-1 0,-1 0 0,1-1 0,-1 1 0,1-1 0,1 0 0,-1 0 0,-6-13 0,10 17 0,0 0 0,0 0 0,1 1 0,-1-1 0,1 0 0,-1 0 0,1 0 0,-1 0 0,1 0 0,0 0 0,0 0 0,0 0 0,0 1 0,0-1 0,1 0 0,-1 0 0,0 0 0,1 0 0,0 0 0,-1 0 0,1 1 0,0-1 0,0 0 0,0 0 0,0 1 0,0-1 0,0 1 0,0-1 0,1 1 0,-1-1 0,1 1 0,-1 0 0,1 0 0,-1 0 0,1 0 0,0 0 0,-1 0 0,1 0 0,3-1 0,5-1 0,1 0 0,-1 0 0,1 1 0,0 0 0,0 1 0,17 0 0,27-4 0,-38 2 0,1 1 0,35-1 0,-53 3 0,1 0 0,-1 0 0,1 0 0,-1 0 0,1 0 0,0 0 0,-1 1 0,1-1 0,-1 0 0,1 0 0,-1 0 0,1 0 0,-1 1 0,1-1 0,-1 0 0,1 1 0,-1-1 0,1 0 0,-1 1 0,1-1 0,-1 1 0,0-1 0,1 0 0,-1 1 0,0-1 0,1 1 0,-1-1 0,1 2 0,-1-1 0,0 0 0,0 0 0,0 0 0,0 0 0,0 0 0,-1 1 0,1-1 0,0 0 0,0 0 0,-1 0 0,1 0 0,-1 0 0,0 2 0,-3 3 0,0 0 0,0 0 0,-7 7 0,4-4-83,-13 13-238,1 0 1,1 2-1,-26 46 1,37-55-6506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24575,'0'-1'0,"0"0"0,0 0 0,0 0 0,1 0 0,-1 0 0,0 0 0,0 0 0,1 0 0,-1 0 0,1 0 0,-1 0 0,1 0 0,-1 0 0,1 0 0,-1 0 0,1 0 0,0 1 0,0-1 0,-1 0 0,2 0 0,0-1 0,0 1 0,1 0 0,-1 0 0,0 0 0,0 0 0,1 0 0,-1 1 0,4-2 0,4 1 0,-1 1 0,0-1 0,17 3 0,-21-1 0,0 0 0,0 0 0,0 0 0,0 1 0,0 0 0,0 0 0,0 0 0,0 1 0,-1-1 0,0 1 0,1 0 0,-1 1 0,0-1 0,0 1 0,-1-1 0,1 1 0,-1 1 0,0-1 0,0 0 0,0 1 0,0-1 0,-1 1 0,0 0 0,0 0 0,0 0 0,0 0 0,-1 0 0,0 0 0,0 0 0,-1 1 0,1-1 0,-1 0 0,0 0 0,0 1 0,-1-1 0,-1 9 0,-10 32 0,7-31 0,1-1 0,1 2 0,-2 20 0,-4 32 0,3-27 0,4-29 0,1-10 0,1 0 0,-1 0 0,1 0 0,0 0 0,0 0 0,0 0 0,0 0 0,0 0 0,0 2 0,1-4 0,-1 1 0,1 0 0,-1 0 0,0-1 0,1 1 0,0 0 0,-1-1 0,1 1 0,-1-1 0,1 1 0,0-1 0,0 1 0,-1-1 0,1 1 0,0-1 0,0 1 0,-1-1 0,1 0 0,0 0 0,0 1 0,0-1 0,0 0 0,-1 0 0,1 0 0,1 0 0,3 0-85,0 0 0,0 0-1,-1-1 1,1 1 0,0-1-1,-1 0 1,1-1 0,-1 1-1,1-1 1,-1 0 0,0 0-1,0 0 1,0 0 0,0-1-1,7-5 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28 24575,'-27'-5'0,"-13"-2"0,-1 1 0,4 1 0,6 1 0,7 4 0,6 2 0,6 4 0,3 2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8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61 24575,'-6'0'0,"1"0"0,-1 1 0,1-1 0,0 1 0,-1 0 0,1 0 0,-9 4 0,13-5 0,0 1 0,-1 0 0,1 0 0,0 0 0,0-1 0,-1 1 0,1 0 0,0 0 0,0 1 0,0-1 0,0 0 0,0 0 0,1 0 0,-1 1 0,0-1 0,0 0 0,1 1 0,-1-1 0,1 1 0,-1-1 0,1 1 0,0-1 0,0 1 0,-1-1 0,1 1 0,0-1 0,0 1 0,1-1 0,-1 1 0,0-1 0,0 1 0,1 1 0,0 2 0,1 0 0,-1 0 0,1 0 0,0 0 0,0 0 0,0 0 0,1 0 0,0-1 0,0 1 0,0-1 0,6 7 0,-7-9 0,0 0 0,0-1 0,0 1 0,0-1 0,1 0 0,-1 1 0,0-1 0,0 0 0,1 0 0,-1-1 0,1 1 0,-1 0 0,1-1 0,-1 1 0,1-1 0,-1 0 0,1 0 0,-1 0 0,1 0 0,-1 0 0,1-1 0,-1 1 0,1-1 0,-1 0 0,0 0 0,4-1 0,0-1 0,0 1 0,-1-2 0,1 1 0,-1-1 0,1 0 0,-1 0 0,0 0 0,-1-1 0,1 1 0,-1-1 0,0 0 0,6-10 0,-8 12 0,-1 0 0,1 0 0,-1 0 0,0 0 0,0 0 0,0 0 0,-1 0 0,1 0 0,-1-1 0,1 1 0,-1 0 0,0 0 0,-1-1 0,1 1 0,0 0 0,-1 0 0,0 0 0,1 0 0,-1 0 0,-1 0 0,1 0 0,0 0 0,-1 0 0,1 0 0,-1 0 0,0 1 0,-3-4 0,2 2-80,-1 1 0,1 0-1,-1 0 1,0 0 0,0 0-1,0 1 1,0-1 0,0 1-1,0 0 1,-1 0 0,1 1 0,-1 0-1,0-1 1,1 1 0,-1 1-1,-4-1 1,-4 0-6746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31 24575,'-30'-5'0,"-12"-2"0,-2 1 0,4 1 0,6 1 0,7 2 0,8 1-8191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24575,'10'18'0,"5"8"0,4 4 0,0 1 0,-2-4 0,-3-3 0,-2-6-8191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1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24575,'20'10'0,"9"9"0,3 3 0,-3 0 0,-5 2 0,-5-1 0,-5 1 0,-6-1 0,-3 0 0,-3-1 0,-2-2 0,-1-2 0,0-3-8191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2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14 24575,'0'-1'0,"0"1"0,0-1 0,0 1 0,0-1 0,0 1 0,0-1 0,0 1 0,0-1 0,0 1 0,0-1 0,0 1 0,0-1 0,0 1 0,0-1 0,1 1 0,-1-1 0,0 1 0,0-1 0,1 1 0,-1 0 0,0-1 0,1 1 0,-1-1 0,0 1 0,1 0 0,-1-1 0,1 1 0,0 0 0,-1 0 0,0 0 0,1 1 0,-1-1 0,0 0 0,0 1 0,1-1 0,-1 0 0,0 1 0,0-1 0,0 0 0,1 1 0,-1-1 0,0 0 0,0 1 0,0-1 0,0 0 0,0 1 0,0-1 0,0 1 0,0-1 0,0 0 0,0 1 0,0-1 0,0 1 0,0-1 0,0 0 0,0 1 0,0-1 0,-1 0 0,1 1 0,0-1 0,0 0 0,0 1 0,-1-1 0,1 1 0,-4 7 0,0 1 0,0-1 0,-1 0 0,0 0 0,0-1 0,-8 9 0,-16 23 0,21-24 0,0 1 0,2 0 0,0 0 0,0 1 0,-3 18 0,5-9 0,0 0 0,0 46 0,4-46 0,3 1 0,0 0 0,1 0 0,10 31 0,43 100 0,110 204-1365,-157-341-5461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 24575,'11'9'0,"-1"1"0,0 1 0,0 0 0,-2 0 0,1 1 0,-1 0 0,-1 1 0,0-1 0,7 21 0,-2-2 0,-2 1 0,-2 0 0,6 33 0,-8-26 0,-2 1 0,-1 76 0,-4-91 0,-2-1 0,0 1 0,-2-1 0,-1 1 0,-16 42 0,19-59-72,-2 0 1,1-1-1,-1 1 0,0-1 0,-1 0 0,1 0 0,-1 0 0,-1-1 1,1 0-1,-1 0 0,0-1 0,-1 0 0,1 0 0,-1-1 0,0 0 1,0 0-1,0-1 0,-16 5 0,9-5-6754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24575,'15'12'0,"7"7"0,3 3 0,2 3 0,-1-1 0,-2-2 0,-1-2 0,-1-2 0,0-1 0,-1 1 0,-1-3 0,-2 0 0,-1-2 0,-2-1 0,-2-2 0,-4 1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24575,'-10'20'0,"-6"9"0,0 2 0,2-1 0,2-7 0,2-3 0,1-4 0,1-2 0,1-3 0,0 0 0,0-1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394 15 24575,'-30'-2'0,"-15"-2"0,-5 1 0,1 1 0,1 0 0,5 1 0,3 3 0,4 1 0,6 0 0,8 0-8191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2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1 24575,'-5'0'0,"-2"3"0,1 2 0,1 4 0,3 3 0,4 1 0,0 2 0,7 10 0,5 4 0,1-1 0,-3-2 0,-4-6-8191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53 24575,'-3'-15'0,"2"-3"0,4 5 0,1 7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7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155 78 24575,'-11'-8'0,"0"-2"0,-1 1 0,0 0 0,0 0 0,-1 2 0,0-1 0,-18-6 0,30 14 0,0-1 0,0 1 0,0-1 0,0 1 0,0 0 0,0 0 0,0-1 0,0 1 0,-1 0 0,1 0 0,0 0 0,0 0 0,0 0 0,0 0 0,0 0 0,0 1 0,-1-1 0,1 0 0,0 1 0,0-1 0,0 0 0,0 1 0,0-1 0,0 1 0,0 0 0,0-1 0,1 1 0,-1 0 0,0 0 0,0-1 0,0 1 0,1 0 0,-1 0 0,0 0 0,1 0 0,-1 0 0,1 0 0,-1 0 0,1 0 0,0 0 0,-1 0 0,1 0 0,0 0 0,0 1 0,-1 1 0,1 5 0,-1 1 0,1 0 0,1-1 0,2 16 0,-2-21 0,62 319 0,-57-294 0,2-1 0,1 0 0,1 0 0,2 0 0,24 41 0,-27-52 0,-1 0 0,10 29 0,-11-28 0,-7-15-62,1 0 0,-1 0 0,1 0 0,-1 0 0,0 0 0,1 0 0,-1 0 0,0 0 0,0 0 0,0 0 0,-1 0 0,1 0-1,0 0 1,-1 0 0,0 0 0,1 0 0,-1 0 0,0 0 0,0-1 0,0 1 0,-1 1 0,-3 6-6764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9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336 62 24575,'-27'-10'0,"-15"-3"0,-2 0 0,1 2 0,5 4 0,7 3 0,6 1 0,5 2 0,3 4 0,0 1 0,0 2 0,3 0-8191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2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52 24575,'-2'-4'0,"-14"-29"0,10 21 0,6 9 0,1 5 0,33 49 0,-3 2 0,-2 1 0,28 72 0,-49-106 0,-2 1 0,0 0 0,-1 0 0,-1 0 0,-1 1 0,-1 0 0,0 26 0,-2-45 0,0 1 0,0-1 0,0 0 0,1 0 0,-1 0 0,3 6 0,-3-9 0,0 0 0,0 1 0,0-1 0,0 0 0,1 1 0,-1-1 0,0 0 0,0 0 0,0 1 0,1-1 0,-1 0 0,0 0 0,0 1 0,1-1 0,-1 0 0,0 0 0,1 1 0,-1-1 0,0 0 0,1 0 0,-1 0 0,0 0 0,1 0 0,-1 0 0,1 1 0,0-2 0,0 1 0,-1 0 0,1-1 0,0 1 0,0 0 0,0-1 0,-1 1 0,1-1 0,0 1 0,-1-1 0,1 1 0,0-1 0,-1 1 0,1-1 0,-1 0 0,1-1 0,7-8 0,11-22 0,-15 25 0,-1 1 0,1-1 0,0 1 0,1 0 0,0 0 0,0 0 0,0 0 0,0 1 0,9-6 0,-11 8 0,0 1 0,1 0 0,-1 1 0,0-1 0,1 0 0,-1 1 0,1 0 0,5-1 0,-7 2 0,0 0 0,0 0 0,1 0 0,-1 0 0,0 0 0,0 1 0,0-1 0,0 1 0,1 0 0,-1 0 0,0-1 0,0 1 0,0 0 0,-1 1 0,4 1 0,16 13 6,-2 2 0,0 0 0,17 20-1,1 3-1393,-24-28-5438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9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201 89 24575,'-11'-8'0,"-59"-38"0,59 39 0,-1 1 0,1 1 0,-1 0 0,-17-5 0,28 10 0,0-1 0,-1 1 0,1 0 0,0 0 0,-1-1 0,1 1 0,0 0 0,-1 0 0,1 0 0,-1 1 0,1-1 0,0 0 0,-1 0 0,1 1 0,0-1 0,0 1 0,-1-1 0,1 1 0,0 0 0,-2 1 0,1-1 0,1 1 0,0-1 0,0 1 0,0-1 0,0 1 0,0 0 0,0-1 0,0 1 0,0 0 0,0 0 0,1 0 0,-1 3 0,0 2 0,0 0 0,1 0 0,0 0 0,0 0 0,0 0 0,1 0 0,2 7 0,2 3 0,1 0 0,1 0 0,14 26 0,8 15 0,13 80 0,-33-101 0,2 0 0,29 67 0,-36-95 0,1-1 0,0 0 0,0 0 0,1 0 0,0 0 0,12 11 0,-16-16 0,1-1 0,0 0 0,0 0 0,0 0 0,0-1 0,1 1 0,-1-1 0,0 1 0,1-1 0,-1 0 0,1 0 0,-1-1 0,1 1 0,0-1 0,-1 0 0,1 0 0,-1 0 0,1 0 0,0 0 0,-1-1 0,5-1 0,-6 2-170,0-1-1,1 0 0,-1 0 1,0 0-1,0 0 0,0 0 1,4-2-1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6.4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43 24575,'-5'-3'0,"6"8"0,5 9 0,-2-8 0,0 0 0,0-1 0,1 1 0,-1-1 0,1 0 0,1 0 0,-1-1 0,1 1 0,0-1 0,0 0 0,0-1 0,0 0 0,13 5 0,-18-7 0,0-1 0,0 0 0,0 0 0,0 0 0,0 0 0,0 0 0,0 0 0,0 0 0,0 0 0,0 0 0,0 0 0,0-1 0,0 1 0,0 0 0,0-1 0,0 1 0,0-1 0,0 1 0,0-1 0,0 1 0,0-1 0,0 0 0,0 1 0,-1-1 0,1 0 0,0 0 0,0 0 0,-1 1 0,1-1 0,-1 0 0,1 0 0,-1 0 0,1 0 0,-1 0 0,0 0 0,1 0 0,-1 0 0,0 0 0,0 0 0,0-2 0,2-5 0,-2 0 0,1 0 0,-1-1 0,-1-9 0,0 9 0,1 6 0,0 1 0,0-1 0,0 1 0,0-1 0,0 1 0,1-1 0,-1 1 0,1 0 0,0-1 0,0 1 0,0 0 0,2-5 0,-2 7 0,-1-1 0,1 0 0,0 0 0,0 1 0,0-1 0,0 0 0,0 1 0,0-1 0,0 1 0,0-1 0,0 1 0,0 0 0,0-1 0,0 1 0,0 0 0,0 0 0,1 0 0,-1 0 0,0 0 0,0 0 0,0 0 0,0 0 0,0 0 0,0 1 0,1-1 0,-1 0 0,0 1 0,0-1 0,0 0 0,1 2 0,11 4 0,1 2 0,-1 0 0,-1 0 0,0 1 0,0 1 0,13 12 0,24 20 0,-47-40-170,1 0-1,-1 0 0,0 0 1,0 1-1,0-1 0,0 0 1,1 5-1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89 24575,'1'0'0,"38"-51"0,-35 47 0,0 0 0,0 0 0,1 0 0,-1 1 0,1 0 0,0-1 0,0 2 0,9-6 0,-12 8 0,0-1 0,0 1 0,0 0 0,0 0 0,0 0 0,0 0 0,0 0 0,0 0 0,0 0 0,0 0 0,0 1 0,0-1 0,-1 1 0,1 0 0,0-1 0,0 1 0,0 0 0,-1 0 0,1 0 0,-1 0 0,1 0 0,0 1 0,-1-1 0,0 0 0,1 1 0,0 1 0,5 6 0,0 0 0,0 0 0,6 16 0,-2-8 0,-2 0 0,0 0 0,0 1 0,-2 0 0,0 0 0,-1 0 0,-1 1 0,-1 0 0,3 27 0,-3-10 0,3 1 0,0-1 0,3-1 0,0 0 0,3 0 0,18 37 0,28 33 0,-58-103 0,0-1 0,-1 1 0,1-1 0,0 1 0,-1 0 0,1-1 0,-1 1 0,0 0 0,1-1 0,-1 1 0,0 0 0,0 0 0,0-1 0,0 1 0,0 0 0,-1-1 0,1 1 0,0 0 0,-1-1 0,1 1 0,-2 1 0,1-1 0,-1 0 0,1 0 0,-1 0 0,0 0 0,1-1 0,-1 1 0,0-1 0,0 0 0,0 1 0,0-1 0,0 0 0,0 0 0,-4 1 0,-4 1 0,0 0 0,0-1 0,-1-1 0,1 1 0,-19-1 0,-1-2-1365,17 1-5461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3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258 14 24575,'-15'-5'0,"-5"1"0,-2 1 0,1 1 0,1 4 0,2 1 0,1 0 0,1-1 0,0 3 0,-1 0 0,-1-1 0,-2-1 0,0-1 0,3-1-8191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257 31 24575,'-3'-5'0,"-3"-2"0,-3 1 0,-2 1 0,-3 1 0,-3 2 0,-1 1 0,-1 0 0,-1 4 0,-3 0 0,0 1 0,-1-1 0,-2-1 0,2-1 0,4 0-8191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8.3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39 24575,'-27'-8'0,"-13"-2"0,0 1 0,0 1 0,5 5 0,6 3 0,7 1-8191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9.1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26 24575,'0'-2'0,"0"0"0,0 0 0,1 1 0,-1-1 0,0 0 0,0 0 0,1 1 0,-1-1 0,1 0 0,0 1 0,1-4 0,-2 5 0,0 0 0,0 0 0,0 0 0,0 0 0,1-1 0,-1 1 0,0 0 0,0 0 0,0 0 0,0 0 0,1 0 0,-1 0 0,0 0 0,0 0 0,0 0 0,0 0 0,1 0 0,-1 0 0,0 0 0,0-1 0,0 1 0,1 0 0,-1 1 0,0-1 0,0 0 0,0 0 0,1 0 0,-1 0 0,0 0 0,0 0 0,0 0 0,0 0 0,1 0 0,-1 0 0,0 0 0,8 12 0,34 98 0,-16-37 0,54 106 0,-61-138 0,-15-33 0,18 44 0,-21-48 0,1 0 0,-1 0 0,0 1 0,0-1 0,0 1 0,-1-1 0,0 1 0,0-1 0,0 7 0,0-11 0,0 1 0,0-1 0,0 0 0,0 0 0,0 0 0,0 1 0,0-1 0,0 0 0,0 0 0,0 0 0,0 0 0,0 1 0,0-1 0,-1 0 0,1 0 0,0 0 0,0 0 0,0 1 0,0-1 0,0 0 0,0 0 0,0 0 0,0 0 0,-1 0 0,1 1 0,0-1 0,0 0 0,0 0 0,0 0 0,0 0 0,-1 0 0,1 0 0,0 0 0,0 0 0,0 0 0,-1 0 0,1 1 0,0-1 0,0 0 0,0 0 0,0 0 0,-1 0 0,1 0 0,-7-8 0,-2-13 0,8 18 0,-14-57 0,14 52 0,-1 0 0,2 0 0,-1 0 0,1-1 0,1-11 0,-1 18 0,1 0 0,-1 0 0,0 0 0,1 0 0,0 0 0,-1 0 0,1 0 0,0 0 0,0 0 0,0 0 0,1 0 0,-1 1 0,0-1 0,0 1 0,1-1 0,-1 1 0,1-1 0,0 1 0,-1 0 0,1-1 0,0 1 0,0 0 0,3-1 0,-2 1 0,1 0 0,-1 0 0,1 1 0,0-1 0,-1 1 0,1 0 0,-1 0 0,1 0 0,0 1 0,-1-1 0,1 1 0,-1 0 0,5 2 0,0 0 0,0 0 0,0 1 0,0 0 0,0 1 0,-1 0 0,0 0 0,12 12 0,-4-2 0,0 1 0,12 18 0,-13-11-1365,-10-12-5461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0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0 24575,'-18'0'0,"0"1"0,-21 3 0,35-3 0,-1 0 0,1 0 0,-1 0 0,1 1 0,-1-1 0,1 1 0,0 0 0,0 0 0,0 0 0,0 1 0,0 0 0,1 0 0,-1 0 0,-3 3 0,5-3 0,1-1 0,-1 1 0,1 0 0,0-1 0,0 1 0,0 0 0,0 0 0,0 0 0,1 0 0,-1 0 0,1 0 0,-1 3 0,4 41 0,-1-24 0,-2 1 0,2 0 0,0 0 0,9 32 0,-2-20 0,35 111 0,-36-127 0,0 1 0,2-1 0,0-1 0,25 35 0,-29-47 0,-1 0 0,2-1 0,-1 0 0,0 0 0,1-1 0,0 0 0,10 6 0,-12-8 0,0-1 0,0 0 0,0 0 0,0 0 0,0 0 0,0-1 0,0 0 0,1 0 0,-1 0 0,0-1 0,1 0 0,-1 0 0,7-1 0,-11 1-42,1-1-1,0 1 0,-1-1 1,1 1-1,-1-1 0,1 1 1,0-1-1,-1 0 0,0 0 1,1 0-1,-1 0 0,1 0 1,-1 0-1,0-1 0,0 1 1,0 0-1,0-1 0,0 1 1,0 0-1,0-1 0,0 1 1,0-1-1,-1 0 0,1 1 1,-1-1-1,1 0 0,-1 1 1,0-1-1,1 0 0,-1 1 1,0-3-1,1-8-6783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3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108 177 24575,'0'19'0,"-1"-11"0,1-1 0,0 1 0,0 0 0,0 0 0,1 0 0,1-1 0,-1 1 0,1-1 0,1 1 0,-1-1 0,5 9 0,-1-6 0,0-1 0,1 1 0,0-1 0,1 0 0,0-1 0,0 0 0,10 7 0,-12-13 0,-7-7 0,-6-10 0,-97-143 0,30 48 0,72 106 0,0 1 0,0-1 0,0 0 0,-2-7 0,4 11 0,0-1 0,-1 1 0,1 0 0,0-1 0,0 1 0,0 0 0,0-1 0,0 1 0,0-1 0,0 1 0,0 0 0,0-1 0,0 1 0,0-1 0,1 1 0,-1 0 0,0-1 0,0 1 0,0 0 0,0-1 0,0 1 0,1 0 0,-1-1 0,1 1 0,-1-1 0,1 1 0,0 0 0,-1 0 0,1 0 0,0 0 0,-1 0 0,1 0 0,0 0 0,0 0 0,-1 0 0,1 0 0,0 0 0,-1 0 0,1 1 0,0-1 0,-1 0 0,1 0 0,0 1 0,0 0 0,7 3 0,-1 1 0,1 0 0,-1 0 0,0 1 0,-1 0 0,1 0 0,9 12 0,14 14 0,-18-22 0,-1-1 0,1 0 0,1-1 0,-1-1 0,1 0 0,1-1 0,-1 0 0,1-1 0,16 4 0,-28-8 0,0-1 0,1 1 0,-1-1 0,0 0 0,0 1 0,0-1 0,0 0 0,1-1 0,-1 1 0,0 0 0,0-1 0,0 1 0,0-1 0,0 1 0,0-1 0,0 0 0,0 0 0,0 0 0,0 0 0,0 0 0,-1-1 0,1 1 0,0 0 0,-1-1 0,1 0 0,-1 1 0,3-4 0,-2 1 0,0-1 0,1 1 0,-2-1 0,1 0 0,0 1 0,-1-1 0,0 0 0,0 0 0,-1 0 0,1 0 0,-1-6 0,-1-1 0,-1-1 0,0 0 0,0 1 0,-8-21 0,0-5 0,9 25 0,1 13 0,0 0 0,1 0 0,-1 0 0,0 0 0,0 0 0,0-1 0,0 1 0,0 0 0,0 0 0,1 0 0,-1 0 0,0 0 0,0 0 0,0 0 0,0 0 0,0 0 0,1 0 0,-1 0 0,0 0 0,0 0 0,0 0 0,0 0 0,0 0 0,1 0 0,-1 0 0,0 0 0,0 0 0,0 0 0,0 1 0,0-1 0,0 0 0,1 0 0,-1 0 0,0 0 0,0 0 0,0 0 0,0 0 0,0 0 0,0 0 0,0 1 0,15 17 0,10 24 0,21 35 0,55 81 0,-66-116 8,-21-25-1381,-2-3-5453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6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42 24575,'-28'-10'0,"-11"-3"0,-2 3 0,4 3 0,5 5 0,6 4 0,8 0-8191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2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24575,'68'113'0,"-35"-62"0,-30-47 0,0 0 0,1 0 0,-1 0 0,0 0 0,6 4 0,-9-8 0,1 1 0,0-1 0,-1 0 0,1 1 0,-1-1 0,1 0 0,0 1 0,-1-1 0,1 0 0,0 1 0,-1-1 0,1 0 0,0 0 0,-1 0 0,1 0 0,0 0 0,0 0 0,-1 0 0,2 0 0,-2 0 0,1-1 0,0 1 0,-1-1 0,1 1 0,-1-1 0,1 1 0,-1-1 0,0 1 0,1-1 0,-1 0 0,1 1 0,-1-1 0,0 0 0,1 1 0,-1-1 0,0 0 0,0 1 0,0-1 0,0 0 0,0 1 0,1-1 0,-1 0 0,-1-1 0,1-5 0,0 1 0,-1-1 0,0 1 0,0 0 0,-2-7 0,0 4 0,1-1 0,-1-14 0,3 22 0,0 0 0,0-1 0,0 1 0,0 0 0,1 0 0,-1 0 0,0 0 0,1-1 0,0 1 0,0 0 0,-1 0 0,1 0 0,0 0 0,1 1 0,-1-1 0,2-2 0,-2 3 0,1-1 0,-1 1 0,1 0 0,0 0 0,0 0 0,0 0 0,-1 0 0,1 0 0,0 0 0,0 0 0,1 1 0,-1-1 0,0 1 0,0 0 0,0-1 0,0 1 0,0 0 0,0 0 0,0 1 0,0-1 0,1 0 0,-1 1 0,0-1 0,0 1 0,3 1 0,3 1 0,0 0 0,0 1 0,-1 0 0,14 10 0,3 4-193,25 28 0,-35-34-786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7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24575,'10'5'0,"27"13"0,0 2 0,-1 1 0,46 36 0,-76-52 0,0 1 0,-1-1 0,0 1 0,0 1 0,-1-1 0,1 1 0,-1-1 0,-1 1 0,5 12 0,0 4 0,8 42 0,0-3 0,33 80 0,-36-111 0,2 0 0,24 40 0,-16-42 0,5 7 0,-26-33 0,-1 0 0,1 0 0,-1 0 0,1 1 0,-1-1 0,0 0 0,0 1 0,-1-1 0,1 0 0,0 5 0,-1-6 0,0 0 0,0-1 0,-1 1 0,1 0 0,0-1 0,-1 1 0,1 0 0,-1-1 0,0 1 0,1-1 0,-1 1 0,0-1 0,0 1 0,0-1 0,0 1 0,0-1 0,0 0 0,0 0 0,-1 1 0,1-1 0,0 0 0,-1 0 0,1 0 0,-1 0 0,1-1 0,-1 1 0,1 0 0,-1-1 0,0 1 0,1-1 0,-3 1 0,-6 1 0,0 0 0,-1-1 0,1-1 0,-12 0 0,4 0 0,-79 10-1365,78-8-5461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3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281 71 24575,'-187'-63'0,"181"62"0,0-1 0,-1 0 0,1 1 0,-1 0 0,-8 1 0,14 0 0,-1 0 0,1 0 0,0 0 0,-1 0 0,1 1 0,0-1 0,-1 0 0,1 1 0,0-1 0,-1 1 0,1 0 0,0-1 0,0 1 0,0 0 0,-1 0 0,1 0 0,0-1 0,0 1 0,0 0 0,1 1 0,-1-1 0,0 0 0,0 0 0,0 0 0,1 0 0,-1 1 0,1-1 0,-1 0 0,1 1 0,-1-1 0,1 2 0,-5 16 0,3-10 0,0 1 0,0 0 0,0 0 0,1 12 0,1-20 0,0 0 0,0 0 0,0 0 0,0 0 0,1 0 0,-1 0 0,1 0 0,-1 0 0,1 0 0,0 0 0,0 0 0,0 0 0,0 0 0,0-1 0,0 1 0,1 0 0,-1-1 0,0 1 0,1-1 0,-1 0 0,1 1 0,-1-1 0,1 0 0,0 0 0,0 0 0,2 1 0,8 3 0,0-1 0,1-1 0,0 0 0,-1 0 0,1-1 0,0-1 0,17 0 0,-21-1 0,0 0 0,-1-1 0,1 0 0,-1-1 0,1 0 0,-1 0 0,0-1 0,0 0 0,0-1 0,0 1 0,14-10 0,-20 11 0,0 0 0,0 0 0,0 0 0,0-1 0,0 1 0,-1 0 0,3-5 0,-4 7 0,1-1 0,-1 0 0,0 1 0,1-1 0,-1 1 0,0-1 0,0 1 0,1-1 0,-1 0 0,0 1 0,0-1 0,0 0 0,0 1 0,0-1 0,0 1 0,0-1 0,0 0 0,0 1 0,0-1 0,0 0 0,0 1 0,0-1 0,0 0 0,-1 1 0,1-1 0,0 1 0,0-1 0,-1 1 0,1-1 0,-1 0 0,1 1 0,0-1 0,-1 1 0,1 0 0,-1-1 0,1 1 0,-2-1 0,2 1 0,0-1 0,0 1 0,-1 0 0,1 0 0,0 0 0,0 0 0,-1 0 0,1 0 0,0 0 0,0 0 0,-1 0 0,1 0 0,0 0 0,0 0 0,-1 0 0,1 0 0,0 0 0,0 0 0,-1 0 0,1 0 0,0 0 0,0 0 0,-1 0 0,1 0 0,0 0 0,0 0 0,-1 1 0,1-1 0,0 0 0,0 0 0,0 0 0,-1 0 0,1 1 0,0-1 0,0 0 0,-2 12 0,7 11 0,7-3-1365,-6-11-5461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 24575,'68'43'0,"47"26"0,-110-66 0,4 2 0,0 0 0,0 0 0,1-1 0,0-1 0,-1 1 0,18 2 0,-25-6 0,0 0 0,0-1 0,0 1 0,0 0 0,0-1 0,0 1 0,0-1 0,0 0 0,0 1 0,0-1 0,-1 0 0,1 0 0,0-1 0,-1 1 0,1 0 0,0 0 0,-1-1 0,0 1 0,1-1 0,-1 1 0,0-1 0,0 0 0,0 1 0,0-1 0,0 0 0,0 0 0,0 0 0,0 0 0,-1 0 0,1-3 0,1 0 0,-1 0 0,0-1 0,-1 1 0,1 0 0,-1 0 0,0 0 0,-1-1 0,1 1 0,-1 0 0,0 0 0,-1-6 0,-5-3 0,-14-23 0,32 46 0,-1-1 0,1 0 0,0-1 0,23 12 0,53 17 0,-8-3 0,-69-29-111,-6-3-14,-1 1-1,1 0 1,0-1 0,-1 1-1,1 1 1,-1-1-1,0 0 1,0 1-1,4 4 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24575,'8'20'0,"4"15"0,4 5 0,0 2 0,1 1 0,0-2 0,0-3 0,-2-5 0,1-3 0,-1-5 0,-3-3 0,-3-4 0,-1-2 0,-1-1 0,-3-3-8191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24575,'13'-2'0,"1"1"0,-1 1 0,0 0 0,0 0 0,0 2 0,19 3 0,77 26 0,-34-8 0,-37-14 0,1-1 0,0-2 0,0-1 0,69-2 0,-141 27-1365,24-24-5461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24575,'2'2'0,"2"4"0,-1 3 0,-1 3 0,0 1 0,-1-1-8191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290 8 24575,'-25'-2'0,"7"-1"0,0 2 0,1 0 0,-1 1 0,0 0 0,-32 6 0,49-6 0,-1 1 0,1-1 0,0 0 0,-1 1 0,1-1 0,-1 1 0,1-1 0,0 1 0,-1 0 0,1 0 0,0 0 0,0 0 0,0 0 0,0 0 0,-1 0 0,1 0 0,1 0 0,-1 0 0,0 0 0,0 1 0,0-1 0,1 0 0,-2 3 0,2-2 0,0 0 0,0 0 0,0 0 0,0 0 0,0 0 0,0 0 0,1 0 0,-1-1 0,1 1 0,-1 0 0,1 0 0,0 0 0,0-1 0,0 1 0,0 0 0,0-1 0,2 4 0,12 12 0,2 0 0,-1-1 0,2-1 0,0 0 0,28 16 0,6 6 0,-51-36 0,1 1 0,-1-1 0,1 0 0,-1 0 0,1 1 0,-1-1 0,0 1 0,0 0 0,0-1 0,0 1 0,0 0 0,0-1 0,0 1 0,0 2 0,-1-3 0,0-1 0,0 1 0,0 0 0,0-1 0,0 1 0,0-1 0,0 1 0,0-1 0,0 1 0,0-1 0,0 1 0,0-1 0,-1 1 0,1-1 0,0 1 0,0-1 0,-1 1 0,1-1 0,0 1 0,-1 0 0,-1 0 0,1-1 0,0 1 0,0 0 0,0 0 0,-1-1 0,1 1 0,0-1 0,-1 1 0,1-1 0,0 0 0,-3 1 0,-11 1 0,0-1 0,-1 0 0,1-1 0,-28-4 0,-62-16 0,80 14 0,19 5-227,-1 0-1,1-1 1,-1 0-1,1-1 1,-7-3-1,4 0-6598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6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27 24575,'-15'-13'0,"15"12"0,0 1 0,-1 0 0,1 0 0,0 0 0,0-1 0,0 1 0,-1 0 0,1 0 0,0 0 0,0-1 0,0 1 0,0 0 0,-1-1 0,1 1 0,0 0 0,0 0 0,0-1 0,0 1 0,0 0 0,0-1 0,0 1 0,0 0 0,0-1 0,0 1 0,0 0 0,0-1 0,0 1 0,0 0 0,0 0 0,0-1 0,0 1 0,1 0 0,-1-1 0,0 1 0,0 0 0,0 0 0,0-1 0,1 1 0,-1 0 0,0 0 0,0-1 0,0 1 0,1 0 0,-1 0 0,0 0 0,0 0 0,1-1 0,-1 1 0,0 0 0,0 0 0,1 0 0,-1 0 0,0 0 0,1 0 0,-1 0 0,0 0 0,1 0 0,-1 0 0,1 0 0,1-1 0,1 1 0,-1 1 0,1-1 0,-1 0 0,1 1 0,0-1 0,-1 1 0,0-1 0,1 1 0,-1 0 0,5 3 0,26 15 0,-31-17 0,10 6 0,0 1 0,-1 1 0,0-1 0,-1 2 0,0 0 0,0 0 0,11 19 0,-5-4 0,-2 1 0,18 44 0,-18-38 0,-7-20 0,-2 0 0,1 1 0,-2-1 0,6 28 0,-10-40 0,0 0 0,1 0 0,-1 0 0,0 0 0,0 0 0,0 0 0,0 1 0,0-1 0,0 0 0,0 0 0,0 0 0,-1 0 0,1 0 0,0 0 0,-1 0 0,1-1 0,0 1 0,-1 0 0,0 0 0,1 0 0,-1 0 0,1 0 0,-1-1 0,0 1 0,1 0 0,-1 0 0,0-1 0,0 1 0,0-1 0,0 1 0,1 0 0,-1-1 0,0 0 0,0 1 0,0-1 0,0 0 0,0 1 0,0-1 0,0 0 0,0 0 0,0 0 0,0 0 0,0 0 0,0 0 0,0 0 0,0 0 0,0 0 0,-2-1 0,-4 0 0,0-1 0,0 0 0,0 0 0,1-1 0,-12-6 0,-29-20-1365,33 20-5461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64 24575,'-1'0'0,"1"-1"0,-1 1 0,0 0 0,0-1 0,0 1 0,0 0 0,0 0 0,1 0 0,-1 0 0,0 0 0,0 0 0,0 0 0,0 0 0,0 0 0,0 0 0,1 0 0,-1 0 0,0 1 0,-1-1 0,1 1 0,1-1 0,0 1 0,0-1 0,-1 1 0,1-1 0,0 1 0,0-1 0,0 0 0,0 1 0,0-1 0,0 1 0,-1-1 0,1 1 0,0-1 0,1 1 0,-1-1 0,0 1 0,0-1 0,0 1 0,0-1 0,0 1 0,0-1 0,1 1 0,-1 0 0,2 3 0,0-1 0,0 1 0,0 0 0,1-1 0,-1 0 0,1 1 0,3 2 0,3 3 0,1-1 0,0 1 0,1-2 0,-1 0 0,1 0 0,1-1 0,17 8 0,-28-14 0,0 0 0,0 0 0,0 1 0,0-1 0,0 0 0,0 0 0,0 0 0,-1 0 0,1 0 0,0 0 0,0 0 0,0 0 0,0-1 0,0 1 0,0 0 0,0-1 0,0 1 0,-1 0 0,1-1 0,0 1 0,0-1 0,0 1 0,-1-1 0,1 0 0,0 1 0,-1-1 0,1 0 0,0 1 0,-1-1 0,1 0 0,-1 0 0,1 1 0,-1-1 0,1 0 0,-1 0 0,0 0 0,0 0 0,1 0 0,-1 0 0,0 0 0,0 0 0,0-1 0,1-6 0,0 0 0,-1 0 0,-1-16 0,1 14 0,-2-11 0,1 14 0,0 1 0,1-1 0,0 0 0,0 1 0,0-1 0,1 0 0,0 1 0,2-7 0,-3 12 0,0 1 0,1-1 0,-1 1 0,0 0 0,0-1 0,1 1 0,-1-1 0,0 1 0,0 0 0,1-1 0,-1 1 0,0 0 0,1-1 0,-1 1 0,1 0 0,-1 0 0,0 0 0,1-1 0,-1 1 0,1 0 0,-1 0 0,1 0 0,-1 0 0,0 0 0,1-1 0,-1 1 0,1 0 0,14 6 0,12 16 0,-25-20 0,30 35 0,3 2 0,-32-35 0,1-1 0,0 0 0,0 0 0,0 0 0,1 0 0,-1-1 0,8 4 0,-10-5 0,-1-1 0,1 1 0,-1-1 0,1 1 0,-1-1 0,1 0 0,-1 0 0,1 1 0,-1-1 0,1 0 0,-1-1 0,1 1 0,-1 0 0,1 0 0,-1-1 0,3 0 0,-3 1 0,0-1 0,0 0 0,0 0 0,0 1 0,0-1 0,0 0 0,0 0 0,-1 0 0,1 0 0,0 0 0,-1 0 0,1 0 0,0 0 0,-1-1 0,1 1 0,0-2 0,0-5 0,0 0 0,0 0 0,0 0 0,-1 0 0,-1-10 0,1-4 0,-1 21 0,1 0 0,0 0 0,0 0 0,0 0 0,1 0 0,-1 0 0,0 0 0,0 0 0,0 0 0,1 0 0,-1 0 0,1 1 0,-1-1 0,0 0 0,1 0 0,-1 0 0,1 1 0,0-1 0,-1 0 0,1 1 0,0-1 0,1-1 0,-1 2 0,-1 0 0,1 0 0,0-1 0,1 1 0,-1 0 0,0 0 0,0 0 0,0 0 0,0 0 0,0 0 0,0 1 0,0-1 0,0 0 0,0 0 0,-1 1 0,1-1 0,2 1 0,4 3 0,0 1 0,0-1 0,0 1 0,5 6 0,-8-8 0,10 8-455,0-1 0,25 13 0,-23-15-6371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9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24575,'2'0'0,"1"1"0,-1 0 0,1 0 0,-1 0 0,0 0 0,1 0 0,1 2 0,6 2 0,55 26 0,-40-18 0,1-1 0,47 16 0,-71-28 0,0 1 0,-1-1 0,1 1 0,0-1 0,0 0 0,0 0 0,0 0 0,0 0 0,0 0 0,0 0 0,0 0 0,0 0 0,0-1 0,-1 1 0,1-1 0,0 0 0,2-1 0,-3 1 0,0 0 0,0 0 0,1 0 0,-2 0 0,1 0 0,0-1 0,0 1 0,0 0 0,0-1 0,-1 1 0,1-1 0,-1 1 0,1-1 0,-1 1 0,0-1 0,1 1 0,-1-1 0,0 1 0,0-1 0,0 1 0,0-1 0,-1-1 0,1-4 0,-2 0 0,1 1 0,-1-1 0,0 1 0,-5-11 0,-3-9 0,10 25 0,0 1 0,0-1 0,0 1 0,-1-1 0,1 0 0,0 1 0,0-1 0,0 1 0,0-1 0,0 1 0,0-1 0,0 1 0,0-1 0,0 0 0,0 1 0,0-1 0,0 1 0,0-1 0,0 1 0,1-1 0,-1 1 0,0-1 0,0 1 0,1-1 0,-1 1 0,1-1 0,0 0 0,-1 1 0,1 0 0,0 0 0,0 0 0,-1 0 0,1 0 0,0 0 0,-1 0 0,1 0 0,0 0 0,0 0 0,-1 0 0,1 0 0,0 0 0,0 1 0,-1-1 0,2 1 0,6 2 0,-1 1 0,13 9 0,-15-10 0,7 4 0,1-1 0,0 0 0,0-1 0,1 0 0,20 4 0,19 9 130,-17-4-1625,-24-10-5331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88 24575,'-3'-22'0,"2"16"0,-1-1 0,2 0 0,-1 0 0,1 0 0,0 0 0,0 0 0,2-8 0,-2 15 0,0 0 0,0 0 0,0 0 0,0 0 0,0 0 0,0 0 0,0-1 0,0 1 0,0 0 0,0 0 0,0 0 0,0 0 0,0 0 0,1 0 0,-1 0 0,0 0 0,0 0 0,0 0 0,0-1 0,0 1 0,0 0 0,0 0 0,0 0 0,0 0 0,1 0 0,-1 0 0,0 0 0,0 0 0,0 0 0,0 0 0,0 0 0,0 0 0,0 0 0,1 0 0,-1 0 0,0 0 0,0 0 0,0 0 0,0 0 0,0 0 0,0 0 0,0 0 0,1 0 0,-1 0 0,0 0 0,0 0 0,0 0 0,7 6 0,3 9 0,13 22 0,45 66 0,-59-90 0,2-1 0,0 0 0,0 0 0,1-1 0,21 15 0,-31-25-170,1 1-1,-1 0 0,1-1 1,0 0-1,-1 0 0,1 0 1,5 1-1,1-1-6655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24575,'13'33'0,"6"15"0,3 5 0,-3 1 0,-1-4 0,-2-5 0,-1-8 0,-3-5 0,-1-3 0,0-4 0,-2-4 0,-2-2 0,0-6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82 24575,'-22'-15'0,"-11"-5"0,-1 1 0,2 4 0,6 6 0,6 6 0,3 2 0,5 5 0,1 1 0,4 3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0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86 251 24575,'1'0'0,"-1"0"0,0-1 0,0 1 0,0 0 0,0 0 0,1-1 0,-1 1 0,0 0 0,0-1 0,0 1 0,0 0 0,0 0 0,0-1 0,0 1 0,0 0 0,0-1 0,0 1 0,0 0 0,0-1 0,0 1 0,0 0 0,0 0 0,0-1 0,0 1 0,0 0 0,0-1 0,-1 1 0,1 0 0,0 0 0,0-1 0,0 1 0,0 0 0,-1 0 0,1-1 0,-8-15 0,6 13 0,-19-37 0,8 18 0,1-1 0,-14-41 0,25 62-38,0-1 0,1 1 0,-1 0 1,1 0-1,0-1 0,0 1 0,0 0 0,0-1 0,0 1 0,0 0 0,1 0 0,-1-1 0,1 1 0,-1 0 0,1 0 0,0 0 1,0-1-1,0 1 0,0 0 0,0 0 0,1 1 0,-1-1 0,1 0 0,-1 0 0,1 1 0,-1-1 0,1 1 0,0-1 0,0 1 1,0 0-1,0-1 0,0 1 0,0 0 0,0 0 0,3 0 0,8-4-6788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2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24575,'0'5'0,"0"4"0,0 3 0,0 3 0,0 0 0,2-2 0,1 0 0,1-1 0,-2 1 0,0-2-8191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4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24575,'8'0'0,"2"2"0,2 4 0,-1 3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0 24575,'-7'2'0,"1"0"0,0 1 0,0-1 0,1 1 0,-1 1 0,1-1 0,-10 8 0,13-9 0,1-1 0,-1 1 0,1-1 0,0 1 0,0 0 0,-1 0 0,1 0 0,0 0 0,1 0 0,-1 0 0,0 0 0,0 0 0,1 0 0,-1 0 0,1 0 0,0 0 0,0 0 0,0 0 0,0 0 0,0 1 0,0-1 0,0 0 0,1 0 0,-1 0 0,1 0 0,-1 0 0,2 3 0,3 4 0,-1 0 0,1-1 0,0 0 0,1 0 0,0 0 0,0 0 0,1-1 0,9 8 0,2 1 0,0-2 0,28 17 0,-36-26-16,0 0-1,0-1 0,21 6 1,-10-4-1283,-11-2-5527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0.8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92 24575,'5'12'0,"1"0"0,13 18 0,4 8 0,-50-78 0,19 26 0,0-2 0,-12-29 0,19 41 0,-1 0 0,1 0 0,0-1 0,0 1 0,1 0 0,-1 0 0,1-1 0,0 1 0,0 0 0,0-1 0,1 1 0,1-7 0,2 4-1365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2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146 90 24575,'-2'-12'0,"-6"-24"0,7 33 0,0 0 0,0 0 0,0 1 0,0-1 0,0 1 0,-1-1 0,1 1 0,-1-1 0,0 1 0,1 0 0,-1 0 0,0 0 0,0 0 0,-5-3 0,5 4 0,0 1 0,0-1 0,0 1 0,0 0 0,0 0 0,0 0 0,0 0 0,0 0 0,0 0 0,0 0 0,0 1 0,0-1 0,0 1 0,0-1 0,0 1 0,0 0 0,0 0 0,0 0 0,0 0 0,-3 2 0,-5 4 0,0 0 0,-9 10 0,18-17 0,-1 2 0,0 0 0,0 0 0,0 0 0,0 0 0,1 0 0,-1 0 0,1 0 0,-1 1 0,1-1 0,0 1 0,0-1 0,0 1 0,0-1 0,0 1 0,0 0 0,1-1 0,-1 1 0,1 0 0,0 5 0,1-4 0,-1 0 0,1 0 0,0-1 0,1 1 0,-1 0 0,1-1 0,-1 1 0,1 0 0,0-1 0,1 0 0,-1 0 0,0 0 0,5 4 0,1 1 0,0-1 0,1 0 0,0 0 0,0-1 0,0 0 0,1-1 0,0 0 0,15 5 0,-4-3 0,0-1 0,0-1 0,30 4 0,33-6-1365,-69-3-5461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4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339 1 24575,'13'0'0,"-9"0"0,-11 0 0,-271 0 0,267 0-134,1 1 0,0 1-1,-10 2 1,13-2-694,-6 0-5998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8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454 1 24575,'-30'0'0,"-16"0"0,-3 2 0,2 2 0,5-1 0,8-1 0,6 3 0,3-1 0,3 0 0,4-1 0,1-1 0,2 1 0,0 1 0,-2-1 0,0 0 0,0-2 0,2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0 24575,'0'0'0,"0"0"0,0 0 0,0 0 0,0 0 0,0 0 0,-1 1 0,1-1 0,0 0 0,0 0 0,0 0 0,0 0 0,0 0 0,0 0 0,0 0 0,0 0 0,0 0 0,-1 0 0,1 0 0,0 0 0,0 0 0,0 0 0,0 1 0,0-1 0,0 0 0,0 0 0,0 0 0,0 0 0,0 0 0,0 0 0,0 0 0,0 0 0,0 1 0,0-1 0,0 0 0,0 0 0,0 0 0,0 0 0,0 0 0,0 0 0,0 0 0,0 1 0,0-1 0,0 0 0,3 8 0,6 7 0,9 10 0,1-2 0,2 0 0,0-1 0,26 20 0,102 70 0,-77-60 0,-71-51 0,1 0 0,-1 0 0,1 0 0,-1 0 0,0 0 0,0 1 0,0-1 0,0 0 0,0 1 0,0-1 0,0 1 0,0-1 0,0 1 0,-1-1 0,1 1 0,0 2 0,-1-3 0,0 0 0,0 0 0,0 0 0,-1 0 0,1 0 0,0 0 0,-1 0 0,1 0 0,-1 0 0,1 0 0,-1 0 0,1 0 0,-1 0 0,1 0 0,-1-1 0,0 1 0,1 0 0,-1 0 0,0-1 0,0 1 0,0-1 0,0 1 0,0-1 0,1 1 0,-1-1 0,0 1 0,0-1 0,-2 1 0,-19 6 0,1-1 0,-1-1 0,-32 3 0,-17 4 0,64-11 0,-49 12 0,-63 22 0,103-29-1365,4-2-5461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9 24575,'-6'-9'0,"6"9"0,0 0 0,-1 1 0,1-1 0,0 0 0,0 0 0,0 0 0,-1 0 0,1 0 0,0 0 0,0 0 0,0 0 0,0 0 0,0 0 0,-1 0 0,1 1 0,0-1 0,0 0 0,0 0 0,0 0 0,0 0 0,0 0 0,-1 1 0,1-1 0,0 0 0,0 0 0,0 0 0,0 0 0,0 1 0,0-1 0,0 0 0,0 0 0,-1 21 0,5-1 0,1 1 0,2-1 0,0-1 0,15 32 0,-7-19 0,19 37 0,57 87 0,-48-88 0,-28-36-1365,-11-20-5461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0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78 24575,'3'-10'0,"3"-6"0,3 0 0,2 2 0,3 4 0,0 4 0,2 2 0,-1 3 0,-2 1-8191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40 24575,'-4'-6'0,"0"1"0,0 0 0,0 0 0,0 0 0,-9-8 0,13 13 0,0 0 0,0 0 0,0 0 0,0 0 0,0 0 0,0 0 0,-1 0 0,1 0 0,0 0 0,0 0 0,0 0 0,0 0 0,0 0 0,0 0 0,0 0 0,0 0 0,0 0 0,0 0 0,0 0 0,0 0 0,-1 0 0,1 0 0,0 0 0,0 0 0,0 0 0,0 0 0,0 0 0,0 0 0,0 0 0,0 0 0,0 0 0,0 0 0,0 0 0,0 0 0,0 0 0,-1 0 0,1 0 0,0 0 0,0 0 0,0 0 0,0 0 0,0 0 0,0 0 0,0 0 0,0 0 0,0 0 0,0 1 0,0-1 0,0 0 0,0 0 0,0 0 0,0 0 0,0 0 0,0 0 0,0 0 0,0 0 0,0 0 0,0 0 0,0 8 0,4 11 0,-4-19 0,11 38 0,2-1 0,20 41 0,43 69 0,-26-52 0,-23-48-1365,-20-35-5461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3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36 24575,'1'-28'0,"-1"21"0,-1 23 0,-2 3 0,-1 1 0,-10 29 0,7-29 0,2 0 0,-4 24 0,5-12 0,-5 63 0,9-83 0,1-1 0,0 1 0,1 0 0,0 0 0,0-1 0,6 14 0,0-3 0,2 1 0,0-2 0,2 0 0,0 0 0,2-1 0,0 0 0,1-1 0,1-1 0,0-1 0,2 0 0,21 16 0,-14-14-341,1-1 0,0-1-1,37 16 1,-51-27-6485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56 24575,'17'-10'0,"0"0"0,0 2 0,1 0 0,24-6 0,-37 12 0,0 1 0,0 0 0,1 0 0,-1 1 0,0-1 0,1 1 0,-1 1 0,1-1 0,-1 1 0,0-1 0,0 1 0,1 1 0,-1-1 0,0 1 0,0 0 0,0 0 0,0 1 0,-1-1 0,1 1 0,5 4 0,-5-3 0,0 1 0,0-1 0,-1 1 0,0 0 0,0 0 0,0 1 0,0-1 0,-1 1 0,0-1 0,0 1 0,-1 0 0,1 0 0,-1 1 0,1 6 0,-2-4 0,0-1 0,-1 1 0,1-1 0,-2 0 0,1 1 0,-1-1 0,-1 1 0,1-1 0,-2 0 0,-3 12 0,-2-1 0,2-2 0,-9 28 0,14-41 0,1 0 0,-1 1 0,0-1 0,1 0 0,0 0 0,0 0 0,0 1 0,1-1 0,-1 0 0,1 0 0,0 0 0,2 6 0,-1-6 0,0-1 0,0-1 0,0 1 0,0 0 0,1 0 0,-1-1 0,1 1 0,0-1 0,-1 0 0,1 0 0,0 0 0,0 0 0,1-1 0,-1 1 0,0-1 0,6 2 0,0 0 0,1-1 0,-1 0 0,1 0 0,17 0 0,-18-1-92,8 0-163,0-1 1,0-1-1,1 0 1,26-6-1,-32 4-6571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1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371 25 24575,'-30'-5'0,"-13"-2"0,-3 1 0,2 1 0,8 4 0,3 2 0,7 1 0,1 2 0,3 1 0,2 2 0,3 0 0,1-1 0,4-2-8191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24575,'18'2'0,"1"1"0,-1 0 0,-1 2 0,1 0 0,0 1 0,-1 0 0,0 1 0,-1 1 0,0 1 0,0 1 0,-1 0 0,0 1 0,0 0 0,-1 1 0,-1 1 0,0 0 0,-1 1 0,-1 0 0,0 1 0,0 0 0,9 19 0,-4 0 0,0 0 0,19 69 0,-28-76 0,-2-1 0,0 0 0,-2 1 0,0 49 0,-3-66 15,-1-1 0,0 0 0,-1 0 0,0 0 0,0 0 0,-1 0 0,-4 9 0,5-13-129,-1 0 0,0 0-1,0 0 1,0-1 0,0 1 0,-1-1-1,0 0 1,0 0 0,0 0 0,-1 0-1,1-1 1,-8 5 0,-6 1-6712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24575,'-18'-2'0,"-8"-2"0,-2 1 0,1 1 0,3 2 0,2 3 0,4 2 0,1 0 0,1 3 0,2-1 0,-1-1 0,4-2-8191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9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324 0 24575,'-2'1'0,"0"-1"0,1 1 0,-1-1 0,0 1 0,0 0 0,0 0 0,1 0 0,-1 0 0,-2 2 0,-7 4 0,3-3 0,0-2 0,0 1 0,-1-1 0,1 0 0,-1-1 0,0 0 0,1 0 0,-11-1 0,-12-2 0,-29-5 0,17 1 0,-14 2-1365,42 4-5461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2.3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248 3 24575,'-128'6'0,"92"-2"0,-48 1 0,346-5 0,-249-2 0,-17-1 0,-20-4 0,-14 4 0,-1 0 0,-62 6 0,99-2-97,0-1-1,-1 0 1,1 1-1,0 0 1,0-1-1,0 1 1,0 0-1,0 0 1,0 0-1,0 1 1,1-1-1,-1 0 0,-2 3 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92 24575,'-2'-4'0,"0"-1"0,1 1 0,0-1 0,0 1 0,0-1 0,1 1 0,-1-1 0,1 0 0,1-8 0,-1 11 0,0 1 0,1-1 0,-1 0 0,1 0 0,-1 1 0,1-1 0,0 0 0,0 1 0,0-1 0,0 1 0,0-1 0,0 1 0,0-1 0,0 1 0,0 0 0,1 0 0,-1 0 0,1-1 0,-1 1 0,1 0 0,-1 1 0,1-1 0,0 0 0,-1 0 0,1 1 0,0-1 0,3 0 0,2 0 0,1 1 0,-1-1 0,1 2 0,0-1 0,-1 1 0,1 0 0,-1 0 0,0 1 0,1 0 0,-1 0 0,0 1 0,0 0 0,0 0 0,-1 1 0,1 0 0,7 5 0,-11-6 0,0 0 0,0 0 0,-1 0 0,1 0 0,-1 0 0,1 1 0,-1-1 0,0 1 0,0-1 0,-1 1 0,1 0 0,-1 0 0,1 0 0,-1 0 0,-1 0 0,2 4 0,-1 9 0,0 0 0,-1 26 0,-1-24 0,1-4 0,-1-1 0,-1 0 0,0 0 0,-1 1 0,0-2 0,-1 1 0,-10 24 0,9-27 0,-3 4 0,-7 27 0,14-38 0,0 0 0,0 0 0,0-1 0,1 1 0,0 0 0,-1 0 0,1 0 0,1 0 0,-1 0 0,0 0 0,1 0 0,2 6 0,-3-8 0,1-1 0,0 1 0,0-1 0,0 0 0,0 1 0,0-1 0,1 0 0,-1 0 0,0 0 0,0 0 0,1 0 0,-1 0 0,1 0 0,-1 0 0,1-1 0,-1 1 0,1 0 0,-1-1 0,1 1 0,-1-1 0,1 0 0,0 0 0,-1 1 0,1-1 0,0 0 0,2-1 0,6 1 0,-1-1 0,1-1 0,13-3 0,-13 2 0,3 1 49,26-1-1,-28 3-414,0-1 1,0-1-1,17-3 1,-19 2-6461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280 16 24575,'-5'-5'0,"-4"1"0,-4 1 0,-1 1 0,-1 1 0,-3 1 0,-1 0 0,0 0 0,1 0 0,-2 0 0,1 0 0,0 0 0,2 1 0,0-1 0,1 0 0,1 0 0,0 0 0,3 0-8191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4.1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212 0 24575,'-20'0'0,"-9"0"0,-3 3 0,3 0 0,3 3 0,3 0 0,6 1 0,4 0 0,0-1 0,4-2-8191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5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139 167 24575,'-8'8'0,"4"-4"0,-1 0 0,1 1 0,0-1 0,-6 10 0,9-12 0,0 1 0,0-1 0,0 0 0,1 1 0,-1-1 0,1 1 0,-1-1 0,1 1 0,0-1 0,0 1 0,0-1 0,0 1 0,0-1 0,0 1 0,1 3 0,1 0 0,0-1 0,1 1 0,-1 0 0,1-1 0,0 1 0,0-1 0,1 0 0,-1 0 0,1 0 0,0 0 0,1-1 0,-1 1 0,1-1 0,0-1 0,5 5 0,-9-8 0,-1 1 0,1-1 0,-1 0 0,0 0 0,1 1 0,-1-1 0,1 0 0,-1 0 0,1 1 0,-1-1 0,1 0 0,-1 0 0,1 0 0,-1 0 0,1 0 0,-1 0 0,1 0 0,-1 0 0,1 0 0,0 0 0,-1 0 0,1 0 0,0 0 0,-1-1 0,0 1 0,0 0 0,1-1 0,-1 1 0,0-1 0,0 1 0,0 0 0,0-1 0,0 1 0,0-1 0,0 1 0,0 0 0,0-1 0,0 1 0,0-1 0,0 1 0,0 0 0,0-1 0,0 1 0,0-1 0,-10-24 0,-35-48 0,15 26 0,-11-11 0,26 39 0,-19-33 0,34 52 0,0 0 0,1 0 0,-1 0 0,0 0 0,0 0 0,0 0 0,0 0 0,0 0 0,0 0 0,0 0 0,0 0 0,0 0 0,0 0 0,0 0 0,0 0 0,0 0 0,0 0 0,1 0 0,-1 0 0,0 0 0,0 0 0,0 0 0,0 0 0,0 0 0,0 0 0,0 0 0,0-1 0,0 1 0,0 0 0,0 0 0,0 0 0,0 0 0,0 0 0,0 0 0,0 0 0,0 0 0,0 0 0,0 0 0,0 0 0,0 0 0,0 0 0,0 0 0,0-1 0,0 1 0,0 0 0,0 0 0,0 0 0,0 0 0,0 0 0,0 0 0,0 0 0,0 0 0,0 0 0,0 0 0,0 0 0,0 0 0,0 0 0,0 0 0,0 0 0,-1 0 0,1-1 0,0 1 0,0 0 0,0 0 0,0 0 0,0 0 0,0 0 0,8 4 0,12 12 0,-16-13 0,17 13 0,39 23 0,-51-35 0,-1 0 0,1 0 0,0-1 0,0 0 0,0 0 0,0-1 0,0-1 0,14 2 0,-17-3 0,-1 0 0,1 0 0,-1 0 0,0-1 0,1 1 0,-1-1 0,11-4 0,-14 4 0,0 0 0,0 0 0,1-1 0,-1 1 0,0-1 0,0 1 0,0-1 0,-1 0 0,1 0 0,0 0 0,-1 0 0,1 0 0,-1 0 0,1 0 0,-1-1 0,0 1 0,0 0 0,1-5 0,0 2 0,-1-1 0,0 0 0,0 0 0,0 1 0,-1-1 0,0 0 0,0-8 0,-2-1 0,-6-23 0,8 38 0,0 0 0,0 0 0,0 0 0,0 0 0,0 0 0,0 0 0,1 0 0,-1 0 0,0 0 0,0 0 0,0 0 0,0 0 0,0 0 0,0 0 0,0 0 0,0 0 0,0 0 0,0 0 0,0 0 0,0 0 0,1 0 0,-1 0 0,0 0 0,0 0 0,0 0 0,0 0 0,0 0 0,0 0 0,0 0 0,0 0 0,0 0 0,0 0 0,0 0 0,0 0 0,0 0 0,0 0 0,1 0 0,-1 0 0,0 0 0,0 0 0,0-1 0,0 1 0,0 0 0,0 0 0,0 0 0,0 0 0,10 13 0,15 22 0,-24-32 0,20 28 0,0 0 0,2-1 0,2-2 0,29 29 0,2-2-1365,-46-45-5461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5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25 24575,'-7'-19'0,"5"13"0,4 14 0,42 122 0,-14-45 0,4 5 0,5 17 0,-33-87 0,0 1 0,-2 0 0,3 27 0,-7-46 8,0 0 0,0 1 0,0-1 0,0 0 0,0 0 0,-1 0 0,1 0 0,0 0 0,-1 0 0,0-1 0,1 1 0,-1 0 0,0 0 0,-1 2 0,1-3-63,0 0 0,0-1 0,0 1 0,1 0 0,-1-1 0,0 1 0,0 0 0,0-1 0,0 1 0,0-1 0,0 0 0,0 1 0,-1-1 0,1 0 0,0 0 0,0 1 0,0-1 0,0 0 0,0 0 0,0 0 0,0 0 0,-1-1 0,1 1 0,0 0 0,0 0 0,-2-1 0,-6-2-6771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7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1 126 24575,'12'-7'0,"5"-6"0,-1-2 0,-3-2 0,-7 0 0,-3 0 0,-3 1 0,-4 3 0,-2 3-8191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24575,'1'36'0,"1"-1"0,1 0 0,2 0 0,17 61 0,-15-74 0,1 1 0,2-1 0,0-1 0,1 0 0,1 0 0,1-1 0,0 0 0,18 18 0,-19-25-104,-5-4-148,1-1 0,-1 0-1,1-1 1,13 10 0,-10-11-6574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5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40 24575,'-5'-4'0,"1"0"0,0 0 0,0 1 0,0 0 0,0 0 0,0 0 0,-1 0 0,0 1 0,1 0 0,-1 0 0,0 0 0,0 0 0,-6 0 0,11 1 0,-1 1 0,0 0 0,0 1 0,1-1 0,-1 0 0,0 0 0,0 0 0,1 0 0,-1 1 0,0-1 0,1 0 0,-1 0 0,0 1 0,1-1 0,-1 1 0,1-1 0,-1 1 0,0-1 0,1 1 0,-1-1 0,1 1 0,-1 0 0,0 1 0,0-1 0,0 1 0,0 0 0,1 0 0,-1 0 0,0-1 0,1 1 0,-1 3 0,0 3 0,1 1 0,0 16 0,0-23 0,9 81 0,0 19 0,-8-30 0,5 70 0,-4-116 0,2 1 0,1-1 0,10 33 0,-11-49 0,1 0 0,0 0 0,0 0 0,1-1 0,0 0 0,1 0 0,0 0 0,0-1 0,11 9 0,-5-4 0,2-2 0,-1 0 0,2 0 0,28 14 0,-37-22-151,0-1-1,0 1 0,0-1 0,0-1 1,1 1-1,-1-1 0,1 0 1,11-1-1,-6 0-6674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0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24575,'10'-10'0,"0"0"0,1 1 0,0 0 0,15-9 0,-23 16 0,0 0 0,0 1 0,0-1 0,0 1 0,0 0 0,0 0 0,0 0 0,0 1 0,1-1 0,-1 1 0,0-1 0,0 1 0,1 0 0,-1 0 0,0 1 0,1-1 0,-1 1 0,0-1 0,0 1 0,0 0 0,0 0 0,0 1 0,0-1 0,4 3 0,2 2 0,0 0 0,0 1 0,-1 0 0,0 0 0,0 1 0,-1 0 0,7 11 0,-10-13 0,0 0 0,0 1 0,-1 0 0,0 0 0,0 0 0,-1 0 0,0 0 0,0 0 0,-1 1 0,0-1 0,1 10 0,-3-5 0,0 0 0,0-1 0,-1 1 0,-1-1 0,-5 18 0,-5 20 0,13-45 0,0-1 0,-1 0 0,1 1 0,1-1 0,-1 0 0,0 1 0,1-1 0,0 0 0,-1 0 0,1 1 0,1-1 0,-1 0 0,0 0 0,1 0 0,-1 0 0,1-1 0,0 1 0,0 0 0,5 4 0,3 3 0,0-1 0,1 0 0,17 10 0,-12-8 0,-10-7-80,0-1 0,0-1-1,0 1 1,0-1 0,1 0-1,-1 0 1,1 0 0,-1-1-1,1 0 1,0-1 0,0 0 0,-1 0-1,1 0 1,0 0 0,-1-1-1,10-2 1,-6-1-6746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314 16 24575,'-30'-3'0,"-13"0"0,-1 0 0,2 0 0,5 2 0,4-1 0,5 2 0,5 0 0,4 0 0,5 0-8191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6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188 4 24575,'-30'-3'0,"-13"2"0,-1 2 0,5-1 0,8 1-8191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0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24575,'5'5'0,"2"4"0,1 3 0,1 5 0,0 1 0,-1 1 0,1 0 0,-1 0 0,-3 1 0,-1-1 0,1-1 0,-1-1 0,-1-4-8191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5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24575,'26'12'0,"0"2"0,-2 0 0,1 2 0,-2 1 0,-1 1 0,0 1 0,-1 1 0,-1 0 0,-1 2 0,18 24 0,-23-25 0,-1 0 0,-1 0 0,-1 1 0,0 1 0,-2 0 0,-1 0 0,0 1 0,-2 0 0,-1 0 0,-1 0 0,2 50 0,-6-60 0,-1-1 0,0 0 0,-1 0 0,0 0 0,-1 0 0,-1-1 0,0 1 0,-1-1 0,0 0 0,0 0 0,-8 11 0,2-8 0,1 0 0,-2-1 0,1-1 0,-2 0 0,0 0 0,-1-2 0,-22 17 0,10-11-682,-45 22-1,46-28-6143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7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92 24575,'-2'-2'0,"0"0"0,1 0 0,-1 0 0,1 0 0,-1 0 0,1 0 0,0 0 0,0 0 0,0 0 0,0 0 0,0-1 0,0 1 0,0 0 0,1-1 0,0 1 0,-1-1 0,1 1 0,0-1 0,0 1 0,0-3 0,1 3 0,-1 0 0,1 0 0,0 0 0,0 0 0,0 0 0,0 0 0,0 0 0,0 1 0,0-1 0,1 0 0,-1 1 0,0-1 0,1 1 0,0 0 0,-1-1 0,1 1 0,0 0 0,-1 0 0,1 0 0,0 0 0,0 0 0,0 0 0,4 0 0,3-1 0,0 0 0,1 1 0,-1 0 0,0 1 0,1 0 0,-1 0 0,0 1 0,0 0 0,1 1 0,-1 0 0,0 0 0,0 1 0,-1 0 0,1 1 0,0 0 0,-1 0 0,0 1 0,13 10 0,-17-12 0,-1 1 0,0-1 0,0 1 0,-1 0 0,1-1 0,-1 1 0,0 1 0,0-1 0,2 6 0,11 44 0,-6-17 0,-6-28 0,-1 1 0,0-1 0,0 1 0,-1-1 0,0 1 0,-1-1 0,0 1 0,-2 15 0,1-20 0,0 0 0,0-1 0,-1 1 0,1 0 0,-1-1 0,0 1 0,0-1 0,-1 0 0,1 1 0,-1-1 0,0-1 0,0 1 0,-1 0 0,1-1 0,-1 1 0,0-1 0,1 0 0,-9 4 0,6-3 0,-1-1 0,0 1 0,-1-1 0,1-1 0,0 0 0,-1 0 0,1 0 0,-1-1 0,0 0 0,0 0 0,1-1 0,-1 0 0,0-1 0,-12-1 0,12 0 0,-1-1 0,0 1 0,1-1 0,0-1 0,-1 0 0,2 0 0,-1 0 0,0-1 0,1 0 0,0-1 0,0 0 0,-8-8 0,8 6 0,0 1 0,1-2 0,0 1 0,0-1 0,1 1 0,0-2 0,1 1 0,-6-17 0,8 18 0,0 0 0,0 0 0,1 1 0,0-1 0,1 0 0,0 0 0,0 0 0,1 0 0,0 0 0,0 0 0,5-15 0,-4 18 0,0 1 0,0-1 0,1 1 0,0 0 0,0 0 0,0-1 0,0 2 0,0-1 0,1 0 0,0 1 0,0 0 0,0-1 0,0 2 0,0-1 0,1 0 0,-1 1 0,6-2 0,0 0 0,0 0 0,0 1 0,0 0 0,0 1 0,1 0 0,-1 1 0,15-1 0,-18 2 0,0 1 0,0 0 0,1 0 0,-1 0 0,0 1 0,-1 0 0,1 0 0,0 1 0,-1 0 0,1 0 0,-1 1 0,8 5 0,-10-6 0,0 0 0,0 0 0,-1 0 0,0 1 0,1-1 0,-1 1 0,-1 0 0,1 0 0,0 0 0,-1 0 0,0 0 0,0 1 0,0-1 0,-1 1 0,1-1 0,-1 1 0,0 0 0,0 0 0,0 5 0,-2-1-114,1 0 1,-1 0-1,-1 0 0,0 0 0,0 0 1,0-1-1,-1 1 0,-1-1 0,1 0 1,-1 1-1,-8 10 0,2-5-6712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6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78 24575,'5'-5'0,"5"-6"0,2 0 0,23-17 0,-31 25 0,1 0 0,0 0 0,1 1 0,-1 0 0,0 0 0,1 0 0,-1 1 0,1 0 0,0 0 0,-1 0 0,8 0 0,1 1 0,0 0 0,0 1 0,-1 0 0,1 1 0,14 5 0,-23-6 0,1 1 0,-1 0 0,0 0 0,0 1 0,0-1 0,-1 1 0,1 0 0,-1 1 0,1-1 0,-1 1 0,0 0 0,-1 0 0,1 0 0,0 0 0,3 8 0,3 5 0,12 37 0,-15-36 0,18 36 0,-23-51 0,-1 0 0,1-1 0,-1 2 0,0-1 0,1 0 0,-1 0 0,-1 0 0,1 1 0,0-1 0,-1 0 0,0 0 0,0 1 0,0-1 0,0 0 0,0 1 0,-1-1 0,1 0 0,-1 1 0,0-1 0,-2 6 0,-2-1 0,0 1 0,0-1 0,-1 0 0,0 0 0,-13 13 0,5-5 0,10-12 0,1 1 0,-1-1 0,0 1 0,-1-1 0,1 0 0,-1-1 0,0 1 0,0-1 0,0 0 0,0 0 0,-11 4 0,8-5 0,1 0 0,-1-1 0,-1 0 0,1 0 0,0 0 0,0-1 0,0 0 0,0-1 0,0 0 0,-16-4 0,18 4 0,1-1 0,-1 0 0,0-1 0,1 1 0,0-1 0,0 0 0,0-1 0,0 1 0,0-1 0,1 0 0,-1 0 0,1 0 0,0-1 0,0 0 0,-4-7 0,-3-5 0,-15-16 0,2 2 0,17 21 0,0 1 0,1-2 0,0 1 0,0-1 0,-7-21 0,12 29 0,0-1 0,0 0 0,1 1 0,-1-1 0,1 1 0,0-1 0,0 0 0,0 1 0,1-1 0,-1 0 0,1 1 0,0-1 0,0 1 0,0-1 0,0 1 0,1-1 0,0 1 0,-1 0 0,1 0 0,0 0 0,0 0 0,1 0 0,3-4 0,3-1 0,0 1 0,0 0 0,0 1 0,1 0 0,0 0 0,0 1 0,0 0 0,1 1 0,0 0 0,0 1 0,0 0 0,0 0 0,0 2 0,0-1 0,1 1 0,-1 1 0,1 0 0,-1 1 0,0 0 0,1 0 0,-1 1 0,0 1 0,17 6 0,-21-6 0,-1 1 0,1-1 0,-1 2 0,0-1 0,0 1 0,0 0 0,0 0 0,-1 0 0,0 1 0,8 10 0,-5-3 0,-1-1 0,-1 1 0,1 0 0,6 23 0,-9-24 0,0 1 0,-1 0 0,0 0 0,-1-1 0,-1 2 0,1 12 0,-2-12 0,0-5 0,0 0 0,0 0 0,-1-1 0,-3 17 0,3-23 0,0 0 0,0 1 0,0-1 0,0 0 0,0 0 0,0 1 0,-1-1 0,1 0 0,-1 0 0,1-1 0,-1 1 0,0 0 0,0 0 0,0-1 0,0 1 0,0-1 0,0 0 0,0 0 0,0 1 0,-1-1 0,-3 1 0,-3 0 0,-1 0 0,0 0 0,1-1 0,-19 0 0,-40-5 0,59 3 0,1-1 0,0 0 0,-1-1 0,1 1 0,0-2 0,0 1 0,1-1 0,-1 0 0,1 0 0,0-1 0,-13-11 0,13 10 0,1 0 0,-1-1 0,1 0 0,0 0 0,1-1 0,0 0 0,0 0 0,1 0 0,0 0 0,-6-17 0,9 23-170,0-1-1,1 0 0,-1 0 1,1 1-1,0-1 0,0 0 1,0-5-1,3-1-6655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9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92 24575,'0'-3'0,"0"0"0,0 0 0,0 1 0,1-1 0,-1 0 0,1 0 0,0 1 0,0-1 0,0 0 0,0 1 0,0-1 0,0 1 0,1 0 0,-1-1 0,4-3 0,-2 3 0,0 1 0,0-1 0,1 1 0,-1-1 0,1 1 0,0 0 0,-1 1 0,1-1 0,0 1 0,5-2 0,17-3 0,0 0 0,0 2 0,35-1 0,82 5 0,-73 1 0,-12-2-39,-25 0-403,-1 1 0,39 6 0,-55-3-6384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24575,'10'-2'0,"72"-16"0,-73 17 0,0 0 0,0 1 0,1 0 0,-1 0 0,0 1 0,0 0 0,10 3 0,-15-2 0,1 0 0,-1 0 0,1 0 0,-1 1 0,0-1 0,0 1 0,0 0 0,-1 0 0,1 1 0,-1-1 0,1 1 0,-1-1 0,0 1 0,2 5 0,6 8 0,16 38 0,-21-41 0,1 0 0,-1 0 0,-1 0 0,0 1 0,4 23 0,-8-32 0,-1 0 0,1 0 0,-1 0 0,0 0 0,-1-1 0,1 1 0,-1 0 0,-1 0 0,1-1 0,-1 1 0,0 0 0,0-1 0,0 0 0,-1 1 0,-3 5 0,-15 15 0,17-22 0,0 0 0,0 1 0,0 0 0,1 0 0,0 0 0,0 0 0,-4 10 0,7-15 0,0 1 0,-1 0 0,1 0 0,0 0 0,0 0 0,0 0 0,0 0 0,0 1 0,0-1 0,0 0 0,0 0 0,0 0 0,1 0 0,-1-1 0,0 1 0,1 0 0,-1 0 0,0 0 0,1 0 0,-1 0 0,1 0 0,1 1 0,-1 0 0,1-1 0,0 0 0,0 1 0,-1-1 0,1 0 0,0 0 0,0 0 0,1 0 0,3 1 0,3 1 0,1-1 0,-1-1 0,17 1 0,22 0 0,59-5 0,-106 3-57,0 0 0,0 0 1,1-1-1,-1 1 0,0 0 0,0-1 0,1 1 0,-1-1 0,0 1 0,0-1 0,0 1 1,0-1-1,1 0 0,-1 0 0,0 1 0,-1-1 0,1 0 0,0 0 0,0 0 1,0 0-1,0 0 0,-1 0 0,2-2 0,1-6-6769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31 24575,'-10'-5'0,"-6"-2"0,-3 1 0,0 1 0,0 1 0,1 2 0,1 1 0,1 3 0,1 1 0,0 0 0,0 0 0,0-1 0,3 2 0,1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32 24575,'-28'-3'0,"-11"-3"0,-4 0 0,2 0 0,6 2 0,7 1 0,5 1 0,4 1 0,3 1 0,1 0 0,2 3 0,-1 0 0,3 1-8191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29 24575,'-12'-7'0,"-7"-3"0,-3 3 0,0 2 0,1 6 0,2 1 0,2 1 0,0 3 0,2 0 0,-3-1 0,-2-2 0,-1-1 0,1 0 0,3-2-8191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2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25 24575,'-3'-19'0,"3"14"0,5 12 0,29 88 0,-3-13 0,-19-48 0,1-1 0,29 52 0,-39-80-110,-1-2 5,0 0 1,0 0-1,0 1 0,0-1 1,-1 1-1,1-1 1,-1 1-1,0 0 1,0-1-1,0 1 1,0 5-1,-2 0-6721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3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404 115 24575,'-25'-10'0,"-11"-6"0,-2 0 0,1 2 0,4 2 0,2 2 0,5 3 0,1 1 0,0 0 0,-1 2 0,-1 2 0,-1-2 0,2 0 0,5 1-8191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24575,'9'-8'0,"1"1"0,0 0 0,0 1 0,0 0 0,1 1 0,0 0 0,21-6 0,-27 10 0,-1 0 0,1 0 0,0 0 0,-1 1 0,1 0 0,-1 0 0,1 0 0,0 1 0,-1-1 0,1 1 0,-1 0 0,1 1 0,-1-1 0,0 1 0,1-1 0,-1 1 0,0 1 0,0-1 0,0 0 0,-1 1 0,1 0 0,6 6 0,-3-1 0,0 0 0,0 0 0,-1 0 0,0 1 0,-1 0 0,0 0 0,-1 1 0,1-1 0,3 14 0,-4-6 0,-1-1 0,0 1 0,-2 0 0,1-1 0,-2 19 0,-1-18 0,0 0 0,-1 0 0,-1 0 0,-1-1 0,-5 18 0,7-31 0,1 1 0,0 0 0,0 0 0,0 0 0,1 0 0,0 0 0,-1 5 0,1-8 0,1 0 0,-1 0 0,0 1 0,1-1 0,-1 0 0,0 0 0,1 0 0,-1 0 0,1 0 0,-1 0 0,1-1 0,0 1 0,-1 0 0,1 0 0,0 0 0,0 0 0,0-1 0,0 1 0,-1 0 0,1-1 0,0 1 0,0-1 0,0 1 0,0-1 0,0 1 0,0-1 0,1 0 0,-1 0 0,0 1 0,2-1 0,15 2 0,1-1 0,0-1 0,0-1 0,0-1 0,-1 0 0,35-9 0,-24 0-1365,-17 4-5461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9 24575,'-30'-2'0,"-13"-1"0,-1-1 0,4 4 0,7 2 0,6 0 0,5 2 0,4 1 0,5 2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3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0 24575,'-15'0'0,"-8"0"0,-2 0 0,1 3 0,1 0 0,5 3 0,4-1 0,0 0 0,4-1-8191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0 24575,'-27'0'0,"-13"0"0,-1 3 0,4 2 0,8 2-8191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24575,'-22'0'0,"-11"0"0,1 2 0,3 2 0,5 1 0,2 1 0,4 2 0,5-1-8191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6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24575,'28'20'0,"11"12"0,2 3 0,-4-3 0,-5-3 0,-6-2 0,-5-3 0,-3-3 0,-5-3 0,-3-2 0,-2 0 0,-2-2 0,-1-2 0,0-1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9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28 24575,'-3'-3'0,"0"0"0,-1 0 0,1 1 0,-1 0 0,0-1 0,0 2 0,1-1 0,-1 0 0,-1 1 0,1-1 0,0 1 0,0 0 0,0 0 0,0 1 0,-9-1 0,4 2 0,-1-1 0,1 1 0,0 1 0,-1 0 0,1 0 0,-11 5 0,17-6 0,0 0 0,0 1 0,0-1 0,0 1 0,0 0 0,1 0 0,-1 0 0,1 0 0,-1 0 0,1 0 0,0 1 0,0-1 0,0 1 0,0 0 0,-2 5 0,3-7 0,0 1 0,1 0 0,-1 0 0,1-1 0,-1 1 0,1 0 0,0 0 0,0 0 0,0-1 0,0 1 0,0 0 0,0 0 0,0 0 0,1 0 0,-1-1 0,1 1 0,-1 0 0,1 0 0,0-1 0,-1 1 0,1 0 0,0-1 0,0 1 0,0-1 0,1 1 0,-1-1 0,0 0 0,0 1 0,2 0 0,6 4 0,-1 0 0,1-1 0,0 0 0,0-1 0,1 0 0,13 4 0,17 8 0,-18-7 0,-12-5 0,0 0 0,0 0 0,-1 1 0,0 0 0,0 1 0,0 0 0,10 10 0,-19-16 0,0 0 0,0 0 0,1 0 0,-1 1 0,0-1 0,0 0 0,1 1 0,-1-1 0,0 0 0,0 0 0,0 1 0,0-1 0,1 0 0,-1 1 0,0-1 0,0 1 0,0-1 0,0 0 0,0 1 0,0-1 0,0 0 0,0 1 0,0-1 0,0 0 0,0 1 0,0-1 0,0 0 0,0 1 0,0-1 0,-1 0 0,1 1 0,0 0 0,-1-1 0,0 1 0,1 0 0,-1-1 0,0 1 0,0-1 0,0 1 0,0-1 0,0 0 0,1 1 0,-1-1 0,0 0 0,-1 0 0,-31 3 0,32-3 0,-44-1-48,28 0-215,0 0-1,0 2 1,0 0-1,-22 4 1,26-2-6563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0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62 232 24575,'12'44'0,"2"-1"0,2-1 0,1 0 0,3-1 0,28 45 0,-46-83 0,7 12 0,-9-14 0,1 0 0,-1 0 0,1-1 0,-1 1 0,0 0 0,0 0 0,1-1 0,-1 1 0,0 0 0,0 0 0,0 0 0,0-1 0,0 1 0,0 0 0,0 0 0,0 1 0,-3-3 0,1-1 0,-1 1 0,1-1 0,0 0 0,-1 0 0,1 0 0,-3-3 0,5 5 0,-25-27 0,0-1 0,2 0 0,2-2 0,0 0 0,-17-38 0,33 58 0,0-1 0,2 1 0,-1-1 0,1 0 0,1 0 0,0 0 0,0-1 0,1 1 0,0 0 0,2-13 0,-1 21 0,0 0 0,1 1 0,-1-1 0,1 1 0,-1-1 0,1 1 0,0-1 0,0 1 0,0 0 0,0-1 0,1 1 0,-1 0 0,1 0 0,-1 0 0,1 0 0,0 0 0,0 0 0,2-1 0,-1 1 0,0 0 0,0 0 0,0 1 0,1-1 0,-1 1 0,1 0 0,-1 0 0,1 0 0,-1 0 0,1 1 0,5-1 0,1 1 0,0 1 0,0 0 0,0 0 0,0 1 0,0 0 0,-1 1 0,1 0 0,13 7 0,-19-8 0,0 0 0,0 0 0,-1 1 0,1-1 0,-1 1 0,0 0 0,1 0 0,-1 0 0,0 1 0,-1-1 0,1 1 0,-1-1 0,3 5 0,-4-6 0,-1-1 0,1 1 0,-1 0 0,1 0 0,-1-1 0,0 1 0,1 0 0,-1 0 0,0-1 0,0 1 0,0 0 0,0 0 0,-1-1 0,1 1 0,0 0 0,-1-1 0,1 1 0,-1 0 0,0-1 0,0 1 0,1 0 0,-1-1 0,0 0 0,0 1 0,0-1 0,-1 1 0,1-1 0,0 0 0,0 0 0,-1 0 0,1 0 0,-1 0 0,1 0 0,-4 2 0,-2 0 0,0 1 0,0-1 0,-1 0 0,1-1 0,-1 0 0,-14 2 0,-46 2 0,56-7 0,12 1 0,0 0 0,0-1 0,0 1 0,0 0 0,0 0 0,0 0 0,0 0 0,0 0 0,0 0 0,0 0 0,0 0 0,0 0 0,0 0 0,0 0 0,0-1 0,0 1 0,0 0 0,0 0 0,0 0 0,0 0 0,0 0 0,0 0 0,0 0 0,0 0 0,0 0 0,0-1 0,0 1 0,0 0 0,0 0 0,0 0 0,0 0 0,0 0 0,0 0 0,0 0 0,0 0 0,0 0 0,0 0 0,0 0 0,0 0 0,0-1 0,1 1 0,-1 0 0,0 0 0,0 0 0,0 0 0,0 0 0,0 0 0,0 0 0,0 0 0,0 0 0,19-7 0,306-70 0,-316 74 0,-1 1 0,1-1 0,-1-1 0,1 0 0,-1 0 0,-1 0 0,1-1 0,13-11 0,-18 13 0,1-1 0,-1 1 0,0-1 0,0 0 0,0-1 0,-1 1 0,1 0 0,-1-1 0,0 1 0,-1-1 0,1 0 0,-1 1 0,0-1 0,0 0 0,0 0 0,0 0 0,-1-9 0,0 10 0,-1-1 0,1 1 0,-1 0 0,0 0 0,0-1 0,0 1 0,-1 0 0,1 0 0,-1 0 0,0 1 0,-4-7 0,5 9 0,0 0 0,0 0 0,1 0 0,-1 0 0,0 0 0,-1 0 0,1 0 0,0 0 0,0 0 0,0 1 0,0-1 0,-1 0 0,1 1 0,0-1 0,0 1 0,-1-1 0,1 1 0,-1 0 0,1 0 0,0-1 0,-1 1 0,1 0 0,-1 0 0,1 0 0,0 1 0,-1-1 0,1 0 0,0 0 0,-1 1 0,1-1 0,0 1 0,-1-1 0,1 1 0,0 0 0,0-1 0,-1 1 0,1 0 0,-1 1 0,-3 2 0,1 1 0,-1 0 0,1 0 0,0 0 0,0 1 0,1-1 0,-1 1 0,1 0 0,1 0 0,-1 0 0,1 0 0,0 0 0,0 1 0,1-1 0,0 1 0,0-1 0,0 1 0,1-1 0,0 1 0,1 8 0,1-12 0,-1 0 0,0 0 0,1 0 0,0 0 0,-1 0 0,1 0 0,1-1 0,-1 1 0,0-1 0,0 1 0,1-1 0,0 0 0,-1 0 0,1 0 0,0-1 0,0 1 0,0 0 0,0-1 0,0 0 0,3 1 0,5 2 0,-1-1 0,1-1 0,0 0 0,20 2 0,-13-3-227,0-1-1,0 0 1,0-2-1,0 0 1,22-5-1,-30 4-6598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77 24575,'-51'-25'0,"31"14"0,-1 1 0,-1 1 0,-37-11 0,58 20 0,0 0 0,-1-1 0,1 1 0,-1 0 0,1 0 0,-1 0 0,1-1 0,-1 2 0,1-1 0,-1 0 0,1 0 0,-1 0 0,1 1 0,-1-1 0,1 1 0,-1-1 0,1 1 0,0-1 0,-1 1 0,1 0 0,0 0 0,-2 1 0,2-1 0,0 1 0,1-1 0,-1 1 0,0-1 0,0 1 0,1 0 0,-1-1 0,1 1 0,-1 0 0,1-1 0,0 1 0,-1 0 0,1 0 0,0-1 0,0 1 0,0 0 0,1 0 0,-1 2 0,2 3 0,0 1 0,0-1 0,1 1 0,-1-1 0,2 0 0,-1 0 0,1 0 0,0-1 0,6 8 0,-3-5 0,1 1 0,1-1 0,-1 0 0,21 15 0,-21-19 12,0 1 0,0-1 0,1-1 0,0 0 0,-1 0 0,1-1 0,1 0 0,-1 0 0,13 1 0,-16-3-111,1-1 0,0 0 0,-1 0 0,1 0 0,0-1 0,-1 0 0,1 0 0,-1-1 0,0 0 0,1 0 0,-1 0 0,0-1 0,0 0 0,8-5 0,-5 2-6727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40 24575,'-6'-3'0,"-2"-2"0,0 0 0,-1 0 0,0 1 0,1 1 0,-2-1 0,1 1 0,0 1 0,-18-3 0,26 5 0,0-1 0,0 1 0,0 0 0,-1 0 0,1 0 0,0 0 0,0 0 0,0 0 0,0 1 0,0-1 0,-1 0 0,1 0 0,0 1 0,0-1 0,0 1 0,0-1 0,0 1 0,0-1 0,0 1 0,0 0 0,0 0 0,0-1 0,1 1 0,-1 0 0,0 0 0,0 0 0,1 0 0,-1 0 0,0 0 0,1 0 0,-1 0 0,1 0 0,0 0 0,-1 0 0,1 0 0,0 0 0,-1 0 0,1 1 0,0-1 0,0 0 0,0 0 0,0 0 0,0 0 0,0 1 0,1-1 0,-1 0 0,1 2 0,0 3 0,1 0 0,0 0 0,0 0 0,1-1 0,0 1 0,0-1 0,6 9 0,-4-7 0,0-1 0,1 0 0,0 0 0,1 0 0,0 0 0,-1-1 0,2 0 0,-1-1 0,10 5 0,-12-6 0,0-1 0,1 0 0,-1-1 0,0 1 0,1-1 0,-1 0 0,1-1 0,-1 1 0,1-1 0,-1 0 0,1 0 0,0-1 0,-1 0 0,1 0 0,7-2 0,-11 2 0,0 0 0,0 0 0,0 0 0,-1 0 0,1 0 0,0-1 0,-1 1 0,1-1 0,-1 1 0,1-1 0,-1 1 0,0-1 0,0 0 0,1 0 0,-1 0 0,0 0 0,-1 1 0,1-1 0,0 0 0,-1 0 0,1-1 0,-1 1 0,1 0 0,-1 0 0,0 0 0,0 0 0,0 0 0,0 0 0,0 0 0,-1-1 0,1 1 0,-1 0 0,1 0 0,-1 0 0,0 0 0,1 0 0,-3-3 0,3 5 0,0 0 0,0 0 0,0 0 0,0 0 0,0 0 0,0 0 0,0 0 0,0 0 0,0 0 0,0 0 0,0 0 0,0 0 0,0 1 0,0-1 0,0 0 0,0 0 0,0 0 0,-1 0 0,1 0 0,0 0 0,0 0 0,0 0 0,0 0 0,0 0 0,0 0 0,0 0 0,0 0 0,0 0 0,0 0 0,0 0 0,0 0 0,0 0 0,0 0 0,0 0 0,0 0 0,0 0 0,0 0 0,0 0 0,0 0 0,0 0 0,0 0 0,0 0 0,0 0 0,0 0 0,0 0 0,0 0 0,-1 0 0,1 0 0,0 0 0,0 0 0,0 0 0,0 0 0,0 0 0,0 0 0,0 0 0,0 0 0,0 0 0,0 0 0,1 6 0,3 9 0,1-7-170,0 0-1,0 0 0,1 0 1,0-1-1,0 0 0,1 0 1,12 10-1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12 24575,'0'0'0,"-1"1"0,1-1 0,0 0 0,0 0 0,0 0 0,0 0 0,0 0 0,-1 0 0,1 0 0,0 0 0,0 1 0,0-1 0,0 0 0,0 0 0,0 0 0,-1 0 0,1 0 0,0 1 0,0-1 0,0 0 0,0 0 0,0 0 0,0 1 0,0-1 0,0 0 0,0 0 0,0 0 0,0 0 0,0 1 0,0-1 0,0 0 0,0 0 0,0 0 0,0 1 0,0-1 0,0 0 0,0 0 0,0 0 0,0 0 0,1 1 0,-1-1 0,0 0 0,0 0 0,0 0 0,0 0 0,0 0 0,0 1 0,0-1 0,1 0 0,-1 0 0,0 0 0,7 10 0,9 8 0,1-1 0,0-1 0,1 0 0,36 22 0,-6-3 0,-45-32 0,1 0 0,0-1 0,0 1 0,0-1 0,7 3 0,-11-5 0,-1 0 0,1 0 0,0 0 0,0 0 0,0 0 0,0-1 0,0 1 0,0 0 0,0 0 0,0 0 0,0 0 0,-1 0 0,1 0 0,0 0 0,0 0 0,0 0 0,0-1 0,0 1 0,0 0 0,0 0 0,0 0 0,0 0 0,0 0 0,0 0 0,0-1 0,0 1 0,0 0 0,0 0 0,0 0 0,0 0 0,0 0 0,0 0 0,0 0 0,0-1 0,0 1 0,0 0 0,0 0 0,0 0 0,0 0 0,1 0 0,-1 0 0,0 0 0,0 0 0,0-1 0,0 1 0,0 0 0,0 0 0,0 0 0,0 0 0,0 0 0,1 0 0,-1 0 0,0 0 0,0 0 0,0 0 0,0 0 0,0 0 0,0 0 0,0 0 0,1 0 0,-1 0 0,0 0 0,0 0 0,0 0 0,0 0 0,0 0 0,0 0 0,1 0 0,-7-9 0,-8-7 0,-1 1 0,0 1 0,-1 0 0,-21-14 0,-4-3 0,-19-22 0,55 51 0,8 8 0,8 10 0,14 10 0,0-2 0,2 0 0,1-1 0,32 19 0,-58-41-151,0 1-1,0 0 0,0 0 0,0 0 1,0 0-1,0 0 0,-1 0 1,3 3-1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24575,'0'3'0,"-2"3"0,-1 3 0,-1 2 0,2 3 0,0-2-8191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93 24575,'-18'-12'0,"-59"-34"0,65 39 0,-1 1 0,0 1 0,0 0 0,-16-4 0,27 8 0,0 1 0,-1-1 0,1 1 0,0 0 0,0 0 0,0 0 0,-1 0 0,1 0 0,0 0 0,0 1 0,0-1 0,-1 1 0,1-1 0,0 1 0,0 0 0,-3 1 0,4-1 0,0 0 0,0 0 0,0 0 0,0 0 0,0 0 0,0 1 0,1-1 0,-1 0 0,0 0 0,1 1 0,-1-1 0,1 0 0,-1 1 0,1-1 0,-1 0 0,1 1 0,0-1 0,0 1 0,0-1 0,0 0 0,0 1 0,0-1 0,0 1 0,0-1 0,1 3 0,1 3 0,0 1 0,1-1 0,0 0 0,0 0 0,1-1 0,-1 1 0,1-1 0,1 0 0,-1 0 0,1 0 0,0 0 0,1-1 0,-1 0 0,1 0 0,7 5 0,7 3 0,0-1 0,0-1 0,36 15 0,-49-23 0,1 0 0,-1-1 0,1 0 0,0 0 0,9 1 0,-15-3 0,-1 1 0,1-1 0,-1 0 0,1 0 0,-1 0 0,1-1 0,-1 1 0,1 0 0,-1 0 0,1-1 0,-1 1 0,1-1 0,-1 1 0,0-1 0,1 0 0,-1 0 0,0 1 0,1-1 0,-1 0 0,0 0 0,0 0 0,0 0 0,0-1 0,0 1 0,0 0 0,0 0 0,0 0 0,0-1 0,-1 1 0,1-1 0,-1 1 0,1 0 0,-1-1 0,1-1 0,0-4 0,0-1 0,0 1 0,-1 0 0,0-1 0,0 1 0,-1 0 0,0-1 0,0 1 0,-1 0 0,0 0 0,0 0 0,0 0 0,-7-12 0,8 18 0,0-1 0,1 0 0,-1 0 0,1 1 0,-1-1 0,1 0 0,-1 0 0,1-3 0,0 4 0,0 1 0,0 0 0,0 0 0,0-1 0,0 1 0,0 0 0,0 0 0,0-1 0,0 1 0,0 0 0,1 0 0,-1-1 0,0 1 0,0 0 0,0 0 0,0 0 0,1-1 0,-1 1 0,0 0 0,0 0 0,0 0 0,1 0 0,-1-1 0,0 1 0,1 0 0,10 2 0,8 8 0,-1 0 0,0 2 0,22 18 0,1-1 0,-16-12-62,-12-9-264,0 0 1,-1 1-1,14 13 0,-16-11-6500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3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20 24575,'-3'-8'0,"0"1"0,0 3 0,3 5 0,1 5 0,4 2 0,0 1 0,2 3 0,3 0 0,1 2 0,3 1 0,0 0 0,-2 0 0,0 0 0,-3 0 0,1-2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4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298 556 24575,'-7'-38'0,"-2"0"0,-1 0 0,-18-40 0,8 32 0,-68-141 0,74 161 0,-2 1 0,-32-42 0,47 66 0,1 0 0,-1 0 0,0 0 0,1 1 0,-1-1 0,0 0 0,0 0 0,0 1 0,0-1 0,1 0 0,-1 1 0,0-1 0,0 1 0,0-1 0,0 1 0,-1-1 0,1 1 0,0 0 0,0 0 0,0-1 0,0 1 0,0 0 0,0 0 0,0 0 0,-1 0 0,1 0 0,0 1 0,0-1 0,0 0 0,-2 1 0,2 0 0,-1 0 0,1 1 0,-1-1 0,1 0 0,0 1 0,-1-1 0,1 1 0,0 0 0,0-1 0,0 1 0,0 0 0,0 0 0,0-1 0,1 1 0,-1 0 0,0 3 0,-1 8 0,0-1 0,0 0 0,2 1 0,-1-1 0,2 1 0,0-1 0,0 1 0,1-1 0,0 0 0,9 23 0,-2-10 0,1 0 0,2-1 0,0-1 0,18 25 0,-21-35 0,1-1 0,1 1 0,0-2 0,1 0 0,0 0 0,16 10 0,4 0 0,50 26 0,-51-33 0,1-1 0,0-1 0,34 8 0,-51-15-1365,-4-1-5461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1 24575,'0'0'0,"-17"-1"0,1 2 0,-1 0 0,-20 5 0,32-5 0,0 0 0,1 1 0,-1-1 0,0 1 0,1 1 0,-8 4 0,10-6 0,0 1 0,0-1 0,0 1 0,0 0 0,0 0 0,1 0 0,-1 0 0,1 0 0,-1 1 0,1-1 0,0 0 0,0 1 0,-2 4 0,3-3 0,-1 0 0,1 0 0,0 0 0,0 0 0,0 0 0,0 0 0,1 0 0,0 0 0,-1 0 0,2 0 0,-1 0 0,0 0 0,1-1 0,-1 1 0,1 0 0,0-1 0,1 1 0,-1-1 0,0 0 0,4 3 0,2 3 0,-1-1 0,2 0 0,-1 0 0,1-1 0,19 12 0,-14-11-124,1 0 0,0-2 0,0 1 0,0-2 0,1 0 0,0-1-1,0 0 1,0-1 0,0-1 0,20 0 0,-22-2-6702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60 24575,'-19'9'0,"-19"13"0,33-19 0,1 1 0,-1-1 0,1 1 0,0 0 0,0 0 0,0 0 0,0 1 0,-5 9 0,8-13 0,1-1 0,-1 1 0,1 0 0,0 0 0,-1 0 0,1 0 0,0-1 0,0 1 0,-1 0 0,1 0 0,0 0 0,0 0 0,0 0 0,0 0 0,0-1 0,1 1 0,-1 0 0,0 0 0,0 0 0,0 0 0,1 0 0,-1-1 0,1 1 0,-1 0 0,0 0 0,1 0 0,-1-1 0,1 1 0,0 0 0,-1-1 0,1 1 0,-1-1 0,1 1 0,0 0 0,0-1 0,-1 1 0,1-1 0,0 0 0,1 1 0,3 2 0,1-1 0,0 0 0,0 0 0,10 1 0,-8-1 0,8 2 0,1 0 0,0-2 0,22 1 0,-33-2 0,0-2 0,-1 1 0,1 0 0,0-1 0,0 0 0,-1-1 0,1 1 0,0-1 0,-1 0 0,1 0 0,-1-1 0,0 0 0,6-3 0,-10 5 0,1 0 0,-1-1 0,0 1 0,1 0 0,-1 0 0,0 0 0,0-1 0,0 1 0,0-1 0,0 1 0,-1 0 0,1-1 0,0 0 0,-1 1 0,1-1 0,-1 1 0,1-1 0,-1 0 0,0 1 0,0-1 0,1 0 0,-1 1 0,-1-1 0,1 0 0,0 0 0,0 1 0,0-1 0,-1 0 0,1 1 0,-1-1 0,0 1 0,1-1 0,-1 1 0,0-1 0,0 1 0,0-1 0,-2-1 0,-1-3 0,-1 0 0,0 1 0,0 0 0,-1 0 0,0 0 0,0 1 0,-8-6 0,-6-1 0,0 1 0,0 0 0,-1 2 0,0 0 0,-39-8 0,55 15-170,1 1-1,-1 0 0,1 0 1,-1 0-1,0 1 0,1-1 1,-8 3-1,0 0-6655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24575,'4'1'0,"0"0"0,1 0 0,-1 0 0,0 1 0,0 0 0,0-1 0,0 1 0,5 4 0,7 2 0,-3-1 0,0-2 0,1 0 0,0 0 0,0-1 0,0-1 0,0 0 0,1-1 0,-1-1 0,1 0 0,24-2 0,-38 1 0,1 0 0,-1 0 0,0-1 0,0 1 0,0 0 0,0 0 0,1-1 0,-1 1 0,0-1 0,0 1 0,0-1 0,0 1 0,0-1 0,0 0 0,0 0 0,0 1 0,-1-1 0,1 0 0,0 0 0,0 0 0,-1 0 0,1 0 0,0-1 0,0-1 0,0 0 0,0 0 0,-1 0 0,1 0 0,-1 0 0,0 0 0,0-3 0,1-6 0,-1 11 0,0 1 0,0 0 0,0-1 0,0 1 0,1-1 0,-1 1 0,0 0 0,0-1 0,0 1 0,1 0 0,-1-1 0,0 1 0,0 0 0,1-1 0,-1 1 0,0 0 0,1 0 0,-1-1 0,0 1 0,1 0 0,-1 0 0,0 0 0,1-1 0,-1 1 0,0 0 0,1 0 0,-1 0 0,1 0 0,-1 0 0,1 0 0,-1 0 0,0 0 0,1 0 0,-1 0 0,1 0 0,-1 0 0,0 0 0,1 0 0,-1 0 0,1 0 0,-1 1 0,0-1 0,1 0 0,-1 0 0,0 0 0,1 1 0,22 11 0,-19-10 0,18 10-682,32 12-1,-41-19-6143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1 24575,'-3'3'0,"0"0"0,1 1 0,-1-1 0,1 1 0,-1-1 0,1 1 0,0 0 0,0 0 0,1 0 0,-1 0 0,1 0 0,0 0 0,0 0 0,0 1 0,1-1 0,-1 0 0,1 0 0,0 1 0,0-1 0,1 0 0,-1 1 0,1-1 0,0 0 0,0 0 0,1 0 0,-1 0 0,1 0 0,2 5 0,2 1 0,-1 0 0,2-1 0,0 1 0,0-1 0,0-1 0,1 1 0,0-1 0,1-1 0,13 11 0,-3-6 0,-7-5 0,19 18 0,-30-25 0,-1 0 0,0 0 0,1 1 0,-1-1 0,0 0 0,1 0 0,-1 1 0,0-1 0,1 0 0,-1 1 0,0-1 0,0 1 0,1-1 0,-1 0 0,0 1 0,0-1 0,0 1 0,0-1 0,1 0 0,-1 1 0,0-1 0,0 1 0,0-1 0,0 1 0,0-1 0,0 1 0,0-1 0,0 1 0,0-1 0,0 0 0,-1 1 0,1 0 0,-1 0 0,0-1 0,1 1 0,-1-1 0,0 1 0,0-1 0,0 1 0,1-1 0,-1 0 0,0 1 0,0-1 0,0 0 0,0 0 0,-1 1 0,-38 0 0,36-1 0,-230-13 0,214 11-105,12 2-35,0 0 0,0-1 0,0 0 0,0 0 0,1-1 0,-1 0 0,0-1 0,-7-3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24575,'17'25'0,"9"13"0,2 8 0,-1 4 0,-2-2 0,-1-2 0,-2-3 0,-5-4 0,-2-4 0,-2-5 0,0-5 0,0-2 0,0-2 0,1-3 0,-2-4-8191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329 135 24575,'-27'-23'0,"-13"-7"0,-1 2 0,4 4 0,6 8 0,5 6 0,4 7 0,5 4 0,4 5 0,2 1 0,0 1 0,0 3 0,-1-1 0,2 0 0,-1-1 0,3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41 265 24575,'21'8'0,"-15"-5"0,2 0 0,-1 0 0,0-1 0,0 0 0,1 0 0,10 1 0,-17-3 0,-1 0 0,1 0 0,-1 0 0,0 0 0,1 0 0,-1 0 0,1 0 0,-1 0 0,1 0 0,-1 0 0,0-1 0,1 1 0,-1 0 0,1 0 0,-1 0 0,1 0 0,-1-1 0,0 1 0,1 0 0,-1 0 0,0-1 0,1 1 0,-1 0 0,0-1 0,1 1 0,-1 0 0,0-1 0,1 1 0,-1-1 0,0 0 0,0 0 0,0 0 0,0 1 0,0-1 0,0 0 0,0 0 0,0 0 0,-1 1 0,1-1 0,0 0 0,0 0 0,-1 1 0,0-2 0,-3-5 0,0 0 0,-9-10 0,8 11 0,-26-33 0,23 31 0,0-1 0,1-1 0,0 1 0,0-1 0,-8-19 0,14 28 0,-3-9 0,0 0 0,1 0 0,0 0 0,-3-20 0,5 28 0,1 0 0,0 0 0,0 1 0,0-1 0,0 0 0,0 0 0,0 0 0,1 1 0,-1-1 0,0 0 0,1 0 0,0 1 0,-1-1 0,1 0 0,0 1 0,0-1 0,0 0 0,0 1 0,0 0 0,0-1 0,0 1 0,0 0 0,1-1 0,-1 1 0,1 0 0,-1 0 0,1 0 0,-1 0 0,1 0 0,-1 0 0,1 1 0,0-1 0,0 1 0,-1-1 0,1 1 0,3-1 0,-1 1-97,0 0-1,0 0 1,0 0-1,0 0 1,0 1-1,0 0 1,0 0-1,-1 0 1,1 0-1,0 0 1,-1 1-1,1 0 0,6 4 1,3 3-6729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38 24575,'-17'-6'0,"-59"-19"0,68 23 0,0 0 0,0 1 0,0 0 0,0 1 0,-1-1 0,1 2 0,-12 0 0,18 0 0,0-1 0,0 0 0,0 1 0,0-1 0,0 1 0,0 0 0,0-1 0,0 1 0,1 0 0,-1 0 0,0 0 0,1 1 0,-1-1 0,0 0 0,1 1 0,-1-1 0,1 1 0,0-1 0,-2 4 0,2-3 0,0 0 0,0 0 0,1 0 0,-1 0 0,1 0 0,0 1 0,0-1 0,0 0 0,0 0 0,0 0 0,0 1 0,0-1 0,1 0 0,-1 0 0,2 3 0,1 4 0,1 1 0,1-1 0,0 0 0,0 0 0,1 0 0,8 10 0,-4-8 0,0 0 0,0-1 0,1 0 0,22 15 0,-24-19 0,0 0 0,1-1 0,-1 0 0,1-1 0,0 0 0,0 0 0,15 2 0,-23-5 0,0-1 0,1 0 0,-1 1 0,0-1 0,1 0 0,-1 0 0,0 0 0,1-1 0,-1 1 0,0 0 0,1-1 0,-1 0 0,0 1 0,0-1 0,0 0 0,1 0 0,-1 0 0,0-1 0,0 1 0,0 0 0,-1-1 0,1 1 0,0-1 0,-1 0 0,1 1 0,0-1 0,-1 0 0,0 0 0,0 0 0,1 0 0,-1 0 0,0-1 0,1-3 0,-1 1 0,1 0 0,-1-1 0,-1 1 0,1-1 0,-1 0 0,0 1 0,0-1 0,0 1 0,-1-1 0,0 1 0,0-1 0,0 1 0,-4-8 0,-2-4 0,-1 2 0,-9-16 0,42 80 0,-12-28-34,-4-8-632,10 23 1,-15-26-6161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24575,'15'12'0,"5"8"0,2-1 0,-3-1 0,-5-3-8191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24575,'6'-1'0,"0"1"0,-1-1 0,1 0 0,-1-1 0,1 1 0,-1-1 0,9-5 0,-10 5 0,1 0 0,-1 0 0,0 1 0,1-1 0,-1 1 0,1 0 0,0 0 0,-1 0 0,1 1 0,0-1 0,-1 1 0,7 1 0,6 3-124,0 1 0,0 1 0,-1 0 0,0 1 0,0 1 0,-1 1-1,0 0 1,0 0 0,-1 2 0,13 12 0,-17-15-6702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24575,'70'100'0,"70"137"0,-120-203 0,-9-15 0,0 1 0,-1 0 0,9 25 0,-16-35-34,-2-8-132,0 0-1,0 0 1,-1 1 0,1-1-1,-1 0 1,1 0-1,-1 4 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288 71 24575,'-30'-13'0,"-12"-4"0,-2 1 0,4 4 0,6 3 0,10 5 0,5 5 0,7 3 0,2 5 0,4 2 0,-1 2 0,2 2 0,1 0 0,1 1 0,0-3 0,-1-3-8191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 24575,'-3'2'0,"1"0"0,-1 0 0,1 1 0,0-1 0,0 1 0,0-1 0,0 1 0,0 0 0,0 0 0,1 0 0,0 0 0,-1 0 0,1 0 0,0 0 0,1 1 0,-1-1 0,0 0 0,1 1 0,0-1 0,0 0 0,0 0 0,0 1 0,0-1 0,1 0 0,-1 1 0,1-1 0,2 5 0,3 8 0,0-1 0,1 0 0,0 0 0,12 16 0,-14-23 0,26 40 0,20 36 0,-50-83 0,-1 0 0,1 0 0,-1 0 0,0-1 0,1 1 0,-1 0 0,0 0 0,0 0 0,0 0 0,0-1 0,1 1 0,-1 0 0,0 0 0,0 0 0,-1 0 0,1 0 0,0 0 0,0-1 0,0 1 0,0 0 0,-1 0 0,1 0 0,-1-1 0,1 1 0,0 0 0,-1 0 0,1-1 0,-1 1 0,1 0 0,-1-1 0,0 1 0,1 0 0,-1-1 0,0 1 0,1-1 0,-1 1 0,0-1 0,0 1 0,1-1 0,-1 0 0,-2 1 0,-3 1 0,-1 0 0,0 0 0,1-1 0,-11 1 0,5 0 0,-6 1-1365,2-1-5461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F1E7-0A58-1C23-B240-84D0909B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>
            <a:extLst>
              <a:ext uri="{FF2B5EF4-FFF2-40B4-BE49-F238E27FC236}">
                <a16:creationId xmlns:a16="http://schemas.microsoft.com/office/drawing/2014/main" id="{F05F91F3-1847-E093-DA6E-E601AE376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>
            <a:extLst>
              <a:ext uri="{FF2B5EF4-FFF2-40B4-BE49-F238E27FC236}">
                <a16:creationId xmlns:a16="http://schemas.microsoft.com/office/drawing/2014/main" id="{D0ABA338-7B76-C4B1-CA3F-4304942886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>
            <a:extLst>
              <a:ext uri="{FF2B5EF4-FFF2-40B4-BE49-F238E27FC236}">
                <a16:creationId xmlns:a16="http://schemas.microsoft.com/office/drawing/2014/main" id="{3C9C92DD-AEA5-029E-59F9-7C6CD87C3A92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797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63" Type="http://schemas.openxmlformats.org/officeDocument/2006/relationships/customXml" Target="../ink/ink30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6" Type="http://schemas.openxmlformats.org/officeDocument/2006/relationships/image" Target="../media/image9.png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8.xml"/><Relationship Id="rId102" Type="http://schemas.openxmlformats.org/officeDocument/2006/relationships/image" Target="../media/image52.png"/><Relationship Id="rId123" Type="http://schemas.openxmlformats.org/officeDocument/2006/relationships/customXml" Target="../ink/ink60.xml"/><Relationship Id="rId128" Type="http://schemas.openxmlformats.org/officeDocument/2006/relationships/image" Target="../media/image65.png"/><Relationship Id="rId5" Type="http://schemas.openxmlformats.org/officeDocument/2006/relationships/customXml" Target="../ink/ink1.xml"/><Relationship Id="rId90" Type="http://schemas.openxmlformats.org/officeDocument/2006/relationships/image" Target="../media/image46.png"/><Relationship Id="rId95" Type="http://schemas.openxmlformats.org/officeDocument/2006/relationships/customXml" Target="../ink/ink46.xml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43" Type="http://schemas.openxmlformats.org/officeDocument/2006/relationships/customXml" Target="../ink/ink20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8.xml"/><Relationship Id="rId80" Type="http://schemas.openxmlformats.org/officeDocument/2006/relationships/image" Target="../media/image41.png"/><Relationship Id="rId85" Type="http://schemas.openxmlformats.org/officeDocument/2006/relationships/customXml" Target="../ink/ink41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33" Type="http://schemas.openxmlformats.org/officeDocument/2006/relationships/customXml" Target="../ink/ink15.xml"/><Relationship Id="rId38" Type="http://schemas.openxmlformats.org/officeDocument/2006/relationships/image" Target="../media/image20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3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6.xml"/><Relationship Id="rId91" Type="http://schemas.openxmlformats.org/officeDocument/2006/relationships/customXml" Target="../ink/ink44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49" Type="http://schemas.openxmlformats.org/officeDocument/2006/relationships/customXml" Target="../ink/ink23.xml"/><Relationship Id="rId114" Type="http://schemas.openxmlformats.org/officeDocument/2006/relationships/image" Target="../media/image58.png"/><Relationship Id="rId119" Type="http://schemas.openxmlformats.org/officeDocument/2006/relationships/customXml" Target="../ink/ink58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1.xml"/><Relationship Id="rId81" Type="http://schemas.openxmlformats.org/officeDocument/2006/relationships/customXml" Target="../ink/ink39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6.xml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8.xml"/><Relationship Id="rId109" Type="http://schemas.openxmlformats.org/officeDocument/2006/relationships/customXml" Target="../ink/ink53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6.xml"/><Relationship Id="rId76" Type="http://schemas.openxmlformats.org/officeDocument/2006/relationships/image" Target="../media/image39.png"/><Relationship Id="rId97" Type="http://schemas.openxmlformats.org/officeDocument/2006/relationships/customXml" Target="../ink/ink47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1.xml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3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1.xml"/><Relationship Id="rId66" Type="http://schemas.openxmlformats.org/officeDocument/2006/relationships/image" Target="../media/image34.png"/><Relationship Id="rId87" Type="http://schemas.openxmlformats.org/officeDocument/2006/relationships/customXml" Target="../ink/ink42.xml"/><Relationship Id="rId110" Type="http://schemas.openxmlformats.org/officeDocument/2006/relationships/image" Target="../media/image56.png"/><Relationship Id="rId115" Type="http://schemas.openxmlformats.org/officeDocument/2006/relationships/customXml" Target="../ink/ink56.xml"/><Relationship Id="rId131" Type="http://schemas.openxmlformats.org/officeDocument/2006/relationships/customXml" Target="../ink/ink64.xml"/><Relationship Id="rId136" Type="http://schemas.openxmlformats.org/officeDocument/2006/relationships/image" Target="../media/image69.png"/><Relationship Id="rId61" Type="http://schemas.openxmlformats.org/officeDocument/2006/relationships/customXml" Target="../ink/ink29.xml"/><Relationship Id="rId82" Type="http://schemas.openxmlformats.org/officeDocument/2006/relationships/image" Target="../media/image42.png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56" Type="http://schemas.openxmlformats.org/officeDocument/2006/relationships/image" Target="../media/image29.png"/><Relationship Id="rId77" Type="http://schemas.openxmlformats.org/officeDocument/2006/relationships/customXml" Target="../ink/ink37.xml"/><Relationship Id="rId100" Type="http://schemas.openxmlformats.org/officeDocument/2006/relationships/image" Target="../media/image51.png"/><Relationship Id="rId105" Type="http://schemas.openxmlformats.org/officeDocument/2006/relationships/customXml" Target="../ink/ink51.xml"/><Relationship Id="rId126" Type="http://schemas.openxmlformats.org/officeDocument/2006/relationships/image" Target="../media/image64.png"/><Relationship Id="rId8" Type="http://schemas.openxmlformats.org/officeDocument/2006/relationships/image" Target="../media/image5.png"/><Relationship Id="rId51" Type="http://schemas.openxmlformats.org/officeDocument/2006/relationships/customXml" Target="../ink/ink24.xml"/><Relationship Id="rId72" Type="http://schemas.openxmlformats.org/officeDocument/2006/relationships/image" Target="../media/image37.png"/><Relationship Id="rId93" Type="http://schemas.openxmlformats.org/officeDocument/2006/relationships/customXml" Target="../ink/ink45.xml"/><Relationship Id="rId98" Type="http://schemas.openxmlformats.org/officeDocument/2006/relationships/image" Target="../media/image50.png"/><Relationship Id="rId121" Type="http://schemas.openxmlformats.org/officeDocument/2006/relationships/customXml" Target="../ink/ink59.xml"/><Relationship Id="rId3" Type="http://schemas.openxmlformats.org/officeDocument/2006/relationships/image" Target="../media/image2.png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2.xml"/><Relationship Id="rId116" Type="http://schemas.openxmlformats.org/officeDocument/2006/relationships/image" Target="../media/image59.png"/><Relationship Id="rId137" Type="http://schemas.openxmlformats.org/officeDocument/2006/relationships/customXml" Target="../ink/ink67.xml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62" Type="http://schemas.openxmlformats.org/officeDocument/2006/relationships/image" Target="../media/image32.png"/><Relationship Id="rId83" Type="http://schemas.openxmlformats.org/officeDocument/2006/relationships/customXml" Target="../ink/ink40.xml"/><Relationship Id="rId88" Type="http://schemas.openxmlformats.org/officeDocument/2006/relationships/image" Target="../media/image45.png"/><Relationship Id="rId111" Type="http://schemas.openxmlformats.org/officeDocument/2006/relationships/customXml" Target="../ink/ink54.xml"/><Relationship Id="rId132" Type="http://schemas.openxmlformats.org/officeDocument/2006/relationships/image" Target="../media/image67.png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7.xml"/><Relationship Id="rId106" Type="http://schemas.openxmlformats.org/officeDocument/2006/relationships/image" Target="../media/image54.png"/><Relationship Id="rId127" Type="http://schemas.openxmlformats.org/officeDocument/2006/relationships/customXml" Target="../ink/ink62.xml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52" Type="http://schemas.openxmlformats.org/officeDocument/2006/relationships/image" Target="../media/image27.png"/><Relationship Id="rId73" Type="http://schemas.openxmlformats.org/officeDocument/2006/relationships/customXml" Target="../ink/ink35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26" Type="http://schemas.openxmlformats.org/officeDocument/2006/relationships/image" Target="../media/image14.png"/><Relationship Id="rId47" Type="http://schemas.openxmlformats.org/officeDocument/2006/relationships/customXml" Target="../ink/ink22.xml"/><Relationship Id="rId68" Type="http://schemas.openxmlformats.org/officeDocument/2006/relationships/image" Target="../media/image35.png"/><Relationship Id="rId89" Type="http://schemas.openxmlformats.org/officeDocument/2006/relationships/customXml" Target="../ink/ink43.xml"/><Relationship Id="rId112" Type="http://schemas.openxmlformats.org/officeDocument/2006/relationships/image" Target="../media/image57.png"/><Relationship Id="rId133" Type="http://schemas.openxmlformats.org/officeDocument/2006/relationships/customXml" Target="../ink/ink6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.xml"/><Relationship Id="rId299" Type="http://schemas.openxmlformats.org/officeDocument/2006/relationships/customXml" Target="../ink/ink217.xml"/><Relationship Id="rId21" Type="http://schemas.openxmlformats.org/officeDocument/2006/relationships/customXml" Target="../ink/ink78.xml"/><Relationship Id="rId63" Type="http://schemas.openxmlformats.org/officeDocument/2006/relationships/customXml" Target="../ink/ink99.xml"/><Relationship Id="rId159" Type="http://schemas.openxmlformats.org/officeDocument/2006/relationships/customXml" Target="../ink/ink147.xml"/><Relationship Id="rId170" Type="http://schemas.openxmlformats.org/officeDocument/2006/relationships/image" Target="../media/image155.png"/><Relationship Id="rId226" Type="http://schemas.openxmlformats.org/officeDocument/2006/relationships/image" Target="../media/image183.png"/><Relationship Id="rId268" Type="http://schemas.openxmlformats.org/officeDocument/2006/relationships/image" Target="../media/image204.png"/><Relationship Id="rId32" Type="http://schemas.openxmlformats.org/officeDocument/2006/relationships/image" Target="../media/image86.png"/><Relationship Id="rId74" Type="http://schemas.openxmlformats.org/officeDocument/2006/relationships/image" Target="../media/image107.png"/><Relationship Id="rId128" Type="http://schemas.openxmlformats.org/officeDocument/2006/relationships/image" Target="../media/image134.png"/><Relationship Id="rId5" Type="http://schemas.openxmlformats.org/officeDocument/2006/relationships/customXml" Target="../ink/ink70.xml"/><Relationship Id="rId181" Type="http://schemas.openxmlformats.org/officeDocument/2006/relationships/customXml" Target="../ink/ink158.xml"/><Relationship Id="rId237" Type="http://schemas.openxmlformats.org/officeDocument/2006/relationships/customXml" Target="../ink/ink186.xml"/><Relationship Id="rId279" Type="http://schemas.openxmlformats.org/officeDocument/2006/relationships/customXml" Target="../ink/ink207.xml"/><Relationship Id="rId43" Type="http://schemas.openxmlformats.org/officeDocument/2006/relationships/customXml" Target="../ink/ink89.xml"/><Relationship Id="rId139" Type="http://schemas.openxmlformats.org/officeDocument/2006/relationships/customXml" Target="../ink/ink137.xml"/><Relationship Id="rId290" Type="http://schemas.openxmlformats.org/officeDocument/2006/relationships/image" Target="../media/image215.png"/><Relationship Id="rId85" Type="http://schemas.openxmlformats.org/officeDocument/2006/relationships/customXml" Target="../ink/ink110.xml"/><Relationship Id="rId150" Type="http://schemas.openxmlformats.org/officeDocument/2006/relationships/image" Target="../media/image145.png"/><Relationship Id="rId192" Type="http://schemas.openxmlformats.org/officeDocument/2006/relationships/image" Target="../media/image166.png"/><Relationship Id="rId206" Type="http://schemas.openxmlformats.org/officeDocument/2006/relationships/image" Target="../media/image173.png"/><Relationship Id="rId248" Type="http://schemas.openxmlformats.org/officeDocument/2006/relationships/image" Target="../media/image194.png"/><Relationship Id="rId12" Type="http://schemas.openxmlformats.org/officeDocument/2006/relationships/image" Target="../media/image76.png"/><Relationship Id="rId108" Type="http://schemas.openxmlformats.org/officeDocument/2006/relationships/image" Target="../media/image124.png"/><Relationship Id="rId54" Type="http://schemas.openxmlformats.org/officeDocument/2006/relationships/image" Target="../media/image97.png"/><Relationship Id="rId75" Type="http://schemas.openxmlformats.org/officeDocument/2006/relationships/customXml" Target="../ink/ink105.xml"/><Relationship Id="rId96" Type="http://schemas.openxmlformats.org/officeDocument/2006/relationships/image" Target="../media/image118.png"/><Relationship Id="rId140" Type="http://schemas.openxmlformats.org/officeDocument/2006/relationships/image" Target="../media/image140.png"/><Relationship Id="rId161" Type="http://schemas.openxmlformats.org/officeDocument/2006/relationships/customXml" Target="../ink/ink148.xml"/><Relationship Id="rId182" Type="http://schemas.openxmlformats.org/officeDocument/2006/relationships/image" Target="../media/image161.png"/><Relationship Id="rId217" Type="http://schemas.openxmlformats.org/officeDocument/2006/relationships/customXml" Target="../ink/ink176.xml"/><Relationship Id="rId6" Type="http://schemas.openxmlformats.org/officeDocument/2006/relationships/image" Target="../media/image73.png"/><Relationship Id="rId238" Type="http://schemas.openxmlformats.org/officeDocument/2006/relationships/image" Target="../media/image189.png"/><Relationship Id="rId259" Type="http://schemas.openxmlformats.org/officeDocument/2006/relationships/customXml" Target="../ink/ink197.xml"/><Relationship Id="rId23" Type="http://schemas.openxmlformats.org/officeDocument/2006/relationships/customXml" Target="../ink/ink79.xml"/><Relationship Id="rId119" Type="http://schemas.openxmlformats.org/officeDocument/2006/relationships/customXml" Target="../ink/ink127.xml"/><Relationship Id="rId270" Type="http://schemas.openxmlformats.org/officeDocument/2006/relationships/image" Target="../media/image205.png"/><Relationship Id="rId291" Type="http://schemas.openxmlformats.org/officeDocument/2006/relationships/customXml" Target="../ink/ink213.xml"/><Relationship Id="rId44" Type="http://schemas.openxmlformats.org/officeDocument/2006/relationships/image" Target="../media/image92.png"/><Relationship Id="rId65" Type="http://schemas.openxmlformats.org/officeDocument/2006/relationships/customXml" Target="../ink/ink100.xml"/><Relationship Id="rId86" Type="http://schemas.openxmlformats.org/officeDocument/2006/relationships/image" Target="../media/image113.png"/><Relationship Id="rId130" Type="http://schemas.openxmlformats.org/officeDocument/2006/relationships/image" Target="../media/image135.png"/><Relationship Id="rId151" Type="http://schemas.openxmlformats.org/officeDocument/2006/relationships/customXml" Target="../ink/ink143.xml"/><Relationship Id="rId172" Type="http://schemas.openxmlformats.org/officeDocument/2006/relationships/image" Target="../media/image156.png"/><Relationship Id="rId193" Type="http://schemas.openxmlformats.org/officeDocument/2006/relationships/customXml" Target="../ink/ink164.xml"/><Relationship Id="rId207" Type="http://schemas.openxmlformats.org/officeDocument/2006/relationships/customXml" Target="../ink/ink171.xml"/><Relationship Id="rId228" Type="http://schemas.openxmlformats.org/officeDocument/2006/relationships/image" Target="../media/image184.png"/><Relationship Id="rId249" Type="http://schemas.openxmlformats.org/officeDocument/2006/relationships/customXml" Target="../ink/ink192.xml"/><Relationship Id="rId13" Type="http://schemas.openxmlformats.org/officeDocument/2006/relationships/customXml" Target="../ink/ink74.xml"/><Relationship Id="rId109" Type="http://schemas.openxmlformats.org/officeDocument/2006/relationships/customXml" Target="../ink/ink122.xml"/><Relationship Id="rId260" Type="http://schemas.openxmlformats.org/officeDocument/2006/relationships/image" Target="../media/image200.png"/><Relationship Id="rId281" Type="http://schemas.openxmlformats.org/officeDocument/2006/relationships/customXml" Target="../ink/ink208.xml"/><Relationship Id="rId34" Type="http://schemas.openxmlformats.org/officeDocument/2006/relationships/image" Target="../media/image87.png"/><Relationship Id="rId55" Type="http://schemas.openxmlformats.org/officeDocument/2006/relationships/customXml" Target="../ink/ink95.xml"/><Relationship Id="rId76" Type="http://schemas.openxmlformats.org/officeDocument/2006/relationships/image" Target="../media/image108.png"/><Relationship Id="rId97" Type="http://schemas.openxmlformats.org/officeDocument/2006/relationships/customXml" Target="../ink/ink116.xml"/><Relationship Id="rId120" Type="http://schemas.openxmlformats.org/officeDocument/2006/relationships/image" Target="../media/image130.png"/><Relationship Id="rId141" Type="http://schemas.openxmlformats.org/officeDocument/2006/relationships/customXml" Target="../ink/ink138.xml"/><Relationship Id="rId7" Type="http://schemas.openxmlformats.org/officeDocument/2006/relationships/customXml" Target="../ink/ink71.xml"/><Relationship Id="rId162" Type="http://schemas.openxmlformats.org/officeDocument/2006/relationships/image" Target="../media/image151.png"/><Relationship Id="rId183" Type="http://schemas.openxmlformats.org/officeDocument/2006/relationships/customXml" Target="../ink/ink159.xml"/><Relationship Id="rId218" Type="http://schemas.openxmlformats.org/officeDocument/2006/relationships/image" Target="../media/image179.png"/><Relationship Id="rId239" Type="http://schemas.openxmlformats.org/officeDocument/2006/relationships/customXml" Target="../ink/ink187.xml"/><Relationship Id="rId250" Type="http://schemas.openxmlformats.org/officeDocument/2006/relationships/image" Target="../media/image195.png"/><Relationship Id="rId271" Type="http://schemas.openxmlformats.org/officeDocument/2006/relationships/customXml" Target="../ink/ink203.xml"/><Relationship Id="rId292" Type="http://schemas.openxmlformats.org/officeDocument/2006/relationships/image" Target="../media/image216.png"/><Relationship Id="rId24" Type="http://schemas.openxmlformats.org/officeDocument/2006/relationships/image" Target="../media/image82.png"/><Relationship Id="rId45" Type="http://schemas.openxmlformats.org/officeDocument/2006/relationships/customXml" Target="../ink/ink90.xml"/><Relationship Id="rId66" Type="http://schemas.openxmlformats.org/officeDocument/2006/relationships/image" Target="../media/image103.png"/><Relationship Id="rId87" Type="http://schemas.openxmlformats.org/officeDocument/2006/relationships/customXml" Target="../ink/ink111.xml"/><Relationship Id="rId110" Type="http://schemas.openxmlformats.org/officeDocument/2006/relationships/image" Target="../media/image125.png"/><Relationship Id="rId131" Type="http://schemas.openxmlformats.org/officeDocument/2006/relationships/customXml" Target="../ink/ink133.xml"/><Relationship Id="rId152" Type="http://schemas.openxmlformats.org/officeDocument/2006/relationships/image" Target="../media/image146.png"/><Relationship Id="rId173" Type="http://schemas.openxmlformats.org/officeDocument/2006/relationships/customXml" Target="../ink/ink154.xml"/><Relationship Id="rId194" Type="http://schemas.openxmlformats.org/officeDocument/2006/relationships/image" Target="../media/image167.png"/><Relationship Id="rId208" Type="http://schemas.openxmlformats.org/officeDocument/2006/relationships/image" Target="../media/image174.png"/><Relationship Id="rId229" Type="http://schemas.openxmlformats.org/officeDocument/2006/relationships/customXml" Target="../ink/ink182.xml"/><Relationship Id="rId240" Type="http://schemas.openxmlformats.org/officeDocument/2006/relationships/image" Target="../media/image190.png"/><Relationship Id="rId261" Type="http://schemas.openxmlformats.org/officeDocument/2006/relationships/customXml" Target="../ink/ink198.xml"/><Relationship Id="rId14" Type="http://schemas.openxmlformats.org/officeDocument/2006/relationships/image" Target="../media/image77.png"/><Relationship Id="rId35" Type="http://schemas.openxmlformats.org/officeDocument/2006/relationships/customXml" Target="../ink/ink85.xml"/><Relationship Id="rId56" Type="http://schemas.openxmlformats.org/officeDocument/2006/relationships/image" Target="../media/image98.png"/><Relationship Id="rId77" Type="http://schemas.openxmlformats.org/officeDocument/2006/relationships/customXml" Target="../ink/ink106.xml"/><Relationship Id="rId100" Type="http://schemas.openxmlformats.org/officeDocument/2006/relationships/image" Target="../media/image120.png"/><Relationship Id="rId282" Type="http://schemas.openxmlformats.org/officeDocument/2006/relationships/image" Target="../media/image211.png"/><Relationship Id="rId8" Type="http://schemas.openxmlformats.org/officeDocument/2006/relationships/image" Target="../media/image74.png"/><Relationship Id="rId98" Type="http://schemas.openxmlformats.org/officeDocument/2006/relationships/image" Target="../media/image119.png"/><Relationship Id="rId121" Type="http://schemas.openxmlformats.org/officeDocument/2006/relationships/customXml" Target="../ink/ink128.xml"/><Relationship Id="rId142" Type="http://schemas.openxmlformats.org/officeDocument/2006/relationships/image" Target="../media/image141.png"/><Relationship Id="rId163" Type="http://schemas.openxmlformats.org/officeDocument/2006/relationships/customXml" Target="../ink/ink149.xml"/><Relationship Id="rId184" Type="http://schemas.openxmlformats.org/officeDocument/2006/relationships/image" Target="../media/image162.png"/><Relationship Id="rId219" Type="http://schemas.openxmlformats.org/officeDocument/2006/relationships/customXml" Target="../ink/ink177.xml"/><Relationship Id="rId230" Type="http://schemas.openxmlformats.org/officeDocument/2006/relationships/image" Target="../media/image185.png"/><Relationship Id="rId251" Type="http://schemas.openxmlformats.org/officeDocument/2006/relationships/customXml" Target="../ink/ink193.xml"/><Relationship Id="rId25" Type="http://schemas.openxmlformats.org/officeDocument/2006/relationships/customXml" Target="../ink/ink80.xml"/><Relationship Id="rId46" Type="http://schemas.openxmlformats.org/officeDocument/2006/relationships/image" Target="../media/image93.png"/><Relationship Id="rId67" Type="http://schemas.openxmlformats.org/officeDocument/2006/relationships/customXml" Target="../ink/ink101.xml"/><Relationship Id="rId272" Type="http://schemas.openxmlformats.org/officeDocument/2006/relationships/image" Target="../media/image206.png"/><Relationship Id="rId293" Type="http://schemas.openxmlformats.org/officeDocument/2006/relationships/customXml" Target="../ink/ink214.xml"/><Relationship Id="rId88" Type="http://schemas.openxmlformats.org/officeDocument/2006/relationships/image" Target="../media/image114.png"/><Relationship Id="rId111" Type="http://schemas.openxmlformats.org/officeDocument/2006/relationships/customXml" Target="../ink/ink123.xml"/><Relationship Id="rId132" Type="http://schemas.openxmlformats.org/officeDocument/2006/relationships/image" Target="../media/image136.png"/><Relationship Id="rId153" Type="http://schemas.openxmlformats.org/officeDocument/2006/relationships/customXml" Target="../ink/ink144.xml"/><Relationship Id="rId174" Type="http://schemas.openxmlformats.org/officeDocument/2006/relationships/image" Target="../media/image157.png"/><Relationship Id="rId195" Type="http://schemas.openxmlformats.org/officeDocument/2006/relationships/customXml" Target="../ink/ink165.xml"/><Relationship Id="rId209" Type="http://schemas.openxmlformats.org/officeDocument/2006/relationships/customXml" Target="../ink/ink172.xml"/><Relationship Id="rId220" Type="http://schemas.openxmlformats.org/officeDocument/2006/relationships/image" Target="../media/image180.png"/><Relationship Id="rId241" Type="http://schemas.openxmlformats.org/officeDocument/2006/relationships/customXml" Target="../ink/ink188.xml"/><Relationship Id="rId15" Type="http://schemas.openxmlformats.org/officeDocument/2006/relationships/customXml" Target="../ink/ink75.xml"/><Relationship Id="rId36" Type="http://schemas.openxmlformats.org/officeDocument/2006/relationships/image" Target="../media/image88.png"/><Relationship Id="rId57" Type="http://schemas.openxmlformats.org/officeDocument/2006/relationships/customXml" Target="../ink/ink96.xml"/><Relationship Id="rId262" Type="http://schemas.openxmlformats.org/officeDocument/2006/relationships/image" Target="../media/image201.png"/><Relationship Id="rId283" Type="http://schemas.openxmlformats.org/officeDocument/2006/relationships/customXml" Target="../ink/ink209.xml"/><Relationship Id="rId78" Type="http://schemas.openxmlformats.org/officeDocument/2006/relationships/image" Target="../media/image109.png"/><Relationship Id="rId99" Type="http://schemas.openxmlformats.org/officeDocument/2006/relationships/customXml" Target="../ink/ink117.xml"/><Relationship Id="rId101" Type="http://schemas.openxmlformats.org/officeDocument/2006/relationships/customXml" Target="../ink/ink118.xml"/><Relationship Id="rId122" Type="http://schemas.openxmlformats.org/officeDocument/2006/relationships/image" Target="../media/image131.png"/><Relationship Id="rId143" Type="http://schemas.openxmlformats.org/officeDocument/2006/relationships/customXml" Target="../ink/ink139.xml"/><Relationship Id="rId164" Type="http://schemas.openxmlformats.org/officeDocument/2006/relationships/image" Target="../media/image152.png"/><Relationship Id="rId185" Type="http://schemas.openxmlformats.org/officeDocument/2006/relationships/customXml" Target="../ink/ink160.xml"/><Relationship Id="rId9" Type="http://schemas.openxmlformats.org/officeDocument/2006/relationships/customXml" Target="../ink/ink72.xml"/><Relationship Id="rId210" Type="http://schemas.openxmlformats.org/officeDocument/2006/relationships/image" Target="../media/image175.png"/><Relationship Id="rId26" Type="http://schemas.openxmlformats.org/officeDocument/2006/relationships/image" Target="../media/image83.png"/><Relationship Id="rId231" Type="http://schemas.openxmlformats.org/officeDocument/2006/relationships/customXml" Target="../ink/ink183.xml"/><Relationship Id="rId252" Type="http://schemas.openxmlformats.org/officeDocument/2006/relationships/image" Target="../media/image196.png"/><Relationship Id="rId273" Type="http://schemas.openxmlformats.org/officeDocument/2006/relationships/customXml" Target="../ink/ink204.xml"/><Relationship Id="rId294" Type="http://schemas.openxmlformats.org/officeDocument/2006/relationships/image" Target="../media/image217.png"/><Relationship Id="rId47" Type="http://schemas.openxmlformats.org/officeDocument/2006/relationships/customXml" Target="../ink/ink91.xml"/><Relationship Id="rId68" Type="http://schemas.openxmlformats.org/officeDocument/2006/relationships/image" Target="../media/image104.png"/><Relationship Id="rId89" Type="http://schemas.openxmlformats.org/officeDocument/2006/relationships/customXml" Target="../ink/ink112.xml"/><Relationship Id="rId112" Type="http://schemas.openxmlformats.org/officeDocument/2006/relationships/image" Target="../media/image126.png"/><Relationship Id="rId133" Type="http://schemas.openxmlformats.org/officeDocument/2006/relationships/customXml" Target="../ink/ink134.xml"/><Relationship Id="rId154" Type="http://schemas.openxmlformats.org/officeDocument/2006/relationships/image" Target="../media/image147.png"/><Relationship Id="rId175" Type="http://schemas.openxmlformats.org/officeDocument/2006/relationships/customXml" Target="../ink/ink155.xml"/><Relationship Id="rId196" Type="http://schemas.openxmlformats.org/officeDocument/2006/relationships/image" Target="../media/image168.png"/><Relationship Id="rId200" Type="http://schemas.openxmlformats.org/officeDocument/2006/relationships/image" Target="../media/image170.png"/><Relationship Id="rId16" Type="http://schemas.openxmlformats.org/officeDocument/2006/relationships/image" Target="../media/image78.png"/><Relationship Id="rId221" Type="http://schemas.openxmlformats.org/officeDocument/2006/relationships/customXml" Target="../ink/ink178.xml"/><Relationship Id="rId242" Type="http://schemas.openxmlformats.org/officeDocument/2006/relationships/image" Target="../media/image191.png"/><Relationship Id="rId263" Type="http://schemas.openxmlformats.org/officeDocument/2006/relationships/customXml" Target="../ink/ink199.xml"/><Relationship Id="rId284" Type="http://schemas.openxmlformats.org/officeDocument/2006/relationships/image" Target="../media/image212.png"/><Relationship Id="rId37" Type="http://schemas.openxmlformats.org/officeDocument/2006/relationships/customXml" Target="../ink/ink86.xml"/><Relationship Id="rId58" Type="http://schemas.openxmlformats.org/officeDocument/2006/relationships/image" Target="../media/image99.png"/><Relationship Id="rId79" Type="http://schemas.openxmlformats.org/officeDocument/2006/relationships/customXml" Target="../ink/ink107.xml"/><Relationship Id="rId102" Type="http://schemas.openxmlformats.org/officeDocument/2006/relationships/image" Target="../media/image121.png"/><Relationship Id="rId123" Type="http://schemas.openxmlformats.org/officeDocument/2006/relationships/customXml" Target="../ink/ink129.xml"/><Relationship Id="rId144" Type="http://schemas.openxmlformats.org/officeDocument/2006/relationships/image" Target="../media/image142.png"/><Relationship Id="rId90" Type="http://schemas.openxmlformats.org/officeDocument/2006/relationships/image" Target="../media/image115.png"/><Relationship Id="rId165" Type="http://schemas.openxmlformats.org/officeDocument/2006/relationships/customXml" Target="../ink/ink150.xml"/><Relationship Id="rId186" Type="http://schemas.openxmlformats.org/officeDocument/2006/relationships/image" Target="../media/image163.png"/><Relationship Id="rId211" Type="http://schemas.openxmlformats.org/officeDocument/2006/relationships/customXml" Target="../ink/ink173.xml"/><Relationship Id="rId232" Type="http://schemas.openxmlformats.org/officeDocument/2006/relationships/image" Target="../media/image186.png"/><Relationship Id="rId253" Type="http://schemas.openxmlformats.org/officeDocument/2006/relationships/customXml" Target="../ink/ink194.xml"/><Relationship Id="rId274" Type="http://schemas.openxmlformats.org/officeDocument/2006/relationships/image" Target="../media/image207.png"/><Relationship Id="rId295" Type="http://schemas.openxmlformats.org/officeDocument/2006/relationships/customXml" Target="../ink/ink215.xml"/><Relationship Id="rId27" Type="http://schemas.openxmlformats.org/officeDocument/2006/relationships/customXml" Target="../ink/ink81.xml"/><Relationship Id="rId48" Type="http://schemas.openxmlformats.org/officeDocument/2006/relationships/image" Target="../media/image94.png"/><Relationship Id="rId69" Type="http://schemas.openxmlformats.org/officeDocument/2006/relationships/customXml" Target="../ink/ink102.xml"/><Relationship Id="rId113" Type="http://schemas.openxmlformats.org/officeDocument/2006/relationships/customXml" Target="../ink/ink124.xml"/><Relationship Id="rId134" Type="http://schemas.openxmlformats.org/officeDocument/2006/relationships/image" Target="../media/image137.png"/><Relationship Id="rId80" Type="http://schemas.openxmlformats.org/officeDocument/2006/relationships/image" Target="../media/image110.png"/><Relationship Id="rId155" Type="http://schemas.openxmlformats.org/officeDocument/2006/relationships/customXml" Target="../ink/ink145.xml"/><Relationship Id="rId176" Type="http://schemas.openxmlformats.org/officeDocument/2006/relationships/image" Target="../media/image158.png"/><Relationship Id="rId197" Type="http://schemas.openxmlformats.org/officeDocument/2006/relationships/customXml" Target="../ink/ink166.xml"/><Relationship Id="rId201" Type="http://schemas.openxmlformats.org/officeDocument/2006/relationships/customXml" Target="../ink/ink168.xml"/><Relationship Id="rId222" Type="http://schemas.openxmlformats.org/officeDocument/2006/relationships/image" Target="../media/image181.png"/><Relationship Id="rId243" Type="http://schemas.openxmlformats.org/officeDocument/2006/relationships/customXml" Target="../ink/ink189.xml"/><Relationship Id="rId264" Type="http://schemas.openxmlformats.org/officeDocument/2006/relationships/image" Target="../media/image202.png"/><Relationship Id="rId285" Type="http://schemas.openxmlformats.org/officeDocument/2006/relationships/customXml" Target="../ink/ink210.xml"/><Relationship Id="rId17" Type="http://schemas.openxmlformats.org/officeDocument/2006/relationships/customXml" Target="../ink/ink76.xml"/><Relationship Id="rId38" Type="http://schemas.openxmlformats.org/officeDocument/2006/relationships/image" Target="../media/image89.png"/><Relationship Id="rId59" Type="http://schemas.openxmlformats.org/officeDocument/2006/relationships/customXml" Target="../ink/ink97.xml"/><Relationship Id="rId103" Type="http://schemas.openxmlformats.org/officeDocument/2006/relationships/customXml" Target="../ink/ink119.xml"/><Relationship Id="rId124" Type="http://schemas.openxmlformats.org/officeDocument/2006/relationships/image" Target="../media/image132.png"/><Relationship Id="rId70" Type="http://schemas.openxmlformats.org/officeDocument/2006/relationships/image" Target="../media/image105.png"/><Relationship Id="rId91" Type="http://schemas.openxmlformats.org/officeDocument/2006/relationships/customXml" Target="../ink/ink113.xml"/><Relationship Id="rId145" Type="http://schemas.openxmlformats.org/officeDocument/2006/relationships/customXml" Target="../ink/ink140.xml"/><Relationship Id="rId166" Type="http://schemas.openxmlformats.org/officeDocument/2006/relationships/image" Target="../media/image153.png"/><Relationship Id="rId187" Type="http://schemas.openxmlformats.org/officeDocument/2006/relationships/customXml" Target="../ink/ink161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76.png"/><Relationship Id="rId233" Type="http://schemas.openxmlformats.org/officeDocument/2006/relationships/customXml" Target="../ink/ink184.xml"/><Relationship Id="rId254" Type="http://schemas.openxmlformats.org/officeDocument/2006/relationships/image" Target="../media/image197.png"/><Relationship Id="rId28" Type="http://schemas.openxmlformats.org/officeDocument/2006/relationships/image" Target="../media/image84.png"/><Relationship Id="rId49" Type="http://schemas.openxmlformats.org/officeDocument/2006/relationships/customXml" Target="../ink/ink92.xml"/><Relationship Id="rId114" Type="http://schemas.openxmlformats.org/officeDocument/2006/relationships/image" Target="../media/image127.png"/><Relationship Id="rId275" Type="http://schemas.openxmlformats.org/officeDocument/2006/relationships/customXml" Target="../ink/ink205.xml"/><Relationship Id="rId296" Type="http://schemas.openxmlformats.org/officeDocument/2006/relationships/image" Target="../media/image218.png"/><Relationship Id="rId300" Type="http://schemas.openxmlformats.org/officeDocument/2006/relationships/image" Target="../media/image220.png"/><Relationship Id="rId60" Type="http://schemas.openxmlformats.org/officeDocument/2006/relationships/image" Target="../media/image100.png"/><Relationship Id="rId81" Type="http://schemas.openxmlformats.org/officeDocument/2006/relationships/customXml" Target="../ink/ink108.xml"/><Relationship Id="rId135" Type="http://schemas.openxmlformats.org/officeDocument/2006/relationships/customXml" Target="../ink/ink135.xml"/><Relationship Id="rId156" Type="http://schemas.openxmlformats.org/officeDocument/2006/relationships/image" Target="../media/image148.png"/><Relationship Id="rId177" Type="http://schemas.openxmlformats.org/officeDocument/2006/relationships/customXml" Target="../ink/ink156.xml"/><Relationship Id="rId198" Type="http://schemas.openxmlformats.org/officeDocument/2006/relationships/image" Target="../media/image169.png"/><Relationship Id="rId202" Type="http://schemas.openxmlformats.org/officeDocument/2006/relationships/image" Target="../media/image171.png"/><Relationship Id="rId223" Type="http://schemas.openxmlformats.org/officeDocument/2006/relationships/customXml" Target="../ink/ink179.xml"/><Relationship Id="rId244" Type="http://schemas.openxmlformats.org/officeDocument/2006/relationships/image" Target="../media/image192.png"/><Relationship Id="rId18" Type="http://schemas.openxmlformats.org/officeDocument/2006/relationships/image" Target="../media/image79.png"/><Relationship Id="rId39" Type="http://schemas.openxmlformats.org/officeDocument/2006/relationships/customXml" Target="../ink/ink87.xml"/><Relationship Id="rId265" Type="http://schemas.openxmlformats.org/officeDocument/2006/relationships/customXml" Target="../ink/ink200.xml"/><Relationship Id="rId286" Type="http://schemas.openxmlformats.org/officeDocument/2006/relationships/image" Target="../media/image213.png"/><Relationship Id="rId50" Type="http://schemas.openxmlformats.org/officeDocument/2006/relationships/image" Target="../media/image95.png"/><Relationship Id="rId104" Type="http://schemas.openxmlformats.org/officeDocument/2006/relationships/image" Target="../media/image122.png"/><Relationship Id="rId125" Type="http://schemas.openxmlformats.org/officeDocument/2006/relationships/customXml" Target="../ink/ink130.xml"/><Relationship Id="rId146" Type="http://schemas.openxmlformats.org/officeDocument/2006/relationships/image" Target="../media/image143.png"/><Relationship Id="rId167" Type="http://schemas.openxmlformats.org/officeDocument/2006/relationships/customXml" Target="../ink/ink151.xml"/><Relationship Id="rId188" Type="http://schemas.openxmlformats.org/officeDocument/2006/relationships/image" Target="../media/image164.png"/><Relationship Id="rId71" Type="http://schemas.openxmlformats.org/officeDocument/2006/relationships/customXml" Target="../ink/ink103.xml"/><Relationship Id="rId92" Type="http://schemas.openxmlformats.org/officeDocument/2006/relationships/image" Target="../media/image116.png"/><Relationship Id="rId213" Type="http://schemas.openxmlformats.org/officeDocument/2006/relationships/customXml" Target="../ink/ink174.xml"/><Relationship Id="rId234" Type="http://schemas.openxmlformats.org/officeDocument/2006/relationships/image" Target="../media/image187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82.xml"/><Relationship Id="rId255" Type="http://schemas.openxmlformats.org/officeDocument/2006/relationships/customXml" Target="../ink/ink195.xml"/><Relationship Id="rId276" Type="http://schemas.openxmlformats.org/officeDocument/2006/relationships/image" Target="../media/image208.png"/><Relationship Id="rId297" Type="http://schemas.openxmlformats.org/officeDocument/2006/relationships/customXml" Target="../ink/ink216.xml"/><Relationship Id="rId40" Type="http://schemas.openxmlformats.org/officeDocument/2006/relationships/image" Target="../media/image90.png"/><Relationship Id="rId115" Type="http://schemas.openxmlformats.org/officeDocument/2006/relationships/customXml" Target="../ink/ink125.xml"/><Relationship Id="rId136" Type="http://schemas.openxmlformats.org/officeDocument/2006/relationships/image" Target="../media/image138.png"/><Relationship Id="rId157" Type="http://schemas.openxmlformats.org/officeDocument/2006/relationships/customXml" Target="../ink/ink146.xml"/><Relationship Id="rId178" Type="http://schemas.openxmlformats.org/officeDocument/2006/relationships/image" Target="../media/image159.png"/><Relationship Id="rId61" Type="http://schemas.openxmlformats.org/officeDocument/2006/relationships/customXml" Target="../ink/ink98.xml"/><Relationship Id="rId82" Type="http://schemas.openxmlformats.org/officeDocument/2006/relationships/image" Target="../media/image111.png"/><Relationship Id="rId199" Type="http://schemas.openxmlformats.org/officeDocument/2006/relationships/customXml" Target="../ink/ink167.xml"/><Relationship Id="rId203" Type="http://schemas.openxmlformats.org/officeDocument/2006/relationships/customXml" Target="../ink/ink169.xml"/><Relationship Id="rId19" Type="http://schemas.openxmlformats.org/officeDocument/2006/relationships/customXml" Target="../ink/ink77.xml"/><Relationship Id="rId224" Type="http://schemas.openxmlformats.org/officeDocument/2006/relationships/image" Target="../media/image182.png"/><Relationship Id="rId245" Type="http://schemas.openxmlformats.org/officeDocument/2006/relationships/customXml" Target="../ink/ink190.xml"/><Relationship Id="rId266" Type="http://schemas.openxmlformats.org/officeDocument/2006/relationships/image" Target="../media/image203.png"/><Relationship Id="rId287" Type="http://schemas.openxmlformats.org/officeDocument/2006/relationships/customXml" Target="../ink/ink211.xml"/><Relationship Id="rId30" Type="http://schemas.openxmlformats.org/officeDocument/2006/relationships/image" Target="../media/image85.png"/><Relationship Id="rId105" Type="http://schemas.openxmlformats.org/officeDocument/2006/relationships/customXml" Target="../ink/ink120.xml"/><Relationship Id="rId126" Type="http://schemas.openxmlformats.org/officeDocument/2006/relationships/image" Target="../media/image133.png"/><Relationship Id="rId147" Type="http://schemas.openxmlformats.org/officeDocument/2006/relationships/customXml" Target="../ink/ink141.xml"/><Relationship Id="rId168" Type="http://schemas.openxmlformats.org/officeDocument/2006/relationships/image" Target="../media/image154.png"/><Relationship Id="rId51" Type="http://schemas.openxmlformats.org/officeDocument/2006/relationships/customXml" Target="../ink/ink93.xml"/><Relationship Id="rId72" Type="http://schemas.openxmlformats.org/officeDocument/2006/relationships/image" Target="../media/image106.png"/><Relationship Id="rId93" Type="http://schemas.openxmlformats.org/officeDocument/2006/relationships/customXml" Target="../ink/ink114.xml"/><Relationship Id="rId189" Type="http://schemas.openxmlformats.org/officeDocument/2006/relationships/customXml" Target="../ink/ink162.xml"/><Relationship Id="rId3" Type="http://schemas.openxmlformats.org/officeDocument/2006/relationships/customXml" Target="../ink/ink69.xml"/><Relationship Id="rId214" Type="http://schemas.openxmlformats.org/officeDocument/2006/relationships/image" Target="../media/image177.png"/><Relationship Id="rId235" Type="http://schemas.openxmlformats.org/officeDocument/2006/relationships/customXml" Target="../ink/ink185.xml"/><Relationship Id="rId256" Type="http://schemas.openxmlformats.org/officeDocument/2006/relationships/image" Target="../media/image198.png"/><Relationship Id="rId277" Type="http://schemas.openxmlformats.org/officeDocument/2006/relationships/customXml" Target="../ink/ink206.xml"/><Relationship Id="rId298" Type="http://schemas.openxmlformats.org/officeDocument/2006/relationships/image" Target="../media/image219.png"/><Relationship Id="rId116" Type="http://schemas.openxmlformats.org/officeDocument/2006/relationships/image" Target="../media/image128.png"/><Relationship Id="rId137" Type="http://schemas.openxmlformats.org/officeDocument/2006/relationships/customXml" Target="../ink/ink136.xml"/><Relationship Id="rId158" Type="http://schemas.openxmlformats.org/officeDocument/2006/relationships/image" Target="../media/image149.png"/><Relationship Id="rId20" Type="http://schemas.openxmlformats.org/officeDocument/2006/relationships/image" Target="../media/image80.png"/><Relationship Id="rId41" Type="http://schemas.openxmlformats.org/officeDocument/2006/relationships/customXml" Target="../ink/ink88.xml"/><Relationship Id="rId62" Type="http://schemas.openxmlformats.org/officeDocument/2006/relationships/image" Target="../media/image101.png"/><Relationship Id="rId83" Type="http://schemas.openxmlformats.org/officeDocument/2006/relationships/customXml" Target="../ink/ink109.xml"/><Relationship Id="rId179" Type="http://schemas.openxmlformats.org/officeDocument/2006/relationships/customXml" Target="../ink/ink157.xml"/><Relationship Id="rId190" Type="http://schemas.openxmlformats.org/officeDocument/2006/relationships/image" Target="../media/image165.png"/><Relationship Id="rId204" Type="http://schemas.openxmlformats.org/officeDocument/2006/relationships/image" Target="../media/image172.png"/><Relationship Id="rId225" Type="http://schemas.openxmlformats.org/officeDocument/2006/relationships/customXml" Target="../ink/ink180.xml"/><Relationship Id="rId246" Type="http://schemas.openxmlformats.org/officeDocument/2006/relationships/image" Target="../media/image193.png"/><Relationship Id="rId267" Type="http://schemas.openxmlformats.org/officeDocument/2006/relationships/customXml" Target="../ink/ink201.xml"/><Relationship Id="rId288" Type="http://schemas.openxmlformats.org/officeDocument/2006/relationships/image" Target="../media/image214.png"/><Relationship Id="rId106" Type="http://schemas.openxmlformats.org/officeDocument/2006/relationships/image" Target="../media/image123.png"/><Relationship Id="rId127" Type="http://schemas.openxmlformats.org/officeDocument/2006/relationships/customXml" Target="../ink/ink131.xml"/><Relationship Id="rId10" Type="http://schemas.openxmlformats.org/officeDocument/2006/relationships/image" Target="../media/image75.png"/><Relationship Id="rId31" Type="http://schemas.openxmlformats.org/officeDocument/2006/relationships/customXml" Target="../ink/ink83.xml"/><Relationship Id="rId52" Type="http://schemas.openxmlformats.org/officeDocument/2006/relationships/image" Target="../media/image96.png"/><Relationship Id="rId73" Type="http://schemas.openxmlformats.org/officeDocument/2006/relationships/customXml" Target="../ink/ink104.xml"/><Relationship Id="rId94" Type="http://schemas.openxmlformats.org/officeDocument/2006/relationships/image" Target="../media/image117.png"/><Relationship Id="rId148" Type="http://schemas.openxmlformats.org/officeDocument/2006/relationships/image" Target="../media/image144.png"/><Relationship Id="rId169" Type="http://schemas.openxmlformats.org/officeDocument/2006/relationships/customXml" Target="../ink/ink152.xml"/><Relationship Id="rId4" Type="http://schemas.openxmlformats.org/officeDocument/2006/relationships/image" Target="../media/image72.png"/><Relationship Id="rId180" Type="http://schemas.openxmlformats.org/officeDocument/2006/relationships/image" Target="../media/image160.png"/><Relationship Id="rId215" Type="http://schemas.openxmlformats.org/officeDocument/2006/relationships/customXml" Target="../ink/ink175.xml"/><Relationship Id="rId236" Type="http://schemas.openxmlformats.org/officeDocument/2006/relationships/image" Target="../media/image188.png"/><Relationship Id="rId257" Type="http://schemas.openxmlformats.org/officeDocument/2006/relationships/customXml" Target="../ink/ink196.xml"/><Relationship Id="rId278" Type="http://schemas.openxmlformats.org/officeDocument/2006/relationships/image" Target="../media/image209.png"/><Relationship Id="rId42" Type="http://schemas.openxmlformats.org/officeDocument/2006/relationships/image" Target="../media/image91.png"/><Relationship Id="rId84" Type="http://schemas.openxmlformats.org/officeDocument/2006/relationships/image" Target="../media/image112.png"/><Relationship Id="rId138" Type="http://schemas.openxmlformats.org/officeDocument/2006/relationships/image" Target="../media/image139.png"/><Relationship Id="rId191" Type="http://schemas.openxmlformats.org/officeDocument/2006/relationships/customXml" Target="../ink/ink163.xml"/><Relationship Id="rId205" Type="http://schemas.openxmlformats.org/officeDocument/2006/relationships/customXml" Target="../ink/ink170.xml"/><Relationship Id="rId247" Type="http://schemas.openxmlformats.org/officeDocument/2006/relationships/customXml" Target="../ink/ink191.xml"/><Relationship Id="rId107" Type="http://schemas.openxmlformats.org/officeDocument/2006/relationships/customXml" Target="../ink/ink121.xml"/><Relationship Id="rId289" Type="http://schemas.openxmlformats.org/officeDocument/2006/relationships/customXml" Target="../ink/ink212.xml"/><Relationship Id="rId11" Type="http://schemas.openxmlformats.org/officeDocument/2006/relationships/customXml" Target="../ink/ink73.xml"/><Relationship Id="rId53" Type="http://schemas.openxmlformats.org/officeDocument/2006/relationships/customXml" Target="../ink/ink94.xml"/><Relationship Id="rId149" Type="http://schemas.openxmlformats.org/officeDocument/2006/relationships/customXml" Target="../ink/ink142.xml"/><Relationship Id="rId95" Type="http://schemas.openxmlformats.org/officeDocument/2006/relationships/customXml" Target="../ink/ink115.xml"/><Relationship Id="rId160" Type="http://schemas.openxmlformats.org/officeDocument/2006/relationships/image" Target="../media/image150.png"/><Relationship Id="rId216" Type="http://schemas.openxmlformats.org/officeDocument/2006/relationships/image" Target="../media/image178.png"/><Relationship Id="rId258" Type="http://schemas.openxmlformats.org/officeDocument/2006/relationships/image" Target="../media/image199.png"/><Relationship Id="rId22" Type="http://schemas.openxmlformats.org/officeDocument/2006/relationships/image" Target="../media/image81.png"/><Relationship Id="rId64" Type="http://schemas.openxmlformats.org/officeDocument/2006/relationships/image" Target="../media/image102.png"/><Relationship Id="rId118" Type="http://schemas.openxmlformats.org/officeDocument/2006/relationships/image" Target="../media/image129.png"/><Relationship Id="rId171" Type="http://schemas.openxmlformats.org/officeDocument/2006/relationships/customXml" Target="../ink/ink153.xml"/><Relationship Id="rId227" Type="http://schemas.openxmlformats.org/officeDocument/2006/relationships/customXml" Target="../ink/ink181.xml"/><Relationship Id="rId269" Type="http://schemas.openxmlformats.org/officeDocument/2006/relationships/customXml" Target="../ink/ink202.xml"/><Relationship Id="rId33" Type="http://schemas.openxmlformats.org/officeDocument/2006/relationships/customXml" Target="../ink/ink84.xml"/><Relationship Id="rId129" Type="http://schemas.openxmlformats.org/officeDocument/2006/relationships/customXml" Target="../ink/ink132.xml"/><Relationship Id="rId280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9.png"/><Relationship Id="rId21" Type="http://schemas.openxmlformats.org/officeDocument/2006/relationships/image" Target="../media/image231.png"/><Relationship Id="rId42" Type="http://schemas.openxmlformats.org/officeDocument/2006/relationships/customXml" Target="../ink/ink236.xml"/><Relationship Id="rId47" Type="http://schemas.openxmlformats.org/officeDocument/2006/relationships/image" Target="../media/image244.png"/><Relationship Id="rId63" Type="http://schemas.openxmlformats.org/officeDocument/2006/relationships/image" Target="../media/image252.png"/><Relationship Id="rId68" Type="http://schemas.openxmlformats.org/officeDocument/2006/relationships/customXml" Target="../ink/ink249.xml"/><Relationship Id="rId84" Type="http://schemas.openxmlformats.org/officeDocument/2006/relationships/customXml" Target="../ink/ink257.xml"/><Relationship Id="rId89" Type="http://schemas.openxmlformats.org/officeDocument/2006/relationships/image" Target="../media/image265.png"/><Relationship Id="rId112" Type="http://schemas.openxmlformats.org/officeDocument/2006/relationships/customXml" Target="../ink/ink271.xml"/><Relationship Id="rId16" Type="http://schemas.openxmlformats.org/officeDocument/2006/relationships/customXml" Target="../ink/ink223.xml"/><Relationship Id="rId107" Type="http://schemas.openxmlformats.org/officeDocument/2006/relationships/image" Target="../media/image274.png"/><Relationship Id="rId11" Type="http://schemas.openxmlformats.org/officeDocument/2006/relationships/image" Target="../media/image226.png"/><Relationship Id="rId32" Type="http://schemas.openxmlformats.org/officeDocument/2006/relationships/customXml" Target="../ink/ink231.xml"/><Relationship Id="rId37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customXml" Target="../ink/ink244.xml"/><Relationship Id="rId74" Type="http://schemas.openxmlformats.org/officeDocument/2006/relationships/customXml" Target="../ink/ink252.xml"/><Relationship Id="rId79" Type="http://schemas.openxmlformats.org/officeDocument/2006/relationships/image" Target="../media/image260.png"/><Relationship Id="rId102" Type="http://schemas.openxmlformats.org/officeDocument/2006/relationships/customXml" Target="../ink/ink266.xml"/><Relationship Id="rId123" Type="http://schemas.openxmlformats.org/officeDocument/2006/relationships/image" Target="../media/image282.png"/><Relationship Id="rId128" Type="http://schemas.openxmlformats.org/officeDocument/2006/relationships/customXml" Target="../ink/ink279.xml"/><Relationship Id="rId5" Type="http://schemas.openxmlformats.org/officeDocument/2006/relationships/image" Target="../media/image223.png"/><Relationship Id="rId90" Type="http://schemas.openxmlformats.org/officeDocument/2006/relationships/customXml" Target="../ink/ink260.xml"/><Relationship Id="rId95" Type="http://schemas.openxmlformats.org/officeDocument/2006/relationships/image" Target="../media/image268.png"/><Relationship Id="rId22" Type="http://schemas.openxmlformats.org/officeDocument/2006/relationships/customXml" Target="../ink/ink226.xml"/><Relationship Id="rId27" Type="http://schemas.openxmlformats.org/officeDocument/2006/relationships/image" Target="../media/image234.png"/><Relationship Id="rId43" Type="http://schemas.openxmlformats.org/officeDocument/2006/relationships/image" Target="../media/image242.png"/><Relationship Id="rId48" Type="http://schemas.openxmlformats.org/officeDocument/2006/relationships/customXml" Target="../ink/ink239.xml"/><Relationship Id="rId64" Type="http://schemas.openxmlformats.org/officeDocument/2006/relationships/customXml" Target="../ink/ink247.xml"/><Relationship Id="rId69" Type="http://schemas.openxmlformats.org/officeDocument/2006/relationships/image" Target="../media/image255.png"/><Relationship Id="rId113" Type="http://schemas.openxmlformats.org/officeDocument/2006/relationships/image" Target="../media/image277.png"/><Relationship Id="rId118" Type="http://schemas.openxmlformats.org/officeDocument/2006/relationships/customXml" Target="../ink/ink274.xml"/><Relationship Id="rId80" Type="http://schemas.openxmlformats.org/officeDocument/2006/relationships/customXml" Target="../ink/ink255.xml"/><Relationship Id="rId85" Type="http://schemas.openxmlformats.org/officeDocument/2006/relationships/image" Target="../media/image263.png"/><Relationship Id="rId12" Type="http://schemas.openxmlformats.org/officeDocument/2006/relationships/customXml" Target="../ink/ink221.xml"/><Relationship Id="rId17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customXml" Target="../ink/ink234.xml"/><Relationship Id="rId59" Type="http://schemas.openxmlformats.org/officeDocument/2006/relationships/image" Target="../media/image250.png"/><Relationship Id="rId103" Type="http://schemas.openxmlformats.org/officeDocument/2006/relationships/image" Target="../media/image272.png"/><Relationship Id="rId108" Type="http://schemas.openxmlformats.org/officeDocument/2006/relationships/customXml" Target="../ink/ink269.xml"/><Relationship Id="rId124" Type="http://schemas.openxmlformats.org/officeDocument/2006/relationships/customXml" Target="../ink/ink277.xml"/><Relationship Id="rId129" Type="http://schemas.openxmlformats.org/officeDocument/2006/relationships/image" Target="../media/image285.png"/><Relationship Id="rId54" Type="http://schemas.openxmlformats.org/officeDocument/2006/relationships/customXml" Target="../ink/ink242.xml"/><Relationship Id="rId70" Type="http://schemas.openxmlformats.org/officeDocument/2006/relationships/customXml" Target="../ink/ink250.xml"/><Relationship Id="rId75" Type="http://schemas.openxmlformats.org/officeDocument/2006/relationships/image" Target="../media/image258.png"/><Relationship Id="rId91" Type="http://schemas.openxmlformats.org/officeDocument/2006/relationships/image" Target="../media/image266.png"/><Relationship Id="rId96" Type="http://schemas.openxmlformats.org/officeDocument/2006/relationships/customXml" Target="../ink/ink26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8.xml"/><Relationship Id="rId23" Type="http://schemas.openxmlformats.org/officeDocument/2006/relationships/image" Target="../media/image232.png"/><Relationship Id="rId28" Type="http://schemas.openxmlformats.org/officeDocument/2006/relationships/customXml" Target="../ink/ink229.xml"/><Relationship Id="rId49" Type="http://schemas.openxmlformats.org/officeDocument/2006/relationships/image" Target="../media/image245.png"/><Relationship Id="rId114" Type="http://schemas.openxmlformats.org/officeDocument/2006/relationships/customXml" Target="../ink/ink272.xml"/><Relationship Id="rId119" Type="http://schemas.openxmlformats.org/officeDocument/2006/relationships/image" Target="../media/image280.png"/><Relationship Id="rId44" Type="http://schemas.openxmlformats.org/officeDocument/2006/relationships/customXml" Target="../ink/ink237.xml"/><Relationship Id="rId60" Type="http://schemas.openxmlformats.org/officeDocument/2006/relationships/customXml" Target="../ink/ink245.xml"/><Relationship Id="rId65" Type="http://schemas.openxmlformats.org/officeDocument/2006/relationships/image" Target="../media/image253.png"/><Relationship Id="rId81" Type="http://schemas.openxmlformats.org/officeDocument/2006/relationships/image" Target="../media/image261.png"/><Relationship Id="rId86" Type="http://schemas.openxmlformats.org/officeDocument/2006/relationships/customXml" Target="../ink/ink258.xml"/><Relationship Id="rId130" Type="http://schemas.openxmlformats.org/officeDocument/2006/relationships/customXml" Target="../ink/ink280.xml"/><Relationship Id="rId13" Type="http://schemas.openxmlformats.org/officeDocument/2006/relationships/image" Target="../media/image227.png"/><Relationship Id="rId18" Type="http://schemas.openxmlformats.org/officeDocument/2006/relationships/customXml" Target="../ink/ink224.xml"/><Relationship Id="rId39" Type="http://schemas.openxmlformats.org/officeDocument/2006/relationships/image" Target="../media/image240.png"/><Relationship Id="rId109" Type="http://schemas.openxmlformats.org/officeDocument/2006/relationships/image" Target="../media/image275.png"/><Relationship Id="rId34" Type="http://schemas.openxmlformats.org/officeDocument/2006/relationships/customXml" Target="../ink/ink232.xml"/><Relationship Id="rId50" Type="http://schemas.openxmlformats.org/officeDocument/2006/relationships/customXml" Target="../ink/ink240.xml"/><Relationship Id="rId55" Type="http://schemas.openxmlformats.org/officeDocument/2006/relationships/image" Target="../media/image248.png"/><Relationship Id="rId76" Type="http://schemas.openxmlformats.org/officeDocument/2006/relationships/customXml" Target="../ink/ink253.xml"/><Relationship Id="rId97" Type="http://schemas.openxmlformats.org/officeDocument/2006/relationships/image" Target="../media/image269.png"/><Relationship Id="rId104" Type="http://schemas.openxmlformats.org/officeDocument/2006/relationships/customXml" Target="../ink/ink267.xml"/><Relationship Id="rId120" Type="http://schemas.openxmlformats.org/officeDocument/2006/relationships/customXml" Target="../ink/ink275.xml"/><Relationship Id="rId125" Type="http://schemas.openxmlformats.org/officeDocument/2006/relationships/image" Target="../media/image283.png"/><Relationship Id="rId7" Type="http://schemas.openxmlformats.org/officeDocument/2006/relationships/image" Target="../media/image224.png"/><Relationship Id="rId71" Type="http://schemas.openxmlformats.org/officeDocument/2006/relationships/image" Target="../media/image256.png"/><Relationship Id="rId92" Type="http://schemas.openxmlformats.org/officeDocument/2006/relationships/customXml" Target="../ink/ink261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35.png"/><Relationship Id="rId24" Type="http://schemas.openxmlformats.org/officeDocument/2006/relationships/customXml" Target="../ink/ink227.xml"/><Relationship Id="rId40" Type="http://schemas.openxmlformats.org/officeDocument/2006/relationships/customXml" Target="../ink/ink235.xml"/><Relationship Id="rId45" Type="http://schemas.openxmlformats.org/officeDocument/2006/relationships/image" Target="../media/image243.png"/><Relationship Id="rId66" Type="http://schemas.openxmlformats.org/officeDocument/2006/relationships/customXml" Target="../ink/ink248.xml"/><Relationship Id="rId87" Type="http://schemas.openxmlformats.org/officeDocument/2006/relationships/image" Target="../media/image264.png"/><Relationship Id="rId110" Type="http://schemas.openxmlformats.org/officeDocument/2006/relationships/customXml" Target="../ink/ink270.xml"/><Relationship Id="rId115" Type="http://schemas.openxmlformats.org/officeDocument/2006/relationships/image" Target="../media/image278.png"/><Relationship Id="rId131" Type="http://schemas.openxmlformats.org/officeDocument/2006/relationships/image" Target="../media/image286.png"/><Relationship Id="rId61" Type="http://schemas.openxmlformats.org/officeDocument/2006/relationships/image" Target="../media/image251.png"/><Relationship Id="rId82" Type="http://schemas.openxmlformats.org/officeDocument/2006/relationships/customXml" Target="../ink/ink256.xml"/><Relationship Id="rId19" Type="http://schemas.openxmlformats.org/officeDocument/2006/relationships/image" Target="../media/image230.png"/><Relationship Id="rId14" Type="http://schemas.openxmlformats.org/officeDocument/2006/relationships/customXml" Target="../ink/ink222.xml"/><Relationship Id="rId30" Type="http://schemas.openxmlformats.org/officeDocument/2006/relationships/customXml" Target="../ink/ink230.xml"/><Relationship Id="rId35" Type="http://schemas.openxmlformats.org/officeDocument/2006/relationships/image" Target="../media/image238.png"/><Relationship Id="rId56" Type="http://schemas.openxmlformats.org/officeDocument/2006/relationships/customXml" Target="../ink/ink243.xml"/><Relationship Id="rId77" Type="http://schemas.openxmlformats.org/officeDocument/2006/relationships/image" Target="../media/image259.png"/><Relationship Id="rId100" Type="http://schemas.openxmlformats.org/officeDocument/2006/relationships/customXml" Target="../ink/ink265.xml"/><Relationship Id="rId105" Type="http://schemas.openxmlformats.org/officeDocument/2006/relationships/image" Target="../media/image273.png"/><Relationship Id="rId126" Type="http://schemas.openxmlformats.org/officeDocument/2006/relationships/customXml" Target="../ink/ink278.xml"/><Relationship Id="rId8" Type="http://schemas.openxmlformats.org/officeDocument/2006/relationships/customXml" Target="../ink/ink219.xml"/><Relationship Id="rId51" Type="http://schemas.openxmlformats.org/officeDocument/2006/relationships/image" Target="../media/image246.png"/><Relationship Id="rId72" Type="http://schemas.openxmlformats.org/officeDocument/2006/relationships/customXml" Target="../ink/ink251.xml"/><Relationship Id="rId93" Type="http://schemas.openxmlformats.org/officeDocument/2006/relationships/image" Target="../media/image267.png"/><Relationship Id="rId98" Type="http://schemas.openxmlformats.org/officeDocument/2006/relationships/customXml" Target="../ink/ink264.xml"/><Relationship Id="rId121" Type="http://schemas.openxmlformats.org/officeDocument/2006/relationships/image" Target="../media/image281.png"/><Relationship Id="rId3" Type="http://schemas.openxmlformats.org/officeDocument/2006/relationships/image" Target="../media/image221.png"/><Relationship Id="rId25" Type="http://schemas.openxmlformats.org/officeDocument/2006/relationships/image" Target="../media/image233.png"/><Relationship Id="rId46" Type="http://schemas.openxmlformats.org/officeDocument/2006/relationships/customXml" Target="../ink/ink238.xml"/><Relationship Id="rId67" Type="http://schemas.openxmlformats.org/officeDocument/2006/relationships/image" Target="../media/image254.png"/><Relationship Id="rId116" Type="http://schemas.openxmlformats.org/officeDocument/2006/relationships/customXml" Target="../ink/ink273.xml"/><Relationship Id="rId20" Type="http://schemas.openxmlformats.org/officeDocument/2006/relationships/customXml" Target="../ink/ink225.xml"/><Relationship Id="rId41" Type="http://schemas.openxmlformats.org/officeDocument/2006/relationships/image" Target="../media/image241.png"/><Relationship Id="rId62" Type="http://schemas.openxmlformats.org/officeDocument/2006/relationships/customXml" Target="../ink/ink246.xml"/><Relationship Id="rId83" Type="http://schemas.openxmlformats.org/officeDocument/2006/relationships/image" Target="../media/image262.png"/><Relationship Id="rId88" Type="http://schemas.openxmlformats.org/officeDocument/2006/relationships/customXml" Target="../ink/ink259.xml"/><Relationship Id="rId111" Type="http://schemas.openxmlformats.org/officeDocument/2006/relationships/image" Target="../media/image276.png"/><Relationship Id="rId15" Type="http://schemas.openxmlformats.org/officeDocument/2006/relationships/image" Target="../media/image228.png"/><Relationship Id="rId36" Type="http://schemas.openxmlformats.org/officeDocument/2006/relationships/customXml" Target="../ink/ink233.xml"/><Relationship Id="rId57" Type="http://schemas.openxmlformats.org/officeDocument/2006/relationships/image" Target="../media/image249.png"/><Relationship Id="rId106" Type="http://schemas.openxmlformats.org/officeDocument/2006/relationships/customXml" Target="../ink/ink268.xml"/><Relationship Id="rId127" Type="http://schemas.openxmlformats.org/officeDocument/2006/relationships/image" Target="../media/image284.png"/><Relationship Id="rId10" Type="http://schemas.openxmlformats.org/officeDocument/2006/relationships/customXml" Target="../ink/ink220.xml"/><Relationship Id="rId31" Type="http://schemas.openxmlformats.org/officeDocument/2006/relationships/image" Target="../media/image236.png"/><Relationship Id="rId52" Type="http://schemas.openxmlformats.org/officeDocument/2006/relationships/customXml" Target="../ink/ink241.xml"/><Relationship Id="rId73" Type="http://schemas.openxmlformats.org/officeDocument/2006/relationships/image" Target="../media/image257.png"/><Relationship Id="rId78" Type="http://schemas.openxmlformats.org/officeDocument/2006/relationships/customXml" Target="../ink/ink254.xml"/><Relationship Id="rId94" Type="http://schemas.openxmlformats.org/officeDocument/2006/relationships/customXml" Target="../ink/ink262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122" Type="http://schemas.openxmlformats.org/officeDocument/2006/relationships/customXml" Target="../ink/ink276.xml"/><Relationship Id="rId4" Type="http://schemas.openxmlformats.org/officeDocument/2006/relationships/image" Target="../media/image222.png"/><Relationship Id="rId9" Type="http://schemas.openxmlformats.org/officeDocument/2006/relationships/image" Target="../media/image225.png"/><Relationship Id="rId26" Type="http://schemas.openxmlformats.org/officeDocument/2006/relationships/customXml" Target="../ink/ink228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.png"/><Relationship Id="rId671" Type="http://schemas.openxmlformats.org/officeDocument/2006/relationships/image" Target="../media/image621.png"/><Relationship Id="rId769" Type="http://schemas.openxmlformats.org/officeDocument/2006/relationships/customXml" Target="../ink/ink665.xml"/><Relationship Id="rId21" Type="http://schemas.openxmlformats.org/officeDocument/2006/relationships/image" Target="../media/image296.png"/><Relationship Id="rId324" Type="http://schemas.openxmlformats.org/officeDocument/2006/relationships/customXml" Target="../ink/ink442.xml"/><Relationship Id="rId531" Type="http://schemas.openxmlformats.org/officeDocument/2006/relationships/image" Target="../media/image551.png"/><Relationship Id="rId629" Type="http://schemas.openxmlformats.org/officeDocument/2006/relationships/image" Target="../media/image600.png"/><Relationship Id="rId170" Type="http://schemas.openxmlformats.org/officeDocument/2006/relationships/customXml" Target="../ink/ink365.xml"/><Relationship Id="rId836" Type="http://schemas.openxmlformats.org/officeDocument/2006/relationships/image" Target="../media/image703.png"/><Relationship Id="rId268" Type="http://schemas.openxmlformats.org/officeDocument/2006/relationships/customXml" Target="../ink/ink414.xml"/><Relationship Id="rId475" Type="http://schemas.openxmlformats.org/officeDocument/2006/relationships/image" Target="../media/image523.png"/><Relationship Id="rId682" Type="http://schemas.openxmlformats.org/officeDocument/2006/relationships/customXml" Target="../ink/ink621.xml"/><Relationship Id="rId32" Type="http://schemas.openxmlformats.org/officeDocument/2006/relationships/customXml" Target="../ink/ink296.xml"/><Relationship Id="rId128" Type="http://schemas.openxmlformats.org/officeDocument/2006/relationships/customXml" Target="../ink/ink344.xml"/><Relationship Id="rId335" Type="http://schemas.openxmlformats.org/officeDocument/2006/relationships/image" Target="../media/image453.png"/><Relationship Id="rId542" Type="http://schemas.openxmlformats.org/officeDocument/2006/relationships/customXml" Target="../ink/ink551.xml"/><Relationship Id="rId181" Type="http://schemas.openxmlformats.org/officeDocument/2006/relationships/image" Target="../media/image376.png"/><Relationship Id="rId402" Type="http://schemas.openxmlformats.org/officeDocument/2006/relationships/customXml" Target="../ink/ink481.xml"/><Relationship Id="rId847" Type="http://schemas.openxmlformats.org/officeDocument/2006/relationships/customXml" Target="../ink/ink704.xml"/><Relationship Id="rId279" Type="http://schemas.openxmlformats.org/officeDocument/2006/relationships/image" Target="../media/image425.png"/><Relationship Id="rId486" Type="http://schemas.openxmlformats.org/officeDocument/2006/relationships/customXml" Target="../ink/ink523.xml"/><Relationship Id="rId693" Type="http://schemas.openxmlformats.org/officeDocument/2006/relationships/image" Target="../media/image632.png"/><Relationship Id="rId707" Type="http://schemas.openxmlformats.org/officeDocument/2006/relationships/image" Target="../media/image639.png"/><Relationship Id="rId43" Type="http://schemas.openxmlformats.org/officeDocument/2006/relationships/image" Target="../media/image307.png"/><Relationship Id="rId139" Type="http://schemas.openxmlformats.org/officeDocument/2006/relationships/image" Target="../media/image355.png"/><Relationship Id="rId346" Type="http://schemas.openxmlformats.org/officeDocument/2006/relationships/customXml" Target="../ink/ink453.xml"/><Relationship Id="rId553" Type="http://schemas.openxmlformats.org/officeDocument/2006/relationships/image" Target="../media/image562.png"/><Relationship Id="rId760" Type="http://schemas.openxmlformats.org/officeDocument/2006/relationships/image" Target="../media/image665.png"/><Relationship Id="rId192" Type="http://schemas.openxmlformats.org/officeDocument/2006/relationships/customXml" Target="../ink/ink376.xml"/><Relationship Id="rId206" Type="http://schemas.openxmlformats.org/officeDocument/2006/relationships/customXml" Target="../ink/ink383.xml"/><Relationship Id="rId413" Type="http://schemas.openxmlformats.org/officeDocument/2006/relationships/image" Target="../media/image492.png"/><Relationship Id="rId858" Type="http://schemas.openxmlformats.org/officeDocument/2006/relationships/image" Target="../media/image714.png"/><Relationship Id="rId497" Type="http://schemas.openxmlformats.org/officeDocument/2006/relationships/image" Target="../media/image534.png"/><Relationship Id="rId620" Type="http://schemas.openxmlformats.org/officeDocument/2006/relationships/customXml" Target="../ink/ink590.xml"/><Relationship Id="rId718" Type="http://schemas.openxmlformats.org/officeDocument/2006/relationships/customXml" Target="../ink/ink639.xml"/><Relationship Id="rId357" Type="http://schemas.openxmlformats.org/officeDocument/2006/relationships/image" Target="../media/image464.png"/><Relationship Id="rId54" Type="http://schemas.openxmlformats.org/officeDocument/2006/relationships/customXml" Target="../ink/ink307.xml"/><Relationship Id="rId217" Type="http://schemas.openxmlformats.org/officeDocument/2006/relationships/image" Target="../media/image394.png"/><Relationship Id="rId564" Type="http://schemas.openxmlformats.org/officeDocument/2006/relationships/customXml" Target="../ink/ink562.xml"/><Relationship Id="rId771" Type="http://schemas.openxmlformats.org/officeDocument/2006/relationships/customXml" Target="../ink/ink666.xml"/><Relationship Id="rId869" Type="http://schemas.openxmlformats.org/officeDocument/2006/relationships/customXml" Target="../ink/ink715.xml"/><Relationship Id="rId424" Type="http://schemas.openxmlformats.org/officeDocument/2006/relationships/customXml" Target="../ink/ink492.xml"/><Relationship Id="rId631" Type="http://schemas.openxmlformats.org/officeDocument/2006/relationships/image" Target="../media/image601.png"/><Relationship Id="rId729" Type="http://schemas.openxmlformats.org/officeDocument/2006/relationships/customXml" Target="../ink/ink645.xml"/><Relationship Id="rId270" Type="http://schemas.openxmlformats.org/officeDocument/2006/relationships/customXml" Target="../ink/ink415.xml"/><Relationship Id="rId65" Type="http://schemas.openxmlformats.org/officeDocument/2006/relationships/image" Target="../media/image318.png"/><Relationship Id="rId130" Type="http://schemas.openxmlformats.org/officeDocument/2006/relationships/customXml" Target="../ink/ink345.xml"/><Relationship Id="rId368" Type="http://schemas.openxmlformats.org/officeDocument/2006/relationships/customXml" Target="../ink/ink464.xml"/><Relationship Id="rId575" Type="http://schemas.openxmlformats.org/officeDocument/2006/relationships/image" Target="../media/image573.png"/><Relationship Id="rId782" Type="http://schemas.openxmlformats.org/officeDocument/2006/relationships/image" Target="../media/image676.png"/><Relationship Id="rId228" Type="http://schemas.openxmlformats.org/officeDocument/2006/relationships/customXml" Target="../ink/ink394.xml"/><Relationship Id="rId435" Type="http://schemas.openxmlformats.org/officeDocument/2006/relationships/image" Target="../media/image503.png"/><Relationship Id="rId642" Type="http://schemas.openxmlformats.org/officeDocument/2006/relationships/customXml" Target="../ink/ink601.xml"/><Relationship Id="rId281" Type="http://schemas.openxmlformats.org/officeDocument/2006/relationships/image" Target="../media/image426.png"/><Relationship Id="rId502" Type="http://schemas.openxmlformats.org/officeDocument/2006/relationships/customXml" Target="../ink/ink531.xml"/><Relationship Id="rId76" Type="http://schemas.openxmlformats.org/officeDocument/2006/relationships/customXml" Target="../ink/ink318.xml"/><Relationship Id="rId141" Type="http://schemas.openxmlformats.org/officeDocument/2006/relationships/image" Target="../media/image356.png"/><Relationship Id="rId379" Type="http://schemas.openxmlformats.org/officeDocument/2006/relationships/image" Target="../media/image475.png"/><Relationship Id="rId586" Type="http://schemas.openxmlformats.org/officeDocument/2006/relationships/customXml" Target="../ink/ink573.xml"/><Relationship Id="rId793" Type="http://schemas.openxmlformats.org/officeDocument/2006/relationships/customXml" Target="../ink/ink677.xml"/><Relationship Id="rId807" Type="http://schemas.openxmlformats.org/officeDocument/2006/relationships/customXml" Target="../ink/ink684.xml"/><Relationship Id="rId7" Type="http://schemas.openxmlformats.org/officeDocument/2006/relationships/image" Target="../media/image289.png"/><Relationship Id="rId239" Type="http://schemas.openxmlformats.org/officeDocument/2006/relationships/image" Target="../media/image405.png"/><Relationship Id="rId446" Type="http://schemas.openxmlformats.org/officeDocument/2006/relationships/customXml" Target="../ink/ink503.xml"/><Relationship Id="rId653" Type="http://schemas.openxmlformats.org/officeDocument/2006/relationships/image" Target="../media/image612.png"/><Relationship Id="rId292" Type="http://schemas.openxmlformats.org/officeDocument/2006/relationships/customXml" Target="../ink/ink426.xml"/><Relationship Id="rId306" Type="http://schemas.openxmlformats.org/officeDocument/2006/relationships/customXml" Target="../ink/ink433.xml"/><Relationship Id="rId860" Type="http://schemas.openxmlformats.org/officeDocument/2006/relationships/image" Target="../media/image715.png"/><Relationship Id="rId87" Type="http://schemas.openxmlformats.org/officeDocument/2006/relationships/image" Target="../media/image329.png"/><Relationship Id="rId513" Type="http://schemas.openxmlformats.org/officeDocument/2006/relationships/image" Target="../media/image542.png"/><Relationship Id="rId597" Type="http://schemas.openxmlformats.org/officeDocument/2006/relationships/image" Target="../media/image584.png"/><Relationship Id="rId720" Type="http://schemas.openxmlformats.org/officeDocument/2006/relationships/customXml" Target="../ink/ink640.xml"/><Relationship Id="rId818" Type="http://schemas.openxmlformats.org/officeDocument/2006/relationships/image" Target="../media/image694.png"/><Relationship Id="rId152" Type="http://schemas.openxmlformats.org/officeDocument/2006/relationships/customXml" Target="../ink/ink356.xml"/><Relationship Id="rId457" Type="http://schemas.openxmlformats.org/officeDocument/2006/relationships/image" Target="../media/image514.png"/><Relationship Id="rId664" Type="http://schemas.openxmlformats.org/officeDocument/2006/relationships/customXml" Target="../ink/ink612.xml"/><Relationship Id="rId871" Type="http://schemas.openxmlformats.org/officeDocument/2006/relationships/customXml" Target="../ink/ink716.xml"/><Relationship Id="rId14" Type="http://schemas.openxmlformats.org/officeDocument/2006/relationships/customXml" Target="../ink/ink287.xml"/><Relationship Id="rId317" Type="http://schemas.openxmlformats.org/officeDocument/2006/relationships/image" Target="../media/image444.png"/><Relationship Id="rId524" Type="http://schemas.openxmlformats.org/officeDocument/2006/relationships/customXml" Target="../ink/ink542.xml"/><Relationship Id="rId731" Type="http://schemas.openxmlformats.org/officeDocument/2006/relationships/customXml" Target="../ink/ink646.xml"/><Relationship Id="rId98" Type="http://schemas.openxmlformats.org/officeDocument/2006/relationships/customXml" Target="../ink/ink329.xml"/><Relationship Id="rId163" Type="http://schemas.openxmlformats.org/officeDocument/2006/relationships/image" Target="../media/image367.png"/><Relationship Id="rId370" Type="http://schemas.openxmlformats.org/officeDocument/2006/relationships/customXml" Target="../ink/ink465.xml"/><Relationship Id="rId829" Type="http://schemas.openxmlformats.org/officeDocument/2006/relationships/customXml" Target="../ink/ink695.xml"/><Relationship Id="rId230" Type="http://schemas.openxmlformats.org/officeDocument/2006/relationships/customXml" Target="../ink/ink395.xml"/><Relationship Id="rId468" Type="http://schemas.openxmlformats.org/officeDocument/2006/relationships/customXml" Target="../ink/ink514.xml"/><Relationship Id="rId675" Type="http://schemas.openxmlformats.org/officeDocument/2006/relationships/image" Target="../media/image623.png"/><Relationship Id="rId25" Type="http://schemas.openxmlformats.org/officeDocument/2006/relationships/image" Target="../media/image298.png"/><Relationship Id="rId328" Type="http://schemas.openxmlformats.org/officeDocument/2006/relationships/customXml" Target="../ink/ink444.xml"/><Relationship Id="rId535" Type="http://schemas.openxmlformats.org/officeDocument/2006/relationships/image" Target="../media/image553.png"/><Relationship Id="rId742" Type="http://schemas.openxmlformats.org/officeDocument/2006/relationships/image" Target="../media/image656.png"/><Relationship Id="rId174" Type="http://schemas.openxmlformats.org/officeDocument/2006/relationships/customXml" Target="../ink/ink367.xml"/><Relationship Id="rId381" Type="http://schemas.openxmlformats.org/officeDocument/2006/relationships/image" Target="../media/image476.png"/><Relationship Id="rId602" Type="http://schemas.openxmlformats.org/officeDocument/2006/relationships/customXml" Target="../ink/ink581.xml"/><Relationship Id="rId241" Type="http://schemas.openxmlformats.org/officeDocument/2006/relationships/image" Target="../media/image406.png"/><Relationship Id="rId479" Type="http://schemas.openxmlformats.org/officeDocument/2006/relationships/image" Target="../media/image525.png"/><Relationship Id="rId686" Type="http://schemas.openxmlformats.org/officeDocument/2006/relationships/customXml" Target="../ink/ink623.xml"/><Relationship Id="rId36" Type="http://schemas.openxmlformats.org/officeDocument/2006/relationships/customXml" Target="../ink/ink298.xml"/><Relationship Id="rId339" Type="http://schemas.openxmlformats.org/officeDocument/2006/relationships/image" Target="../media/image455.png"/><Relationship Id="rId546" Type="http://schemas.openxmlformats.org/officeDocument/2006/relationships/customXml" Target="../ink/ink553.xml"/><Relationship Id="rId753" Type="http://schemas.openxmlformats.org/officeDocument/2006/relationships/customXml" Target="../ink/ink657.xml"/><Relationship Id="rId101" Type="http://schemas.openxmlformats.org/officeDocument/2006/relationships/image" Target="../media/image336.png"/><Relationship Id="rId185" Type="http://schemas.openxmlformats.org/officeDocument/2006/relationships/image" Target="../media/image378.png"/><Relationship Id="rId406" Type="http://schemas.openxmlformats.org/officeDocument/2006/relationships/customXml" Target="../ink/ink483.xml"/><Relationship Id="rId392" Type="http://schemas.openxmlformats.org/officeDocument/2006/relationships/customXml" Target="../ink/ink476.xml"/><Relationship Id="rId613" Type="http://schemas.openxmlformats.org/officeDocument/2006/relationships/image" Target="../media/image592.png"/><Relationship Id="rId697" Type="http://schemas.openxmlformats.org/officeDocument/2006/relationships/image" Target="../media/image634.png"/><Relationship Id="rId820" Type="http://schemas.openxmlformats.org/officeDocument/2006/relationships/image" Target="../media/image695.png"/><Relationship Id="rId252" Type="http://schemas.openxmlformats.org/officeDocument/2006/relationships/customXml" Target="../ink/ink406.xml"/><Relationship Id="rId47" Type="http://schemas.openxmlformats.org/officeDocument/2006/relationships/image" Target="../media/image309.png"/><Relationship Id="rId112" Type="http://schemas.openxmlformats.org/officeDocument/2006/relationships/customXml" Target="../ink/ink336.xml"/><Relationship Id="rId557" Type="http://schemas.openxmlformats.org/officeDocument/2006/relationships/image" Target="../media/image564.png"/><Relationship Id="rId764" Type="http://schemas.openxmlformats.org/officeDocument/2006/relationships/image" Target="../media/image667.png"/><Relationship Id="rId196" Type="http://schemas.openxmlformats.org/officeDocument/2006/relationships/customXml" Target="../ink/ink378.xml"/><Relationship Id="rId417" Type="http://schemas.openxmlformats.org/officeDocument/2006/relationships/image" Target="../media/image494.png"/><Relationship Id="rId624" Type="http://schemas.openxmlformats.org/officeDocument/2006/relationships/customXml" Target="../ink/ink592.xml"/><Relationship Id="rId831" Type="http://schemas.openxmlformats.org/officeDocument/2006/relationships/customXml" Target="../ink/ink696.xml"/><Relationship Id="rId263" Type="http://schemas.openxmlformats.org/officeDocument/2006/relationships/image" Target="../media/image417.png"/><Relationship Id="rId470" Type="http://schemas.openxmlformats.org/officeDocument/2006/relationships/customXml" Target="../ink/ink515.xml"/><Relationship Id="rId58" Type="http://schemas.openxmlformats.org/officeDocument/2006/relationships/customXml" Target="../ink/ink309.xml"/><Relationship Id="rId123" Type="http://schemas.openxmlformats.org/officeDocument/2006/relationships/image" Target="../media/image347.png"/><Relationship Id="rId330" Type="http://schemas.openxmlformats.org/officeDocument/2006/relationships/customXml" Target="../ink/ink445.xml"/><Relationship Id="rId568" Type="http://schemas.openxmlformats.org/officeDocument/2006/relationships/customXml" Target="../ink/ink564.xml"/><Relationship Id="rId775" Type="http://schemas.openxmlformats.org/officeDocument/2006/relationships/customXml" Target="../ink/ink668.xml"/><Relationship Id="rId428" Type="http://schemas.openxmlformats.org/officeDocument/2006/relationships/customXml" Target="../ink/ink494.xml"/><Relationship Id="rId635" Type="http://schemas.openxmlformats.org/officeDocument/2006/relationships/image" Target="../media/image603.png"/><Relationship Id="rId842" Type="http://schemas.openxmlformats.org/officeDocument/2006/relationships/image" Target="../media/image706.png"/><Relationship Id="rId274" Type="http://schemas.openxmlformats.org/officeDocument/2006/relationships/customXml" Target="../ink/ink417.xml"/><Relationship Id="rId481" Type="http://schemas.openxmlformats.org/officeDocument/2006/relationships/image" Target="../media/image526.png"/><Relationship Id="rId702" Type="http://schemas.openxmlformats.org/officeDocument/2006/relationships/customXml" Target="../ink/ink631.xml"/><Relationship Id="rId69" Type="http://schemas.openxmlformats.org/officeDocument/2006/relationships/image" Target="../media/image320.png"/><Relationship Id="rId134" Type="http://schemas.openxmlformats.org/officeDocument/2006/relationships/customXml" Target="../ink/ink347.xml"/><Relationship Id="rId579" Type="http://schemas.openxmlformats.org/officeDocument/2006/relationships/image" Target="../media/image575.png"/><Relationship Id="rId786" Type="http://schemas.openxmlformats.org/officeDocument/2006/relationships/image" Target="../media/image678.png"/><Relationship Id="rId341" Type="http://schemas.openxmlformats.org/officeDocument/2006/relationships/image" Target="../media/image456.png"/><Relationship Id="rId439" Type="http://schemas.openxmlformats.org/officeDocument/2006/relationships/image" Target="../media/image505.png"/><Relationship Id="rId646" Type="http://schemas.openxmlformats.org/officeDocument/2006/relationships/customXml" Target="../ink/ink603.xml"/><Relationship Id="rId201" Type="http://schemas.openxmlformats.org/officeDocument/2006/relationships/image" Target="../media/image386.png"/><Relationship Id="rId285" Type="http://schemas.openxmlformats.org/officeDocument/2006/relationships/image" Target="../media/image428.png"/><Relationship Id="rId506" Type="http://schemas.openxmlformats.org/officeDocument/2006/relationships/customXml" Target="../ink/ink533.xml"/><Relationship Id="rId853" Type="http://schemas.openxmlformats.org/officeDocument/2006/relationships/customXml" Target="../ink/ink707.xml"/><Relationship Id="rId492" Type="http://schemas.openxmlformats.org/officeDocument/2006/relationships/customXml" Target="../ink/ink526.xml"/><Relationship Id="rId713" Type="http://schemas.openxmlformats.org/officeDocument/2006/relationships/image" Target="../media/image642.png"/><Relationship Id="rId797" Type="http://schemas.openxmlformats.org/officeDocument/2006/relationships/customXml" Target="../ink/ink679.xml"/><Relationship Id="rId145" Type="http://schemas.openxmlformats.org/officeDocument/2006/relationships/image" Target="../media/image358.png"/><Relationship Id="rId352" Type="http://schemas.openxmlformats.org/officeDocument/2006/relationships/customXml" Target="../ink/ink456.xml"/><Relationship Id="rId212" Type="http://schemas.openxmlformats.org/officeDocument/2006/relationships/customXml" Target="../ink/ink386.xml"/><Relationship Id="rId657" Type="http://schemas.openxmlformats.org/officeDocument/2006/relationships/image" Target="../media/image614.png"/><Relationship Id="rId864" Type="http://schemas.openxmlformats.org/officeDocument/2006/relationships/image" Target="../media/image717.png"/><Relationship Id="rId296" Type="http://schemas.openxmlformats.org/officeDocument/2006/relationships/customXml" Target="../ink/ink428.xml"/><Relationship Id="rId517" Type="http://schemas.openxmlformats.org/officeDocument/2006/relationships/image" Target="../media/image544.png"/><Relationship Id="rId724" Type="http://schemas.openxmlformats.org/officeDocument/2006/relationships/customXml" Target="../ink/ink642.xml"/><Relationship Id="rId60" Type="http://schemas.openxmlformats.org/officeDocument/2006/relationships/customXml" Target="../ink/ink310.xml"/><Relationship Id="rId156" Type="http://schemas.openxmlformats.org/officeDocument/2006/relationships/customXml" Target="../ink/ink358.xml"/><Relationship Id="rId363" Type="http://schemas.openxmlformats.org/officeDocument/2006/relationships/image" Target="../media/image467.png"/><Relationship Id="rId570" Type="http://schemas.openxmlformats.org/officeDocument/2006/relationships/customXml" Target="../ink/ink565.xml"/><Relationship Id="rId223" Type="http://schemas.openxmlformats.org/officeDocument/2006/relationships/image" Target="../media/image397.png"/><Relationship Id="rId430" Type="http://schemas.openxmlformats.org/officeDocument/2006/relationships/customXml" Target="../ink/ink495.xml"/><Relationship Id="rId668" Type="http://schemas.openxmlformats.org/officeDocument/2006/relationships/customXml" Target="../ink/ink614.xml"/><Relationship Id="rId18" Type="http://schemas.openxmlformats.org/officeDocument/2006/relationships/customXml" Target="../ink/ink289.xml"/><Relationship Id="rId528" Type="http://schemas.openxmlformats.org/officeDocument/2006/relationships/customXml" Target="../ink/ink544.xml"/><Relationship Id="rId735" Type="http://schemas.openxmlformats.org/officeDocument/2006/relationships/customXml" Target="../ink/ink648.xml"/><Relationship Id="rId167" Type="http://schemas.openxmlformats.org/officeDocument/2006/relationships/image" Target="../media/image369.png"/><Relationship Id="rId374" Type="http://schemas.openxmlformats.org/officeDocument/2006/relationships/customXml" Target="../ink/ink467.xml"/><Relationship Id="rId581" Type="http://schemas.openxmlformats.org/officeDocument/2006/relationships/image" Target="../media/image576.png"/><Relationship Id="rId71" Type="http://schemas.openxmlformats.org/officeDocument/2006/relationships/image" Target="../media/image321.png"/><Relationship Id="rId234" Type="http://schemas.openxmlformats.org/officeDocument/2006/relationships/customXml" Target="../ink/ink397.xml"/><Relationship Id="rId679" Type="http://schemas.openxmlformats.org/officeDocument/2006/relationships/image" Target="../media/image625.png"/><Relationship Id="rId802" Type="http://schemas.openxmlformats.org/officeDocument/2006/relationships/image" Target="../media/image686.png"/><Relationship Id="rId2" Type="http://schemas.openxmlformats.org/officeDocument/2006/relationships/customXml" Target="../ink/ink281.xml"/><Relationship Id="rId29" Type="http://schemas.openxmlformats.org/officeDocument/2006/relationships/image" Target="../media/image300.png"/><Relationship Id="rId441" Type="http://schemas.openxmlformats.org/officeDocument/2006/relationships/image" Target="../media/image506.png"/><Relationship Id="rId539" Type="http://schemas.openxmlformats.org/officeDocument/2006/relationships/image" Target="../media/image555.png"/><Relationship Id="rId746" Type="http://schemas.openxmlformats.org/officeDocument/2006/relationships/image" Target="../media/image658.png"/><Relationship Id="rId178" Type="http://schemas.openxmlformats.org/officeDocument/2006/relationships/customXml" Target="../ink/ink369.xml"/><Relationship Id="rId301" Type="http://schemas.openxmlformats.org/officeDocument/2006/relationships/image" Target="../media/image436.png"/><Relationship Id="rId82" Type="http://schemas.openxmlformats.org/officeDocument/2006/relationships/customXml" Target="../ink/ink321.xml"/><Relationship Id="rId385" Type="http://schemas.openxmlformats.org/officeDocument/2006/relationships/image" Target="../media/image478.png"/><Relationship Id="rId592" Type="http://schemas.openxmlformats.org/officeDocument/2006/relationships/customXml" Target="../ink/ink576.xml"/><Relationship Id="rId606" Type="http://schemas.openxmlformats.org/officeDocument/2006/relationships/customXml" Target="../ink/ink583.xml"/><Relationship Id="rId813" Type="http://schemas.openxmlformats.org/officeDocument/2006/relationships/customXml" Target="../ink/ink687.xml"/><Relationship Id="rId245" Type="http://schemas.openxmlformats.org/officeDocument/2006/relationships/image" Target="../media/image408.png"/><Relationship Id="rId452" Type="http://schemas.openxmlformats.org/officeDocument/2006/relationships/customXml" Target="../ink/ink506.xml"/><Relationship Id="rId105" Type="http://schemas.openxmlformats.org/officeDocument/2006/relationships/image" Target="../media/image338.png"/><Relationship Id="rId312" Type="http://schemas.openxmlformats.org/officeDocument/2006/relationships/customXml" Target="../ink/ink436.xml"/><Relationship Id="rId757" Type="http://schemas.openxmlformats.org/officeDocument/2006/relationships/customXml" Target="../ink/ink659.xml"/><Relationship Id="rId93" Type="http://schemas.openxmlformats.org/officeDocument/2006/relationships/image" Target="../media/image332.png"/><Relationship Id="rId189" Type="http://schemas.openxmlformats.org/officeDocument/2006/relationships/image" Target="../media/image380.png"/><Relationship Id="rId396" Type="http://schemas.openxmlformats.org/officeDocument/2006/relationships/customXml" Target="../ink/ink478.xml"/><Relationship Id="rId617" Type="http://schemas.openxmlformats.org/officeDocument/2006/relationships/image" Target="../media/image594.png"/><Relationship Id="rId824" Type="http://schemas.openxmlformats.org/officeDocument/2006/relationships/image" Target="../media/image697.png"/><Relationship Id="rId256" Type="http://schemas.openxmlformats.org/officeDocument/2006/relationships/customXml" Target="../ink/ink408.xml"/><Relationship Id="rId463" Type="http://schemas.openxmlformats.org/officeDocument/2006/relationships/image" Target="../media/image517.png"/><Relationship Id="rId670" Type="http://schemas.openxmlformats.org/officeDocument/2006/relationships/customXml" Target="../ink/ink615.xml"/><Relationship Id="rId116" Type="http://schemas.openxmlformats.org/officeDocument/2006/relationships/customXml" Target="../ink/ink338.xml"/><Relationship Id="rId323" Type="http://schemas.openxmlformats.org/officeDocument/2006/relationships/image" Target="../media/image447.png"/><Relationship Id="rId530" Type="http://schemas.openxmlformats.org/officeDocument/2006/relationships/customXml" Target="../ink/ink545.xml"/><Relationship Id="rId768" Type="http://schemas.openxmlformats.org/officeDocument/2006/relationships/image" Target="../media/image669.png"/><Relationship Id="rId20" Type="http://schemas.openxmlformats.org/officeDocument/2006/relationships/customXml" Target="../ink/ink290.xml"/><Relationship Id="rId628" Type="http://schemas.openxmlformats.org/officeDocument/2006/relationships/customXml" Target="../ink/ink594.xml"/><Relationship Id="rId835" Type="http://schemas.openxmlformats.org/officeDocument/2006/relationships/customXml" Target="../ink/ink698.xml"/><Relationship Id="rId267" Type="http://schemas.openxmlformats.org/officeDocument/2006/relationships/image" Target="../media/image419.png"/><Relationship Id="rId474" Type="http://schemas.openxmlformats.org/officeDocument/2006/relationships/customXml" Target="../ink/ink517.xml"/><Relationship Id="rId127" Type="http://schemas.openxmlformats.org/officeDocument/2006/relationships/image" Target="../media/image349.png"/><Relationship Id="rId681" Type="http://schemas.openxmlformats.org/officeDocument/2006/relationships/image" Target="../media/image626.png"/><Relationship Id="rId779" Type="http://schemas.openxmlformats.org/officeDocument/2006/relationships/customXml" Target="../ink/ink670.xml"/><Relationship Id="rId31" Type="http://schemas.openxmlformats.org/officeDocument/2006/relationships/image" Target="../media/image301.png"/><Relationship Id="rId334" Type="http://schemas.openxmlformats.org/officeDocument/2006/relationships/customXml" Target="../ink/ink447.xml"/><Relationship Id="rId541" Type="http://schemas.openxmlformats.org/officeDocument/2006/relationships/image" Target="../media/image556.png"/><Relationship Id="rId639" Type="http://schemas.openxmlformats.org/officeDocument/2006/relationships/image" Target="../media/image605.png"/><Relationship Id="rId180" Type="http://schemas.openxmlformats.org/officeDocument/2006/relationships/customXml" Target="../ink/ink370.xml"/><Relationship Id="rId278" Type="http://schemas.openxmlformats.org/officeDocument/2006/relationships/customXml" Target="../ink/ink419.xml"/><Relationship Id="rId401" Type="http://schemas.openxmlformats.org/officeDocument/2006/relationships/image" Target="../media/image486.png"/><Relationship Id="rId846" Type="http://schemas.openxmlformats.org/officeDocument/2006/relationships/image" Target="../media/image708.png"/><Relationship Id="rId485" Type="http://schemas.openxmlformats.org/officeDocument/2006/relationships/image" Target="../media/image528.png"/><Relationship Id="rId692" Type="http://schemas.openxmlformats.org/officeDocument/2006/relationships/customXml" Target="../ink/ink626.xml"/><Relationship Id="rId706" Type="http://schemas.openxmlformats.org/officeDocument/2006/relationships/customXml" Target="../ink/ink633.xml"/><Relationship Id="rId42" Type="http://schemas.openxmlformats.org/officeDocument/2006/relationships/customXml" Target="../ink/ink301.xml"/><Relationship Id="rId138" Type="http://schemas.openxmlformats.org/officeDocument/2006/relationships/customXml" Target="../ink/ink349.xml"/><Relationship Id="rId345" Type="http://schemas.openxmlformats.org/officeDocument/2006/relationships/image" Target="../media/image458.png"/><Relationship Id="rId552" Type="http://schemas.openxmlformats.org/officeDocument/2006/relationships/customXml" Target="../ink/ink556.xml"/><Relationship Id="rId191" Type="http://schemas.openxmlformats.org/officeDocument/2006/relationships/image" Target="../media/image381.png"/><Relationship Id="rId205" Type="http://schemas.openxmlformats.org/officeDocument/2006/relationships/image" Target="../media/image388.png"/><Relationship Id="rId412" Type="http://schemas.openxmlformats.org/officeDocument/2006/relationships/customXml" Target="../ink/ink486.xml"/><Relationship Id="rId857" Type="http://schemas.openxmlformats.org/officeDocument/2006/relationships/customXml" Target="../ink/ink709.xml"/><Relationship Id="rId289" Type="http://schemas.openxmlformats.org/officeDocument/2006/relationships/image" Target="../media/image430.png"/><Relationship Id="rId496" Type="http://schemas.openxmlformats.org/officeDocument/2006/relationships/customXml" Target="../ink/ink528.xml"/><Relationship Id="rId717" Type="http://schemas.openxmlformats.org/officeDocument/2006/relationships/image" Target="../media/image644.png"/><Relationship Id="rId53" Type="http://schemas.openxmlformats.org/officeDocument/2006/relationships/image" Target="../media/image312.png"/><Relationship Id="rId149" Type="http://schemas.openxmlformats.org/officeDocument/2006/relationships/image" Target="../media/image360.png"/><Relationship Id="rId356" Type="http://schemas.openxmlformats.org/officeDocument/2006/relationships/customXml" Target="../ink/ink458.xml"/><Relationship Id="rId563" Type="http://schemas.openxmlformats.org/officeDocument/2006/relationships/image" Target="../media/image567.png"/><Relationship Id="rId770" Type="http://schemas.openxmlformats.org/officeDocument/2006/relationships/image" Target="../media/image670.png"/><Relationship Id="rId216" Type="http://schemas.openxmlformats.org/officeDocument/2006/relationships/customXml" Target="../ink/ink388.xml"/><Relationship Id="rId423" Type="http://schemas.openxmlformats.org/officeDocument/2006/relationships/image" Target="../media/image497.png"/><Relationship Id="rId868" Type="http://schemas.openxmlformats.org/officeDocument/2006/relationships/image" Target="../media/image719.png"/><Relationship Id="rId630" Type="http://schemas.openxmlformats.org/officeDocument/2006/relationships/customXml" Target="../ink/ink595.xml"/><Relationship Id="rId728" Type="http://schemas.openxmlformats.org/officeDocument/2006/relationships/customXml" Target="../ink/ink644.xml"/><Relationship Id="rId64" Type="http://schemas.openxmlformats.org/officeDocument/2006/relationships/customXml" Target="../ink/ink312.xml"/><Relationship Id="rId367" Type="http://schemas.openxmlformats.org/officeDocument/2006/relationships/image" Target="../media/image469.png"/><Relationship Id="rId574" Type="http://schemas.openxmlformats.org/officeDocument/2006/relationships/customXml" Target="../ink/ink567.xml"/><Relationship Id="rId227" Type="http://schemas.openxmlformats.org/officeDocument/2006/relationships/image" Target="../media/image399.png"/><Relationship Id="rId781" Type="http://schemas.openxmlformats.org/officeDocument/2006/relationships/customXml" Target="../ink/ink671.xml"/><Relationship Id="rId434" Type="http://schemas.openxmlformats.org/officeDocument/2006/relationships/customXml" Target="../ink/ink497.xml"/><Relationship Id="rId641" Type="http://schemas.openxmlformats.org/officeDocument/2006/relationships/image" Target="../media/image606.png"/><Relationship Id="rId739" Type="http://schemas.openxmlformats.org/officeDocument/2006/relationships/customXml" Target="../ink/ink650.xml"/><Relationship Id="rId280" Type="http://schemas.openxmlformats.org/officeDocument/2006/relationships/customXml" Target="../ink/ink420.xml"/><Relationship Id="rId501" Type="http://schemas.openxmlformats.org/officeDocument/2006/relationships/image" Target="../media/image536.png"/><Relationship Id="rId75" Type="http://schemas.openxmlformats.org/officeDocument/2006/relationships/image" Target="../media/image323.png"/><Relationship Id="rId140" Type="http://schemas.openxmlformats.org/officeDocument/2006/relationships/customXml" Target="../ink/ink350.xml"/><Relationship Id="rId378" Type="http://schemas.openxmlformats.org/officeDocument/2006/relationships/customXml" Target="../ink/ink469.xml"/><Relationship Id="rId585" Type="http://schemas.openxmlformats.org/officeDocument/2006/relationships/image" Target="../media/image578.png"/><Relationship Id="rId792" Type="http://schemas.openxmlformats.org/officeDocument/2006/relationships/image" Target="../media/image681.png"/><Relationship Id="rId806" Type="http://schemas.openxmlformats.org/officeDocument/2006/relationships/image" Target="../media/image688.png"/><Relationship Id="rId6" Type="http://schemas.openxmlformats.org/officeDocument/2006/relationships/customXml" Target="../ink/ink283.xml"/><Relationship Id="rId238" Type="http://schemas.openxmlformats.org/officeDocument/2006/relationships/customXml" Target="../ink/ink399.xml"/><Relationship Id="rId445" Type="http://schemas.openxmlformats.org/officeDocument/2006/relationships/image" Target="../media/image508.png"/><Relationship Id="rId652" Type="http://schemas.openxmlformats.org/officeDocument/2006/relationships/customXml" Target="../ink/ink606.xml"/><Relationship Id="rId291" Type="http://schemas.openxmlformats.org/officeDocument/2006/relationships/image" Target="../media/image431.png"/><Relationship Id="rId305" Type="http://schemas.openxmlformats.org/officeDocument/2006/relationships/image" Target="../media/image438.png"/><Relationship Id="rId512" Type="http://schemas.openxmlformats.org/officeDocument/2006/relationships/customXml" Target="../ink/ink536.xml"/><Relationship Id="rId86" Type="http://schemas.openxmlformats.org/officeDocument/2006/relationships/customXml" Target="../ink/ink323.xml"/><Relationship Id="rId151" Type="http://schemas.openxmlformats.org/officeDocument/2006/relationships/image" Target="../media/image361.png"/><Relationship Id="rId389" Type="http://schemas.openxmlformats.org/officeDocument/2006/relationships/image" Target="../media/image480.png"/><Relationship Id="rId596" Type="http://schemas.openxmlformats.org/officeDocument/2006/relationships/customXml" Target="../ink/ink578.xml"/><Relationship Id="rId817" Type="http://schemas.openxmlformats.org/officeDocument/2006/relationships/customXml" Target="../ink/ink689.xml"/><Relationship Id="rId249" Type="http://schemas.openxmlformats.org/officeDocument/2006/relationships/image" Target="../media/image410.png"/><Relationship Id="rId456" Type="http://schemas.openxmlformats.org/officeDocument/2006/relationships/customXml" Target="../ink/ink508.xml"/><Relationship Id="rId663" Type="http://schemas.openxmlformats.org/officeDocument/2006/relationships/image" Target="../media/image617.png"/><Relationship Id="rId870" Type="http://schemas.openxmlformats.org/officeDocument/2006/relationships/image" Target="../media/image720.png"/><Relationship Id="rId13" Type="http://schemas.openxmlformats.org/officeDocument/2006/relationships/image" Target="../media/image292.png"/><Relationship Id="rId109" Type="http://schemas.openxmlformats.org/officeDocument/2006/relationships/image" Target="../media/image340.png"/><Relationship Id="rId316" Type="http://schemas.openxmlformats.org/officeDocument/2006/relationships/customXml" Target="../ink/ink438.xml"/><Relationship Id="rId523" Type="http://schemas.openxmlformats.org/officeDocument/2006/relationships/image" Target="../media/image547.png"/><Relationship Id="rId97" Type="http://schemas.openxmlformats.org/officeDocument/2006/relationships/image" Target="../media/image334.png"/><Relationship Id="rId730" Type="http://schemas.openxmlformats.org/officeDocument/2006/relationships/image" Target="../media/image650.png"/><Relationship Id="rId828" Type="http://schemas.openxmlformats.org/officeDocument/2006/relationships/image" Target="../media/image699.png"/><Relationship Id="rId162" Type="http://schemas.openxmlformats.org/officeDocument/2006/relationships/customXml" Target="../ink/ink361.xml"/><Relationship Id="rId467" Type="http://schemas.openxmlformats.org/officeDocument/2006/relationships/image" Target="../media/image519.png"/><Relationship Id="rId674" Type="http://schemas.openxmlformats.org/officeDocument/2006/relationships/customXml" Target="../ink/ink617.xml"/><Relationship Id="rId24" Type="http://schemas.openxmlformats.org/officeDocument/2006/relationships/customXml" Target="../ink/ink292.xml"/><Relationship Id="rId327" Type="http://schemas.openxmlformats.org/officeDocument/2006/relationships/image" Target="../media/image449.png"/><Relationship Id="rId534" Type="http://schemas.openxmlformats.org/officeDocument/2006/relationships/customXml" Target="../ink/ink547.xml"/><Relationship Id="rId741" Type="http://schemas.openxmlformats.org/officeDocument/2006/relationships/customXml" Target="../ink/ink651.xml"/><Relationship Id="rId839" Type="http://schemas.openxmlformats.org/officeDocument/2006/relationships/customXml" Target="../ink/ink700.xml"/><Relationship Id="rId173" Type="http://schemas.openxmlformats.org/officeDocument/2006/relationships/image" Target="../media/image372.png"/><Relationship Id="rId380" Type="http://schemas.openxmlformats.org/officeDocument/2006/relationships/customXml" Target="../ink/ink470.xml"/><Relationship Id="rId601" Type="http://schemas.openxmlformats.org/officeDocument/2006/relationships/image" Target="../media/image586.png"/><Relationship Id="rId240" Type="http://schemas.openxmlformats.org/officeDocument/2006/relationships/customXml" Target="../ink/ink400.xml"/><Relationship Id="rId478" Type="http://schemas.openxmlformats.org/officeDocument/2006/relationships/customXml" Target="../ink/ink519.xml"/><Relationship Id="rId685" Type="http://schemas.openxmlformats.org/officeDocument/2006/relationships/image" Target="../media/image628.png"/><Relationship Id="rId35" Type="http://schemas.openxmlformats.org/officeDocument/2006/relationships/image" Target="../media/image303.png"/><Relationship Id="rId100" Type="http://schemas.openxmlformats.org/officeDocument/2006/relationships/customXml" Target="../ink/ink330.xml"/><Relationship Id="rId338" Type="http://schemas.openxmlformats.org/officeDocument/2006/relationships/customXml" Target="../ink/ink449.xml"/><Relationship Id="rId545" Type="http://schemas.openxmlformats.org/officeDocument/2006/relationships/image" Target="../media/image558.png"/><Relationship Id="rId752" Type="http://schemas.openxmlformats.org/officeDocument/2006/relationships/image" Target="../media/image661.png"/><Relationship Id="rId184" Type="http://schemas.openxmlformats.org/officeDocument/2006/relationships/customXml" Target="../ink/ink372.xml"/><Relationship Id="rId391" Type="http://schemas.openxmlformats.org/officeDocument/2006/relationships/image" Target="../media/image481.png"/><Relationship Id="rId405" Type="http://schemas.openxmlformats.org/officeDocument/2006/relationships/image" Target="../media/image488.png"/><Relationship Id="rId612" Type="http://schemas.openxmlformats.org/officeDocument/2006/relationships/customXml" Target="../ink/ink586.xml"/><Relationship Id="rId251" Type="http://schemas.openxmlformats.org/officeDocument/2006/relationships/image" Target="../media/image411.png"/><Relationship Id="rId489" Type="http://schemas.openxmlformats.org/officeDocument/2006/relationships/image" Target="../media/image530.png"/><Relationship Id="rId696" Type="http://schemas.openxmlformats.org/officeDocument/2006/relationships/customXml" Target="../ink/ink628.xml"/><Relationship Id="rId46" Type="http://schemas.openxmlformats.org/officeDocument/2006/relationships/customXml" Target="../ink/ink303.xml"/><Relationship Id="rId349" Type="http://schemas.openxmlformats.org/officeDocument/2006/relationships/image" Target="../media/image460.png"/><Relationship Id="rId556" Type="http://schemas.openxmlformats.org/officeDocument/2006/relationships/customXml" Target="../ink/ink558.xml"/><Relationship Id="rId763" Type="http://schemas.openxmlformats.org/officeDocument/2006/relationships/customXml" Target="../ink/ink662.xml"/><Relationship Id="rId88" Type="http://schemas.openxmlformats.org/officeDocument/2006/relationships/customXml" Target="../ink/ink324.xml"/><Relationship Id="rId111" Type="http://schemas.openxmlformats.org/officeDocument/2006/relationships/image" Target="../media/image341.png"/><Relationship Id="rId153" Type="http://schemas.openxmlformats.org/officeDocument/2006/relationships/image" Target="../media/image362.png"/><Relationship Id="rId195" Type="http://schemas.openxmlformats.org/officeDocument/2006/relationships/image" Target="../media/image383.png"/><Relationship Id="rId209" Type="http://schemas.openxmlformats.org/officeDocument/2006/relationships/image" Target="../media/image390.png"/><Relationship Id="rId360" Type="http://schemas.openxmlformats.org/officeDocument/2006/relationships/customXml" Target="../ink/ink460.xml"/><Relationship Id="rId416" Type="http://schemas.openxmlformats.org/officeDocument/2006/relationships/customXml" Target="../ink/ink488.xml"/><Relationship Id="rId598" Type="http://schemas.openxmlformats.org/officeDocument/2006/relationships/customXml" Target="../ink/ink579.xml"/><Relationship Id="rId819" Type="http://schemas.openxmlformats.org/officeDocument/2006/relationships/customXml" Target="../ink/ink690.xml"/><Relationship Id="rId220" Type="http://schemas.openxmlformats.org/officeDocument/2006/relationships/customXml" Target="../ink/ink390.xml"/><Relationship Id="rId458" Type="http://schemas.openxmlformats.org/officeDocument/2006/relationships/customXml" Target="../ink/ink509.xml"/><Relationship Id="rId623" Type="http://schemas.openxmlformats.org/officeDocument/2006/relationships/image" Target="../media/image597.png"/><Relationship Id="rId665" Type="http://schemas.openxmlformats.org/officeDocument/2006/relationships/image" Target="../media/image618.png"/><Relationship Id="rId830" Type="http://schemas.openxmlformats.org/officeDocument/2006/relationships/image" Target="../media/image700.png"/><Relationship Id="rId872" Type="http://schemas.openxmlformats.org/officeDocument/2006/relationships/image" Target="../media/image721.png"/><Relationship Id="rId15" Type="http://schemas.openxmlformats.org/officeDocument/2006/relationships/image" Target="../media/image293.png"/><Relationship Id="rId57" Type="http://schemas.openxmlformats.org/officeDocument/2006/relationships/image" Target="../media/image314.png"/><Relationship Id="rId262" Type="http://schemas.openxmlformats.org/officeDocument/2006/relationships/customXml" Target="../ink/ink411.xml"/><Relationship Id="rId318" Type="http://schemas.openxmlformats.org/officeDocument/2006/relationships/customXml" Target="../ink/ink439.xml"/><Relationship Id="rId525" Type="http://schemas.openxmlformats.org/officeDocument/2006/relationships/image" Target="../media/image548.png"/><Relationship Id="rId567" Type="http://schemas.openxmlformats.org/officeDocument/2006/relationships/image" Target="../media/image569.png"/><Relationship Id="rId732" Type="http://schemas.openxmlformats.org/officeDocument/2006/relationships/image" Target="../media/image651.png"/><Relationship Id="rId99" Type="http://schemas.openxmlformats.org/officeDocument/2006/relationships/image" Target="../media/image335.png"/><Relationship Id="rId122" Type="http://schemas.openxmlformats.org/officeDocument/2006/relationships/customXml" Target="../ink/ink341.xml"/><Relationship Id="rId164" Type="http://schemas.openxmlformats.org/officeDocument/2006/relationships/customXml" Target="../ink/ink362.xml"/><Relationship Id="rId371" Type="http://schemas.openxmlformats.org/officeDocument/2006/relationships/image" Target="../media/image471.png"/><Relationship Id="rId774" Type="http://schemas.openxmlformats.org/officeDocument/2006/relationships/image" Target="../media/image672.png"/><Relationship Id="rId427" Type="http://schemas.openxmlformats.org/officeDocument/2006/relationships/image" Target="../media/image499.png"/><Relationship Id="rId469" Type="http://schemas.openxmlformats.org/officeDocument/2006/relationships/image" Target="../media/image520.png"/><Relationship Id="rId634" Type="http://schemas.openxmlformats.org/officeDocument/2006/relationships/customXml" Target="../ink/ink597.xml"/><Relationship Id="rId676" Type="http://schemas.openxmlformats.org/officeDocument/2006/relationships/customXml" Target="../ink/ink618.xml"/><Relationship Id="rId841" Type="http://schemas.openxmlformats.org/officeDocument/2006/relationships/customXml" Target="../ink/ink701.xml"/><Relationship Id="rId26" Type="http://schemas.openxmlformats.org/officeDocument/2006/relationships/customXml" Target="../ink/ink293.xml"/><Relationship Id="rId231" Type="http://schemas.openxmlformats.org/officeDocument/2006/relationships/image" Target="../media/image401.png"/><Relationship Id="rId273" Type="http://schemas.openxmlformats.org/officeDocument/2006/relationships/image" Target="../media/image422.png"/><Relationship Id="rId329" Type="http://schemas.openxmlformats.org/officeDocument/2006/relationships/image" Target="../media/image450.png"/><Relationship Id="rId480" Type="http://schemas.openxmlformats.org/officeDocument/2006/relationships/customXml" Target="../ink/ink520.xml"/><Relationship Id="rId536" Type="http://schemas.openxmlformats.org/officeDocument/2006/relationships/customXml" Target="../ink/ink548.xml"/><Relationship Id="rId701" Type="http://schemas.openxmlformats.org/officeDocument/2006/relationships/image" Target="../media/image636.png"/><Relationship Id="rId68" Type="http://schemas.openxmlformats.org/officeDocument/2006/relationships/customXml" Target="../ink/ink314.xml"/><Relationship Id="rId133" Type="http://schemas.openxmlformats.org/officeDocument/2006/relationships/image" Target="../media/image352.png"/><Relationship Id="rId175" Type="http://schemas.openxmlformats.org/officeDocument/2006/relationships/image" Target="../media/image373.png"/><Relationship Id="rId340" Type="http://schemas.openxmlformats.org/officeDocument/2006/relationships/customXml" Target="../ink/ink450.xml"/><Relationship Id="rId578" Type="http://schemas.openxmlformats.org/officeDocument/2006/relationships/customXml" Target="../ink/ink569.xml"/><Relationship Id="rId743" Type="http://schemas.openxmlformats.org/officeDocument/2006/relationships/customXml" Target="../ink/ink652.xml"/><Relationship Id="rId785" Type="http://schemas.openxmlformats.org/officeDocument/2006/relationships/customXml" Target="../ink/ink673.xml"/><Relationship Id="rId200" Type="http://schemas.openxmlformats.org/officeDocument/2006/relationships/customXml" Target="../ink/ink380.xml"/><Relationship Id="rId382" Type="http://schemas.openxmlformats.org/officeDocument/2006/relationships/customXml" Target="../ink/ink471.xml"/><Relationship Id="rId438" Type="http://schemas.openxmlformats.org/officeDocument/2006/relationships/customXml" Target="../ink/ink499.xml"/><Relationship Id="rId603" Type="http://schemas.openxmlformats.org/officeDocument/2006/relationships/image" Target="../media/image587.png"/><Relationship Id="rId645" Type="http://schemas.openxmlformats.org/officeDocument/2006/relationships/image" Target="../media/image608.png"/><Relationship Id="rId687" Type="http://schemas.openxmlformats.org/officeDocument/2006/relationships/image" Target="../media/image629.png"/><Relationship Id="rId810" Type="http://schemas.openxmlformats.org/officeDocument/2006/relationships/image" Target="../media/image690.png"/><Relationship Id="rId852" Type="http://schemas.openxmlformats.org/officeDocument/2006/relationships/image" Target="../media/image711.png"/><Relationship Id="rId242" Type="http://schemas.openxmlformats.org/officeDocument/2006/relationships/customXml" Target="../ink/ink401.xml"/><Relationship Id="rId284" Type="http://schemas.openxmlformats.org/officeDocument/2006/relationships/customXml" Target="../ink/ink422.xml"/><Relationship Id="rId491" Type="http://schemas.openxmlformats.org/officeDocument/2006/relationships/image" Target="../media/image531.png"/><Relationship Id="rId505" Type="http://schemas.openxmlformats.org/officeDocument/2006/relationships/image" Target="../media/image538.png"/><Relationship Id="rId712" Type="http://schemas.openxmlformats.org/officeDocument/2006/relationships/customXml" Target="../ink/ink636.xml"/><Relationship Id="rId37" Type="http://schemas.openxmlformats.org/officeDocument/2006/relationships/image" Target="../media/image304.png"/><Relationship Id="rId79" Type="http://schemas.openxmlformats.org/officeDocument/2006/relationships/image" Target="../media/image325.png"/><Relationship Id="rId102" Type="http://schemas.openxmlformats.org/officeDocument/2006/relationships/customXml" Target="../ink/ink331.xml"/><Relationship Id="rId144" Type="http://schemas.openxmlformats.org/officeDocument/2006/relationships/customXml" Target="../ink/ink352.xml"/><Relationship Id="rId547" Type="http://schemas.openxmlformats.org/officeDocument/2006/relationships/image" Target="../media/image559.png"/><Relationship Id="rId589" Type="http://schemas.openxmlformats.org/officeDocument/2006/relationships/image" Target="../media/image580.png"/><Relationship Id="rId754" Type="http://schemas.openxmlformats.org/officeDocument/2006/relationships/image" Target="../media/image662.png"/><Relationship Id="rId796" Type="http://schemas.openxmlformats.org/officeDocument/2006/relationships/image" Target="../media/image683.png"/><Relationship Id="rId90" Type="http://schemas.openxmlformats.org/officeDocument/2006/relationships/customXml" Target="../ink/ink325.xml"/><Relationship Id="rId186" Type="http://schemas.openxmlformats.org/officeDocument/2006/relationships/customXml" Target="../ink/ink373.xml"/><Relationship Id="rId351" Type="http://schemas.openxmlformats.org/officeDocument/2006/relationships/image" Target="../media/image461.png"/><Relationship Id="rId393" Type="http://schemas.openxmlformats.org/officeDocument/2006/relationships/image" Target="../media/image482.png"/><Relationship Id="rId407" Type="http://schemas.openxmlformats.org/officeDocument/2006/relationships/image" Target="../media/image489.png"/><Relationship Id="rId449" Type="http://schemas.openxmlformats.org/officeDocument/2006/relationships/image" Target="../media/image510.png"/><Relationship Id="rId614" Type="http://schemas.openxmlformats.org/officeDocument/2006/relationships/customXml" Target="../ink/ink587.xml"/><Relationship Id="rId656" Type="http://schemas.openxmlformats.org/officeDocument/2006/relationships/customXml" Target="../ink/ink608.xml"/><Relationship Id="rId821" Type="http://schemas.openxmlformats.org/officeDocument/2006/relationships/customXml" Target="../ink/ink691.xml"/><Relationship Id="rId863" Type="http://schemas.openxmlformats.org/officeDocument/2006/relationships/customXml" Target="../ink/ink712.xml"/><Relationship Id="rId211" Type="http://schemas.openxmlformats.org/officeDocument/2006/relationships/image" Target="../media/image391.png"/><Relationship Id="rId253" Type="http://schemas.openxmlformats.org/officeDocument/2006/relationships/image" Target="../media/image412.png"/><Relationship Id="rId295" Type="http://schemas.openxmlformats.org/officeDocument/2006/relationships/image" Target="../media/image433.png"/><Relationship Id="rId309" Type="http://schemas.openxmlformats.org/officeDocument/2006/relationships/image" Target="../media/image440.png"/><Relationship Id="rId460" Type="http://schemas.openxmlformats.org/officeDocument/2006/relationships/customXml" Target="../ink/ink510.xml"/><Relationship Id="rId516" Type="http://schemas.openxmlformats.org/officeDocument/2006/relationships/customXml" Target="../ink/ink538.xml"/><Relationship Id="rId698" Type="http://schemas.openxmlformats.org/officeDocument/2006/relationships/customXml" Target="../ink/ink629.xml"/><Relationship Id="rId48" Type="http://schemas.openxmlformats.org/officeDocument/2006/relationships/customXml" Target="../ink/ink304.xml"/><Relationship Id="rId113" Type="http://schemas.openxmlformats.org/officeDocument/2006/relationships/image" Target="../media/image342.png"/><Relationship Id="rId320" Type="http://schemas.openxmlformats.org/officeDocument/2006/relationships/customXml" Target="../ink/ink440.xml"/><Relationship Id="rId558" Type="http://schemas.openxmlformats.org/officeDocument/2006/relationships/customXml" Target="../ink/ink559.xml"/><Relationship Id="rId723" Type="http://schemas.openxmlformats.org/officeDocument/2006/relationships/image" Target="../media/image647.png"/><Relationship Id="rId765" Type="http://schemas.openxmlformats.org/officeDocument/2006/relationships/customXml" Target="../ink/ink663.xml"/><Relationship Id="rId155" Type="http://schemas.openxmlformats.org/officeDocument/2006/relationships/image" Target="../media/image363.png"/><Relationship Id="rId197" Type="http://schemas.openxmlformats.org/officeDocument/2006/relationships/image" Target="../media/image384.png"/><Relationship Id="rId362" Type="http://schemas.openxmlformats.org/officeDocument/2006/relationships/customXml" Target="../ink/ink461.xml"/><Relationship Id="rId418" Type="http://schemas.openxmlformats.org/officeDocument/2006/relationships/customXml" Target="../ink/ink489.xml"/><Relationship Id="rId625" Type="http://schemas.openxmlformats.org/officeDocument/2006/relationships/image" Target="../media/image598.png"/><Relationship Id="rId832" Type="http://schemas.openxmlformats.org/officeDocument/2006/relationships/image" Target="../media/image701.png"/><Relationship Id="rId222" Type="http://schemas.openxmlformats.org/officeDocument/2006/relationships/customXml" Target="../ink/ink391.xml"/><Relationship Id="rId264" Type="http://schemas.openxmlformats.org/officeDocument/2006/relationships/customXml" Target="../ink/ink412.xml"/><Relationship Id="rId471" Type="http://schemas.openxmlformats.org/officeDocument/2006/relationships/image" Target="../media/image521.png"/><Relationship Id="rId667" Type="http://schemas.openxmlformats.org/officeDocument/2006/relationships/image" Target="../media/image619.png"/><Relationship Id="rId874" Type="http://schemas.openxmlformats.org/officeDocument/2006/relationships/image" Target="../media/image722.png"/><Relationship Id="rId17" Type="http://schemas.openxmlformats.org/officeDocument/2006/relationships/image" Target="../media/image294.png"/><Relationship Id="rId59" Type="http://schemas.openxmlformats.org/officeDocument/2006/relationships/image" Target="../media/image315.png"/><Relationship Id="rId124" Type="http://schemas.openxmlformats.org/officeDocument/2006/relationships/customXml" Target="../ink/ink342.xml"/><Relationship Id="rId527" Type="http://schemas.openxmlformats.org/officeDocument/2006/relationships/image" Target="../media/image549.png"/><Relationship Id="rId569" Type="http://schemas.openxmlformats.org/officeDocument/2006/relationships/image" Target="../media/image570.png"/><Relationship Id="rId734" Type="http://schemas.openxmlformats.org/officeDocument/2006/relationships/image" Target="../media/image652.png"/><Relationship Id="rId776" Type="http://schemas.openxmlformats.org/officeDocument/2006/relationships/image" Target="../media/image673.png"/><Relationship Id="rId70" Type="http://schemas.openxmlformats.org/officeDocument/2006/relationships/customXml" Target="../ink/ink315.xml"/><Relationship Id="rId166" Type="http://schemas.openxmlformats.org/officeDocument/2006/relationships/customXml" Target="../ink/ink363.xml"/><Relationship Id="rId331" Type="http://schemas.openxmlformats.org/officeDocument/2006/relationships/image" Target="../media/image451.png"/><Relationship Id="rId373" Type="http://schemas.openxmlformats.org/officeDocument/2006/relationships/image" Target="../media/image472.png"/><Relationship Id="rId429" Type="http://schemas.openxmlformats.org/officeDocument/2006/relationships/image" Target="../media/image500.png"/><Relationship Id="rId580" Type="http://schemas.openxmlformats.org/officeDocument/2006/relationships/customXml" Target="../ink/ink570.xml"/><Relationship Id="rId636" Type="http://schemas.openxmlformats.org/officeDocument/2006/relationships/customXml" Target="../ink/ink598.xml"/><Relationship Id="rId801" Type="http://schemas.openxmlformats.org/officeDocument/2006/relationships/customXml" Target="../ink/ink681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02.png"/><Relationship Id="rId440" Type="http://schemas.openxmlformats.org/officeDocument/2006/relationships/customXml" Target="../ink/ink500.xml"/><Relationship Id="rId678" Type="http://schemas.openxmlformats.org/officeDocument/2006/relationships/customXml" Target="../ink/ink619.xml"/><Relationship Id="rId843" Type="http://schemas.openxmlformats.org/officeDocument/2006/relationships/customXml" Target="../ink/ink702.xml"/><Relationship Id="rId28" Type="http://schemas.openxmlformats.org/officeDocument/2006/relationships/customXml" Target="../ink/ink294.xml"/><Relationship Id="rId275" Type="http://schemas.openxmlformats.org/officeDocument/2006/relationships/image" Target="../media/image423.png"/><Relationship Id="rId300" Type="http://schemas.openxmlformats.org/officeDocument/2006/relationships/customXml" Target="../ink/ink430.xml"/><Relationship Id="rId482" Type="http://schemas.openxmlformats.org/officeDocument/2006/relationships/customXml" Target="../ink/ink521.xml"/><Relationship Id="rId538" Type="http://schemas.openxmlformats.org/officeDocument/2006/relationships/customXml" Target="../ink/ink549.xml"/><Relationship Id="rId703" Type="http://schemas.openxmlformats.org/officeDocument/2006/relationships/image" Target="../media/image637.png"/><Relationship Id="rId745" Type="http://schemas.openxmlformats.org/officeDocument/2006/relationships/customXml" Target="../ink/ink653.xml"/><Relationship Id="rId81" Type="http://schemas.openxmlformats.org/officeDocument/2006/relationships/image" Target="../media/image326.png"/><Relationship Id="rId135" Type="http://schemas.openxmlformats.org/officeDocument/2006/relationships/image" Target="../media/image353.png"/><Relationship Id="rId177" Type="http://schemas.openxmlformats.org/officeDocument/2006/relationships/image" Target="../media/image374.png"/><Relationship Id="rId342" Type="http://schemas.openxmlformats.org/officeDocument/2006/relationships/customXml" Target="../ink/ink451.xml"/><Relationship Id="rId384" Type="http://schemas.openxmlformats.org/officeDocument/2006/relationships/customXml" Target="../ink/ink472.xml"/><Relationship Id="rId591" Type="http://schemas.openxmlformats.org/officeDocument/2006/relationships/image" Target="../media/image581.png"/><Relationship Id="rId605" Type="http://schemas.openxmlformats.org/officeDocument/2006/relationships/image" Target="../media/image588.png"/><Relationship Id="rId787" Type="http://schemas.openxmlformats.org/officeDocument/2006/relationships/customXml" Target="../ink/ink674.xml"/><Relationship Id="rId812" Type="http://schemas.openxmlformats.org/officeDocument/2006/relationships/image" Target="../media/image691.png"/><Relationship Id="rId202" Type="http://schemas.openxmlformats.org/officeDocument/2006/relationships/customXml" Target="../ink/ink381.xml"/><Relationship Id="rId244" Type="http://schemas.openxmlformats.org/officeDocument/2006/relationships/customXml" Target="../ink/ink402.xml"/><Relationship Id="rId647" Type="http://schemas.openxmlformats.org/officeDocument/2006/relationships/image" Target="../media/image609.png"/><Relationship Id="rId689" Type="http://schemas.openxmlformats.org/officeDocument/2006/relationships/image" Target="../media/image630.png"/><Relationship Id="rId854" Type="http://schemas.openxmlformats.org/officeDocument/2006/relationships/image" Target="../media/image712.png"/><Relationship Id="rId39" Type="http://schemas.openxmlformats.org/officeDocument/2006/relationships/image" Target="../media/image305.png"/><Relationship Id="rId286" Type="http://schemas.openxmlformats.org/officeDocument/2006/relationships/customXml" Target="../ink/ink423.xml"/><Relationship Id="rId451" Type="http://schemas.openxmlformats.org/officeDocument/2006/relationships/image" Target="../media/image511.png"/><Relationship Id="rId493" Type="http://schemas.openxmlformats.org/officeDocument/2006/relationships/image" Target="../media/image532.png"/><Relationship Id="rId507" Type="http://schemas.openxmlformats.org/officeDocument/2006/relationships/image" Target="../media/image539.png"/><Relationship Id="rId549" Type="http://schemas.openxmlformats.org/officeDocument/2006/relationships/image" Target="../media/image560.png"/><Relationship Id="rId714" Type="http://schemas.openxmlformats.org/officeDocument/2006/relationships/customXml" Target="../ink/ink637.xml"/><Relationship Id="rId756" Type="http://schemas.openxmlformats.org/officeDocument/2006/relationships/image" Target="../media/image663.png"/><Relationship Id="rId50" Type="http://schemas.openxmlformats.org/officeDocument/2006/relationships/customXml" Target="../ink/ink305.xml"/><Relationship Id="rId104" Type="http://schemas.openxmlformats.org/officeDocument/2006/relationships/customXml" Target="../ink/ink332.xml"/><Relationship Id="rId146" Type="http://schemas.openxmlformats.org/officeDocument/2006/relationships/customXml" Target="../ink/ink353.xml"/><Relationship Id="rId188" Type="http://schemas.openxmlformats.org/officeDocument/2006/relationships/customXml" Target="../ink/ink374.xml"/><Relationship Id="rId311" Type="http://schemas.openxmlformats.org/officeDocument/2006/relationships/image" Target="../media/image441.png"/><Relationship Id="rId353" Type="http://schemas.openxmlformats.org/officeDocument/2006/relationships/image" Target="../media/image462.png"/><Relationship Id="rId395" Type="http://schemas.openxmlformats.org/officeDocument/2006/relationships/image" Target="../media/image483.png"/><Relationship Id="rId409" Type="http://schemas.openxmlformats.org/officeDocument/2006/relationships/image" Target="../media/image490.png"/><Relationship Id="rId560" Type="http://schemas.openxmlformats.org/officeDocument/2006/relationships/customXml" Target="../ink/ink560.xml"/><Relationship Id="rId798" Type="http://schemas.openxmlformats.org/officeDocument/2006/relationships/image" Target="../media/image684.png"/><Relationship Id="rId92" Type="http://schemas.openxmlformats.org/officeDocument/2006/relationships/customXml" Target="../ink/ink326.xml"/><Relationship Id="rId213" Type="http://schemas.openxmlformats.org/officeDocument/2006/relationships/image" Target="../media/image392.png"/><Relationship Id="rId420" Type="http://schemas.openxmlformats.org/officeDocument/2006/relationships/customXml" Target="../ink/ink490.xml"/><Relationship Id="rId616" Type="http://schemas.openxmlformats.org/officeDocument/2006/relationships/customXml" Target="../ink/ink588.xml"/><Relationship Id="rId658" Type="http://schemas.openxmlformats.org/officeDocument/2006/relationships/customXml" Target="../ink/ink609.xml"/><Relationship Id="rId823" Type="http://schemas.openxmlformats.org/officeDocument/2006/relationships/customXml" Target="../ink/ink692.xml"/><Relationship Id="rId865" Type="http://schemas.openxmlformats.org/officeDocument/2006/relationships/customXml" Target="../ink/ink713.xml"/><Relationship Id="rId255" Type="http://schemas.openxmlformats.org/officeDocument/2006/relationships/image" Target="../media/image413.png"/><Relationship Id="rId297" Type="http://schemas.openxmlformats.org/officeDocument/2006/relationships/image" Target="../media/image434.png"/><Relationship Id="rId462" Type="http://schemas.openxmlformats.org/officeDocument/2006/relationships/customXml" Target="../ink/ink511.xml"/><Relationship Id="rId518" Type="http://schemas.openxmlformats.org/officeDocument/2006/relationships/customXml" Target="../ink/ink539.xml"/><Relationship Id="rId725" Type="http://schemas.openxmlformats.org/officeDocument/2006/relationships/image" Target="../media/image648.png"/><Relationship Id="rId115" Type="http://schemas.openxmlformats.org/officeDocument/2006/relationships/image" Target="../media/image343.png"/><Relationship Id="rId157" Type="http://schemas.openxmlformats.org/officeDocument/2006/relationships/image" Target="../media/image364.png"/><Relationship Id="rId322" Type="http://schemas.openxmlformats.org/officeDocument/2006/relationships/customXml" Target="../ink/ink441.xml"/><Relationship Id="rId364" Type="http://schemas.openxmlformats.org/officeDocument/2006/relationships/customXml" Target="../ink/ink462.xml"/><Relationship Id="rId767" Type="http://schemas.openxmlformats.org/officeDocument/2006/relationships/customXml" Target="../ink/ink664.xml"/><Relationship Id="rId61" Type="http://schemas.openxmlformats.org/officeDocument/2006/relationships/image" Target="../media/image316.png"/><Relationship Id="rId199" Type="http://schemas.openxmlformats.org/officeDocument/2006/relationships/image" Target="../media/image385.png"/><Relationship Id="rId571" Type="http://schemas.openxmlformats.org/officeDocument/2006/relationships/image" Target="../media/image571.png"/><Relationship Id="rId627" Type="http://schemas.openxmlformats.org/officeDocument/2006/relationships/image" Target="../media/image599.png"/><Relationship Id="rId669" Type="http://schemas.openxmlformats.org/officeDocument/2006/relationships/image" Target="../media/image620.png"/><Relationship Id="rId834" Type="http://schemas.openxmlformats.org/officeDocument/2006/relationships/image" Target="../media/image702.png"/><Relationship Id="rId19" Type="http://schemas.openxmlformats.org/officeDocument/2006/relationships/image" Target="../media/image295.png"/><Relationship Id="rId224" Type="http://schemas.openxmlformats.org/officeDocument/2006/relationships/customXml" Target="../ink/ink392.xml"/><Relationship Id="rId266" Type="http://schemas.openxmlformats.org/officeDocument/2006/relationships/customXml" Target="../ink/ink413.xml"/><Relationship Id="rId431" Type="http://schemas.openxmlformats.org/officeDocument/2006/relationships/image" Target="../media/image501.png"/><Relationship Id="rId473" Type="http://schemas.openxmlformats.org/officeDocument/2006/relationships/image" Target="../media/image522.png"/><Relationship Id="rId529" Type="http://schemas.openxmlformats.org/officeDocument/2006/relationships/image" Target="../media/image550.png"/><Relationship Id="rId680" Type="http://schemas.openxmlformats.org/officeDocument/2006/relationships/customXml" Target="../ink/ink620.xml"/><Relationship Id="rId736" Type="http://schemas.openxmlformats.org/officeDocument/2006/relationships/image" Target="../media/image653.png"/><Relationship Id="rId30" Type="http://schemas.openxmlformats.org/officeDocument/2006/relationships/customXml" Target="../ink/ink295.xml"/><Relationship Id="rId126" Type="http://schemas.openxmlformats.org/officeDocument/2006/relationships/customXml" Target="../ink/ink343.xml"/><Relationship Id="rId168" Type="http://schemas.openxmlformats.org/officeDocument/2006/relationships/customXml" Target="../ink/ink364.xml"/><Relationship Id="rId333" Type="http://schemas.openxmlformats.org/officeDocument/2006/relationships/image" Target="../media/image452.png"/><Relationship Id="rId540" Type="http://schemas.openxmlformats.org/officeDocument/2006/relationships/customXml" Target="../ink/ink550.xml"/><Relationship Id="rId778" Type="http://schemas.openxmlformats.org/officeDocument/2006/relationships/image" Target="../media/image674.png"/><Relationship Id="rId72" Type="http://schemas.openxmlformats.org/officeDocument/2006/relationships/customXml" Target="../ink/ink316.xml"/><Relationship Id="rId375" Type="http://schemas.openxmlformats.org/officeDocument/2006/relationships/image" Target="../media/image473.png"/><Relationship Id="rId582" Type="http://schemas.openxmlformats.org/officeDocument/2006/relationships/customXml" Target="../ink/ink571.xml"/><Relationship Id="rId638" Type="http://schemas.openxmlformats.org/officeDocument/2006/relationships/customXml" Target="../ink/ink599.xml"/><Relationship Id="rId803" Type="http://schemas.openxmlformats.org/officeDocument/2006/relationships/customXml" Target="../ink/ink682.xml"/><Relationship Id="rId845" Type="http://schemas.openxmlformats.org/officeDocument/2006/relationships/customXml" Target="../ink/ink703.xml"/><Relationship Id="rId3" Type="http://schemas.openxmlformats.org/officeDocument/2006/relationships/image" Target="../media/image287.png"/><Relationship Id="rId235" Type="http://schemas.openxmlformats.org/officeDocument/2006/relationships/image" Target="../media/image403.png"/><Relationship Id="rId277" Type="http://schemas.openxmlformats.org/officeDocument/2006/relationships/image" Target="../media/image424.png"/><Relationship Id="rId400" Type="http://schemas.openxmlformats.org/officeDocument/2006/relationships/customXml" Target="../ink/ink480.xml"/><Relationship Id="rId442" Type="http://schemas.openxmlformats.org/officeDocument/2006/relationships/customXml" Target="../ink/ink501.xml"/><Relationship Id="rId484" Type="http://schemas.openxmlformats.org/officeDocument/2006/relationships/customXml" Target="../ink/ink522.xml"/><Relationship Id="rId705" Type="http://schemas.openxmlformats.org/officeDocument/2006/relationships/image" Target="../media/image638.png"/><Relationship Id="rId137" Type="http://schemas.openxmlformats.org/officeDocument/2006/relationships/image" Target="../media/image354.png"/><Relationship Id="rId302" Type="http://schemas.openxmlformats.org/officeDocument/2006/relationships/customXml" Target="../ink/ink431.xml"/><Relationship Id="rId344" Type="http://schemas.openxmlformats.org/officeDocument/2006/relationships/customXml" Target="../ink/ink452.xml"/><Relationship Id="rId691" Type="http://schemas.openxmlformats.org/officeDocument/2006/relationships/image" Target="../media/image631.png"/><Relationship Id="rId747" Type="http://schemas.openxmlformats.org/officeDocument/2006/relationships/customXml" Target="../ink/ink654.xml"/><Relationship Id="rId789" Type="http://schemas.openxmlformats.org/officeDocument/2006/relationships/customXml" Target="../ink/ink675.xml"/><Relationship Id="rId41" Type="http://schemas.openxmlformats.org/officeDocument/2006/relationships/image" Target="../media/image306.png"/><Relationship Id="rId83" Type="http://schemas.openxmlformats.org/officeDocument/2006/relationships/image" Target="../media/image327.png"/><Relationship Id="rId179" Type="http://schemas.openxmlformats.org/officeDocument/2006/relationships/image" Target="../media/image375.png"/><Relationship Id="rId386" Type="http://schemas.openxmlformats.org/officeDocument/2006/relationships/customXml" Target="../ink/ink473.xml"/><Relationship Id="rId551" Type="http://schemas.openxmlformats.org/officeDocument/2006/relationships/image" Target="../media/image561.png"/><Relationship Id="rId593" Type="http://schemas.openxmlformats.org/officeDocument/2006/relationships/image" Target="../media/image582.png"/><Relationship Id="rId607" Type="http://schemas.openxmlformats.org/officeDocument/2006/relationships/image" Target="../media/image589.png"/><Relationship Id="rId649" Type="http://schemas.openxmlformats.org/officeDocument/2006/relationships/image" Target="../media/image610.png"/><Relationship Id="rId814" Type="http://schemas.openxmlformats.org/officeDocument/2006/relationships/image" Target="../media/image692.png"/><Relationship Id="rId856" Type="http://schemas.openxmlformats.org/officeDocument/2006/relationships/image" Target="../media/image713.png"/><Relationship Id="rId190" Type="http://schemas.openxmlformats.org/officeDocument/2006/relationships/customXml" Target="../ink/ink375.xml"/><Relationship Id="rId204" Type="http://schemas.openxmlformats.org/officeDocument/2006/relationships/customXml" Target="../ink/ink382.xml"/><Relationship Id="rId246" Type="http://schemas.openxmlformats.org/officeDocument/2006/relationships/customXml" Target="../ink/ink403.xml"/><Relationship Id="rId288" Type="http://schemas.openxmlformats.org/officeDocument/2006/relationships/customXml" Target="../ink/ink424.xml"/><Relationship Id="rId411" Type="http://schemas.openxmlformats.org/officeDocument/2006/relationships/image" Target="../media/image491.png"/><Relationship Id="rId453" Type="http://schemas.openxmlformats.org/officeDocument/2006/relationships/image" Target="../media/image512.png"/><Relationship Id="rId509" Type="http://schemas.openxmlformats.org/officeDocument/2006/relationships/image" Target="../media/image540.png"/><Relationship Id="rId660" Type="http://schemas.openxmlformats.org/officeDocument/2006/relationships/customXml" Target="../ink/ink610.xml"/><Relationship Id="rId106" Type="http://schemas.openxmlformats.org/officeDocument/2006/relationships/customXml" Target="../ink/ink333.xml"/><Relationship Id="rId313" Type="http://schemas.openxmlformats.org/officeDocument/2006/relationships/image" Target="../media/image442.png"/><Relationship Id="rId495" Type="http://schemas.openxmlformats.org/officeDocument/2006/relationships/image" Target="../media/image533.png"/><Relationship Id="rId716" Type="http://schemas.openxmlformats.org/officeDocument/2006/relationships/customXml" Target="../ink/ink638.xml"/><Relationship Id="rId758" Type="http://schemas.openxmlformats.org/officeDocument/2006/relationships/image" Target="../media/image664.png"/><Relationship Id="rId10" Type="http://schemas.openxmlformats.org/officeDocument/2006/relationships/customXml" Target="../ink/ink285.xml"/><Relationship Id="rId52" Type="http://schemas.openxmlformats.org/officeDocument/2006/relationships/customXml" Target="../ink/ink306.xml"/><Relationship Id="rId94" Type="http://schemas.openxmlformats.org/officeDocument/2006/relationships/customXml" Target="../ink/ink327.xml"/><Relationship Id="rId148" Type="http://schemas.openxmlformats.org/officeDocument/2006/relationships/customXml" Target="../ink/ink354.xml"/><Relationship Id="rId355" Type="http://schemas.openxmlformats.org/officeDocument/2006/relationships/image" Target="../media/image463.png"/><Relationship Id="rId397" Type="http://schemas.openxmlformats.org/officeDocument/2006/relationships/image" Target="../media/image484.png"/><Relationship Id="rId520" Type="http://schemas.openxmlformats.org/officeDocument/2006/relationships/customXml" Target="../ink/ink540.xml"/><Relationship Id="rId562" Type="http://schemas.openxmlformats.org/officeDocument/2006/relationships/customXml" Target="../ink/ink561.xml"/><Relationship Id="rId618" Type="http://schemas.openxmlformats.org/officeDocument/2006/relationships/customXml" Target="../ink/ink589.xml"/><Relationship Id="rId825" Type="http://schemas.openxmlformats.org/officeDocument/2006/relationships/customXml" Target="../ink/ink693.xml"/><Relationship Id="rId215" Type="http://schemas.openxmlformats.org/officeDocument/2006/relationships/image" Target="../media/image393.png"/><Relationship Id="rId257" Type="http://schemas.openxmlformats.org/officeDocument/2006/relationships/image" Target="../media/image414.png"/><Relationship Id="rId422" Type="http://schemas.openxmlformats.org/officeDocument/2006/relationships/customXml" Target="../ink/ink491.xml"/><Relationship Id="rId464" Type="http://schemas.openxmlformats.org/officeDocument/2006/relationships/customXml" Target="../ink/ink512.xml"/><Relationship Id="rId867" Type="http://schemas.openxmlformats.org/officeDocument/2006/relationships/customXml" Target="../ink/ink714.xml"/><Relationship Id="rId299" Type="http://schemas.openxmlformats.org/officeDocument/2006/relationships/image" Target="../media/image435.png"/><Relationship Id="rId727" Type="http://schemas.openxmlformats.org/officeDocument/2006/relationships/image" Target="../media/image649.png"/><Relationship Id="rId63" Type="http://schemas.openxmlformats.org/officeDocument/2006/relationships/image" Target="../media/image317.png"/><Relationship Id="rId159" Type="http://schemas.openxmlformats.org/officeDocument/2006/relationships/image" Target="../media/image365.png"/><Relationship Id="rId366" Type="http://schemas.openxmlformats.org/officeDocument/2006/relationships/customXml" Target="../ink/ink463.xml"/><Relationship Id="rId573" Type="http://schemas.openxmlformats.org/officeDocument/2006/relationships/image" Target="../media/image572.png"/><Relationship Id="rId780" Type="http://schemas.openxmlformats.org/officeDocument/2006/relationships/image" Target="../media/image675.png"/><Relationship Id="rId226" Type="http://schemas.openxmlformats.org/officeDocument/2006/relationships/customXml" Target="../ink/ink393.xml"/><Relationship Id="rId433" Type="http://schemas.openxmlformats.org/officeDocument/2006/relationships/image" Target="../media/image502.png"/><Relationship Id="rId640" Type="http://schemas.openxmlformats.org/officeDocument/2006/relationships/customXml" Target="../ink/ink600.xml"/><Relationship Id="rId738" Type="http://schemas.openxmlformats.org/officeDocument/2006/relationships/image" Target="../media/image654.png"/><Relationship Id="rId74" Type="http://schemas.openxmlformats.org/officeDocument/2006/relationships/customXml" Target="../ink/ink317.xml"/><Relationship Id="rId377" Type="http://schemas.openxmlformats.org/officeDocument/2006/relationships/image" Target="../media/image474.png"/><Relationship Id="rId500" Type="http://schemas.openxmlformats.org/officeDocument/2006/relationships/customXml" Target="../ink/ink530.xml"/><Relationship Id="rId584" Type="http://schemas.openxmlformats.org/officeDocument/2006/relationships/customXml" Target="../ink/ink572.xml"/><Relationship Id="rId805" Type="http://schemas.openxmlformats.org/officeDocument/2006/relationships/customXml" Target="../ink/ink683.xml"/><Relationship Id="rId5" Type="http://schemas.openxmlformats.org/officeDocument/2006/relationships/image" Target="../media/image288.png"/><Relationship Id="rId237" Type="http://schemas.openxmlformats.org/officeDocument/2006/relationships/image" Target="../media/image404.png"/><Relationship Id="rId791" Type="http://schemas.openxmlformats.org/officeDocument/2006/relationships/customXml" Target="../ink/ink676.xml"/><Relationship Id="rId444" Type="http://schemas.openxmlformats.org/officeDocument/2006/relationships/customXml" Target="../ink/ink502.xml"/><Relationship Id="rId651" Type="http://schemas.openxmlformats.org/officeDocument/2006/relationships/image" Target="../media/image611.png"/><Relationship Id="rId749" Type="http://schemas.openxmlformats.org/officeDocument/2006/relationships/customXml" Target="../ink/ink655.xml"/><Relationship Id="rId290" Type="http://schemas.openxmlformats.org/officeDocument/2006/relationships/customXml" Target="../ink/ink425.xml"/><Relationship Id="rId304" Type="http://schemas.openxmlformats.org/officeDocument/2006/relationships/customXml" Target="../ink/ink432.xml"/><Relationship Id="rId388" Type="http://schemas.openxmlformats.org/officeDocument/2006/relationships/customXml" Target="../ink/ink474.xml"/><Relationship Id="rId511" Type="http://schemas.openxmlformats.org/officeDocument/2006/relationships/image" Target="../media/image541.png"/><Relationship Id="rId609" Type="http://schemas.openxmlformats.org/officeDocument/2006/relationships/image" Target="../media/image590.png"/><Relationship Id="rId85" Type="http://schemas.openxmlformats.org/officeDocument/2006/relationships/image" Target="../media/image328.png"/><Relationship Id="rId150" Type="http://schemas.openxmlformats.org/officeDocument/2006/relationships/customXml" Target="../ink/ink355.xml"/><Relationship Id="rId595" Type="http://schemas.openxmlformats.org/officeDocument/2006/relationships/image" Target="../media/image583.png"/><Relationship Id="rId816" Type="http://schemas.openxmlformats.org/officeDocument/2006/relationships/image" Target="../media/image693.png"/><Relationship Id="rId248" Type="http://schemas.openxmlformats.org/officeDocument/2006/relationships/customXml" Target="../ink/ink404.xml"/><Relationship Id="rId455" Type="http://schemas.openxmlformats.org/officeDocument/2006/relationships/image" Target="../media/image513.png"/><Relationship Id="rId662" Type="http://schemas.openxmlformats.org/officeDocument/2006/relationships/customXml" Target="../ink/ink611.xml"/><Relationship Id="rId12" Type="http://schemas.openxmlformats.org/officeDocument/2006/relationships/customXml" Target="../ink/ink286.xml"/><Relationship Id="rId108" Type="http://schemas.openxmlformats.org/officeDocument/2006/relationships/customXml" Target="../ink/ink334.xml"/><Relationship Id="rId315" Type="http://schemas.openxmlformats.org/officeDocument/2006/relationships/image" Target="../media/image443.png"/><Relationship Id="rId522" Type="http://schemas.openxmlformats.org/officeDocument/2006/relationships/customXml" Target="../ink/ink541.xml"/><Relationship Id="rId96" Type="http://schemas.openxmlformats.org/officeDocument/2006/relationships/customXml" Target="../ink/ink328.xml"/><Relationship Id="rId161" Type="http://schemas.openxmlformats.org/officeDocument/2006/relationships/image" Target="../media/image366.png"/><Relationship Id="rId399" Type="http://schemas.openxmlformats.org/officeDocument/2006/relationships/image" Target="../media/image485.png"/><Relationship Id="rId827" Type="http://schemas.openxmlformats.org/officeDocument/2006/relationships/customXml" Target="../ink/ink694.xml"/><Relationship Id="rId259" Type="http://schemas.openxmlformats.org/officeDocument/2006/relationships/image" Target="../media/image415.png"/><Relationship Id="rId466" Type="http://schemas.openxmlformats.org/officeDocument/2006/relationships/customXml" Target="../ink/ink513.xml"/><Relationship Id="rId673" Type="http://schemas.openxmlformats.org/officeDocument/2006/relationships/image" Target="../media/image622.png"/><Relationship Id="rId23" Type="http://schemas.openxmlformats.org/officeDocument/2006/relationships/image" Target="../media/image297.png"/><Relationship Id="rId119" Type="http://schemas.openxmlformats.org/officeDocument/2006/relationships/image" Target="../media/image345.png"/><Relationship Id="rId326" Type="http://schemas.openxmlformats.org/officeDocument/2006/relationships/customXml" Target="../ink/ink443.xml"/><Relationship Id="rId533" Type="http://schemas.openxmlformats.org/officeDocument/2006/relationships/image" Target="../media/image552.png"/><Relationship Id="rId740" Type="http://schemas.openxmlformats.org/officeDocument/2006/relationships/image" Target="../media/image655.png"/><Relationship Id="rId838" Type="http://schemas.openxmlformats.org/officeDocument/2006/relationships/image" Target="../media/image704.png"/><Relationship Id="rId172" Type="http://schemas.openxmlformats.org/officeDocument/2006/relationships/customXml" Target="../ink/ink366.xml"/><Relationship Id="rId477" Type="http://schemas.openxmlformats.org/officeDocument/2006/relationships/image" Target="../media/image524.png"/><Relationship Id="rId600" Type="http://schemas.openxmlformats.org/officeDocument/2006/relationships/customXml" Target="../ink/ink580.xml"/><Relationship Id="rId684" Type="http://schemas.openxmlformats.org/officeDocument/2006/relationships/customXml" Target="../ink/ink622.xml"/><Relationship Id="rId337" Type="http://schemas.openxmlformats.org/officeDocument/2006/relationships/image" Target="../media/image454.png"/><Relationship Id="rId34" Type="http://schemas.openxmlformats.org/officeDocument/2006/relationships/customXml" Target="../ink/ink297.xml"/><Relationship Id="rId544" Type="http://schemas.openxmlformats.org/officeDocument/2006/relationships/customXml" Target="../ink/ink552.xml"/><Relationship Id="rId751" Type="http://schemas.openxmlformats.org/officeDocument/2006/relationships/customXml" Target="../ink/ink656.xml"/><Relationship Id="rId849" Type="http://schemas.openxmlformats.org/officeDocument/2006/relationships/customXml" Target="../ink/ink705.xml"/><Relationship Id="rId183" Type="http://schemas.openxmlformats.org/officeDocument/2006/relationships/image" Target="../media/image377.png"/><Relationship Id="rId390" Type="http://schemas.openxmlformats.org/officeDocument/2006/relationships/customXml" Target="../ink/ink475.xml"/><Relationship Id="rId404" Type="http://schemas.openxmlformats.org/officeDocument/2006/relationships/customXml" Target="../ink/ink482.xml"/><Relationship Id="rId611" Type="http://schemas.openxmlformats.org/officeDocument/2006/relationships/image" Target="../media/image591.png"/><Relationship Id="rId250" Type="http://schemas.openxmlformats.org/officeDocument/2006/relationships/customXml" Target="../ink/ink405.xml"/><Relationship Id="rId488" Type="http://schemas.openxmlformats.org/officeDocument/2006/relationships/customXml" Target="../ink/ink524.xml"/><Relationship Id="rId695" Type="http://schemas.openxmlformats.org/officeDocument/2006/relationships/image" Target="../media/image633.png"/><Relationship Id="rId709" Type="http://schemas.openxmlformats.org/officeDocument/2006/relationships/image" Target="../media/image640.png"/><Relationship Id="rId45" Type="http://schemas.openxmlformats.org/officeDocument/2006/relationships/image" Target="../media/image308.png"/><Relationship Id="rId110" Type="http://schemas.openxmlformats.org/officeDocument/2006/relationships/customXml" Target="../ink/ink335.xml"/><Relationship Id="rId348" Type="http://schemas.openxmlformats.org/officeDocument/2006/relationships/customXml" Target="../ink/ink454.xml"/><Relationship Id="rId555" Type="http://schemas.openxmlformats.org/officeDocument/2006/relationships/image" Target="../media/image563.png"/><Relationship Id="rId762" Type="http://schemas.openxmlformats.org/officeDocument/2006/relationships/image" Target="../media/image666.png"/><Relationship Id="rId194" Type="http://schemas.openxmlformats.org/officeDocument/2006/relationships/customXml" Target="../ink/ink377.xml"/><Relationship Id="rId208" Type="http://schemas.openxmlformats.org/officeDocument/2006/relationships/customXml" Target="../ink/ink384.xml"/><Relationship Id="rId415" Type="http://schemas.openxmlformats.org/officeDocument/2006/relationships/image" Target="../media/image493.png"/><Relationship Id="rId622" Type="http://schemas.openxmlformats.org/officeDocument/2006/relationships/customXml" Target="../ink/ink591.xml"/><Relationship Id="rId261" Type="http://schemas.openxmlformats.org/officeDocument/2006/relationships/image" Target="../media/image416.png"/><Relationship Id="rId499" Type="http://schemas.openxmlformats.org/officeDocument/2006/relationships/image" Target="../media/image535.png"/><Relationship Id="rId56" Type="http://schemas.openxmlformats.org/officeDocument/2006/relationships/customXml" Target="../ink/ink308.xml"/><Relationship Id="rId359" Type="http://schemas.openxmlformats.org/officeDocument/2006/relationships/image" Target="../media/image465.png"/><Relationship Id="rId566" Type="http://schemas.openxmlformats.org/officeDocument/2006/relationships/customXml" Target="../ink/ink563.xml"/><Relationship Id="rId773" Type="http://schemas.openxmlformats.org/officeDocument/2006/relationships/customXml" Target="../ink/ink667.xml"/><Relationship Id="rId121" Type="http://schemas.openxmlformats.org/officeDocument/2006/relationships/image" Target="../media/image346.png"/><Relationship Id="rId219" Type="http://schemas.openxmlformats.org/officeDocument/2006/relationships/image" Target="../media/image395.png"/><Relationship Id="rId426" Type="http://schemas.openxmlformats.org/officeDocument/2006/relationships/customXml" Target="../ink/ink493.xml"/><Relationship Id="rId633" Type="http://schemas.openxmlformats.org/officeDocument/2006/relationships/image" Target="../media/image602.png"/><Relationship Id="rId840" Type="http://schemas.openxmlformats.org/officeDocument/2006/relationships/image" Target="../media/image705.png"/><Relationship Id="rId67" Type="http://schemas.openxmlformats.org/officeDocument/2006/relationships/image" Target="../media/image319.png"/><Relationship Id="rId272" Type="http://schemas.openxmlformats.org/officeDocument/2006/relationships/customXml" Target="../ink/ink416.xml"/><Relationship Id="rId577" Type="http://schemas.openxmlformats.org/officeDocument/2006/relationships/image" Target="../media/image574.png"/><Relationship Id="rId700" Type="http://schemas.openxmlformats.org/officeDocument/2006/relationships/customXml" Target="../ink/ink630.xml"/><Relationship Id="rId132" Type="http://schemas.openxmlformats.org/officeDocument/2006/relationships/customXml" Target="../ink/ink346.xml"/><Relationship Id="rId784" Type="http://schemas.openxmlformats.org/officeDocument/2006/relationships/image" Target="../media/image677.png"/><Relationship Id="rId437" Type="http://schemas.openxmlformats.org/officeDocument/2006/relationships/image" Target="../media/image504.png"/><Relationship Id="rId644" Type="http://schemas.openxmlformats.org/officeDocument/2006/relationships/customXml" Target="../ink/ink602.xml"/><Relationship Id="rId851" Type="http://schemas.openxmlformats.org/officeDocument/2006/relationships/customXml" Target="../ink/ink706.xml"/><Relationship Id="rId283" Type="http://schemas.openxmlformats.org/officeDocument/2006/relationships/image" Target="../media/image427.png"/><Relationship Id="rId490" Type="http://schemas.openxmlformats.org/officeDocument/2006/relationships/customXml" Target="../ink/ink525.xml"/><Relationship Id="rId504" Type="http://schemas.openxmlformats.org/officeDocument/2006/relationships/customXml" Target="../ink/ink532.xml"/><Relationship Id="rId711" Type="http://schemas.openxmlformats.org/officeDocument/2006/relationships/image" Target="../media/image641.png"/><Relationship Id="rId78" Type="http://schemas.openxmlformats.org/officeDocument/2006/relationships/customXml" Target="../ink/ink319.xml"/><Relationship Id="rId143" Type="http://schemas.openxmlformats.org/officeDocument/2006/relationships/image" Target="../media/image357.png"/><Relationship Id="rId350" Type="http://schemas.openxmlformats.org/officeDocument/2006/relationships/customXml" Target="../ink/ink455.xml"/><Relationship Id="rId588" Type="http://schemas.openxmlformats.org/officeDocument/2006/relationships/customXml" Target="../ink/ink574.xml"/><Relationship Id="rId795" Type="http://schemas.openxmlformats.org/officeDocument/2006/relationships/customXml" Target="../ink/ink678.xml"/><Relationship Id="rId809" Type="http://schemas.openxmlformats.org/officeDocument/2006/relationships/customXml" Target="../ink/ink685.xml"/><Relationship Id="rId9" Type="http://schemas.openxmlformats.org/officeDocument/2006/relationships/image" Target="../media/image290.png"/><Relationship Id="rId210" Type="http://schemas.openxmlformats.org/officeDocument/2006/relationships/customXml" Target="../ink/ink385.xml"/><Relationship Id="rId448" Type="http://schemas.openxmlformats.org/officeDocument/2006/relationships/customXml" Target="../ink/ink504.xml"/><Relationship Id="rId655" Type="http://schemas.openxmlformats.org/officeDocument/2006/relationships/image" Target="../media/image613.png"/><Relationship Id="rId862" Type="http://schemas.openxmlformats.org/officeDocument/2006/relationships/image" Target="../media/image716.png"/><Relationship Id="rId294" Type="http://schemas.openxmlformats.org/officeDocument/2006/relationships/customXml" Target="../ink/ink427.xml"/><Relationship Id="rId308" Type="http://schemas.openxmlformats.org/officeDocument/2006/relationships/customXml" Target="../ink/ink434.xml"/><Relationship Id="rId515" Type="http://schemas.openxmlformats.org/officeDocument/2006/relationships/image" Target="../media/image543.png"/><Relationship Id="rId722" Type="http://schemas.openxmlformats.org/officeDocument/2006/relationships/customXml" Target="../ink/ink641.xml"/><Relationship Id="rId89" Type="http://schemas.openxmlformats.org/officeDocument/2006/relationships/image" Target="../media/image330.png"/><Relationship Id="rId154" Type="http://schemas.openxmlformats.org/officeDocument/2006/relationships/customXml" Target="../ink/ink357.xml"/><Relationship Id="rId361" Type="http://schemas.openxmlformats.org/officeDocument/2006/relationships/image" Target="../media/image466.png"/><Relationship Id="rId599" Type="http://schemas.openxmlformats.org/officeDocument/2006/relationships/image" Target="../media/image585.png"/><Relationship Id="rId459" Type="http://schemas.openxmlformats.org/officeDocument/2006/relationships/image" Target="../media/image515.png"/><Relationship Id="rId666" Type="http://schemas.openxmlformats.org/officeDocument/2006/relationships/customXml" Target="../ink/ink613.xml"/><Relationship Id="rId873" Type="http://schemas.openxmlformats.org/officeDocument/2006/relationships/customXml" Target="../ink/ink717.xml"/><Relationship Id="rId16" Type="http://schemas.openxmlformats.org/officeDocument/2006/relationships/customXml" Target="../ink/ink288.xml"/><Relationship Id="rId221" Type="http://schemas.openxmlformats.org/officeDocument/2006/relationships/image" Target="../media/image396.png"/><Relationship Id="rId319" Type="http://schemas.openxmlformats.org/officeDocument/2006/relationships/image" Target="../media/image445.png"/><Relationship Id="rId526" Type="http://schemas.openxmlformats.org/officeDocument/2006/relationships/customXml" Target="../ink/ink543.xml"/><Relationship Id="rId733" Type="http://schemas.openxmlformats.org/officeDocument/2006/relationships/customXml" Target="../ink/ink647.xml"/><Relationship Id="rId165" Type="http://schemas.openxmlformats.org/officeDocument/2006/relationships/image" Target="../media/image368.png"/><Relationship Id="rId372" Type="http://schemas.openxmlformats.org/officeDocument/2006/relationships/customXml" Target="../ink/ink466.xml"/><Relationship Id="rId677" Type="http://schemas.openxmlformats.org/officeDocument/2006/relationships/image" Target="../media/image624.png"/><Relationship Id="rId800" Type="http://schemas.openxmlformats.org/officeDocument/2006/relationships/image" Target="../media/image685.png"/><Relationship Id="rId232" Type="http://schemas.openxmlformats.org/officeDocument/2006/relationships/customXml" Target="../ink/ink396.xml"/><Relationship Id="rId27" Type="http://schemas.openxmlformats.org/officeDocument/2006/relationships/image" Target="../media/image299.png"/><Relationship Id="rId537" Type="http://schemas.openxmlformats.org/officeDocument/2006/relationships/image" Target="../media/image554.png"/><Relationship Id="rId744" Type="http://schemas.openxmlformats.org/officeDocument/2006/relationships/image" Target="../media/image657.png"/><Relationship Id="rId80" Type="http://schemas.openxmlformats.org/officeDocument/2006/relationships/customXml" Target="../ink/ink320.xml"/><Relationship Id="rId176" Type="http://schemas.openxmlformats.org/officeDocument/2006/relationships/customXml" Target="../ink/ink368.xml"/><Relationship Id="rId383" Type="http://schemas.openxmlformats.org/officeDocument/2006/relationships/image" Target="../media/image477.png"/><Relationship Id="rId590" Type="http://schemas.openxmlformats.org/officeDocument/2006/relationships/customXml" Target="../ink/ink575.xml"/><Relationship Id="rId604" Type="http://schemas.openxmlformats.org/officeDocument/2006/relationships/customXml" Target="../ink/ink582.xml"/><Relationship Id="rId811" Type="http://schemas.openxmlformats.org/officeDocument/2006/relationships/customXml" Target="../ink/ink686.xml"/><Relationship Id="rId243" Type="http://schemas.openxmlformats.org/officeDocument/2006/relationships/image" Target="../media/image407.png"/><Relationship Id="rId450" Type="http://schemas.openxmlformats.org/officeDocument/2006/relationships/customXml" Target="../ink/ink505.xml"/><Relationship Id="rId688" Type="http://schemas.openxmlformats.org/officeDocument/2006/relationships/customXml" Target="../ink/ink624.xml"/><Relationship Id="rId38" Type="http://schemas.openxmlformats.org/officeDocument/2006/relationships/customXml" Target="../ink/ink299.xml"/><Relationship Id="rId103" Type="http://schemas.openxmlformats.org/officeDocument/2006/relationships/image" Target="../media/image337.png"/><Relationship Id="rId310" Type="http://schemas.openxmlformats.org/officeDocument/2006/relationships/customXml" Target="../ink/ink435.xml"/><Relationship Id="rId548" Type="http://schemas.openxmlformats.org/officeDocument/2006/relationships/customXml" Target="../ink/ink554.xml"/><Relationship Id="rId755" Type="http://schemas.openxmlformats.org/officeDocument/2006/relationships/customXml" Target="../ink/ink658.xml"/><Relationship Id="rId91" Type="http://schemas.openxmlformats.org/officeDocument/2006/relationships/image" Target="../media/image331.png"/><Relationship Id="rId187" Type="http://schemas.openxmlformats.org/officeDocument/2006/relationships/image" Target="../media/image379.png"/><Relationship Id="rId394" Type="http://schemas.openxmlformats.org/officeDocument/2006/relationships/customXml" Target="../ink/ink477.xml"/><Relationship Id="rId408" Type="http://schemas.openxmlformats.org/officeDocument/2006/relationships/customXml" Target="../ink/ink484.xml"/><Relationship Id="rId615" Type="http://schemas.openxmlformats.org/officeDocument/2006/relationships/image" Target="../media/image593.png"/><Relationship Id="rId822" Type="http://schemas.openxmlformats.org/officeDocument/2006/relationships/image" Target="../media/image696.png"/><Relationship Id="rId254" Type="http://schemas.openxmlformats.org/officeDocument/2006/relationships/customXml" Target="../ink/ink407.xml"/><Relationship Id="rId699" Type="http://schemas.openxmlformats.org/officeDocument/2006/relationships/image" Target="../media/image635.png"/><Relationship Id="rId49" Type="http://schemas.openxmlformats.org/officeDocument/2006/relationships/image" Target="../media/image310.png"/><Relationship Id="rId114" Type="http://schemas.openxmlformats.org/officeDocument/2006/relationships/customXml" Target="../ink/ink337.xml"/><Relationship Id="rId461" Type="http://schemas.openxmlformats.org/officeDocument/2006/relationships/image" Target="../media/image516.png"/><Relationship Id="rId559" Type="http://schemas.openxmlformats.org/officeDocument/2006/relationships/image" Target="../media/image565.png"/><Relationship Id="rId766" Type="http://schemas.openxmlformats.org/officeDocument/2006/relationships/image" Target="../media/image668.png"/><Relationship Id="rId198" Type="http://schemas.openxmlformats.org/officeDocument/2006/relationships/customXml" Target="../ink/ink379.xml"/><Relationship Id="rId321" Type="http://schemas.openxmlformats.org/officeDocument/2006/relationships/image" Target="../media/image446.png"/><Relationship Id="rId419" Type="http://schemas.openxmlformats.org/officeDocument/2006/relationships/image" Target="../media/image495.png"/><Relationship Id="rId626" Type="http://schemas.openxmlformats.org/officeDocument/2006/relationships/customXml" Target="../ink/ink593.xml"/><Relationship Id="rId833" Type="http://schemas.openxmlformats.org/officeDocument/2006/relationships/customXml" Target="../ink/ink697.xml"/><Relationship Id="rId265" Type="http://schemas.openxmlformats.org/officeDocument/2006/relationships/image" Target="../media/image418.png"/><Relationship Id="rId472" Type="http://schemas.openxmlformats.org/officeDocument/2006/relationships/customXml" Target="../ink/ink516.xml"/><Relationship Id="rId125" Type="http://schemas.openxmlformats.org/officeDocument/2006/relationships/image" Target="../media/image348.png"/><Relationship Id="rId332" Type="http://schemas.openxmlformats.org/officeDocument/2006/relationships/customXml" Target="../ink/ink446.xml"/><Relationship Id="rId777" Type="http://schemas.openxmlformats.org/officeDocument/2006/relationships/customXml" Target="../ink/ink669.xml"/><Relationship Id="rId637" Type="http://schemas.openxmlformats.org/officeDocument/2006/relationships/image" Target="../media/image604.png"/><Relationship Id="rId844" Type="http://schemas.openxmlformats.org/officeDocument/2006/relationships/image" Target="../media/image707.png"/><Relationship Id="rId276" Type="http://schemas.openxmlformats.org/officeDocument/2006/relationships/customXml" Target="../ink/ink418.xml"/><Relationship Id="rId483" Type="http://schemas.openxmlformats.org/officeDocument/2006/relationships/image" Target="../media/image527.png"/><Relationship Id="rId690" Type="http://schemas.openxmlformats.org/officeDocument/2006/relationships/customXml" Target="../ink/ink625.xml"/><Relationship Id="rId704" Type="http://schemas.openxmlformats.org/officeDocument/2006/relationships/customXml" Target="../ink/ink632.xml"/><Relationship Id="rId40" Type="http://schemas.openxmlformats.org/officeDocument/2006/relationships/customXml" Target="../ink/ink300.xml"/><Relationship Id="rId136" Type="http://schemas.openxmlformats.org/officeDocument/2006/relationships/customXml" Target="../ink/ink348.xml"/><Relationship Id="rId343" Type="http://schemas.openxmlformats.org/officeDocument/2006/relationships/image" Target="../media/image457.png"/><Relationship Id="rId550" Type="http://schemas.openxmlformats.org/officeDocument/2006/relationships/customXml" Target="../ink/ink555.xml"/><Relationship Id="rId788" Type="http://schemas.openxmlformats.org/officeDocument/2006/relationships/image" Target="../media/image679.png"/><Relationship Id="rId203" Type="http://schemas.openxmlformats.org/officeDocument/2006/relationships/image" Target="../media/image387.png"/><Relationship Id="rId648" Type="http://schemas.openxmlformats.org/officeDocument/2006/relationships/customXml" Target="../ink/ink604.xml"/><Relationship Id="rId855" Type="http://schemas.openxmlformats.org/officeDocument/2006/relationships/customXml" Target="../ink/ink708.xml"/><Relationship Id="rId287" Type="http://schemas.openxmlformats.org/officeDocument/2006/relationships/image" Target="../media/image429.png"/><Relationship Id="rId410" Type="http://schemas.openxmlformats.org/officeDocument/2006/relationships/customXml" Target="../ink/ink485.xml"/><Relationship Id="rId494" Type="http://schemas.openxmlformats.org/officeDocument/2006/relationships/customXml" Target="../ink/ink527.xml"/><Relationship Id="rId508" Type="http://schemas.openxmlformats.org/officeDocument/2006/relationships/customXml" Target="../ink/ink534.xml"/><Relationship Id="rId715" Type="http://schemas.openxmlformats.org/officeDocument/2006/relationships/image" Target="../media/image643.png"/><Relationship Id="rId147" Type="http://schemas.openxmlformats.org/officeDocument/2006/relationships/image" Target="../media/image359.png"/><Relationship Id="rId354" Type="http://schemas.openxmlformats.org/officeDocument/2006/relationships/customXml" Target="../ink/ink457.xml"/><Relationship Id="rId799" Type="http://schemas.openxmlformats.org/officeDocument/2006/relationships/customXml" Target="../ink/ink680.xml"/><Relationship Id="rId51" Type="http://schemas.openxmlformats.org/officeDocument/2006/relationships/image" Target="../media/image311.png"/><Relationship Id="rId561" Type="http://schemas.openxmlformats.org/officeDocument/2006/relationships/image" Target="../media/image566.png"/><Relationship Id="rId659" Type="http://schemas.openxmlformats.org/officeDocument/2006/relationships/image" Target="../media/image615.png"/><Relationship Id="rId866" Type="http://schemas.openxmlformats.org/officeDocument/2006/relationships/image" Target="../media/image718.png"/><Relationship Id="rId214" Type="http://schemas.openxmlformats.org/officeDocument/2006/relationships/customXml" Target="../ink/ink387.xml"/><Relationship Id="rId298" Type="http://schemas.openxmlformats.org/officeDocument/2006/relationships/customXml" Target="../ink/ink429.xml"/><Relationship Id="rId421" Type="http://schemas.openxmlformats.org/officeDocument/2006/relationships/image" Target="../media/image496.png"/><Relationship Id="rId519" Type="http://schemas.openxmlformats.org/officeDocument/2006/relationships/image" Target="../media/image545.png"/><Relationship Id="rId158" Type="http://schemas.openxmlformats.org/officeDocument/2006/relationships/customXml" Target="../ink/ink359.xml"/><Relationship Id="rId726" Type="http://schemas.openxmlformats.org/officeDocument/2006/relationships/customXml" Target="../ink/ink643.xml"/><Relationship Id="rId62" Type="http://schemas.openxmlformats.org/officeDocument/2006/relationships/customXml" Target="../ink/ink311.xml"/><Relationship Id="rId365" Type="http://schemas.openxmlformats.org/officeDocument/2006/relationships/image" Target="../media/image468.png"/><Relationship Id="rId572" Type="http://schemas.openxmlformats.org/officeDocument/2006/relationships/customXml" Target="../ink/ink566.xml"/><Relationship Id="rId225" Type="http://schemas.openxmlformats.org/officeDocument/2006/relationships/image" Target="../media/image398.png"/><Relationship Id="rId432" Type="http://schemas.openxmlformats.org/officeDocument/2006/relationships/customXml" Target="../ink/ink496.xml"/><Relationship Id="rId737" Type="http://schemas.openxmlformats.org/officeDocument/2006/relationships/customXml" Target="../ink/ink649.xml"/><Relationship Id="rId73" Type="http://schemas.openxmlformats.org/officeDocument/2006/relationships/image" Target="../media/image322.png"/><Relationship Id="rId169" Type="http://schemas.openxmlformats.org/officeDocument/2006/relationships/image" Target="../media/image370.png"/><Relationship Id="rId376" Type="http://schemas.openxmlformats.org/officeDocument/2006/relationships/customXml" Target="../ink/ink468.xml"/><Relationship Id="rId583" Type="http://schemas.openxmlformats.org/officeDocument/2006/relationships/image" Target="../media/image577.png"/><Relationship Id="rId790" Type="http://schemas.openxmlformats.org/officeDocument/2006/relationships/image" Target="../media/image680.png"/><Relationship Id="rId804" Type="http://schemas.openxmlformats.org/officeDocument/2006/relationships/image" Target="../media/image687.png"/><Relationship Id="rId4" Type="http://schemas.openxmlformats.org/officeDocument/2006/relationships/customXml" Target="../ink/ink282.xml"/><Relationship Id="rId236" Type="http://schemas.openxmlformats.org/officeDocument/2006/relationships/customXml" Target="../ink/ink398.xml"/><Relationship Id="rId443" Type="http://schemas.openxmlformats.org/officeDocument/2006/relationships/image" Target="../media/image507.png"/><Relationship Id="rId650" Type="http://schemas.openxmlformats.org/officeDocument/2006/relationships/customXml" Target="../ink/ink605.xml"/><Relationship Id="rId303" Type="http://schemas.openxmlformats.org/officeDocument/2006/relationships/image" Target="../media/image437.png"/><Relationship Id="rId748" Type="http://schemas.openxmlformats.org/officeDocument/2006/relationships/image" Target="../media/image659.png"/><Relationship Id="rId84" Type="http://schemas.openxmlformats.org/officeDocument/2006/relationships/customXml" Target="../ink/ink322.xml"/><Relationship Id="rId387" Type="http://schemas.openxmlformats.org/officeDocument/2006/relationships/image" Target="../media/image479.png"/><Relationship Id="rId510" Type="http://schemas.openxmlformats.org/officeDocument/2006/relationships/customXml" Target="../ink/ink535.xml"/><Relationship Id="rId594" Type="http://schemas.openxmlformats.org/officeDocument/2006/relationships/customXml" Target="../ink/ink577.xml"/><Relationship Id="rId608" Type="http://schemas.openxmlformats.org/officeDocument/2006/relationships/customXml" Target="../ink/ink584.xml"/><Relationship Id="rId815" Type="http://schemas.openxmlformats.org/officeDocument/2006/relationships/customXml" Target="../ink/ink688.xml"/><Relationship Id="rId247" Type="http://schemas.openxmlformats.org/officeDocument/2006/relationships/image" Target="../media/image409.png"/><Relationship Id="rId107" Type="http://schemas.openxmlformats.org/officeDocument/2006/relationships/image" Target="../media/image339.png"/><Relationship Id="rId454" Type="http://schemas.openxmlformats.org/officeDocument/2006/relationships/customXml" Target="../ink/ink507.xml"/><Relationship Id="rId661" Type="http://schemas.openxmlformats.org/officeDocument/2006/relationships/image" Target="../media/image616.png"/><Relationship Id="rId759" Type="http://schemas.openxmlformats.org/officeDocument/2006/relationships/customXml" Target="../ink/ink660.xml"/><Relationship Id="rId11" Type="http://schemas.openxmlformats.org/officeDocument/2006/relationships/image" Target="../media/image291.png"/><Relationship Id="rId314" Type="http://schemas.openxmlformats.org/officeDocument/2006/relationships/customXml" Target="../ink/ink437.xml"/><Relationship Id="rId398" Type="http://schemas.openxmlformats.org/officeDocument/2006/relationships/customXml" Target="../ink/ink479.xml"/><Relationship Id="rId521" Type="http://schemas.openxmlformats.org/officeDocument/2006/relationships/image" Target="../media/image546.png"/><Relationship Id="rId619" Type="http://schemas.openxmlformats.org/officeDocument/2006/relationships/image" Target="../media/image595.png"/><Relationship Id="rId95" Type="http://schemas.openxmlformats.org/officeDocument/2006/relationships/image" Target="../media/image333.png"/><Relationship Id="rId160" Type="http://schemas.openxmlformats.org/officeDocument/2006/relationships/customXml" Target="../ink/ink360.xml"/><Relationship Id="rId826" Type="http://schemas.openxmlformats.org/officeDocument/2006/relationships/image" Target="../media/image698.png"/><Relationship Id="rId258" Type="http://schemas.openxmlformats.org/officeDocument/2006/relationships/customXml" Target="../ink/ink409.xml"/><Relationship Id="rId465" Type="http://schemas.openxmlformats.org/officeDocument/2006/relationships/image" Target="../media/image518.png"/><Relationship Id="rId672" Type="http://schemas.openxmlformats.org/officeDocument/2006/relationships/customXml" Target="../ink/ink616.xml"/><Relationship Id="rId22" Type="http://schemas.openxmlformats.org/officeDocument/2006/relationships/customXml" Target="../ink/ink291.xml"/><Relationship Id="rId118" Type="http://schemas.openxmlformats.org/officeDocument/2006/relationships/customXml" Target="../ink/ink339.xml"/><Relationship Id="rId325" Type="http://schemas.openxmlformats.org/officeDocument/2006/relationships/image" Target="../media/image448.png"/><Relationship Id="rId532" Type="http://schemas.openxmlformats.org/officeDocument/2006/relationships/customXml" Target="../ink/ink546.xml"/><Relationship Id="rId171" Type="http://schemas.openxmlformats.org/officeDocument/2006/relationships/image" Target="../media/image371.png"/><Relationship Id="rId837" Type="http://schemas.openxmlformats.org/officeDocument/2006/relationships/customXml" Target="../ink/ink699.xml"/><Relationship Id="rId269" Type="http://schemas.openxmlformats.org/officeDocument/2006/relationships/image" Target="../media/image420.png"/><Relationship Id="rId476" Type="http://schemas.openxmlformats.org/officeDocument/2006/relationships/customXml" Target="../ink/ink518.xml"/><Relationship Id="rId683" Type="http://schemas.openxmlformats.org/officeDocument/2006/relationships/image" Target="../media/image627.png"/><Relationship Id="rId33" Type="http://schemas.openxmlformats.org/officeDocument/2006/relationships/image" Target="../media/image302.png"/><Relationship Id="rId129" Type="http://schemas.openxmlformats.org/officeDocument/2006/relationships/image" Target="../media/image350.png"/><Relationship Id="rId336" Type="http://schemas.openxmlformats.org/officeDocument/2006/relationships/customXml" Target="../ink/ink448.xml"/><Relationship Id="rId543" Type="http://schemas.openxmlformats.org/officeDocument/2006/relationships/image" Target="../media/image557.png"/><Relationship Id="rId182" Type="http://schemas.openxmlformats.org/officeDocument/2006/relationships/customXml" Target="../ink/ink371.xml"/><Relationship Id="rId403" Type="http://schemas.openxmlformats.org/officeDocument/2006/relationships/image" Target="../media/image487.png"/><Relationship Id="rId750" Type="http://schemas.openxmlformats.org/officeDocument/2006/relationships/image" Target="../media/image660.png"/><Relationship Id="rId848" Type="http://schemas.openxmlformats.org/officeDocument/2006/relationships/image" Target="../media/image709.png"/><Relationship Id="rId487" Type="http://schemas.openxmlformats.org/officeDocument/2006/relationships/image" Target="../media/image529.png"/><Relationship Id="rId610" Type="http://schemas.openxmlformats.org/officeDocument/2006/relationships/customXml" Target="../ink/ink585.xml"/><Relationship Id="rId694" Type="http://schemas.openxmlformats.org/officeDocument/2006/relationships/customXml" Target="../ink/ink627.xml"/><Relationship Id="rId708" Type="http://schemas.openxmlformats.org/officeDocument/2006/relationships/customXml" Target="../ink/ink634.xml"/><Relationship Id="rId347" Type="http://schemas.openxmlformats.org/officeDocument/2006/relationships/image" Target="../media/image459.png"/><Relationship Id="rId44" Type="http://schemas.openxmlformats.org/officeDocument/2006/relationships/customXml" Target="../ink/ink302.xml"/><Relationship Id="rId554" Type="http://schemas.openxmlformats.org/officeDocument/2006/relationships/customXml" Target="../ink/ink557.xml"/><Relationship Id="rId761" Type="http://schemas.openxmlformats.org/officeDocument/2006/relationships/customXml" Target="../ink/ink661.xml"/><Relationship Id="rId859" Type="http://schemas.openxmlformats.org/officeDocument/2006/relationships/customXml" Target="../ink/ink710.xml"/><Relationship Id="rId193" Type="http://schemas.openxmlformats.org/officeDocument/2006/relationships/image" Target="../media/image382.png"/><Relationship Id="rId207" Type="http://schemas.openxmlformats.org/officeDocument/2006/relationships/image" Target="../media/image389.png"/><Relationship Id="rId414" Type="http://schemas.openxmlformats.org/officeDocument/2006/relationships/customXml" Target="../ink/ink487.xml"/><Relationship Id="rId498" Type="http://schemas.openxmlformats.org/officeDocument/2006/relationships/customXml" Target="../ink/ink529.xml"/><Relationship Id="rId621" Type="http://schemas.openxmlformats.org/officeDocument/2006/relationships/image" Target="../media/image596.png"/><Relationship Id="rId260" Type="http://schemas.openxmlformats.org/officeDocument/2006/relationships/customXml" Target="../ink/ink410.xml"/><Relationship Id="rId719" Type="http://schemas.openxmlformats.org/officeDocument/2006/relationships/image" Target="../media/image645.png"/><Relationship Id="rId55" Type="http://schemas.openxmlformats.org/officeDocument/2006/relationships/image" Target="../media/image313.png"/><Relationship Id="rId120" Type="http://schemas.openxmlformats.org/officeDocument/2006/relationships/customXml" Target="../ink/ink340.xml"/><Relationship Id="rId358" Type="http://schemas.openxmlformats.org/officeDocument/2006/relationships/customXml" Target="../ink/ink459.xml"/><Relationship Id="rId565" Type="http://schemas.openxmlformats.org/officeDocument/2006/relationships/image" Target="../media/image568.png"/><Relationship Id="rId772" Type="http://schemas.openxmlformats.org/officeDocument/2006/relationships/image" Target="../media/image671.png"/><Relationship Id="rId218" Type="http://schemas.openxmlformats.org/officeDocument/2006/relationships/customXml" Target="../ink/ink389.xml"/><Relationship Id="rId425" Type="http://schemas.openxmlformats.org/officeDocument/2006/relationships/image" Target="../media/image498.png"/><Relationship Id="rId632" Type="http://schemas.openxmlformats.org/officeDocument/2006/relationships/customXml" Target="../ink/ink596.xml"/><Relationship Id="rId271" Type="http://schemas.openxmlformats.org/officeDocument/2006/relationships/image" Target="../media/image421.png"/><Relationship Id="rId66" Type="http://schemas.openxmlformats.org/officeDocument/2006/relationships/customXml" Target="../ink/ink313.xml"/><Relationship Id="rId131" Type="http://schemas.openxmlformats.org/officeDocument/2006/relationships/image" Target="../media/image351.png"/><Relationship Id="rId369" Type="http://schemas.openxmlformats.org/officeDocument/2006/relationships/image" Target="../media/image470.png"/><Relationship Id="rId576" Type="http://schemas.openxmlformats.org/officeDocument/2006/relationships/customXml" Target="../ink/ink568.xml"/><Relationship Id="rId783" Type="http://schemas.openxmlformats.org/officeDocument/2006/relationships/customXml" Target="../ink/ink672.xml"/><Relationship Id="rId229" Type="http://schemas.openxmlformats.org/officeDocument/2006/relationships/image" Target="../media/image400.png"/><Relationship Id="rId436" Type="http://schemas.openxmlformats.org/officeDocument/2006/relationships/customXml" Target="../ink/ink498.xml"/><Relationship Id="rId643" Type="http://schemas.openxmlformats.org/officeDocument/2006/relationships/image" Target="../media/image607.png"/><Relationship Id="rId850" Type="http://schemas.openxmlformats.org/officeDocument/2006/relationships/image" Target="../media/image710.png"/><Relationship Id="rId77" Type="http://schemas.openxmlformats.org/officeDocument/2006/relationships/image" Target="../media/image324.png"/><Relationship Id="rId282" Type="http://schemas.openxmlformats.org/officeDocument/2006/relationships/customXml" Target="../ink/ink421.xml"/><Relationship Id="rId503" Type="http://schemas.openxmlformats.org/officeDocument/2006/relationships/image" Target="../media/image537.png"/><Relationship Id="rId587" Type="http://schemas.openxmlformats.org/officeDocument/2006/relationships/image" Target="../media/image579.png"/><Relationship Id="rId710" Type="http://schemas.openxmlformats.org/officeDocument/2006/relationships/customXml" Target="../ink/ink635.xml"/><Relationship Id="rId808" Type="http://schemas.openxmlformats.org/officeDocument/2006/relationships/image" Target="../media/image689.png"/><Relationship Id="rId8" Type="http://schemas.openxmlformats.org/officeDocument/2006/relationships/customXml" Target="../ink/ink284.xml"/><Relationship Id="rId142" Type="http://schemas.openxmlformats.org/officeDocument/2006/relationships/customXml" Target="../ink/ink351.xml"/><Relationship Id="rId447" Type="http://schemas.openxmlformats.org/officeDocument/2006/relationships/image" Target="../media/image509.png"/><Relationship Id="rId794" Type="http://schemas.openxmlformats.org/officeDocument/2006/relationships/image" Target="../media/image682.png"/><Relationship Id="rId654" Type="http://schemas.openxmlformats.org/officeDocument/2006/relationships/customXml" Target="../ink/ink607.xml"/><Relationship Id="rId861" Type="http://schemas.openxmlformats.org/officeDocument/2006/relationships/customXml" Target="../ink/ink711.xml"/><Relationship Id="rId293" Type="http://schemas.openxmlformats.org/officeDocument/2006/relationships/image" Target="../media/image432.png"/><Relationship Id="rId307" Type="http://schemas.openxmlformats.org/officeDocument/2006/relationships/image" Target="../media/image439.png"/><Relationship Id="rId514" Type="http://schemas.openxmlformats.org/officeDocument/2006/relationships/customXml" Target="../ink/ink537.xml"/><Relationship Id="rId721" Type="http://schemas.openxmlformats.org/officeDocument/2006/relationships/image" Target="../media/image64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9.xml"/><Relationship Id="rId21" Type="http://schemas.openxmlformats.org/officeDocument/2006/relationships/image" Target="../media/image732.png"/><Relationship Id="rId42" Type="http://schemas.openxmlformats.org/officeDocument/2006/relationships/customXml" Target="../ink/ink737.xml"/><Relationship Id="rId47" Type="http://schemas.openxmlformats.org/officeDocument/2006/relationships/image" Target="../media/image745.png"/><Relationship Id="rId63" Type="http://schemas.openxmlformats.org/officeDocument/2006/relationships/image" Target="../media/image753.png"/><Relationship Id="rId68" Type="http://schemas.openxmlformats.org/officeDocument/2006/relationships/customXml" Target="../ink/ink750.xml"/><Relationship Id="rId7" Type="http://schemas.openxmlformats.org/officeDocument/2006/relationships/image" Target="../media/image725.png"/><Relationship Id="rId71" Type="http://schemas.openxmlformats.org/officeDocument/2006/relationships/image" Target="../media/image757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724.xml"/><Relationship Id="rId29" Type="http://schemas.openxmlformats.org/officeDocument/2006/relationships/image" Target="../media/image736.png"/><Relationship Id="rId11" Type="http://schemas.openxmlformats.org/officeDocument/2006/relationships/image" Target="../media/image727.png"/><Relationship Id="rId24" Type="http://schemas.openxmlformats.org/officeDocument/2006/relationships/customXml" Target="../ink/ink728.xml"/><Relationship Id="rId32" Type="http://schemas.openxmlformats.org/officeDocument/2006/relationships/customXml" Target="../ink/ink732.xml"/><Relationship Id="rId37" Type="http://schemas.openxmlformats.org/officeDocument/2006/relationships/image" Target="../media/image740.png"/><Relationship Id="rId40" Type="http://schemas.openxmlformats.org/officeDocument/2006/relationships/customXml" Target="../ink/ink736.xml"/><Relationship Id="rId45" Type="http://schemas.openxmlformats.org/officeDocument/2006/relationships/image" Target="../media/image744.png"/><Relationship Id="rId53" Type="http://schemas.openxmlformats.org/officeDocument/2006/relationships/image" Target="../media/image748.png"/><Relationship Id="rId58" Type="http://schemas.openxmlformats.org/officeDocument/2006/relationships/customXml" Target="../ink/ink745.xml"/><Relationship Id="rId66" Type="http://schemas.openxmlformats.org/officeDocument/2006/relationships/customXml" Target="../ink/ink749.xml"/><Relationship Id="rId5" Type="http://schemas.openxmlformats.org/officeDocument/2006/relationships/image" Target="../media/image724.png"/><Relationship Id="rId61" Type="http://schemas.openxmlformats.org/officeDocument/2006/relationships/image" Target="../media/image752.png"/><Relationship Id="rId19" Type="http://schemas.openxmlformats.org/officeDocument/2006/relationships/image" Target="../media/image731.png"/><Relationship Id="rId14" Type="http://schemas.openxmlformats.org/officeDocument/2006/relationships/customXml" Target="../ink/ink723.xml"/><Relationship Id="rId22" Type="http://schemas.openxmlformats.org/officeDocument/2006/relationships/customXml" Target="../ink/ink727.xml"/><Relationship Id="rId27" Type="http://schemas.openxmlformats.org/officeDocument/2006/relationships/image" Target="../media/image735.png"/><Relationship Id="rId30" Type="http://schemas.openxmlformats.org/officeDocument/2006/relationships/customXml" Target="../ink/ink731.xml"/><Relationship Id="rId35" Type="http://schemas.openxmlformats.org/officeDocument/2006/relationships/image" Target="../media/image739.png"/><Relationship Id="rId43" Type="http://schemas.openxmlformats.org/officeDocument/2006/relationships/image" Target="../media/image743.png"/><Relationship Id="rId48" Type="http://schemas.openxmlformats.org/officeDocument/2006/relationships/customXml" Target="../ink/ink740.xml"/><Relationship Id="rId56" Type="http://schemas.openxmlformats.org/officeDocument/2006/relationships/customXml" Target="../ink/ink744.xml"/><Relationship Id="rId64" Type="http://schemas.openxmlformats.org/officeDocument/2006/relationships/customXml" Target="../ink/ink748.xml"/><Relationship Id="rId69" Type="http://schemas.openxmlformats.org/officeDocument/2006/relationships/image" Target="../media/image756.png"/><Relationship Id="rId8" Type="http://schemas.openxmlformats.org/officeDocument/2006/relationships/customXml" Target="../ink/ink720.xml"/><Relationship Id="rId51" Type="http://schemas.openxmlformats.org/officeDocument/2006/relationships/image" Target="../media/image747.png"/><Relationship Id="rId3" Type="http://schemas.openxmlformats.org/officeDocument/2006/relationships/image" Target="../media/image723.png"/><Relationship Id="rId12" Type="http://schemas.openxmlformats.org/officeDocument/2006/relationships/customXml" Target="../ink/ink722.xml"/><Relationship Id="rId17" Type="http://schemas.openxmlformats.org/officeDocument/2006/relationships/image" Target="../media/image730.png"/><Relationship Id="rId25" Type="http://schemas.openxmlformats.org/officeDocument/2006/relationships/image" Target="../media/image734.png"/><Relationship Id="rId33" Type="http://schemas.openxmlformats.org/officeDocument/2006/relationships/image" Target="../media/image738.png"/><Relationship Id="rId38" Type="http://schemas.openxmlformats.org/officeDocument/2006/relationships/customXml" Target="../ink/ink735.xml"/><Relationship Id="rId46" Type="http://schemas.openxmlformats.org/officeDocument/2006/relationships/customXml" Target="../ink/ink739.xml"/><Relationship Id="rId59" Type="http://schemas.openxmlformats.org/officeDocument/2006/relationships/image" Target="../media/image751.png"/><Relationship Id="rId67" Type="http://schemas.openxmlformats.org/officeDocument/2006/relationships/image" Target="../media/image755.png"/><Relationship Id="rId20" Type="http://schemas.openxmlformats.org/officeDocument/2006/relationships/customXml" Target="../ink/ink726.xml"/><Relationship Id="rId41" Type="http://schemas.openxmlformats.org/officeDocument/2006/relationships/image" Target="../media/image742.png"/><Relationship Id="rId54" Type="http://schemas.openxmlformats.org/officeDocument/2006/relationships/customXml" Target="../ink/ink743.xml"/><Relationship Id="rId62" Type="http://schemas.openxmlformats.org/officeDocument/2006/relationships/customXml" Target="../ink/ink747.xml"/><Relationship Id="rId70" Type="http://schemas.openxmlformats.org/officeDocument/2006/relationships/customXml" Target="../ink/ink75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19.xml"/><Relationship Id="rId15" Type="http://schemas.openxmlformats.org/officeDocument/2006/relationships/image" Target="../media/image729.png"/><Relationship Id="rId23" Type="http://schemas.openxmlformats.org/officeDocument/2006/relationships/image" Target="../media/image733.png"/><Relationship Id="rId28" Type="http://schemas.openxmlformats.org/officeDocument/2006/relationships/customXml" Target="../ink/ink730.xml"/><Relationship Id="rId36" Type="http://schemas.openxmlformats.org/officeDocument/2006/relationships/customXml" Target="../ink/ink734.xml"/><Relationship Id="rId49" Type="http://schemas.openxmlformats.org/officeDocument/2006/relationships/image" Target="../media/image746.png"/><Relationship Id="rId57" Type="http://schemas.openxmlformats.org/officeDocument/2006/relationships/image" Target="../media/image750.png"/><Relationship Id="rId10" Type="http://schemas.openxmlformats.org/officeDocument/2006/relationships/customXml" Target="../ink/ink721.xml"/><Relationship Id="rId31" Type="http://schemas.openxmlformats.org/officeDocument/2006/relationships/image" Target="../media/image737.png"/><Relationship Id="rId44" Type="http://schemas.openxmlformats.org/officeDocument/2006/relationships/customXml" Target="../ink/ink738.xml"/><Relationship Id="rId52" Type="http://schemas.openxmlformats.org/officeDocument/2006/relationships/customXml" Target="../ink/ink742.xml"/><Relationship Id="rId60" Type="http://schemas.openxmlformats.org/officeDocument/2006/relationships/customXml" Target="../ink/ink746.xml"/><Relationship Id="rId65" Type="http://schemas.openxmlformats.org/officeDocument/2006/relationships/image" Target="../media/image754.png"/><Relationship Id="rId4" Type="http://schemas.openxmlformats.org/officeDocument/2006/relationships/customXml" Target="../ink/ink718.xml"/><Relationship Id="rId9" Type="http://schemas.openxmlformats.org/officeDocument/2006/relationships/image" Target="../media/image726.png"/><Relationship Id="rId13" Type="http://schemas.openxmlformats.org/officeDocument/2006/relationships/image" Target="../media/image728.png"/><Relationship Id="rId18" Type="http://schemas.openxmlformats.org/officeDocument/2006/relationships/customXml" Target="../ink/ink725.xml"/><Relationship Id="rId39" Type="http://schemas.openxmlformats.org/officeDocument/2006/relationships/image" Target="../media/image741.png"/><Relationship Id="rId34" Type="http://schemas.openxmlformats.org/officeDocument/2006/relationships/customXml" Target="../ink/ink733.xml"/><Relationship Id="rId50" Type="http://schemas.openxmlformats.org/officeDocument/2006/relationships/customXml" Target="../ink/ink741.xml"/><Relationship Id="rId55" Type="http://schemas.openxmlformats.org/officeDocument/2006/relationships/image" Target="../media/image74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9.png"/><Relationship Id="rId117" Type="http://schemas.openxmlformats.org/officeDocument/2006/relationships/customXml" Target="../ink/ink809.xml"/><Relationship Id="rId21" Type="http://schemas.openxmlformats.org/officeDocument/2006/relationships/customXml" Target="../ink/ink761.xml"/><Relationship Id="rId42" Type="http://schemas.openxmlformats.org/officeDocument/2006/relationships/image" Target="../media/image777.png"/><Relationship Id="rId47" Type="http://schemas.openxmlformats.org/officeDocument/2006/relationships/customXml" Target="../ink/ink774.xml"/><Relationship Id="rId63" Type="http://schemas.openxmlformats.org/officeDocument/2006/relationships/customXml" Target="../ink/ink782.xml"/><Relationship Id="rId68" Type="http://schemas.openxmlformats.org/officeDocument/2006/relationships/image" Target="../media/image790.png"/><Relationship Id="rId84" Type="http://schemas.openxmlformats.org/officeDocument/2006/relationships/image" Target="../media/image798.png"/><Relationship Id="rId89" Type="http://schemas.openxmlformats.org/officeDocument/2006/relationships/customXml" Target="../ink/ink795.xml"/><Relationship Id="rId112" Type="http://schemas.openxmlformats.org/officeDocument/2006/relationships/image" Target="../media/image812.png"/><Relationship Id="rId16" Type="http://schemas.openxmlformats.org/officeDocument/2006/relationships/image" Target="../media/image764.png"/><Relationship Id="rId107" Type="http://schemas.openxmlformats.org/officeDocument/2006/relationships/customXml" Target="../ink/ink804.xml"/><Relationship Id="rId11" Type="http://schemas.openxmlformats.org/officeDocument/2006/relationships/customXml" Target="../ink/ink756.xml"/><Relationship Id="rId32" Type="http://schemas.openxmlformats.org/officeDocument/2006/relationships/image" Target="../media/image772.png"/><Relationship Id="rId37" Type="http://schemas.openxmlformats.org/officeDocument/2006/relationships/customXml" Target="../ink/ink769.xml"/><Relationship Id="rId53" Type="http://schemas.openxmlformats.org/officeDocument/2006/relationships/customXml" Target="../ink/ink777.xml"/><Relationship Id="rId58" Type="http://schemas.openxmlformats.org/officeDocument/2006/relationships/image" Target="../media/image785.png"/><Relationship Id="rId74" Type="http://schemas.openxmlformats.org/officeDocument/2006/relationships/image" Target="../media/image793.png"/><Relationship Id="rId79" Type="http://schemas.openxmlformats.org/officeDocument/2006/relationships/customXml" Target="../ink/ink790.xml"/><Relationship Id="rId102" Type="http://schemas.openxmlformats.org/officeDocument/2006/relationships/image" Target="../media/image807.png"/><Relationship Id="rId5" Type="http://schemas.openxmlformats.org/officeDocument/2006/relationships/customXml" Target="../ink/ink753.xml"/><Relationship Id="rId90" Type="http://schemas.openxmlformats.org/officeDocument/2006/relationships/image" Target="../media/image801.png"/><Relationship Id="rId95" Type="http://schemas.openxmlformats.org/officeDocument/2006/relationships/customXml" Target="../ink/ink798.xml"/><Relationship Id="rId22" Type="http://schemas.openxmlformats.org/officeDocument/2006/relationships/image" Target="../media/image767.png"/><Relationship Id="rId27" Type="http://schemas.openxmlformats.org/officeDocument/2006/relationships/customXml" Target="../ink/ink764.xml"/><Relationship Id="rId43" Type="http://schemas.openxmlformats.org/officeDocument/2006/relationships/customXml" Target="../ink/ink772.xml"/><Relationship Id="rId48" Type="http://schemas.openxmlformats.org/officeDocument/2006/relationships/image" Target="../media/image780.png"/><Relationship Id="rId64" Type="http://schemas.openxmlformats.org/officeDocument/2006/relationships/image" Target="../media/image788.png"/><Relationship Id="rId69" Type="http://schemas.openxmlformats.org/officeDocument/2006/relationships/customXml" Target="../ink/ink785.xml"/><Relationship Id="rId113" Type="http://schemas.openxmlformats.org/officeDocument/2006/relationships/customXml" Target="../ink/ink807.xml"/><Relationship Id="rId118" Type="http://schemas.openxmlformats.org/officeDocument/2006/relationships/image" Target="../media/image815.png"/><Relationship Id="rId80" Type="http://schemas.openxmlformats.org/officeDocument/2006/relationships/image" Target="../media/image796.png"/><Relationship Id="rId85" Type="http://schemas.openxmlformats.org/officeDocument/2006/relationships/customXml" Target="../ink/ink793.xml"/><Relationship Id="rId12" Type="http://schemas.openxmlformats.org/officeDocument/2006/relationships/image" Target="../media/image762.png"/><Relationship Id="rId17" Type="http://schemas.openxmlformats.org/officeDocument/2006/relationships/customXml" Target="../ink/ink759.xml"/><Relationship Id="rId33" Type="http://schemas.openxmlformats.org/officeDocument/2006/relationships/customXml" Target="../ink/ink767.xml"/><Relationship Id="rId38" Type="http://schemas.openxmlformats.org/officeDocument/2006/relationships/image" Target="../media/image775.png"/><Relationship Id="rId59" Type="http://schemas.openxmlformats.org/officeDocument/2006/relationships/customXml" Target="../ink/ink780.xml"/><Relationship Id="rId103" Type="http://schemas.openxmlformats.org/officeDocument/2006/relationships/customXml" Target="../ink/ink802.xml"/><Relationship Id="rId108" Type="http://schemas.openxmlformats.org/officeDocument/2006/relationships/image" Target="../media/image810.png"/><Relationship Id="rId54" Type="http://schemas.openxmlformats.org/officeDocument/2006/relationships/image" Target="../media/image783.png"/><Relationship Id="rId70" Type="http://schemas.openxmlformats.org/officeDocument/2006/relationships/image" Target="../media/image791.png"/><Relationship Id="rId75" Type="http://schemas.openxmlformats.org/officeDocument/2006/relationships/customXml" Target="../ink/ink788.xml"/><Relationship Id="rId91" Type="http://schemas.openxmlformats.org/officeDocument/2006/relationships/customXml" Target="../ink/ink796.xml"/><Relationship Id="rId96" Type="http://schemas.openxmlformats.org/officeDocument/2006/relationships/image" Target="../media/image8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9.png"/><Relationship Id="rId23" Type="http://schemas.openxmlformats.org/officeDocument/2006/relationships/customXml" Target="../ink/ink762.xml"/><Relationship Id="rId28" Type="http://schemas.openxmlformats.org/officeDocument/2006/relationships/image" Target="../media/image770.png"/><Relationship Id="rId49" Type="http://schemas.openxmlformats.org/officeDocument/2006/relationships/customXml" Target="../ink/ink775.xml"/><Relationship Id="rId114" Type="http://schemas.openxmlformats.org/officeDocument/2006/relationships/image" Target="../media/image813.png"/><Relationship Id="rId119" Type="http://schemas.openxmlformats.org/officeDocument/2006/relationships/customXml" Target="../ink/ink810.xml"/><Relationship Id="rId44" Type="http://schemas.openxmlformats.org/officeDocument/2006/relationships/image" Target="../media/image778.png"/><Relationship Id="rId60" Type="http://schemas.openxmlformats.org/officeDocument/2006/relationships/image" Target="../media/image786.png"/><Relationship Id="rId65" Type="http://schemas.openxmlformats.org/officeDocument/2006/relationships/customXml" Target="../ink/ink783.xml"/><Relationship Id="rId81" Type="http://schemas.openxmlformats.org/officeDocument/2006/relationships/customXml" Target="../ink/ink791.xml"/><Relationship Id="rId86" Type="http://schemas.openxmlformats.org/officeDocument/2006/relationships/image" Target="../media/image799.png"/><Relationship Id="rId4" Type="http://schemas.openxmlformats.org/officeDocument/2006/relationships/image" Target="../media/image758.png"/><Relationship Id="rId9" Type="http://schemas.openxmlformats.org/officeDocument/2006/relationships/customXml" Target="../ink/ink755.xml"/><Relationship Id="rId13" Type="http://schemas.openxmlformats.org/officeDocument/2006/relationships/customXml" Target="../ink/ink757.xml"/><Relationship Id="rId18" Type="http://schemas.openxmlformats.org/officeDocument/2006/relationships/image" Target="../media/image765.png"/><Relationship Id="rId39" Type="http://schemas.openxmlformats.org/officeDocument/2006/relationships/customXml" Target="../ink/ink770.xml"/><Relationship Id="rId109" Type="http://schemas.openxmlformats.org/officeDocument/2006/relationships/customXml" Target="../ink/ink805.xml"/><Relationship Id="rId34" Type="http://schemas.openxmlformats.org/officeDocument/2006/relationships/image" Target="../media/image773.png"/><Relationship Id="rId50" Type="http://schemas.openxmlformats.org/officeDocument/2006/relationships/image" Target="../media/image781.png"/><Relationship Id="rId55" Type="http://schemas.openxmlformats.org/officeDocument/2006/relationships/customXml" Target="../ink/ink778.xml"/><Relationship Id="rId76" Type="http://schemas.openxmlformats.org/officeDocument/2006/relationships/image" Target="../media/image794.png"/><Relationship Id="rId97" Type="http://schemas.openxmlformats.org/officeDocument/2006/relationships/customXml" Target="../ink/ink799.xml"/><Relationship Id="rId104" Type="http://schemas.openxmlformats.org/officeDocument/2006/relationships/image" Target="../media/image808.png"/><Relationship Id="rId120" Type="http://schemas.openxmlformats.org/officeDocument/2006/relationships/image" Target="../media/image816.png"/><Relationship Id="rId7" Type="http://schemas.openxmlformats.org/officeDocument/2006/relationships/customXml" Target="../ink/ink754.xml"/><Relationship Id="rId71" Type="http://schemas.openxmlformats.org/officeDocument/2006/relationships/customXml" Target="../ink/ink786.xml"/><Relationship Id="rId92" Type="http://schemas.openxmlformats.org/officeDocument/2006/relationships/image" Target="../media/image802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765.xml"/><Relationship Id="rId24" Type="http://schemas.openxmlformats.org/officeDocument/2006/relationships/image" Target="../media/image768.png"/><Relationship Id="rId40" Type="http://schemas.openxmlformats.org/officeDocument/2006/relationships/image" Target="../media/image776.png"/><Relationship Id="rId45" Type="http://schemas.openxmlformats.org/officeDocument/2006/relationships/customXml" Target="../ink/ink773.xml"/><Relationship Id="rId66" Type="http://schemas.openxmlformats.org/officeDocument/2006/relationships/image" Target="../media/image789.png"/><Relationship Id="rId87" Type="http://schemas.openxmlformats.org/officeDocument/2006/relationships/customXml" Target="../ink/ink794.xml"/><Relationship Id="rId110" Type="http://schemas.openxmlformats.org/officeDocument/2006/relationships/image" Target="../media/image811.png"/><Relationship Id="rId115" Type="http://schemas.openxmlformats.org/officeDocument/2006/relationships/customXml" Target="../ink/ink808.xml"/><Relationship Id="rId61" Type="http://schemas.openxmlformats.org/officeDocument/2006/relationships/customXml" Target="../ink/ink781.xml"/><Relationship Id="rId82" Type="http://schemas.openxmlformats.org/officeDocument/2006/relationships/image" Target="../media/image797.png"/><Relationship Id="rId19" Type="http://schemas.openxmlformats.org/officeDocument/2006/relationships/customXml" Target="../ink/ink760.xml"/><Relationship Id="rId14" Type="http://schemas.openxmlformats.org/officeDocument/2006/relationships/image" Target="../media/image763.png"/><Relationship Id="rId30" Type="http://schemas.openxmlformats.org/officeDocument/2006/relationships/image" Target="../media/image771.png"/><Relationship Id="rId35" Type="http://schemas.openxmlformats.org/officeDocument/2006/relationships/customXml" Target="../ink/ink768.xml"/><Relationship Id="rId56" Type="http://schemas.openxmlformats.org/officeDocument/2006/relationships/image" Target="../media/image784.png"/><Relationship Id="rId77" Type="http://schemas.openxmlformats.org/officeDocument/2006/relationships/customXml" Target="../ink/ink789.xml"/><Relationship Id="rId100" Type="http://schemas.openxmlformats.org/officeDocument/2006/relationships/image" Target="../media/image806.png"/><Relationship Id="rId105" Type="http://schemas.openxmlformats.org/officeDocument/2006/relationships/customXml" Target="../ink/ink803.xml"/><Relationship Id="rId8" Type="http://schemas.openxmlformats.org/officeDocument/2006/relationships/image" Target="../media/image760.png"/><Relationship Id="rId51" Type="http://schemas.openxmlformats.org/officeDocument/2006/relationships/customXml" Target="../ink/ink776.xml"/><Relationship Id="rId72" Type="http://schemas.openxmlformats.org/officeDocument/2006/relationships/image" Target="../media/image792.png"/><Relationship Id="rId93" Type="http://schemas.openxmlformats.org/officeDocument/2006/relationships/customXml" Target="../ink/ink797.xml"/><Relationship Id="rId98" Type="http://schemas.openxmlformats.org/officeDocument/2006/relationships/image" Target="../media/image805.png"/><Relationship Id="rId121" Type="http://schemas.openxmlformats.org/officeDocument/2006/relationships/customXml" Target="../ink/ink811.xml"/><Relationship Id="rId3" Type="http://schemas.openxmlformats.org/officeDocument/2006/relationships/customXml" Target="../ink/ink752.xml"/><Relationship Id="rId25" Type="http://schemas.openxmlformats.org/officeDocument/2006/relationships/customXml" Target="../ink/ink763.xml"/><Relationship Id="rId46" Type="http://schemas.openxmlformats.org/officeDocument/2006/relationships/image" Target="../media/image779.png"/><Relationship Id="rId67" Type="http://schemas.openxmlformats.org/officeDocument/2006/relationships/customXml" Target="../ink/ink784.xml"/><Relationship Id="rId116" Type="http://schemas.openxmlformats.org/officeDocument/2006/relationships/image" Target="../media/image814.png"/><Relationship Id="rId20" Type="http://schemas.openxmlformats.org/officeDocument/2006/relationships/image" Target="../media/image766.png"/><Relationship Id="rId41" Type="http://schemas.openxmlformats.org/officeDocument/2006/relationships/customXml" Target="../ink/ink771.xml"/><Relationship Id="rId62" Type="http://schemas.openxmlformats.org/officeDocument/2006/relationships/image" Target="../media/image787.png"/><Relationship Id="rId83" Type="http://schemas.openxmlformats.org/officeDocument/2006/relationships/customXml" Target="../ink/ink792.xml"/><Relationship Id="rId88" Type="http://schemas.openxmlformats.org/officeDocument/2006/relationships/image" Target="../media/image800.png"/><Relationship Id="rId111" Type="http://schemas.openxmlformats.org/officeDocument/2006/relationships/customXml" Target="../ink/ink806.xml"/><Relationship Id="rId15" Type="http://schemas.openxmlformats.org/officeDocument/2006/relationships/customXml" Target="../ink/ink758.xml"/><Relationship Id="rId36" Type="http://schemas.openxmlformats.org/officeDocument/2006/relationships/image" Target="../media/image774.png"/><Relationship Id="rId57" Type="http://schemas.openxmlformats.org/officeDocument/2006/relationships/customXml" Target="../ink/ink779.xml"/><Relationship Id="rId106" Type="http://schemas.openxmlformats.org/officeDocument/2006/relationships/image" Target="../media/image809.png"/><Relationship Id="rId10" Type="http://schemas.openxmlformats.org/officeDocument/2006/relationships/image" Target="../media/image761.png"/><Relationship Id="rId31" Type="http://schemas.openxmlformats.org/officeDocument/2006/relationships/customXml" Target="../ink/ink766.xml"/><Relationship Id="rId52" Type="http://schemas.openxmlformats.org/officeDocument/2006/relationships/image" Target="../media/image782.png"/><Relationship Id="rId73" Type="http://schemas.openxmlformats.org/officeDocument/2006/relationships/customXml" Target="../ink/ink787.xml"/><Relationship Id="rId78" Type="http://schemas.openxmlformats.org/officeDocument/2006/relationships/image" Target="../media/image795.png"/><Relationship Id="rId94" Type="http://schemas.openxmlformats.org/officeDocument/2006/relationships/image" Target="../media/image803.png"/><Relationship Id="rId99" Type="http://schemas.openxmlformats.org/officeDocument/2006/relationships/customXml" Target="../ink/ink800.xml"/><Relationship Id="rId101" Type="http://schemas.openxmlformats.org/officeDocument/2006/relationships/customXml" Target="../ink/ink801.xml"/><Relationship Id="rId122" Type="http://schemas.openxmlformats.org/officeDocument/2006/relationships/image" Target="../media/image81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5.png"/><Relationship Id="rId21" Type="http://schemas.openxmlformats.org/officeDocument/2006/relationships/image" Target="../media/image827.png"/><Relationship Id="rId42" Type="http://schemas.openxmlformats.org/officeDocument/2006/relationships/customXml" Target="../ink/ink831.xml"/><Relationship Id="rId63" Type="http://schemas.openxmlformats.org/officeDocument/2006/relationships/image" Target="../media/image848.png"/><Relationship Id="rId84" Type="http://schemas.openxmlformats.org/officeDocument/2006/relationships/customXml" Target="../ink/ink852.xml"/><Relationship Id="rId138" Type="http://schemas.openxmlformats.org/officeDocument/2006/relationships/customXml" Target="../ink/ink879.xml"/><Relationship Id="rId159" Type="http://schemas.openxmlformats.org/officeDocument/2006/relationships/image" Target="../media/image896.png"/><Relationship Id="rId170" Type="http://schemas.openxmlformats.org/officeDocument/2006/relationships/customXml" Target="../ink/ink895.xml"/><Relationship Id="rId191" Type="http://schemas.openxmlformats.org/officeDocument/2006/relationships/image" Target="../media/image912.png"/><Relationship Id="rId205" Type="http://schemas.openxmlformats.org/officeDocument/2006/relationships/image" Target="../media/image919.png"/><Relationship Id="rId226" Type="http://schemas.openxmlformats.org/officeDocument/2006/relationships/customXml" Target="../ink/ink923.xml"/><Relationship Id="rId107" Type="http://schemas.openxmlformats.org/officeDocument/2006/relationships/image" Target="../media/image870.png"/><Relationship Id="rId11" Type="http://schemas.openxmlformats.org/officeDocument/2006/relationships/image" Target="../media/image822.png"/><Relationship Id="rId32" Type="http://schemas.openxmlformats.org/officeDocument/2006/relationships/customXml" Target="../ink/ink826.xml"/><Relationship Id="rId53" Type="http://schemas.openxmlformats.org/officeDocument/2006/relationships/image" Target="../media/image843.png"/><Relationship Id="rId74" Type="http://schemas.openxmlformats.org/officeDocument/2006/relationships/customXml" Target="../ink/ink847.xml"/><Relationship Id="rId128" Type="http://schemas.openxmlformats.org/officeDocument/2006/relationships/customXml" Target="../ink/ink874.xml"/><Relationship Id="rId149" Type="http://schemas.openxmlformats.org/officeDocument/2006/relationships/image" Target="../media/image891.png"/><Relationship Id="rId5" Type="http://schemas.openxmlformats.org/officeDocument/2006/relationships/image" Target="../media/image819.png"/><Relationship Id="rId95" Type="http://schemas.openxmlformats.org/officeDocument/2006/relationships/image" Target="../media/image864.png"/><Relationship Id="rId160" Type="http://schemas.openxmlformats.org/officeDocument/2006/relationships/customXml" Target="../ink/ink890.xml"/><Relationship Id="rId181" Type="http://schemas.openxmlformats.org/officeDocument/2006/relationships/image" Target="../media/image907.png"/><Relationship Id="rId216" Type="http://schemas.openxmlformats.org/officeDocument/2006/relationships/customXml" Target="../ink/ink918.xml"/><Relationship Id="rId22" Type="http://schemas.openxmlformats.org/officeDocument/2006/relationships/customXml" Target="../ink/ink821.xml"/><Relationship Id="rId43" Type="http://schemas.openxmlformats.org/officeDocument/2006/relationships/image" Target="../media/image838.png"/><Relationship Id="rId64" Type="http://schemas.openxmlformats.org/officeDocument/2006/relationships/customXml" Target="../ink/ink842.xml"/><Relationship Id="rId118" Type="http://schemas.openxmlformats.org/officeDocument/2006/relationships/customXml" Target="../ink/ink869.xml"/><Relationship Id="rId139" Type="http://schemas.openxmlformats.org/officeDocument/2006/relationships/image" Target="../media/image886.png"/><Relationship Id="rId85" Type="http://schemas.openxmlformats.org/officeDocument/2006/relationships/image" Target="../media/image859.png"/><Relationship Id="rId150" Type="http://schemas.openxmlformats.org/officeDocument/2006/relationships/customXml" Target="../ink/ink885.xml"/><Relationship Id="rId171" Type="http://schemas.openxmlformats.org/officeDocument/2006/relationships/image" Target="../media/image902.png"/><Relationship Id="rId192" Type="http://schemas.openxmlformats.org/officeDocument/2006/relationships/customXml" Target="../ink/ink906.xml"/><Relationship Id="rId206" Type="http://schemas.openxmlformats.org/officeDocument/2006/relationships/customXml" Target="../ink/ink913.xml"/><Relationship Id="rId227" Type="http://schemas.openxmlformats.org/officeDocument/2006/relationships/image" Target="../media/image930.png"/><Relationship Id="rId12" Type="http://schemas.openxmlformats.org/officeDocument/2006/relationships/customXml" Target="../ink/ink816.xml"/><Relationship Id="rId33" Type="http://schemas.openxmlformats.org/officeDocument/2006/relationships/image" Target="../media/image833.png"/><Relationship Id="rId108" Type="http://schemas.openxmlformats.org/officeDocument/2006/relationships/customXml" Target="../ink/ink864.xml"/><Relationship Id="rId129" Type="http://schemas.openxmlformats.org/officeDocument/2006/relationships/image" Target="../media/image881.png"/><Relationship Id="rId54" Type="http://schemas.openxmlformats.org/officeDocument/2006/relationships/customXml" Target="../ink/ink837.xml"/><Relationship Id="rId75" Type="http://schemas.openxmlformats.org/officeDocument/2006/relationships/image" Target="../media/image854.png"/><Relationship Id="rId96" Type="http://schemas.openxmlformats.org/officeDocument/2006/relationships/customXml" Target="../ink/ink858.xml"/><Relationship Id="rId140" Type="http://schemas.openxmlformats.org/officeDocument/2006/relationships/customXml" Target="../ink/ink880.xml"/><Relationship Id="rId161" Type="http://schemas.openxmlformats.org/officeDocument/2006/relationships/image" Target="../media/image897.png"/><Relationship Id="rId182" Type="http://schemas.openxmlformats.org/officeDocument/2006/relationships/customXml" Target="../ink/ink901.xml"/><Relationship Id="rId217" Type="http://schemas.openxmlformats.org/officeDocument/2006/relationships/image" Target="../media/image925.png"/><Relationship Id="rId6" Type="http://schemas.openxmlformats.org/officeDocument/2006/relationships/customXml" Target="../ink/ink813.xml"/><Relationship Id="rId23" Type="http://schemas.openxmlformats.org/officeDocument/2006/relationships/image" Target="../media/image828.png"/><Relationship Id="rId119" Type="http://schemas.openxmlformats.org/officeDocument/2006/relationships/image" Target="../media/image876.png"/><Relationship Id="rId44" Type="http://schemas.openxmlformats.org/officeDocument/2006/relationships/customXml" Target="../ink/ink832.xml"/><Relationship Id="rId65" Type="http://schemas.openxmlformats.org/officeDocument/2006/relationships/image" Target="../media/image849.png"/><Relationship Id="rId86" Type="http://schemas.openxmlformats.org/officeDocument/2006/relationships/customXml" Target="../ink/ink853.xml"/><Relationship Id="rId130" Type="http://schemas.openxmlformats.org/officeDocument/2006/relationships/customXml" Target="../ink/ink875.xml"/><Relationship Id="rId151" Type="http://schemas.openxmlformats.org/officeDocument/2006/relationships/image" Target="../media/image892.png"/><Relationship Id="rId172" Type="http://schemas.openxmlformats.org/officeDocument/2006/relationships/customXml" Target="../ink/ink896.xml"/><Relationship Id="rId193" Type="http://schemas.openxmlformats.org/officeDocument/2006/relationships/image" Target="../media/image913.png"/><Relationship Id="rId207" Type="http://schemas.openxmlformats.org/officeDocument/2006/relationships/image" Target="../media/image920.png"/><Relationship Id="rId228" Type="http://schemas.openxmlformats.org/officeDocument/2006/relationships/customXml" Target="../ink/ink924.xml"/><Relationship Id="rId13" Type="http://schemas.openxmlformats.org/officeDocument/2006/relationships/image" Target="../media/image823.png"/><Relationship Id="rId109" Type="http://schemas.openxmlformats.org/officeDocument/2006/relationships/image" Target="../media/image871.png"/><Relationship Id="rId34" Type="http://schemas.openxmlformats.org/officeDocument/2006/relationships/customXml" Target="../ink/ink827.xml"/><Relationship Id="rId55" Type="http://schemas.openxmlformats.org/officeDocument/2006/relationships/image" Target="../media/image844.png"/><Relationship Id="rId76" Type="http://schemas.openxmlformats.org/officeDocument/2006/relationships/customXml" Target="../ink/ink848.xml"/><Relationship Id="rId97" Type="http://schemas.openxmlformats.org/officeDocument/2006/relationships/image" Target="../media/image865.png"/><Relationship Id="rId120" Type="http://schemas.openxmlformats.org/officeDocument/2006/relationships/customXml" Target="../ink/ink870.xml"/><Relationship Id="rId141" Type="http://schemas.openxmlformats.org/officeDocument/2006/relationships/image" Target="../media/image887.png"/><Relationship Id="rId7" Type="http://schemas.openxmlformats.org/officeDocument/2006/relationships/image" Target="../media/image820.png"/><Relationship Id="rId162" Type="http://schemas.openxmlformats.org/officeDocument/2006/relationships/customXml" Target="../ink/ink891.xml"/><Relationship Id="rId183" Type="http://schemas.openxmlformats.org/officeDocument/2006/relationships/image" Target="../media/image908.png"/><Relationship Id="rId218" Type="http://schemas.openxmlformats.org/officeDocument/2006/relationships/customXml" Target="../ink/ink919.xml"/><Relationship Id="rId24" Type="http://schemas.openxmlformats.org/officeDocument/2006/relationships/customXml" Target="../ink/ink822.xml"/><Relationship Id="rId45" Type="http://schemas.openxmlformats.org/officeDocument/2006/relationships/image" Target="../media/image839.png"/><Relationship Id="rId66" Type="http://schemas.openxmlformats.org/officeDocument/2006/relationships/customXml" Target="../ink/ink843.xml"/><Relationship Id="rId87" Type="http://schemas.openxmlformats.org/officeDocument/2006/relationships/image" Target="../media/image860.png"/><Relationship Id="rId110" Type="http://schemas.openxmlformats.org/officeDocument/2006/relationships/customXml" Target="../ink/ink865.xml"/><Relationship Id="rId131" Type="http://schemas.openxmlformats.org/officeDocument/2006/relationships/image" Target="../media/image882.png"/><Relationship Id="rId152" Type="http://schemas.openxmlformats.org/officeDocument/2006/relationships/customXml" Target="../ink/ink886.xml"/><Relationship Id="rId173" Type="http://schemas.openxmlformats.org/officeDocument/2006/relationships/image" Target="../media/image903.png"/><Relationship Id="rId194" Type="http://schemas.openxmlformats.org/officeDocument/2006/relationships/customXml" Target="../ink/ink907.xml"/><Relationship Id="rId208" Type="http://schemas.openxmlformats.org/officeDocument/2006/relationships/customXml" Target="../ink/ink914.xml"/><Relationship Id="rId229" Type="http://schemas.openxmlformats.org/officeDocument/2006/relationships/image" Target="../media/image931.png"/><Relationship Id="rId14" Type="http://schemas.openxmlformats.org/officeDocument/2006/relationships/customXml" Target="../ink/ink817.xml"/><Relationship Id="rId35" Type="http://schemas.openxmlformats.org/officeDocument/2006/relationships/image" Target="../media/image834.png"/><Relationship Id="rId56" Type="http://schemas.openxmlformats.org/officeDocument/2006/relationships/customXml" Target="../ink/ink838.xml"/><Relationship Id="rId77" Type="http://schemas.openxmlformats.org/officeDocument/2006/relationships/image" Target="../media/image855.png"/><Relationship Id="rId100" Type="http://schemas.openxmlformats.org/officeDocument/2006/relationships/customXml" Target="../ink/ink860.xml"/><Relationship Id="rId8" Type="http://schemas.openxmlformats.org/officeDocument/2006/relationships/customXml" Target="../ink/ink814.xml"/><Relationship Id="rId98" Type="http://schemas.openxmlformats.org/officeDocument/2006/relationships/customXml" Target="../ink/ink859.xml"/><Relationship Id="rId121" Type="http://schemas.openxmlformats.org/officeDocument/2006/relationships/image" Target="../media/image877.png"/><Relationship Id="rId142" Type="http://schemas.openxmlformats.org/officeDocument/2006/relationships/customXml" Target="../ink/ink881.xml"/><Relationship Id="rId163" Type="http://schemas.openxmlformats.org/officeDocument/2006/relationships/image" Target="../media/image898.png"/><Relationship Id="rId184" Type="http://schemas.openxmlformats.org/officeDocument/2006/relationships/customXml" Target="../ink/ink902.xml"/><Relationship Id="rId219" Type="http://schemas.openxmlformats.org/officeDocument/2006/relationships/image" Target="../media/image926.png"/><Relationship Id="rId230" Type="http://schemas.openxmlformats.org/officeDocument/2006/relationships/customXml" Target="../ink/ink925.xml"/><Relationship Id="rId25" Type="http://schemas.openxmlformats.org/officeDocument/2006/relationships/image" Target="../media/image829.png"/><Relationship Id="rId46" Type="http://schemas.openxmlformats.org/officeDocument/2006/relationships/customXml" Target="../ink/ink833.xml"/><Relationship Id="rId67" Type="http://schemas.openxmlformats.org/officeDocument/2006/relationships/image" Target="../media/image850.png"/><Relationship Id="rId20" Type="http://schemas.openxmlformats.org/officeDocument/2006/relationships/customXml" Target="../ink/ink820.xml"/><Relationship Id="rId41" Type="http://schemas.openxmlformats.org/officeDocument/2006/relationships/image" Target="../media/image837.png"/><Relationship Id="rId62" Type="http://schemas.openxmlformats.org/officeDocument/2006/relationships/customXml" Target="../ink/ink841.xml"/><Relationship Id="rId83" Type="http://schemas.openxmlformats.org/officeDocument/2006/relationships/image" Target="../media/image858.png"/><Relationship Id="rId88" Type="http://schemas.openxmlformats.org/officeDocument/2006/relationships/customXml" Target="../ink/ink854.xml"/><Relationship Id="rId111" Type="http://schemas.openxmlformats.org/officeDocument/2006/relationships/image" Target="../media/image872.png"/><Relationship Id="rId132" Type="http://schemas.openxmlformats.org/officeDocument/2006/relationships/customXml" Target="../ink/ink876.xml"/><Relationship Id="rId153" Type="http://schemas.openxmlformats.org/officeDocument/2006/relationships/image" Target="../media/image893.png"/><Relationship Id="rId174" Type="http://schemas.openxmlformats.org/officeDocument/2006/relationships/customXml" Target="../ink/ink897.xml"/><Relationship Id="rId179" Type="http://schemas.openxmlformats.org/officeDocument/2006/relationships/image" Target="../media/image906.png"/><Relationship Id="rId195" Type="http://schemas.openxmlformats.org/officeDocument/2006/relationships/image" Target="../media/image914.png"/><Relationship Id="rId209" Type="http://schemas.openxmlformats.org/officeDocument/2006/relationships/image" Target="../media/image921.png"/><Relationship Id="rId190" Type="http://schemas.openxmlformats.org/officeDocument/2006/relationships/customXml" Target="../ink/ink905.xml"/><Relationship Id="rId204" Type="http://schemas.openxmlformats.org/officeDocument/2006/relationships/customXml" Target="../ink/ink912.xml"/><Relationship Id="rId220" Type="http://schemas.openxmlformats.org/officeDocument/2006/relationships/customXml" Target="../ink/ink920.xml"/><Relationship Id="rId225" Type="http://schemas.openxmlformats.org/officeDocument/2006/relationships/image" Target="../media/image929.png"/><Relationship Id="rId15" Type="http://schemas.openxmlformats.org/officeDocument/2006/relationships/image" Target="../media/image824.png"/><Relationship Id="rId36" Type="http://schemas.openxmlformats.org/officeDocument/2006/relationships/customXml" Target="../ink/ink828.xml"/><Relationship Id="rId57" Type="http://schemas.openxmlformats.org/officeDocument/2006/relationships/image" Target="../media/image845.png"/><Relationship Id="rId106" Type="http://schemas.openxmlformats.org/officeDocument/2006/relationships/customXml" Target="../ink/ink863.xml"/><Relationship Id="rId127" Type="http://schemas.openxmlformats.org/officeDocument/2006/relationships/image" Target="../media/image880.png"/><Relationship Id="rId10" Type="http://schemas.openxmlformats.org/officeDocument/2006/relationships/customXml" Target="../ink/ink815.xml"/><Relationship Id="rId31" Type="http://schemas.openxmlformats.org/officeDocument/2006/relationships/image" Target="../media/image832.png"/><Relationship Id="rId52" Type="http://schemas.openxmlformats.org/officeDocument/2006/relationships/customXml" Target="../ink/ink836.xml"/><Relationship Id="rId73" Type="http://schemas.openxmlformats.org/officeDocument/2006/relationships/image" Target="../media/image853.png"/><Relationship Id="rId78" Type="http://schemas.openxmlformats.org/officeDocument/2006/relationships/customXml" Target="../ink/ink849.xml"/><Relationship Id="rId94" Type="http://schemas.openxmlformats.org/officeDocument/2006/relationships/customXml" Target="../ink/ink857.xml"/><Relationship Id="rId99" Type="http://schemas.openxmlformats.org/officeDocument/2006/relationships/image" Target="../media/image866.png"/><Relationship Id="rId101" Type="http://schemas.openxmlformats.org/officeDocument/2006/relationships/image" Target="../media/image867.png"/><Relationship Id="rId122" Type="http://schemas.openxmlformats.org/officeDocument/2006/relationships/customXml" Target="../ink/ink871.xml"/><Relationship Id="rId143" Type="http://schemas.openxmlformats.org/officeDocument/2006/relationships/image" Target="../media/image888.png"/><Relationship Id="rId148" Type="http://schemas.openxmlformats.org/officeDocument/2006/relationships/customXml" Target="../ink/ink884.xml"/><Relationship Id="rId164" Type="http://schemas.openxmlformats.org/officeDocument/2006/relationships/customXml" Target="../ink/ink892.xml"/><Relationship Id="rId169" Type="http://schemas.openxmlformats.org/officeDocument/2006/relationships/image" Target="../media/image901.png"/><Relationship Id="rId185" Type="http://schemas.openxmlformats.org/officeDocument/2006/relationships/image" Target="../media/image909.png"/><Relationship Id="rId4" Type="http://schemas.openxmlformats.org/officeDocument/2006/relationships/customXml" Target="../ink/ink812.xml"/><Relationship Id="rId9" Type="http://schemas.openxmlformats.org/officeDocument/2006/relationships/image" Target="../media/image821.png"/><Relationship Id="rId180" Type="http://schemas.openxmlformats.org/officeDocument/2006/relationships/customXml" Target="../ink/ink900.xml"/><Relationship Id="rId210" Type="http://schemas.openxmlformats.org/officeDocument/2006/relationships/customXml" Target="../ink/ink915.xml"/><Relationship Id="rId215" Type="http://schemas.openxmlformats.org/officeDocument/2006/relationships/image" Target="../media/image924.png"/><Relationship Id="rId26" Type="http://schemas.openxmlformats.org/officeDocument/2006/relationships/customXml" Target="../ink/ink823.xml"/><Relationship Id="rId231" Type="http://schemas.openxmlformats.org/officeDocument/2006/relationships/image" Target="../media/image932.png"/><Relationship Id="rId47" Type="http://schemas.openxmlformats.org/officeDocument/2006/relationships/image" Target="../media/image840.png"/><Relationship Id="rId68" Type="http://schemas.openxmlformats.org/officeDocument/2006/relationships/customXml" Target="../ink/ink844.xml"/><Relationship Id="rId89" Type="http://schemas.openxmlformats.org/officeDocument/2006/relationships/image" Target="../media/image861.png"/><Relationship Id="rId112" Type="http://schemas.openxmlformats.org/officeDocument/2006/relationships/customXml" Target="../ink/ink866.xml"/><Relationship Id="rId133" Type="http://schemas.openxmlformats.org/officeDocument/2006/relationships/image" Target="../media/image883.png"/><Relationship Id="rId154" Type="http://schemas.openxmlformats.org/officeDocument/2006/relationships/customXml" Target="../ink/ink887.xml"/><Relationship Id="rId175" Type="http://schemas.openxmlformats.org/officeDocument/2006/relationships/image" Target="../media/image904.png"/><Relationship Id="rId196" Type="http://schemas.openxmlformats.org/officeDocument/2006/relationships/customXml" Target="../ink/ink908.xml"/><Relationship Id="rId200" Type="http://schemas.openxmlformats.org/officeDocument/2006/relationships/customXml" Target="../ink/ink910.xml"/><Relationship Id="rId16" Type="http://schemas.openxmlformats.org/officeDocument/2006/relationships/customXml" Target="../ink/ink818.xml"/><Relationship Id="rId221" Type="http://schemas.openxmlformats.org/officeDocument/2006/relationships/image" Target="../media/image927.png"/><Relationship Id="rId37" Type="http://schemas.openxmlformats.org/officeDocument/2006/relationships/image" Target="../media/image835.png"/><Relationship Id="rId58" Type="http://schemas.openxmlformats.org/officeDocument/2006/relationships/customXml" Target="../ink/ink839.xml"/><Relationship Id="rId79" Type="http://schemas.openxmlformats.org/officeDocument/2006/relationships/image" Target="../media/image856.png"/><Relationship Id="rId102" Type="http://schemas.openxmlformats.org/officeDocument/2006/relationships/customXml" Target="../ink/ink861.xml"/><Relationship Id="rId123" Type="http://schemas.openxmlformats.org/officeDocument/2006/relationships/image" Target="../media/image878.png"/><Relationship Id="rId144" Type="http://schemas.openxmlformats.org/officeDocument/2006/relationships/customXml" Target="../ink/ink882.xml"/><Relationship Id="rId90" Type="http://schemas.openxmlformats.org/officeDocument/2006/relationships/customXml" Target="../ink/ink855.xml"/><Relationship Id="rId165" Type="http://schemas.openxmlformats.org/officeDocument/2006/relationships/image" Target="../media/image899.png"/><Relationship Id="rId186" Type="http://schemas.openxmlformats.org/officeDocument/2006/relationships/customXml" Target="../ink/ink903.xml"/><Relationship Id="rId211" Type="http://schemas.openxmlformats.org/officeDocument/2006/relationships/image" Target="../media/image922.png"/><Relationship Id="rId232" Type="http://schemas.openxmlformats.org/officeDocument/2006/relationships/customXml" Target="../ink/ink926.xml"/><Relationship Id="rId27" Type="http://schemas.openxmlformats.org/officeDocument/2006/relationships/image" Target="../media/image830.png"/><Relationship Id="rId48" Type="http://schemas.openxmlformats.org/officeDocument/2006/relationships/customXml" Target="../ink/ink834.xml"/><Relationship Id="rId69" Type="http://schemas.openxmlformats.org/officeDocument/2006/relationships/image" Target="../media/image851.png"/><Relationship Id="rId113" Type="http://schemas.openxmlformats.org/officeDocument/2006/relationships/image" Target="../media/image873.png"/><Relationship Id="rId134" Type="http://schemas.openxmlformats.org/officeDocument/2006/relationships/customXml" Target="../ink/ink877.xml"/><Relationship Id="rId80" Type="http://schemas.openxmlformats.org/officeDocument/2006/relationships/customXml" Target="../ink/ink850.xml"/><Relationship Id="rId155" Type="http://schemas.openxmlformats.org/officeDocument/2006/relationships/image" Target="../media/image894.png"/><Relationship Id="rId176" Type="http://schemas.openxmlformats.org/officeDocument/2006/relationships/customXml" Target="../ink/ink898.xml"/><Relationship Id="rId197" Type="http://schemas.openxmlformats.org/officeDocument/2006/relationships/image" Target="../media/image915.png"/><Relationship Id="rId201" Type="http://schemas.openxmlformats.org/officeDocument/2006/relationships/image" Target="../media/image917.png"/><Relationship Id="rId222" Type="http://schemas.openxmlformats.org/officeDocument/2006/relationships/customXml" Target="../ink/ink921.xml"/><Relationship Id="rId17" Type="http://schemas.openxmlformats.org/officeDocument/2006/relationships/image" Target="../media/image825.png"/><Relationship Id="rId38" Type="http://schemas.openxmlformats.org/officeDocument/2006/relationships/customXml" Target="../ink/ink829.xml"/><Relationship Id="rId59" Type="http://schemas.openxmlformats.org/officeDocument/2006/relationships/image" Target="../media/image846.png"/><Relationship Id="rId103" Type="http://schemas.openxmlformats.org/officeDocument/2006/relationships/image" Target="../media/image868.png"/><Relationship Id="rId124" Type="http://schemas.openxmlformats.org/officeDocument/2006/relationships/customXml" Target="../ink/ink872.xml"/><Relationship Id="rId70" Type="http://schemas.openxmlformats.org/officeDocument/2006/relationships/customXml" Target="../ink/ink845.xml"/><Relationship Id="rId91" Type="http://schemas.openxmlformats.org/officeDocument/2006/relationships/image" Target="../media/image862.png"/><Relationship Id="rId145" Type="http://schemas.openxmlformats.org/officeDocument/2006/relationships/image" Target="../media/image889.png"/><Relationship Id="rId166" Type="http://schemas.openxmlformats.org/officeDocument/2006/relationships/customXml" Target="../ink/ink893.xml"/><Relationship Id="rId187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16.xml"/><Relationship Id="rId233" Type="http://schemas.openxmlformats.org/officeDocument/2006/relationships/image" Target="../media/image933.png"/><Relationship Id="rId28" Type="http://schemas.openxmlformats.org/officeDocument/2006/relationships/customXml" Target="../ink/ink824.xml"/><Relationship Id="rId49" Type="http://schemas.openxmlformats.org/officeDocument/2006/relationships/image" Target="../media/image841.png"/><Relationship Id="rId114" Type="http://schemas.openxmlformats.org/officeDocument/2006/relationships/customXml" Target="../ink/ink867.xml"/><Relationship Id="rId60" Type="http://schemas.openxmlformats.org/officeDocument/2006/relationships/customXml" Target="../ink/ink840.xml"/><Relationship Id="rId81" Type="http://schemas.openxmlformats.org/officeDocument/2006/relationships/image" Target="../media/image857.png"/><Relationship Id="rId135" Type="http://schemas.openxmlformats.org/officeDocument/2006/relationships/image" Target="../media/image884.png"/><Relationship Id="rId156" Type="http://schemas.openxmlformats.org/officeDocument/2006/relationships/customXml" Target="../ink/ink888.xml"/><Relationship Id="rId177" Type="http://schemas.openxmlformats.org/officeDocument/2006/relationships/image" Target="../media/image905.png"/><Relationship Id="rId198" Type="http://schemas.openxmlformats.org/officeDocument/2006/relationships/customXml" Target="../ink/ink909.xml"/><Relationship Id="rId202" Type="http://schemas.openxmlformats.org/officeDocument/2006/relationships/customXml" Target="../ink/ink911.xml"/><Relationship Id="rId223" Type="http://schemas.openxmlformats.org/officeDocument/2006/relationships/image" Target="../media/image928.png"/><Relationship Id="rId18" Type="http://schemas.openxmlformats.org/officeDocument/2006/relationships/customXml" Target="../ink/ink819.xml"/><Relationship Id="rId39" Type="http://schemas.openxmlformats.org/officeDocument/2006/relationships/image" Target="../media/image836.png"/><Relationship Id="rId50" Type="http://schemas.openxmlformats.org/officeDocument/2006/relationships/customXml" Target="../ink/ink835.xml"/><Relationship Id="rId104" Type="http://schemas.openxmlformats.org/officeDocument/2006/relationships/customXml" Target="../ink/ink862.xml"/><Relationship Id="rId125" Type="http://schemas.openxmlformats.org/officeDocument/2006/relationships/image" Target="../media/image879.png"/><Relationship Id="rId146" Type="http://schemas.openxmlformats.org/officeDocument/2006/relationships/customXml" Target="../ink/ink883.xml"/><Relationship Id="rId167" Type="http://schemas.openxmlformats.org/officeDocument/2006/relationships/image" Target="../media/image900.png"/><Relationship Id="rId188" Type="http://schemas.openxmlformats.org/officeDocument/2006/relationships/customXml" Target="../ink/ink904.xml"/><Relationship Id="rId71" Type="http://schemas.openxmlformats.org/officeDocument/2006/relationships/image" Target="../media/image852.png"/><Relationship Id="rId92" Type="http://schemas.openxmlformats.org/officeDocument/2006/relationships/customXml" Target="../ink/ink856.xml"/><Relationship Id="rId213" Type="http://schemas.openxmlformats.org/officeDocument/2006/relationships/image" Target="../media/image923.png"/><Relationship Id="rId234" Type="http://schemas.openxmlformats.org/officeDocument/2006/relationships/customXml" Target="../ink/ink927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831.png"/><Relationship Id="rId40" Type="http://schemas.openxmlformats.org/officeDocument/2006/relationships/customXml" Target="../ink/ink830.xml"/><Relationship Id="rId115" Type="http://schemas.openxmlformats.org/officeDocument/2006/relationships/image" Target="../media/image874.png"/><Relationship Id="rId136" Type="http://schemas.openxmlformats.org/officeDocument/2006/relationships/customXml" Target="../ink/ink878.xml"/><Relationship Id="rId157" Type="http://schemas.openxmlformats.org/officeDocument/2006/relationships/image" Target="../media/image895.png"/><Relationship Id="rId178" Type="http://schemas.openxmlformats.org/officeDocument/2006/relationships/customXml" Target="../ink/ink899.xml"/><Relationship Id="rId61" Type="http://schemas.openxmlformats.org/officeDocument/2006/relationships/image" Target="../media/image847.png"/><Relationship Id="rId82" Type="http://schemas.openxmlformats.org/officeDocument/2006/relationships/customXml" Target="../ink/ink851.xml"/><Relationship Id="rId199" Type="http://schemas.openxmlformats.org/officeDocument/2006/relationships/image" Target="../media/image916.png"/><Relationship Id="rId203" Type="http://schemas.openxmlformats.org/officeDocument/2006/relationships/image" Target="../media/image918.png"/><Relationship Id="rId19" Type="http://schemas.openxmlformats.org/officeDocument/2006/relationships/image" Target="../media/image826.png"/><Relationship Id="rId224" Type="http://schemas.openxmlformats.org/officeDocument/2006/relationships/customXml" Target="../ink/ink922.xml"/><Relationship Id="rId30" Type="http://schemas.openxmlformats.org/officeDocument/2006/relationships/customXml" Target="../ink/ink825.xml"/><Relationship Id="rId105" Type="http://schemas.openxmlformats.org/officeDocument/2006/relationships/image" Target="../media/image869.png"/><Relationship Id="rId126" Type="http://schemas.openxmlformats.org/officeDocument/2006/relationships/customXml" Target="../ink/ink873.xml"/><Relationship Id="rId147" Type="http://schemas.openxmlformats.org/officeDocument/2006/relationships/image" Target="../media/image890.png"/><Relationship Id="rId168" Type="http://schemas.openxmlformats.org/officeDocument/2006/relationships/customXml" Target="../ink/ink894.xml"/><Relationship Id="rId51" Type="http://schemas.openxmlformats.org/officeDocument/2006/relationships/image" Target="../media/image842.png"/><Relationship Id="rId72" Type="http://schemas.openxmlformats.org/officeDocument/2006/relationships/customXml" Target="../ink/ink846.xml"/><Relationship Id="rId93" Type="http://schemas.openxmlformats.org/officeDocument/2006/relationships/image" Target="../media/image863.png"/><Relationship Id="rId189" Type="http://schemas.openxmlformats.org/officeDocument/2006/relationships/image" Target="../media/image911.png"/><Relationship Id="rId3" Type="http://schemas.openxmlformats.org/officeDocument/2006/relationships/image" Target="../media/image818.png"/><Relationship Id="rId214" Type="http://schemas.openxmlformats.org/officeDocument/2006/relationships/customXml" Target="../ink/ink917.xml"/><Relationship Id="rId235" Type="http://schemas.openxmlformats.org/officeDocument/2006/relationships/image" Target="../media/image934.png"/><Relationship Id="rId116" Type="http://schemas.openxmlformats.org/officeDocument/2006/relationships/customXml" Target="../ink/ink868.xml"/><Relationship Id="rId137" Type="http://schemas.openxmlformats.org/officeDocument/2006/relationships/image" Target="../media/image885.png"/><Relationship Id="rId158" Type="http://schemas.openxmlformats.org/officeDocument/2006/relationships/customXml" Target="../ink/ink889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44.png"/><Relationship Id="rId170" Type="http://schemas.openxmlformats.org/officeDocument/2006/relationships/image" Target="../media/image1017.png"/><Relationship Id="rId268" Type="http://schemas.openxmlformats.org/officeDocument/2006/relationships/customXml" Target="../ink/ink1062.xml"/><Relationship Id="rId475" Type="http://schemas.openxmlformats.org/officeDocument/2006/relationships/image" Target="../media/image1166.png"/><Relationship Id="rId682" Type="http://schemas.openxmlformats.org/officeDocument/2006/relationships/customXml" Target="../ink/ink1269.xml"/><Relationship Id="rId128" Type="http://schemas.openxmlformats.org/officeDocument/2006/relationships/image" Target="../media/image996.png"/><Relationship Id="rId335" Type="http://schemas.openxmlformats.org/officeDocument/2006/relationships/image" Target="../media/image1097.png"/><Relationship Id="rId542" Type="http://schemas.openxmlformats.org/officeDocument/2006/relationships/customXml" Target="../ink/ink1199.xml"/><Relationship Id="rId987" Type="http://schemas.openxmlformats.org/officeDocument/2006/relationships/image" Target="../media/image1421.png"/><Relationship Id="rId402" Type="http://schemas.openxmlformats.org/officeDocument/2006/relationships/customXml" Target="../ink/ink1129.xml"/><Relationship Id="rId847" Type="http://schemas.openxmlformats.org/officeDocument/2006/relationships/image" Target="../media/image1351.png"/><Relationship Id="rId1032" Type="http://schemas.openxmlformats.org/officeDocument/2006/relationships/customXml" Target="../ink/ink1444.xml"/><Relationship Id="rId707" Type="http://schemas.openxmlformats.org/officeDocument/2006/relationships/image" Target="../media/image1281.png"/><Relationship Id="rId914" Type="http://schemas.openxmlformats.org/officeDocument/2006/relationships/customXml" Target="../ink/ink1385.xml"/><Relationship Id="rId43" Type="http://schemas.openxmlformats.org/officeDocument/2006/relationships/image" Target="../media/image341.png"/><Relationship Id="rId192" Type="http://schemas.openxmlformats.org/officeDocument/2006/relationships/image" Target="../media/image1028.png"/><Relationship Id="rId497" Type="http://schemas.openxmlformats.org/officeDocument/2006/relationships/image" Target="../media/image1177.png"/><Relationship Id="rId357" Type="http://schemas.openxmlformats.org/officeDocument/2006/relationships/image" Target="../media/image1107.png"/><Relationship Id="rId217" Type="http://schemas.openxmlformats.org/officeDocument/2006/relationships/customXml" Target="../ink/ink1036.xml"/><Relationship Id="rId564" Type="http://schemas.openxmlformats.org/officeDocument/2006/relationships/customXml" Target="../ink/ink1210.xml"/><Relationship Id="rId771" Type="http://schemas.openxmlformats.org/officeDocument/2006/relationships/image" Target="../media/image1313.png"/><Relationship Id="rId869" Type="http://schemas.openxmlformats.org/officeDocument/2006/relationships/image" Target="../media/image1362.png"/><Relationship Id="rId424" Type="http://schemas.openxmlformats.org/officeDocument/2006/relationships/customXml" Target="../ink/ink1140.xml"/><Relationship Id="rId631" Type="http://schemas.openxmlformats.org/officeDocument/2006/relationships/image" Target="../media/image1243.png"/><Relationship Id="rId729" Type="http://schemas.openxmlformats.org/officeDocument/2006/relationships/image" Target="../media/image1292.png"/><Relationship Id="rId1054" Type="http://schemas.openxmlformats.org/officeDocument/2006/relationships/customXml" Target="../ink/ink1455.xml"/><Relationship Id="rId936" Type="http://schemas.openxmlformats.org/officeDocument/2006/relationships/customXml" Target="../ink/ink1396.xml"/><Relationship Id="rId65" Type="http://schemas.openxmlformats.org/officeDocument/2006/relationships/image" Target="../media/image965.png"/><Relationship Id="rId281" Type="http://schemas.openxmlformats.org/officeDocument/2006/relationships/image" Target="../media/image1071.png"/><Relationship Id="rId141" Type="http://schemas.openxmlformats.org/officeDocument/2006/relationships/customXml" Target="../ink/ink998.xml"/><Relationship Id="rId379" Type="http://schemas.openxmlformats.org/officeDocument/2006/relationships/image" Target="../media/image1118.png"/><Relationship Id="rId586" Type="http://schemas.openxmlformats.org/officeDocument/2006/relationships/customXml" Target="../ink/ink1221.xml"/><Relationship Id="rId793" Type="http://schemas.openxmlformats.org/officeDocument/2006/relationships/image" Target="../media/image1324.png"/><Relationship Id="rId7" Type="http://schemas.openxmlformats.org/officeDocument/2006/relationships/image" Target="../media/image937.png"/><Relationship Id="rId239" Type="http://schemas.openxmlformats.org/officeDocument/2006/relationships/customXml" Target="../ink/ink1047.xml"/><Relationship Id="rId446" Type="http://schemas.openxmlformats.org/officeDocument/2006/relationships/customXml" Target="../ink/ink1151.xml"/><Relationship Id="rId653" Type="http://schemas.openxmlformats.org/officeDocument/2006/relationships/image" Target="../media/image1254.png"/><Relationship Id="rId1076" Type="http://schemas.openxmlformats.org/officeDocument/2006/relationships/customXml" Target="../ink/ink1466.xml"/><Relationship Id="rId292" Type="http://schemas.openxmlformats.org/officeDocument/2006/relationships/customXml" Target="../ink/ink1074.xml"/><Relationship Id="rId306" Type="http://schemas.openxmlformats.org/officeDocument/2006/relationships/customXml" Target="../ink/ink1081.xml"/><Relationship Id="rId860" Type="http://schemas.openxmlformats.org/officeDocument/2006/relationships/customXml" Target="../ink/ink1358.xml"/><Relationship Id="rId958" Type="http://schemas.openxmlformats.org/officeDocument/2006/relationships/customXml" Target="../ink/ink1407.xml"/><Relationship Id="rId87" Type="http://schemas.openxmlformats.org/officeDocument/2006/relationships/image" Target="../media/image976.png"/><Relationship Id="rId513" Type="http://schemas.openxmlformats.org/officeDocument/2006/relationships/image" Target="../media/image1185.png"/><Relationship Id="rId597" Type="http://schemas.openxmlformats.org/officeDocument/2006/relationships/image" Target="../media/image1226.png"/><Relationship Id="rId720" Type="http://schemas.openxmlformats.org/officeDocument/2006/relationships/customXml" Target="../ink/ink1288.xml"/><Relationship Id="rId818" Type="http://schemas.openxmlformats.org/officeDocument/2006/relationships/customXml" Target="../ink/ink1337.xml"/><Relationship Id="rId152" Type="http://schemas.openxmlformats.org/officeDocument/2006/relationships/image" Target="../media/image1008.png"/><Relationship Id="rId457" Type="http://schemas.openxmlformats.org/officeDocument/2006/relationships/image" Target="../media/image1157.png"/><Relationship Id="rId1003" Type="http://schemas.openxmlformats.org/officeDocument/2006/relationships/image" Target="../media/image1429.png"/><Relationship Id="rId1087" Type="http://schemas.openxmlformats.org/officeDocument/2006/relationships/image" Target="../media/image1471.png"/><Relationship Id="rId664" Type="http://schemas.openxmlformats.org/officeDocument/2006/relationships/customXml" Target="../ink/ink1260.xml"/><Relationship Id="rId871" Type="http://schemas.openxmlformats.org/officeDocument/2006/relationships/image" Target="../media/image1363.png"/><Relationship Id="rId969" Type="http://schemas.openxmlformats.org/officeDocument/2006/relationships/image" Target="../media/image1412.png"/><Relationship Id="rId14" Type="http://schemas.openxmlformats.org/officeDocument/2006/relationships/customXml" Target="../ink/ink934.xml"/><Relationship Id="rId317" Type="http://schemas.openxmlformats.org/officeDocument/2006/relationships/image" Target="../media/image1089.png"/><Relationship Id="rId524" Type="http://schemas.openxmlformats.org/officeDocument/2006/relationships/customXml" Target="../ink/ink1190.xml"/><Relationship Id="rId731" Type="http://schemas.openxmlformats.org/officeDocument/2006/relationships/image" Target="../media/image1293.png"/><Relationship Id="rId98" Type="http://schemas.openxmlformats.org/officeDocument/2006/relationships/customXml" Target="../ink/ink976.xml"/><Relationship Id="rId163" Type="http://schemas.openxmlformats.org/officeDocument/2006/relationships/customXml" Target="../ink/ink1009.xml"/><Relationship Id="rId370" Type="http://schemas.openxmlformats.org/officeDocument/2006/relationships/customXml" Target="../ink/ink1113.xml"/><Relationship Id="rId829" Type="http://schemas.openxmlformats.org/officeDocument/2006/relationships/image" Target="../media/image1342.png"/><Relationship Id="rId1014" Type="http://schemas.openxmlformats.org/officeDocument/2006/relationships/customXml" Target="../ink/ink1435.xml"/><Relationship Id="rId230" Type="http://schemas.openxmlformats.org/officeDocument/2006/relationships/image" Target="../media/image1047.png"/><Relationship Id="rId468" Type="http://schemas.openxmlformats.org/officeDocument/2006/relationships/customXml" Target="../ink/ink1162.xml"/><Relationship Id="rId675" Type="http://schemas.openxmlformats.org/officeDocument/2006/relationships/image" Target="../media/image1265.png"/><Relationship Id="rId882" Type="http://schemas.openxmlformats.org/officeDocument/2006/relationships/customXml" Target="../ink/ink1369.xml"/><Relationship Id="rId25" Type="http://schemas.openxmlformats.org/officeDocument/2006/relationships/image" Target="../media/image946.png"/><Relationship Id="rId328" Type="http://schemas.openxmlformats.org/officeDocument/2006/relationships/customXml" Target="../ink/ink1092.xml"/><Relationship Id="rId535" Type="http://schemas.openxmlformats.org/officeDocument/2006/relationships/image" Target="../media/image1196.png"/><Relationship Id="rId742" Type="http://schemas.openxmlformats.org/officeDocument/2006/relationships/customXml" Target="../ink/ink1299.xml"/><Relationship Id="rId174" Type="http://schemas.openxmlformats.org/officeDocument/2006/relationships/image" Target="../media/image1019.png"/><Relationship Id="rId381" Type="http://schemas.openxmlformats.org/officeDocument/2006/relationships/image" Target="../media/image1119.png"/><Relationship Id="rId602" Type="http://schemas.openxmlformats.org/officeDocument/2006/relationships/customXml" Target="../ink/ink1229.xml"/><Relationship Id="rId1025" Type="http://schemas.openxmlformats.org/officeDocument/2006/relationships/image" Target="../media/image1440.png"/><Relationship Id="rId241" Type="http://schemas.openxmlformats.org/officeDocument/2006/relationships/customXml" Target="../ink/ink1048.xml"/><Relationship Id="rId479" Type="http://schemas.openxmlformats.org/officeDocument/2006/relationships/image" Target="../media/image1168.png"/><Relationship Id="rId686" Type="http://schemas.openxmlformats.org/officeDocument/2006/relationships/customXml" Target="../ink/ink1271.xml"/><Relationship Id="rId893" Type="http://schemas.openxmlformats.org/officeDocument/2006/relationships/image" Target="../media/image1374.png"/><Relationship Id="rId907" Type="http://schemas.openxmlformats.org/officeDocument/2006/relationships/image" Target="../media/image1381.png"/><Relationship Id="rId36" Type="http://schemas.openxmlformats.org/officeDocument/2006/relationships/customXml" Target="../ink/ink945.xml"/><Relationship Id="rId339" Type="http://schemas.openxmlformats.org/officeDocument/2006/relationships/image" Target="../media/image523.png"/><Relationship Id="rId546" Type="http://schemas.openxmlformats.org/officeDocument/2006/relationships/customXml" Target="../ink/ink1201.xml"/><Relationship Id="rId753" Type="http://schemas.openxmlformats.org/officeDocument/2006/relationships/image" Target="../media/image1304.png"/><Relationship Id="rId101" Type="http://schemas.openxmlformats.org/officeDocument/2006/relationships/customXml" Target="../ink/ink978.xml"/><Relationship Id="rId185" Type="http://schemas.openxmlformats.org/officeDocument/2006/relationships/customXml" Target="../ink/ink1020.xml"/><Relationship Id="rId406" Type="http://schemas.openxmlformats.org/officeDocument/2006/relationships/customXml" Target="../ink/ink1131.xml"/><Relationship Id="rId960" Type="http://schemas.openxmlformats.org/officeDocument/2006/relationships/customXml" Target="../ink/ink1408.xml"/><Relationship Id="rId1036" Type="http://schemas.openxmlformats.org/officeDocument/2006/relationships/customXml" Target="../ink/ink1446.xml"/><Relationship Id="rId392" Type="http://schemas.openxmlformats.org/officeDocument/2006/relationships/customXml" Target="../ink/ink1124.xml"/><Relationship Id="rId613" Type="http://schemas.openxmlformats.org/officeDocument/2006/relationships/image" Target="../media/image1234.png"/><Relationship Id="rId697" Type="http://schemas.openxmlformats.org/officeDocument/2006/relationships/image" Target="../media/image1276.png"/><Relationship Id="rId820" Type="http://schemas.openxmlformats.org/officeDocument/2006/relationships/customXml" Target="../ink/ink1338.xml"/><Relationship Id="rId918" Type="http://schemas.openxmlformats.org/officeDocument/2006/relationships/customXml" Target="../ink/ink1387.xml"/><Relationship Id="rId252" Type="http://schemas.openxmlformats.org/officeDocument/2006/relationships/image" Target="../media/image1057.png"/><Relationship Id="rId47" Type="http://schemas.openxmlformats.org/officeDocument/2006/relationships/image" Target="../media/image956.png"/><Relationship Id="rId112" Type="http://schemas.openxmlformats.org/officeDocument/2006/relationships/image" Target="../media/image988.png"/><Relationship Id="rId557" Type="http://schemas.openxmlformats.org/officeDocument/2006/relationships/image" Target="../media/image1207.png"/><Relationship Id="rId764" Type="http://schemas.openxmlformats.org/officeDocument/2006/relationships/customXml" Target="../ink/ink1310.xml"/><Relationship Id="rId971" Type="http://schemas.openxmlformats.org/officeDocument/2006/relationships/image" Target="../media/image1413.png"/><Relationship Id="rId196" Type="http://schemas.openxmlformats.org/officeDocument/2006/relationships/image" Target="../media/image1030.png"/><Relationship Id="rId417" Type="http://schemas.openxmlformats.org/officeDocument/2006/relationships/image" Target="../media/image1137.png"/><Relationship Id="rId624" Type="http://schemas.openxmlformats.org/officeDocument/2006/relationships/customXml" Target="../ink/ink1240.xml"/><Relationship Id="rId831" Type="http://schemas.openxmlformats.org/officeDocument/2006/relationships/image" Target="../media/image1343.png"/><Relationship Id="rId1047" Type="http://schemas.openxmlformats.org/officeDocument/2006/relationships/image" Target="../media/image1451.png"/><Relationship Id="rId263" Type="http://schemas.openxmlformats.org/officeDocument/2006/relationships/customXml" Target="../ink/ink1059.xml"/><Relationship Id="rId470" Type="http://schemas.openxmlformats.org/officeDocument/2006/relationships/customXml" Target="../ink/ink1163.xml"/><Relationship Id="rId929" Type="http://schemas.openxmlformats.org/officeDocument/2006/relationships/image" Target="../media/image1392.png"/><Relationship Id="rId58" Type="http://schemas.openxmlformats.org/officeDocument/2006/relationships/customXml" Target="../ink/ink956.xml"/><Relationship Id="rId123" Type="http://schemas.openxmlformats.org/officeDocument/2006/relationships/customXml" Target="../ink/ink989.xml"/><Relationship Id="rId330" Type="http://schemas.openxmlformats.org/officeDocument/2006/relationships/customXml" Target="../ink/ink1093.xml"/><Relationship Id="rId568" Type="http://schemas.openxmlformats.org/officeDocument/2006/relationships/customXml" Target="../ink/ink1212.xml"/><Relationship Id="rId775" Type="http://schemas.openxmlformats.org/officeDocument/2006/relationships/image" Target="../media/image1315.png"/><Relationship Id="rId982" Type="http://schemas.openxmlformats.org/officeDocument/2006/relationships/customXml" Target="../ink/ink1419.xml"/><Relationship Id="rId428" Type="http://schemas.openxmlformats.org/officeDocument/2006/relationships/customXml" Target="../ink/ink1142.xml"/><Relationship Id="rId635" Type="http://schemas.openxmlformats.org/officeDocument/2006/relationships/image" Target="../media/image1245.png"/><Relationship Id="rId842" Type="http://schemas.openxmlformats.org/officeDocument/2006/relationships/customXml" Target="../ink/ink1349.xml"/><Relationship Id="rId1058" Type="http://schemas.openxmlformats.org/officeDocument/2006/relationships/customXml" Target="../ink/ink1457.xml"/><Relationship Id="rId274" Type="http://schemas.openxmlformats.org/officeDocument/2006/relationships/customXml" Target="../ink/ink1065.xml"/><Relationship Id="rId481" Type="http://schemas.openxmlformats.org/officeDocument/2006/relationships/image" Target="../media/image1169.png"/><Relationship Id="rId702" Type="http://schemas.openxmlformats.org/officeDocument/2006/relationships/customXml" Target="../ink/ink1279.xml"/><Relationship Id="rId69" Type="http://schemas.openxmlformats.org/officeDocument/2006/relationships/image" Target="../media/image967.png"/><Relationship Id="rId134" Type="http://schemas.openxmlformats.org/officeDocument/2006/relationships/image" Target="../media/image999.png"/><Relationship Id="rId579" Type="http://schemas.openxmlformats.org/officeDocument/2006/relationships/image" Target="../media/image1218.png"/><Relationship Id="rId786" Type="http://schemas.openxmlformats.org/officeDocument/2006/relationships/customXml" Target="../ink/ink1321.xml"/><Relationship Id="rId993" Type="http://schemas.openxmlformats.org/officeDocument/2006/relationships/image" Target="../media/image1424.png"/><Relationship Id="rId341" Type="http://schemas.openxmlformats.org/officeDocument/2006/relationships/image" Target="../media/image1099.png"/><Relationship Id="rId439" Type="http://schemas.openxmlformats.org/officeDocument/2006/relationships/image" Target="../media/image1148.png"/><Relationship Id="rId646" Type="http://schemas.openxmlformats.org/officeDocument/2006/relationships/customXml" Target="../ink/ink1251.xml"/><Relationship Id="rId1069" Type="http://schemas.openxmlformats.org/officeDocument/2006/relationships/image" Target="../media/image1462.png"/><Relationship Id="rId201" Type="http://schemas.openxmlformats.org/officeDocument/2006/relationships/customXml" Target="../ink/ink1028.xml"/><Relationship Id="rId285" Type="http://schemas.openxmlformats.org/officeDocument/2006/relationships/image" Target="../media/image1073.png"/><Relationship Id="rId506" Type="http://schemas.openxmlformats.org/officeDocument/2006/relationships/customXml" Target="../ink/ink1181.xml"/><Relationship Id="rId853" Type="http://schemas.openxmlformats.org/officeDocument/2006/relationships/image" Target="../media/image1354.png"/><Relationship Id="rId492" Type="http://schemas.openxmlformats.org/officeDocument/2006/relationships/customXml" Target="../ink/ink1174.xml"/><Relationship Id="rId713" Type="http://schemas.openxmlformats.org/officeDocument/2006/relationships/image" Target="../media/image1284.png"/><Relationship Id="rId797" Type="http://schemas.openxmlformats.org/officeDocument/2006/relationships/image" Target="../media/image1326.png"/><Relationship Id="rId920" Type="http://schemas.openxmlformats.org/officeDocument/2006/relationships/customXml" Target="../ink/ink1388.xml"/><Relationship Id="rId145" Type="http://schemas.openxmlformats.org/officeDocument/2006/relationships/customXml" Target="../ink/ink1000.xml"/><Relationship Id="rId352" Type="http://schemas.openxmlformats.org/officeDocument/2006/relationships/customXml" Target="../ink/ink1104.xml"/><Relationship Id="rId212" Type="http://schemas.openxmlformats.org/officeDocument/2006/relationships/image" Target="../media/image1038.png"/><Relationship Id="rId657" Type="http://schemas.openxmlformats.org/officeDocument/2006/relationships/image" Target="../media/image1256.png"/><Relationship Id="rId864" Type="http://schemas.openxmlformats.org/officeDocument/2006/relationships/customXml" Target="../ink/ink1360.xml"/><Relationship Id="rId296" Type="http://schemas.openxmlformats.org/officeDocument/2006/relationships/customXml" Target="../ink/ink1076.xml"/><Relationship Id="rId517" Type="http://schemas.openxmlformats.org/officeDocument/2006/relationships/image" Target="../media/image1187.png"/><Relationship Id="rId724" Type="http://schemas.openxmlformats.org/officeDocument/2006/relationships/customXml" Target="../ink/ink1290.xml"/><Relationship Id="rId931" Type="http://schemas.openxmlformats.org/officeDocument/2006/relationships/image" Target="../media/image1393.png"/><Relationship Id="rId60" Type="http://schemas.openxmlformats.org/officeDocument/2006/relationships/customXml" Target="../ink/ink957.xml"/><Relationship Id="rId156" Type="http://schemas.openxmlformats.org/officeDocument/2006/relationships/image" Target="../media/image1010.png"/><Relationship Id="rId363" Type="http://schemas.openxmlformats.org/officeDocument/2006/relationships/image" Target="../media/image1110.png"/><Relationship Id="rId570" Type="http://schemas.openxmlformats.org/officeDocument/2006/relationships/customXml" Target="../ink/ink1213.xml"/><Relationship Id="rId1007" Type="http://schemas.openxmlformats.org/officeDocument/2006/relationships/image" Target="../media/image1431.png"/><Relationship Id="rId223" Type="http://schemas.openxmlformats.org/officeDocument/2006/relationships/customXml" Target="../ink/ink1039.xml"/><Relationship Id="rId430" Type="http://schemas.openxmlformats.org/officeDocument/2006/relationships/customXml" Target="../ink/ink1143.xml"/><Relationship Id="rId668" Type="http://schemas.openxmlformats.org/officeDocument/2006/relationships/customXml" Target="../ink/ink1262.xml"/><Relationship Id="rId875" Type="http://schemas.openxmlformats.org/officeDocument/2006/relationships/image" Target="../media/image1365.png"/><Relationship Id="rId1060" Type="http://schemas.openxmlformats.org/officeDocument/2006/relationships/customXml" Target="../ink/ink1458.xml"/><Relationship Id="rId18" Type="http://schemas.openxmlformats.org/officeDocument/2006/relationships/customXml" Target="../ink/ink936.xml"/><Relationship Id="rId528" Type="http://schemas.openxmlformats.org/officeDocument/2006/relationships/customXml" Target="../ink/ink1192.xml"/><Relationship Id="rId735" Type="http://schemas.openxmlformats.org/officeDocument/2006/relationships/image" Target="../media/image1295.png"/><Relationship Id="rId942" Type="http://schemas.openxmlformats.org/officeDocument/2006/relationships/customXml" Target="../ink/ink1399.xml"/><Relationship Id="rId167" Type="http://schemas.openxmlformats.org/officeDocument/2006/relationships/customXml" Target="../ink/ink1011.xml"/><Relationship Id="rId374" Type="http://schemas.openxmlformats.org/officeDocument/2006/relationships/customXml" Target="../ink/ink1115.xml"/><Relationship Id="rId581" Type="http://schemas.openxmlformats.org/officeDocument/2006/relationships/image" Target="../media/image1219.png"/><Relationship Id="rId1018" Type="http://schemas.openxmlformats.org/officeDocument/2006/relationships/customXml" Target="../ink/ink1437.xml"/><Relationship Id="rId71" Type="http://schemas.openxmlformats.org/officeDocument/2006/relationships/image" Target="../media/image968.png"/><Relationship Id="rId234" Type="http://schemas.openxmlformats.org/officeDocument/2006/relationships/image" Target="../media/image1049.png"/><Relationship Id="rId679" Type="http://schemas.openxmlformats.org/officeDocument/2006/relationships/image" Target="../media/image1267.png"/><Relationship Id="rId802" Type="http://schemas.openxmlformats.org/officeDocument/2006/relationships/customXml" Target="../ink/ink1329.xml"/><Relationship Id="rId886" Type="http://schemas.openxmlformats.org/officeDocument/2006/relationships/customXml" Target="../ink/ink1371.xml"/><Relationship Id="rId2" Type="http://schemas.openxmlformats.org/officeDocument/2006/relationships/customXml" Target="../ink/ink928.xml"/><Relationship Id="rId29" Type="http://schemas.openxmlformats.org/officeDocument/2006/relationships/image" Target="../media/image948.png"/><Relationship Id="rId441" Type="http://schemas.openxmlformats.org/officeDocument/2006/relationships/image" Target="../media/image1149.png"/><Relationship Id="rId539" Type="http://schemas.openxmlformats.org/officeDocument/2006/relationships/image" Target="../media/image1198.png"/><Relationship Id="rId746" Type="http://schemas.openxmlformats.org/officeDocument/2006/relationships/customXml" Target="../ink/ink1301.xml"/><Relationship Id="rId1071" Type="http://schemas.openxmlformats.org/officeDocument/2006/relationships/image" Target="../media/image1463.png"/><Relationship Id="rId178" Type="http://schemas.openxmlformats.org/officeDocument/2006/relationships/image" Target="../media/image1021.png"/><Relationship Id="rId301" Type="http://schemas.openxmlformats.org/officeDocument/2006/relationships/image" Target="../media/image1081.png"/><Relationship Id="rId953" Type="http://schemas.openxmlformats.org/officeDocument/2006/relationships/image" Target="../media/image1404.png"/><Relationship Id="rId1029" Type="http://schemas.openxmlformats.org/officeDocument/2006/relationships/image" Target="../media/image1442.png"/><Relationship Id="rId82" Type="http://schemas.openxmlformats.org/officeDocument/2006/relationships/customXml" Target="../ink/ink968.xml"/><Relationship Id="rId385" Type="http://schemas.openxmlformats.org/officeDocument/2006/relationships/image" Target="../media/image1121.png"/><Relationship Id="rId592" Type="http://schemas.openxmlformats.org/officeDocument/2006/relationships/customXml" Target="../ink/ink1224.xml"/><Relationship Id="rId606" Type="http://schemas.openxmlformats.org/officeDocument/2006/relationships/customXml" Target="../ink/ink1231.xml"/><Relationship Id="rId813" Type="http://schemas.openxmlformats.org/officeDocument/2006/relationships/image" Target="../media/image1334.png"/><Relationship Id="rId245" Type="http://schemas.openxmlformats.org/officeDocument/2006/relationships/customXml" Target="../ink/ink1050.xml"/><Relationship Id="rId452" Type="http://schemas.openxmlformats.org/officeDocument/2006/relationships/customXml" Target="../ink/ink1154.xml"/><Relationship Id="rId897" Type="http://schemas.openxmlformats.org/officeDocument/2006/relationships/image" Target="../media/image1376.png"/><Relationship Id="rId1082" Type="http://schemas.openxmlformats.org/officeDocument/2006/relationships/customXml" Target="../ink/ink1469.xml"/><Relationship Id="rId105" Type="http://schemas.openxmlformats.org/officeDocument/2006/relationships/customXml" Target="../ink/ink980.xml"/><Relationship Id="rId312" Type="http://schemas.openxmlformats.org/officeDocument/2006/relationships/customXml" Target="../ink/ink1084.xml"/><Relationship Id="rId757" Type="http://schemas.openxmlformats.org/officeDocument/2006/relationships/image" Target="../media/image1306.png"/><Relationship Id="rId964" Type="http://schemas.openxmlformats.org/officeDocument/2006/relationships/customXml" Target="../ink/ink1410.xml"/><Relationship Id="rId93" Type="http://schemas.openxmlformats.org/officeDocument/2006/relationships/image" Target="../media/image979.png"/><Relationship Id="rId189" Type="http://schemas.openxmlformats.org/officeDocument/2006/relationships/customXml" Target="../ink/ink1022.xml"/><Relationship Id="rId396" Type="http://schemas.openxmlformats.org/officeDocument/2006/relationships/customXml" Target="../ink/ink1126.xml"/><Relationship Id="rId617" Type="http://schemas.openxmlformats.org/officeDocument/2006/relationships/image" Target="../media/image1236.png"/><Relationship Id="rId824" Type="http://schemas.openxmlformats.org/officeDocument/2006/relationships/customXml" Target="../ink/ink1340.xml"/><Relationship Id="rId256" Type="http://schemas.openxmlformats.org/officeDocument/2006/relationships/image" Target="../media/image1059.png"/><Relationship Id="rId463" Type="http://schemas.openxmlformats.org/officeDocument/2006/relationships/image" Target="../media/image1160.png"/><Relationship Id="rId670" Type="http://schemas.openxmlformats.org/officeDocument/2006/relationships/customXml" Target="../ink/ink1263.xml"/><Relationship Id="rId1093" Type="http://schemas.openxmlformats.org/officeDocument/2006/relationships/image" Target="../media/image1474.png"/><Relationship Id="rId116" Type="http://schemas.openxmlformats.org/officeDocument/2006/relationships/image" Target="../media/image990.png"/><Relationship Id="rId323" Type="http://schemas.openxmlformats.org/officeDocument/2006/relationships/image" Target="../media/image1091.png"/><Relationship Id="rId530" Type="http://schemas.openxmlformats.org/officeDocument/2006/relationships/customXml" Target="../ink/ink1193.xml"/><Relationship Id="rId768" Type="http://schemas.openxmlformats.org/officeDocument/2006/relationships/customXml" Target="../ink/ink1312.xml"/><Relationship Id="rId975" Type="http://schemas.openxmlformats.org/officeDocument/2006/relationships/image" Target="../media/image1415.png"/><Relationship Id="rId20" Type="http://schemas.openxmlformats.org/officeDocument/2006/relationships/customXml" Target="../ink/ink937.xml"/><Relationship Id="rId628" Type="http://schemas.openxmlformats.org/officeDocument/2006/relationships/customXml" Target="../ink/ink1242.xml"/><Relationship Id="rId835" Type="http://schemas.openxmlformats.org/officeDocument/2006/relationships/image" Target="../media/image1345.png"/><Relationship Id="rId267" Type="http://schemas.openxmlformats.org/officeDocument/2006/relationships/customXml" Target="../ink/ink1061.xml"/><Relationship Id="rId474" Type="http://schemas.openxmlformats.org/officeDocument/2006/relationships/customXml" Target="../ink/ink1165.xml"/><Relationship Id="rId1020" Type="http://schemas.openxmlformats.org/officeDocument/2006/relationships/customXml" Target="../ink/ink1438.xml"/><Relationship Id="rId127" Type="http://schemas.openxmlformats.org/officeDocument/2006/relationships/customXml" Target="../ink/ink991.xml"/><Relationship Id="rId681" Type="http://schemas.openxmlformats.org/officeDocument/2006/relationships/image" Target="../media/image1268.png"/><Relationship Id="rId779" Type="http://schemas.openxmlformats.org/officeDocument/2006/relationships/image" Target="../media/image1317.png"/><Relationship Id="rId902" Type="http://schemas.openxmlformats.org/officeDocument/2006/relationships/customXml" Target="../ink/ink1379.xml"/><Relationship Id="rId986" Type="http://schemas.openxmlformats.org/officeDocument/2006/relationships/customXml" Target="../ink/ink1421.xml"/><Relationship Id="rId31" Type="http://schemas.openxmlformats.org/officeDocument/2006/relationships/image" Target="../media/image949.png"/><Relationship Id="rId334" Type="http://schemas.openxmlformats.org/officeDocument/2006/relationships/customXml" Target="../ink/ink1095.xml"/><Relationship Id="rId541" Type="http://schemas.openxmlformats.org/officeDocument/2006/relationships/image" Target="../media/image1199.png"/><Relationship Id="rId639" Type="http://schemas.openxmlformats.org/officeDocument/2006/relationships/image" Target="../media/image1247.png"/><Relationship Id="rId180" Type="http://schemas.openxmlformats.org/officeDocument/2006/relationships/image" Target="../media/image1022.png"/><Relationship Id="rId278" Type="http://schemas.openxmlformats.org/officeDocument/2006/relationships/customXml" Target="../ink/ink1067.xml"/><Relationship Id="rId401" Type="http://schemas.openxmlformats.org/officeDocument/2006/relationships/image" Target="../media/image1129.png"/><Relationship Id="rId846" Type="http://schemas.openxmlformats.org/officeDocument/2006/relationships/customXml" Target="../ink/ink1351.xml"/><Relationship Id="rId1031" Type="http://schemas.openxmlformats.org/officeDocument/2006/relationships/image" Target="../media/image1443.png"/><Relationship Id="rId485" Type="http://schemas.openxmlformats.org/officeDocument/2006/relationships/image" Target="../media/image1171.png"/><Relationship Id="rId692" Type="http://schemas.openxmlformats.org/officeDocument/2006/relationships/customXml" Target="../ink/ink1274.xml"/><Relationship Id="rId706" Type="http://schemas.openxmlformats.org/officeDocument/2006/relationships/customXml" Target="../ink/ink1281.xml"/><Relationship Id="rId913" Type="http://schemas.openxmlformats.org/officeDocument/2006/relationships/image" Target="../media/image1384.png"/><Relationship Id="rId42" Type="http://schemas.openxmlformats.org/officeDocument/2006/relationships/customXml" Target="../ink/ink948.xml"/><Relationship Id="rId138" Type="http://schemas.openxmlformats.org/officeDocument/2006/relationships/image" Target="../media/image1001.png"/><Relationship Id="rId345" Type="http://schemas.openxmlformats.org/officeDocument/2006/relationships/image" Target="../media/image1101.png"/><Relationship Id="rId552" Type="http://schemas.openxmlformats.org/officeDocument/2006/relationships/customXml" Target="../ink/ink1204.xml"/><Relationship Id="rId997" Type="http://schemas.openxmlformats.org/officeDocument/2006/relationships/image" Target="../media/image1426.png"/><Relationship Id="rId191" Type="http://schemas.openxmlformats.org/officeDocument/2006/relationships/customXml" Target="../ink/ink1023.xml"/><Relationship Id="rId205" Type="http://schemas.openxmlformats.org/officeDocument/2006/relationships/customXml" Target="../ink/ink1030.xml"/><Relationship Id="rId412" Type="http://schemas.openxmlformats.org/officeDocument/2006/relationships/customXml" Target="../ink/ink1134.xml"/><Relationship Id="rId857" Type="http://schemas.openxmlformats.org/officeDocument/2006/relationships/image" Target="../media/image1356.png"/><Relationship Id="rId1042" Type="http://schemas.openxmlformats.org/officeDocument/2006/relationships/customXml" Target="../ink/ink1449.xml"/><Relationship Id="rId289" Type="http://schemas.openxmlformats.org/officeDocument/2006/relationships/image" Target="../media/image1075.png"/><Relationship Id="rId496" Type="http://schemas.openxmlformats.org/officeDocument/2006/relationships/customXml" Target="../ink/ink1176.xml"/><Relationship Id="rId717" Type="http://schemas.openxmlformats.org/officeDocument/2006/relationships/image" Target="../media/image1286.png"/><Relationship Id="rId924" Type="http://schemas.openxmlformats.org/officeDocument/2006/relationships/customXml" Target="../ink/ink1390.xml"/><Relationship Id="rId53" Type="http://schemas.openxmlformats.org/officeDocument/2006/relationships/image" Target="../media/image959.png"/><Relationship Id="rId149" Type="http://schemas.openxmlformats.org/officeDocument/2006/relationships/customXml" Target="../ink/ink1002.xml"/><Relationship Id="rId356" Type="http://schemas.openxmlformats.org/officeDocument/2006/relationships/customXml" Target="../ink/ink1106.xml"/><Relationship Id="rId563" Type="http://schemas.openxmlformats.org/officeDocument/2006/relationships/image" Target="../media/image1210.png"/><Relationship Id="rId770" Type="http://schemas.openxmlformats.org/officeDocument/2006/relationships/customXml" Target="../ink/ink1313.xml"/><Relationship Id="rId216" Type="http://schemas.openxmlformats.org/officeDocument/2006/relationships/image" Target="../media/image1040.png"/><Relationship Id="rId423" Type="http://schemas.openxmlformats.org/officeDocument/2006/relationships/image" Target="../media/image1140.png"/><Relationship Id="rId868" Type="http://schemas.openxmlformats.org/officeDocument/2006/relationships/customXml" Target="../ink/ink1362.xml"/><Relationship Id="rId1053" Type="http://schemas.openxmlformats.org/officeDocument/2006/relationships/image" Target="../media/image1454.png"/><Relationship Id="rId630" Type="http://schemas.openxmlformats.org/officeDocument/2006/relationships/customXml" Target="../ink/ink1243.xml"/><Relationship Id="rId728" Type="http://schemas.openxmlformats.org/officeDocument/2006/relationships/customXml" Target="../ink/ink1292.xml"/><Relationship Id="rId935" Type="http://schemas.openxmlformats.org/officeDocument/2006/relationships/image" Target="../media/image1395.png"/><Relationship Id="rId64" Type="http://schemas.openxmlformats.org/officeDocument/2006/relationships/customXml" Target="../ink/ink959.xml"/><Relationship Id="rId367" Type="http://schemas.openxmlformats.org/officeDocument/2006/relationships/image" Target="../media/image1112.png"/><Relationship Id="rId574" Type="http://schemas.openxmlformats.org/officeDocument/2006/relationships/customXml" Target="../ink/ink1215.xml"/><Relationship Id="rId227" Type="http://schemas.openxmlformats.org/officeDocument/2006/relationships/customXml" Target="../ink/ink1041.xml"/><Relationship Id="rId781" Type="http://schemas.openxmlformats.org/officeDocument/2006/relationships/image" Target="../media/image1318.png"/><Relationship Id="rId879" Type="http://schemas.openxmlformats.org/officeDocument/2006/relationships/image" Target="../media/image1367.png"/><Relationship Id="rId434" Type="http://schemas.openxmlformats.org/officeDocument/2006/relationships/customXml" Target="../ink/ink1145.xml"/><Relationship Id="rId641" Type="http://schemas.openxmlformats.org/officeDocument/2006/relationships/image" Target="../media/image1248.png"/><Relationship Id="rId739" Type="http://schemas.openxmlformats.org/officeDocument/2006/relationships/image" Target="../media/image1297.png"/><Relationship Id="rId1064" Type="http://schemas.openxmlformats.org/officeDocument/2006/relationships/customXml" Target="../ink/ink1460.xml"/><Relationship Id="rId280" Type="http://schemas.openxmlformats.org/officeDocument/2006/relationships/customXml" Target="../ink/ink1068.xml"/><Relationship Id="rId501" Type="http://schemas.openxmlformats.org/officeDocument/2006/relationships/image" Target="../media/image1179.png"/><Relationship Id="rId946" Type="http://schemas.openxmlformats.org/officeDocument/2006/relationships/customXml" Target="../ink/ink1401.xml"/><Relationship Id="rId75" Type="http://schemas.openxmlformats.org/officeDocument/2006/relationships/image" Target="../media/image970.png"/><Relationship Id="rId140" Type="http://schemas.openxmlformats.org/officeDocument/2006/relationships/image" Target="../media/image1002.png"/><Relationship Id="rId378" Type="http://schemas.openxmlformats.org/officeDocument/2006/relationships/customXml" Target="../ink/ink1117.xml"/><Relationship Id="rId585" Type="http://schemas.openxmlformats.org/officeDocument/2006/relationships/image" Target="../media/image1220.png"/><Relationship Id="rId792" Type="http://schemas.openxmlformats.org/officeDocument/2006/relationships/customXml" Target="../ink/ink1324.xml"/><Relationship Id="rId806" Type="http://schemas.openxmlformats.org/officeDocument/2006/relationships/customXml" Target="../ink/ink1331.xml"/><Relationship Id="rId6" Type="http://schemas.openxmlformats.org/officeDocument/2006/relationships/customXml" Target="../ink/ink930.xml"/><Relationship Id="rId238" Type="http://schemas.openxmlformats.org/officeDocument/2006/relationships/image" Target="../media/image1051.png"/><Relationship Id="rId445" Type="http://schemas.openxmlformats.org/officeDocument/2006/relationships/image" Target="../media/image1151.png"/><Relationship Id="rId652" Type="http://schemas.openxmlformats.org/officeDocument/2006/relationships/customXml" Target="../ink/ink1254.xml"/><Relationship Id="rId1075" Type="http://schemas.openxmlformats.org/officeDocument/2006/relationships/image" Target="../media/image1465.png"/><Relationship Id="rId291" Type="http://schemas.openxmlformats.org/officeDocument/2006/relationships/image" Target="../media/image1076.png"/><Relationship Id="rId305" Type="http://schemas.openxmlformats.org/officeDocument/2006/relationships/image" Target="../media/image1083.png"/><Relationship Id="rId512" Type="http://schemas.openxmlformats.org/officeDocument/2006/relationships/customXml" Target="../ink/ink1184.xml"/><Relationship Id="rId957" Type="http://schemas.openxmlformats.org/officeDocument/2006/relationships/image" Target="../media/image1406.png"/><Relationship Id="rId86" Type="http://schemas.openxmlformats.org/officeDocument/2006/relationships/customXml" Target="../ink/ink970.xml"/><Relationship Id="rId151" Type="http://schemas.openxmlformats.org/officeDocument/2006/relationships/customXml" Target="../ink/ink1003.xml"/><Relationship Id="rId389" Type="http://schemas.openxmlformats.org/officeDocument/2006/relationships/image" Target="../media/image1123.png"/><Relationship Id="rId596" Type="http://schemas.openxmlformats.org/officeDocument/2006/relationships/customXml" Target="../ink/ink1226.xml"/><Relationship Id="rId817" Type="http://schemas.openxmlformats.org/officeDocument/2006/relationships/image" Target="../media/image1336.png"/><Relationship Id="rId1002" Type="http://schemas.openxmlformats.org/officeDocument/2006/relationships/customXml" Target="../ink/ink1429.xml"/><Relationship Id="rId249" Type="http://schemas.openxmlformats.org/officeDocument/2006/relationships/customXml" Target="../ink/ink1052.xml"/><Relationship Id="rId456" Type="http://schemas.openxmlformats.org/officeDocument/2006/relationships/customXml" Target="../ink/ink1156.xml"/><Relationship Id="rId663" Type="http://schemas.openxmlformats.org/officeDocument/2006/relationships/image" Target="../media/image1259.png"/><Relationship Id="rId870" Type="http://schemas.openxmlformats.org/officeDocument/2006/relationships/customXml" Target="../ink/ink1363.xml"/><Relationship Id="rId1086" Type="http://schemas.openxmlformats.org/officeDocument/2006/relationships/customXml" Target="../ink/ink1471.xml"/><Relationship Id="rId13" Type="http://schemas.openxmlformats.org/officeDocument/2006/relationships/image" Target="../media/image940.png"/><Relationship Id="rId109" Type="http://schemas.openxmlformats.org/officeDocument/2006/relationships/customXml" Target="../ink/ink982.xml"/><Relationship Id="rId316" Type="http://schemas.openxmlformats.org/officeDocument/2006/relationships/customXml" Target="../ink/ink1086.xml"/><Relationship Id="rId523" Type="http://schemas.openxmlformats.org/officeDocument/2006/relationships/image" Target="../media/image1190.png"/><Relationship Id="rId968" Type="http://schemas.openxmlformats.org/officeDocument/2006/relationships/customXml" Target="../ink/ink1412.xml"/><Relationship Id="rId97" Type="http://schemas.openxmlformats.org/officeDocument/2006/relationships/image" Target="../media/image981.png"/><Relationship Id="rId730" Type="http://schemas.openxmlformats.org/officeDocument/2006/relationships/customXml" Target="../ink/ink1293.xml"/><Relationship Id="rId828" Type="http://schemas.openxmlformats.org/officeDocument/2006/relationships/customXml" Target="../ink/ink1342.xml"/><Relationship Id="rId1013" Type="http://schemas.openxmlformats.org/officeDocument/2006/relationships/image" Target="../media/image1434.png"/><Relationship Id="rId162" Type="http://schemas.openxmlformats.org/officeDocument/2006/relationships/image" Target="../media/image1013.png"/><Relationship Id="rId467" Type="http://schemas.openxmlformats.org/officeDocument/2006/relationships/image" Target="../media/image1162.png"/><Relationship Id="rId1097" Type="http://schemas.openxmlformats.org/officeDocument/2006/relationships/image" Target="../media/image1476.png"/><Relationship Id="rId674" Type="http://schemas.openxmlformats.org/officeDocument/2006/relationships/customXml" Target="../ink/ink1265.xml"/><Relationship Id="rId881" Type="http://schemas.openxmlformats.org/officeDocument/2006/relationships/image" Target="../media/image1368.png"/><Relationship Id="rId979" Type="http://schemas.openxmlformats.org/officeDocument/2006/relationships/image" Target="../media/image1417.png"/><Relationship Id="rId24" Type="http://schemas.openxmlformats.org/officeDocument/2006/relationships/customXml" Target="../ink/ink939.xml"/><Relationship Id="rId327" Type="http://schemas.openxmlformats.org/officeDocument/2006/relationships/image" Target="../media/image1093.png"/><Relationship Id="rId534" Type="http://schemas.openxmlformats.org/officeDocument/2006/relationships/customXml" Target="../ink/ink1195.xml"/><Relationship Id="rId741" Type="http://schemas.openxmlformats.org/officeDocument/2006/relationships/image" Target="../media/image1298.png"/><Relationship Id="rId839" Type="http://schemas.openxmlformats.org/officeDocument/2006/relationships/image" Target="../media/image1347.png"/><Relationship Id="rId173" Type="http://schemas.openxmlformats.org/officeDocument/2006/relationships/customXml" Target="../ink/ink1014.xml"/><Relationship Id="rId380" Type="http://schemas.openxmlformats.org/officeDocument/2006/relationships/customXml" Target="../ink/ink1118.xml"/><Relationship Id="rId601" Type="http://schemas.openxmlformats.org/officeDocument/2006/relationships/image" Target="../media/image1228.png"/><Relationship Id="rId1024" Type="http://schemas.openxmlformats.org/officeDocument/2006/relationships/customXml" Target="../ink/ink1440.xml"/><Relationship Id="rId240" Type="http://schemas.openxmlformats.org/officeDocument/2006/relationships/image" Target="../media/image1052.png"/><Relationship Id="rId478" Type="http://schemas.openxmlformats.org/officeDocument/2006/relationships/customXml" Target="../ink/ink1167.xml"/><Relationship Id="rId685" Type="http://schemas.openxmlformats.org/officeDocument/2006/relationships/image" Target="../media/image1270.png"/><Relationship Id="rId892" Type="http://schemas.openxmlformats.org/officeDocument/2006/relationships/customXml" Target="../ink/ink1374.xml"/><Relationship Id="rId906" Type="http://schemas.openxmlformats.org/officeDocument/2006/relationships/customXml" Target="../ink/ink1381.xml"/><Relationship Id="rId35" Type="http://schemas.openxmlformats.org/officeDocument/2006/relationships/image" Target="../media/image951.png"/><Relationship Id="rId100" Type="http://schemas.openxmlformats.org/officeDocument/2006/relationships/customXml" Target="../ink/ink977.xml"/><Relationship Id="rId338" Type="http://schemas.openxmlformats.org/officeDocument/2006/relationships/customXml" Target="../ink/ink1097.xml"/><Relationship Id="rId545" Type="http://schemas.openxmlformats.org/officeDocument/2006/relationships/image" Target="../media/image1201.png"/><Relationship Id="rId752" Type="http://schemas.openxmlformats.org/officeDocument/2006/relationships/customXml" Target="../ink/ink1304.xml"/><Relationship Id="rId184" Type="http://schemas.openxmlformats.org/officeDocument/2006/relationships/image" Target="../media/image1024.png"/><Relationship Id="rId391" Type="http://schemas.openxmlformats.org/officeDocument/2006/relationships/image" Target="../media/image1124.png"/><Relationship Id="rId405" Type="http://schemas.openxmlformats.org/officeDocument/2006/relationships/image" Target="../media/image1131.png"/><Relationship Id="rId612" Type="http://schemas.openxmlformats.org/officeDocument/2006/relationships/customXml" Target="../ink/ink1234.xml"/><Relationship Id="rId1035" Type="http://schemas.openxmlformats.org/officeDocument/2006/relationships/image" Target="../media/image1445.png"/><Relationship Id="rId251" Type="http://schemas.openxmlformats.org/officeDocument/2006/relationships/customXml" Target="../ink/ink1053.xml"/><Relationship Id="rId489" Type="http://schemas.openxmlformats.org/officeDocument/2006/relationships/image" Target="../media/image1173.png"/><Relationship Id="rId696" Type="http://schemas.openxmlformats.org/officeDocument/2006/relationships/customXml" Target="../ink/ink1276.xml"/><Relationship Id="rId917" Type="http://schemas.openxmlformats.org/officeDocument/2006/relationships/image" Target="../media/image1386.png"/><Relationship Id="rId46" Type="http://schemas.openxmlformats.org/officeDocument/2006/relationships/customXml" Target="../ink/ink950.xml"/><Relationship Id="rId349" Type="http://schemas.openxmlformats.org/officeDocument/2006/relationships/image" Target="../media/image1103.png"/><Relationship Id="rId556" Type="http://schemas.openxmlformats.org/officeDocument/2006/relationships/customXml" Target="../ink/ink1206.xml"/><Relationship Id="rId763" Type="http://schemas.openxmlformats.org/officeDocument/2006/relationships/image" Target="../media/image1309.png"/><Relationship Id="rId111" Type="http://schemas.openxmlformats.org/officeDocument/2006/relationships/customXml" Target="../ink/ink983.xml"/><Relationship Id="rId195" Type="http://schemas.openxmlformats.org/officeDocument/2006/relationships/customXml" Target="../ink/ink1025.xml"/><Relationship Id="rId209" Type="http://schemas.openxmlformats.org/officeDocument/2006/relationships/customXml" Target="../ink/ink1032.xml"/><Relationship Id="rId416" Type="http://schemas.openxmlformats.org/officeDocument/2006/relationships/customXml" Target="../ink/ink1136.xml"/><Relationship Id="rId970" Type="http://schemas.openxmlformats.org/officeDocument/2006/relationships/customXml" Target="../ink/ink1413.xml"/><Relationship Id="rId1046" Type="http://schemas.openxmlformats.org/officeDocument/2006/relationships/customXml" Target="../ink/ink1451.xml"/><Relationship Id="rId623" Type="http://schemas.openxmlformats.org/officeDocument/2006/relationships/image" Target="../media/image1239.png"/><Relationship Id="rId830" Type="http://schemas.openxmlformats.org/officeDocument/2006/relationships/customXml" Target="../ink/ink1343.xml"/><Relationship Id="rId928" Type="http://schemas.openxmlformats.org/officeDocument/2006/relationships/customXml" Target="../ink/ink1392.xml"/><Relationship Id="rId57" Type="http://schemas.openxmlformats.org/officeDocument/2006/relationships/image" Target="../media/image961.png"/><Relationship Id="rId262" Type="http://schemas.openxmlformats.org/officeDocument/2006/relationships/image" Target="../media/image1062.png"/><Relationship Id="rId567" Type="http://schemas.openxmlformats.org/officeDocument/2006/relationships/image" Target="../media/image1212.png"/><Relationship Id="rId122" Type="http://schemas.openxmlformats.org/officeDocument/2006/relationships/image" Target="../media/image993.png"/><Relationship Id="rId774" Type="http://schemas.openxmlformats.org/officeDocument/2006/relationships/customXml" Target="../ink/ink1315.xml"/><Relationship Id="rId981" Type="http://schemas.openxmlformats.org/officeDocument/2006/relationships/image" Target="../media/image1418.png"/><Relationship Id="rId1057" Type="http://schemas.openxmlformats.org/officeDocument/2006/relationships/image" Target="../media/image1456.png"/><Relationship Id="rId427" Type="http://schemas.openxmlformats.org/officeDocument/2006/relationships/image" Target="../media/image1142.png"/><Relationship Id="rId634" Type="http://schemas.openxmlformats.org/officeDocument/2006/relationships/customXml" Target="../ink/ink1245.xml"/><Relationship Id="rId841" Type="http://schemas.openxmlformats.org/officeDocument/2006/relationships/image" Target="../media/image1348.png"/><Relationship Id="rId273" Type="http://schemas.openxmlformats.org/officeDocument/2006/relationships/image" Target="../media/image1067.png"/><Relationship Id="rId480" Type="http://schemas.openxmlformats.org/officeDocument/2006/relationships/customXml" Target="../ink/ink1168.xml"/><Relationship Id="rId701" Type="http://schemas.openxmlformats.org/officeDocument/2006/relationships/image" Target="../media/image1278.png"/><Relationship Id="rId939" Type="http://schemas.openxmlformats.org/officeDocument/2006/relationships/image" Target="../media/image1397.png"/><Relationship Id="rId68" Type="http://schemas.openxmlformats.org/officeDocument/2006/relationships/customXml" Target="../ink/ink961.xml"/><Relationship Id="rId133" Type="http://schemas.openxmlformats.org/officeDocument/2006/relationships/customXml" Target="../ink/ink994.xml"/><Relationship Id="rId340" Type="http://schemas.openxmlformats.org/officeDocument/2006/relationships/customXml" Target="../ink/ink1098.xml"/><Relationship Id="rId578" Type="http://schemas.openxmlformats.org/officeDocument/2006/relationships/customXml" Target="../ink/ink1217.xml"/><Relationship Id="rId785" Type="http://schemas.openxmlformats.org/officeDocument/2006/relationships/image" Target="../media/image1320.png"/><Relationship Id="rId992" Type="http://schemas.openxmlformats.org/officeDocument/2006/relationships/customXml" Target="../ink/ink1424.xml"/><Relationship Id="rId200" Type="http://schemas.openxmlformats.org/officeDocument/2006/relationships/image" Target="../media/image1032.png"/><Relationship Id="rId438" Type="http://schemas.openxmlformats.org/officeDocument/2006/relationships/customXml" Target="../ink/ink1147.xml"/><Relationship Id="rId645" Type="http://schemas.openxmlformats.org/officeDocument/2006/relationships/image" Target="../media/image1250.png"/><Relationship Id="rId852" Type="http://schemas.openxmlformats.org/officeDocument/2006/relationships/customXml" Target="../ink/ink1354.xml"/><Relationship Id="rId1068" Type="http://schemas.openxmlformats.org/officeDocument/2006/relationships/customXml" Target="../ink/ink1462.xml"/><Relationship Id="rId284" Type="http://schemas.openxmlformats.org/officeDocument/2006/relationships/customXml" Target="../ink/ink1070.xml"/><Relationship Id="rId491" Type="http://schemas.openxmlformats.org/officeDocument/2006/relationships/image" Target="../media/image1174.png"/><Relationship Id="rId505" Type="http://schemas.openxmlformats.org/officeDocument/2006/relationships/image" Target="../media/image1181.png"/><Relationship Id="rId712" Type="http://schemas.openxmlformats.org/officeDocument/2006/relationships/customXml" Target="../ink/ink1284.xml"/><Relationship Id="rId79" Type="http://schemas.openxmlformats.org/officeDocument/2006/relationships/image" Target="../media/image972.png"/><Relationship Id="rId144" Type="http://schemas.openxmlformats.org/officeDocument/2006/relationships/image" Target="../media/image1004.png"/><Relationship Id="rId589" Type="http://schemas.openxmlformats.org/officeDocument/2006/relationships/image" Target="../media/image1222.png"/><Relationship Id="rId796" Type="http://schemas.openxmlformats.org/officeDocument/2006/relationships/customXml" Target="../ink/ink1326.xml"/><Relationship Id="rId351" Type="http://schemas.openxmlformats.org/officeDocument/2006/relationships/image" Target="../media/image1104.png"/><Relationship Id="rId449" Type="http://schemas.openxmlformats.org/officeDocument/2006/relationships/image" Target="../media/image1153.png"/><Relationship Id="rId656" Type="http://schemas.openxmlformats.org/officeDocument/2006/relationships/customXml" Target="../ink/ink1256.xml"/><Relationship Id="rId863" Type="http://schemas.openxmlformats.org/officeDocument/2006/relationships/image" Target="../media/image1359.png"/><Relationship Id="rId1079" Type="http://schemas.openxmlformats.org/officeDocument/2006/relationships/image" Target="../media/image1467.png"/><Relationship Id="rId211" Type="http://schemas.openxmlformats.org/officeDocument/2006/relationships/customXml" Target="../ink/ink1033.xml"/><Relationship Id="rId295" Type="http://schemas.openxmlformats.org/officeDocument/2006/relationships/image" Target="../media/image1078.png"/><Relationship Id="rId309" Type="http://schemas.openxmlformats.org/officeDocument/2006/relationships/image" Target="../media/image1085.png"/><Relationship Id="rId516" Type="http://schemas.openxmlformats.org/officeDocument/2006/relationships/customXml" Target="../ink/ink1186.xml"/><Relationship Id="rId723" Type="http://schemas.openxmlformats.org/officeDocument/2006/relationships/image" Target="../media/image1289.png"/><Relationship Id="rId930" Type="http://schemas.openxmlformats.org/officeDocument/2006/relationships/customXml" Target="../ink/ink1393.xml"/><Relationship Id="rId1006" Type="http://schemas.openxmlformats.org/officeDocument/2006/relationships/customXml" Target="../ink/ink1431.xml"/><Relationship Id="rId155" Type="http://schemas.openxmlformats.org/officeDocument/2006/relationships/customXml" Target="../ink/ink1005.xml"/><Relationship Id="rId362" Type="http://schemas.openxmlformats.org/officeDocument/2006/relationships/customXml" Target="../ink/ink1109.xml"/><Relationship Id="rId222" Type="http://schemas.openxmlformats.org/officeDocument/2006/relationships/image" Target="../media/image1043.png"/><Relationship Id="rId667" Type="http://schemas.openxmlformats.org/officeDocument/2006/relationships/image" Target="../media/image1261.png"/><Relationship Id="rId874" Type="http://schemas.openxmlformats.org/officeDocument/2006/relationships/customXml" Target="../ink/ink1365.xml"/><Relationship Id="rId17" Type="http://schemas.openxmlformats.org/officeDocument/2006/relationships/image" Target="../media/image942.png"/><Relationship Id="rId527" Type="http://schemas.openxmlformats.org/officeDocument/2006/relationships/image" Target="../media/image1192.png"/><Relationship Id="rId734" Type="http://schemas.openxmlformats.org/officeDocument/2006/relationships/customXml" Target="../ink/ink1295.xml"/><Relationship Id="rId941" Type="http://schemas.openxmlformats.org/officeDocument/2006/relationships/image" Target="../media/image1398.png"/><Relationship Id="rId70" Type="http://schemas.openxmlformats.org/officeDocument/2006/relationships/customXml" Target="../ink/ink962.xml"/><Relationship Id="rId166" Type="http://schemas.openxmlformats.org/officeDocument/2006/relationships/image" Target="../media/image1015.png"/><Relationship Id="rId373" Type="http://schemas.openxmlformats.org/officeDocument/2006/relationships/image" Target="../media/image1115.png"/><Relationship Id="rId580" Type="http://schemas.openxmlformats.org/officeDocument/2006/relationships/customXml" Target="../ink/ink1218.xml"/><Relationship Id="rId801" Type="http://schemas.openxmlformats.org/officeDocument/2006/relationships/image" Target="../media/image1328.png"/><Relationship Id="rId1017" Type="http://schemas.openxmlformats.org/officeDocument/2006/relationships/image" Target="../media/image1436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044.xml"/><Relationship Id="rId440" Type="http://schemas.openxmlformats.org/officeDocument/2006/relationships/customXml" Target="../ink/ink1148.xml"/><Relationship Id="rId678" Type="http://schemas.openxmlformats.org/officeDocument/2006/relationships/customXml" Target="../ink/ink1267.xml"/><Relationship Id="rId885" Type="http://schemas.openxmlformats.org/officeDocument/2006/relationships/image" Target="../media/image1370.png"/><Relationship Id="rId1070" Type="http://schemas.openxmlformats.org/officeDocument/2006/relationships/customXml" Target="../ink/ink1463.xml"/><Relationship Id="rId28" Type="http://schemas.openxmlformats.org/officeDocument/2006/relationships/customXml" Target="../ink/ink941.xml"/><Relationship Id="rId300" Type="http://schemas.openxmlformats.org/officeDocument/2006/relationships/customXml" Target="../ink/ink1078.xml"/><Relationship Id="rId538" Type="http://schemas.openxmlformats.org/officeDocument/2006/relationships/customXml" Target="../ink/ink1197.xml"/><Relationship Id="rId745" Type="http://schemas.openxmlformats.org/officeDocument/2006/relationships/image" Target="../media/image1300.png"/><Relationship Id="rId952" Type="http://schemas.openxmlformats.org/officeDocument/2006/relationships/customXml" Target="../ink/ink1404.xml"/><Relationship Id="rId81" Type="http://schemas.openxmlformats.org/officeDocument/2006/relationships/image" Target="../media/image973.png"/><Relationship Id="rId177" Type="http://schemas.openxmlformats.org/officeDocument/2006/relationships/customXml" Target="../ink/ink1016.xml"/><Relationship Id="rId384" Type="http://schemas.openxmlformats.org/officeDocument/2006/relationships/customXml" Target="../ink/ink1120.xml"/><Relationship Id="rId591" Type="http://schemas.openxmlformats.org/officeDocument/2006/relationships/image" Target="../media/image1223.png"/><Relationship Id="rId605" Type="http://schemas.openxmlformats.org/officeDocument/2006/relationships/image" Target="../media/image1230.png"/><Relationship Id="rId812" Type="http://schemas.openxmlformats.org/officeDocument/2006/relationships/customXml" Target="../ink/ink1334.xml"/><Relationship Id="rId1028" Type="http://schemas.openxmlformats.org/officeDocument/2006/relationships/customXml" Target="../ink/ink1442.xml"/><Relationship Id="rId244" Type="http://schemas.openxmlformats.org/officeDocument/2006/relationships/image" Target="../media/image1054.png"/><Relationship Id="rId689" Type="http://schemas.openxmlformats.org/officeDocument/2006/relationships/image" Target="../media/image1272.png"/><Relationship Id="rId896" Type="http://schemas.openxmlformats.org/officeDocument/2006/relationships/customXml" Target="../ink/ink1376.xml"/><Relationship Id="rId1081" Type="http://schemas.openxmlformats.org/officeDocument/2006/relationships/image" Target="../media/image1468.png"/><Relationship Id="rId39" Type="http://schemas.openxmlformats.org/officeDocument/2006/relationships/image" Target="../media/image953.png"/><Relationship Id="rId451" Type="http://schemas.openxmlformats.org/officeDocument/2006/relationships/image" Target="../media/image1154.png"/><Relationship Id="rId549" Type="http://schemas.openxmlformats.org/officeDocument/2006/relationships/image" Target="../media/image1203.png"/><Relationship Id="rId756" Type="http://schemas.openxmlformats.org/officeDocument/2006/relationships/customXml" Target="../ink/ink1306.xml"/><Relationship Id="rId104" Type="http://schemas.openxmlformats.org/officeDocument/2006/relationships/image" Target="../media/image984.png"/><Relationship Id="rId188" Type="http://schemas.openxmlformats.org/officeDocument/2006/relationships/image" Target="../media/image1026.png"/><Relationship Id="rId311" Type="http://schemas.openxmlformats.org/officeDocument/2006/relationships/image" Target="../media/image1086.png"/><Relationship Id="rId395" Type="http://schemas.openxmlformats.org/officeDocument/2006/relationships/image" Target="../media/image1126.png"/><Relationship Id="rId409" Type="http://schemas.openxmlformats.org/officeDocument/2006/relationships/image" Target="../media/image1133.png"/><Relationship Id="rId963" Type="http://schemas.openxmlformats.org/officeDocument/2006/relationships/image" Target="../media/image1409.png"/><Relationship Id="rId1039" Type="http://schemas.openxmlformats.org/officeDocument/2006/relationships/image" Target="../media/image1447.png"/><Relationship Id="rId92" Type="http://schemas.openxmlformats.org/officeDocument/2006/relationships/customXml" Target="../ink/ink973.xml"/><Relationship Id="rId616" Type="http://schemas.openxmlformats.org/officeDocument/2006/relationships/customXml" Target="../ink/ink1236.xml"/><Relationship Id="rId823" Type="http://schemas.openxmlformats.org/officeDocument/2006/relationships/image" Target="../media/image1339.png"/><Relationship Id="rId255" Type="http://schemas.openxmlformats.org/officeDocument/2006/relationships/customXml" Target="../ink/ink1055.xml"/><Relationship Id="rId462" Type="http://schemas.openxmlformats.org/officeDocument/2006/relationships/customXml" Target="../ink/ink1159.xml"/><Relationship Id="rId1092" Type="http://schemas.openxmlformats.org/officeDocument/2006/relationships/customXml" Target="../ink/ink1474.xml"/><Relationship Id="rId115" Type="http://schemas.openxmlformats.org/officeDocument/2006/relationships/customXml" Target="../ink/ink985.xml"/><Relationship Id="rId322" Type="http://schemas.openxmlformats.org/officeDocument/2006/relationships/customXml" Target="../ink/ink1089.xml"/><Relationship Id="rId767" Type="http://schemas.openxmlformats.org/officeDocument/2006/relationships/image" Target="../media/image1311.png"/><Relationship Id="rId974" Type="http://schemas.openxmlformats.org/officeDocument/2006/relationships/customXml" Target="../ink/ink1415.xml"/><Relationship Id="rId199" Type="http://schemas.openxmlformats.org/officeDocument/2006/relationships/customXml" Target="../ink/ink1027.xml"/><Relationship Id="rId627" Type="http://schemas.openxmlformats.org/officeDocument/2006/relationships/image" Target="../media/image1241.png"/><Relationship Id="rId834" Type="http://schemas.openxmlformats.org/officeDocument/2006/relationships/customXml" Target="../ink/ink1345.xml"/><Relationship Id="rId266" Type="http://schemas.openxmlformats.org/officeDocument/2006/relationships/image" Target="../media/image1064.png"/><Relationship Id="rId473" Type="http://schemas.openxmlformats.org/officeDocument/2006/relationships/image" Target="../media/image1165.png"/><Relationship Id="rId680" Type="http://schemas.openxmlformats.org/officeDocument/2006/relationships/customXml" Target="../ink/ink1268.xml"/><Relationship Id="rId901" Type="http://schemas.openxmlformats.org/officeDocument/2006/relationships/image" Target="../media/image1378.png"/><Relationship Id="rId30" Type="http://schemas.openxmlformats.org/officeDocument/2006/relationships/customXml" Target="../ink/ink942.xml"/><Relationship Id="rId126" Type="http://schemas.openxmlformats.org/officeDocument/2006/relationships/image" Target="../media/image995.png"/><Relationship Id="rId333" Type="http://schemas.openxmlformats.org/officeDocument/2006/relationships/image" Target="../media/image1096.png"/><Relationship Id="rId540" Type="http://schemas.openxmlformats.org/officeDocument/2006/relationships/customXml" Target="../ink/ink1198.xml"/><Relationship Id="rId778" Type="http://schemas.openxmlformats.org/officeDocument/2006/relationships/customXml" Target="../ink/ink1317.xml"/><Relationship Id="rId985" Type="http://schemas.openxmlformats.org/officeDocument/2006/relationships/image" Target="../media/image1420.png"/><Relationship Id="rId638" Type="http://schemas.openxmlformats.org/officeDocument/2006/relationships/customXml" Target="../ink/ink1247.xml"/><Relationship Id="rId845" Type="http://schemas.openxmlformats.org/officeDocument/2006/relationships/image" Target="../media/image1350.png"/><Relationship Id="rId1030" Type="http://schemas.openxmlformats.org/officeDocument/2006/relationships/customXml" Target="../ink/ink1443.xml"/><Relationship Id="rId277" Type="http://schemas.openxmlformats.org/officeDocument/2006/relationships/image" Target="../media/image1069.png"/><Relationship Id="rId400" Type="http://schemas.openxmlformats.org/officeDocument/2006/relationships/customXml" Target="../ink/ink1128.xml"/><Relationship Id="rId484" Type="http://schemas.openxmlformats.org/officeDocument/2006/relationships/customXml" Target="../ink/ink1170.xml"/><Relationship Id="rId705" Type="http://schemas.openxmlformats.org/officeDocument/2006/relationships/image" Target="../media/image1280.png"/><Relationship Id="rId137" Type="http://schemas.openxmlformats.org/officeDocument/2006/relationships/customXml" Target="../ink/ink996.xml"/><Relationship Id="rId344" Type="http://schemas.openxmlformats.org/officeDocument/2006/relationships/customXml" Target="../ink/ink1100.xml"/><Relationship Id="rId691" Type="http://schemas.openxmlformats.org/officeDocument/2006/relationships/image" Target="../media/image1273.png"/><Relationship Id="rId789" Type="http://schemas.openxmlformats.org/officeDocument/2006/relationships/image" Target="../media/image1322.png"/><Relationship Id="rId912" Type="http://schemas.openxmlformats.org/officeDocument/2006/relationships/customXml" Target="../ink/ink1384.xml"/><Relationship Id="rId996" Type="http://schemas.openxmlformats.org/officeDocument/2006/relationships/customXml" Target="../ink/ink1426.xml"/><Relationship Id="rId41" Type="http://schemas.openxmlformats.org/officeDocument/2006/relationships/image" Target="../media/image954.png"/><Relationship Id="rId551" Type="http://schemas.openxmlformats.org/officeDocument/2006/relationships/image" Target="../media/image1204.png"/><Relationship Id="rId649" Type="http://schemas.openxmlformats.org/officeDocument/2006/relationships/image" Target="../media/image1252.png"/><Relationship Id="rId856" Type="http://schemas.openxmlformats.org/officeDocument/2006/relationships/customXml" Target="../ink/ink1356.xml"/><Relationship Id="rId190" Type="http://schemas.openxmlformats.org/officeDocument/2006/relationships/image" Target="../media/image1027.png"/><Relationship Id="rId204" Type="http://schemas.openxmlformats.org/officeDocument/2006/relationships/image" Target="../media/image1034.png"/><Relationship Id="rId288" Type="http://schemas.openxmlformats.org/officeDocument/2006/relationships/customXml" Target="../ink/ink1072.xml"/><Relationship Id="rId411" Type="http://schemas.openxmlformats.org/officeDocument/2006/relationships/image" Target="../media/image1134.png"/><Relationship Id="rId509" Type="http://schemas.openxmlformats.org/officeDocument/2006/relationships/image" Target="../media/image1183.png"/><Relationship Id="rId1041" Type="http://schemas.openxmlformats.org/officeDocument/2006/relationships/image" Target="../media/image1448.png"/><Relationship Id="rId495" Type="http://schemas.openxmlformats.org/officeDocument/2006/relationships/image" Target="../media/image1176.png"/><Relationship Id="rId716" Type="http://schemas.openxmlformats.org/officeDocument/2006/relationships/customXml" Target="../ink/ink1286.xml"/><Relationship Id="rId923" Type="http://schemas.openxmlformats.org/officeDocument/2006/relationships/image" Target="../media/image1389.png"/><Relationship Id="rId52" Type="http://schemas.openxmlformats.org/officeDocument/2006/relationships/customXml" Target="../ink/ink953.xml"/><Relationship Id="rId148" Type="http://schemas.openxmlformats.org/officeDocument/2006/relationships/image" Target="../media/image1006.png"/><Relationship Id="rId355" Type="http://schemas.openxmlformats.org/officeDocument/2006/relationships/image" Target="../media/image1106.png"/><Relationship Id="rId562" Type="http://schemas.openxmlformats.org/officeDocument/2006/relationships/customXml" Target="../ink/ink1209.xml"/><Relationship Id="rId215" Type="http://schemas.openxmlformats.org/officeDocument/2006/relationships/customXml" Target="../ink/ink1035.xml"/><Relationship Id="rId422" Type="http://schemas.openxmlformats.org/officeDocument/2006/relationships/customXml" Target="../ink/ink1139.xml"/><Relationship Id="rId867" Type="http://schemas.openxmlformats.org/officeDocument/2006/relationships/image" Target="../media/image1361.png"/><Relationship Id="rId1052" Type="http://schemas.openxmlformats.org/officeDocument/2006/relationships/customXml" Target="../ink/ink1454.xml"/><Relationship Id="rId299" Type="http://schemas.openxmlformats.org/officeDocument/2006/relationships/image" Target="../media/image1080.png"/><Relationship Id="rId727" Type="http://schemas.openxmlformats.org/officeDocument/2006/relationships/image" Target="../media/image1291.png"/><Relationship Id="rId934" Type="http://schemas.openxmlformats.org/officeDocument/2006/relationships/customXml" Target="../ink/ink1395.xml"/><Relationship Id="rId63" Type="http://schemas.openxmlformats.org/officeDocument/2006/relationships/image" Target="../media/image964.png"/><Relationship Id="rId159" Type="http://schemas.openxmlformats.org/officeDocument/2006/relationships/customXml" Target="../ink/ink1007.xml"/><Relationship Id="rId366" Type="http://schemas.openxmlformats.org/officeDocument/2006/relationships/customXml" Target="../ink/ink1111.xml"/><Relationship Id="rId573" Type="http://schemas.openxmlformats.org/officeDocument/2006/relationships/image" Target="../media/image1215.png"/><Relationship Id="rId780" Type="http://schemas.openxmlformats.org/officeDocument/2006/relationships/customXml" Target="../ink/ink1318.xml"/><Relationship Id="rId226" Type="http://schemas.openxmlformats.org/officeDocument/2006/relationships/image" Target="../media/image1045.png"/><Relationship Id="rId433" Type="http://schemas.openxmlformats.org/officeDocument/2006/relationships/image" Target="../media/image1145.png"/><Relationship Id="rId878" Type="http://schemas.openxmlformats.org/officeDocument/2006/relationships/customXml" Target="../ink/ink1367.xml"/><Relationship Id="rId1063" Type="http://schemas.openxmlformats.org/officeDocument/2006/relationships/image" Target="../media/image1459.png"/><Relationship Id="rId640" Type="http://schemas.openxmlformats.org/officeDocument/2006/relationships/customXml" Target="../ink/ink1248.xml"/><Relationship Id="rId738" Type="http://schemas.openxmlformats.org/officeDocument/2006/relationships/customXml" Target="../ink/ink1297.xml"/><Relationship Id="rId945" Type="http://schemas.openxmlformats.org/officeDocument/2006/relationships/image" Target="../media/image1400.png"/><Relationship Id="rId74" Type="http://schemas.openxmlformats.org/officeDocument/2006/relationships/customXml" Target="../ink/ink964.xml"/><Relationship Id="rId377" Type="http://schemas.openxmlformats.org/officeDocument/2006/relationships/image" Target="../media/image1117.png"/><Relationship Id="rId500" Type="http://schemas.openxmlformats.org/officeDocument/2006/relationships/customXml" Target="../ink/ink1178.xml"/><Relationship Id="rId584" Type="http://schemas.openxmlformats.org/officeDocument/2006/relationships/customXml" Target="../ink/ink1220.xml"/><Relationship Id="rId805" Type="http://schemas.openxmlformats.org/officeDocument/2006/relationships/image" Target="../media/image1330.png"/><Relationship Id="rId5" Type="http://schemas.openxmlformats.org/officeDocument/2006/relationships/image" Target="../media/image936.png"/><Relationship Id="rId237" Type="http://schemas.openxmlformats.org/officeDocument/2006/relationships/customXml" Target="../ink/ink1046.xml"/><Relationship Id="rId791" Type="http://schemas.openxmlformats.org/officeDocument/2006/relationships/image" Target="../media/image1323.png"/><Relationship Id="rId889" Type="http://schemas.openxmlformats.org/officeDocument/2006/relationships/image" Target="../media/image1372.png"/><Relationship Id="rId1074" Type="http://schemas.openxmlformats.org/officeDocument/2006/relationships/customXml" Target="../ink/ink1465.xml"/><Relationship Id="rId444" Type="http://schemas.openxmlformats.org/officeDocument/2006/relationships/customXml" Target="../ink/ink1150.xml"/><Relationship Id="rId651" Type="http://schemas.openxmlformats.org/officeDocument/2006/relationships/image" Target="../media/image1253.png"/><Relationship Id="rId749" Type="http://schemas.openxmlformats.org/officeDocument/2006/relationships/image" Target="../media/image1302.png"/><Relationship Id="rId290" Type="http://schemas.openxmlformats.org/officeDocument/2006/relationships/customXml" Target="../ink/ink1073.xml"/><Relationship Id="rId304" Type="http://schemas.openxmlformats.org/officeDocument/2006/relationships/customXml" Target="../ink/ink1080.xml"/><Relationship Id="rId388" Type="http://schemas.openxmlformats.org/officeDocument/2006/relationships/customXml" Target="../ink/ink1122.xml"/><Relationship Id="rId511" Type="http://schemas.openxmlformats.org/officeDocument/2006/relationships/image" Target="../media/image1184.png"/><Relationship Id="rId609" Type="http://schemas.openxmlformats.org/officeDocument/2006/relationships/image" Target="../media/image1232.png"/><Relationship Id="rId956" Type="http://schemas.openxmlformats.org/officeDocument/2006/relationships/customXml" Target="../ink/ink1406.xml"/><Relationship Id="rId85" Type="http://schemas.openxmlformats.org/officeDocument/2006/relationships/image" Target="../media/image975.png"/><Relationship Id="rId150" Type="http://schemas.openxmlformats.org/officeDocument/2006/relationships/image" Target="../media/image1007.png"/><Relationship Id="rId595" Type="http://schemas.openxmlformats.org/officeDocument/2006/relationships/image" Target="../media/image1225.png"/><Relationship Id="rId816" Type="http://schemas.openxmlformats.org/officeDocument/2006/relationships/customXml" Target="../ink/ink1336.xml"/><Relationship Id="rId1001" Type="http://schemas.openxmlformats.org/officeDocument/2006/relationships/image" Target="../media/image1428.png"/><Relationship Id="rId248" Type="http://schemas.openxmlformats.org/officeDocument/2006/relationships/image" Target="../media/image626.png"/><Relationship Id="rId455" Type="http://schemas.openxmlformats.org/officeDocument/2006/relationships/image" Target="../media/image1156.png"/><Relationship Id="rId662" Type="http://schemas.openxmlformats.org/officeDocument/2006/relationships/customXml" Target="../ink/ink1259.xml"/><Relationship Id="rId1085" Type="http://schemas.openxmlformats.org/officeDocument/2006/relationships/image" Target="../media/image1470.png"/><Relationship Id="rId12" Type="http://schemas.openxmlformats.org/officeDocument/2006/relationships/customXml" Target="../ink/ink933.xml"/><Relationship Id="rId108" Type="http://schemas.openxmlformats.org/officeDocument/2006/relationships/image" Target="../media/image986.png"/><Relationship Id="rId315" Type="http://schemas.openxmlformats.org/officeDocument/2006/relationships/image" Target="../media/image1088.png"/><Relationship Id="rId522" Type="http://schemas.openxmlformats.org/officeDocument/2006/relationships/customXml" Target="../ink/ink1189.xml"/><Relationship Id="rId967" Type="http://schemas.openxmlformats.org/officeDocument/2006/relationships/image" Target="../media/image1411.png"/><Relationship Id="rId96" Type="http://schemas.openxmlformats.org/officeDocument/2006/relationships/customXml" Target="../ink/ink975.xml"/><Relationship Id="rId161" Type="http://schemas.openxmlformats.org/officeDocument/2006/relationships/customXml" Target="../ink/ink1008.xml"/><Relationship Id="rId399" Type="http://schemas.openxmlformats.org/officeDocument/2006/relationships/image" Target="../media/image1128.png"/><Relationship Id="rId827" Type="http://schemas.openxmlformats.org/officeDocument/2006/relationships/image" Target="../media/image1341.png"/><Relationship Id="rId1012" Type="http://schemas.openxmlformats.org/officeDocument/2006/relationships/customXml" Target="../ink/ink1434.xml"/><Relationship Id="rId259" Type="http://schemas.openxmlformats.org/officeDocument/2006/relationships/customXml" Target="../ink/ink1057.xml"/><Relationship Id="rId466" Type="http://schemas.openxmlformats.org/officeDocument/2006/relationships/customXml" Target="../ink/ink1161.xml"/><Relationship Id="rId673" Type="http://schemas.openxmlformats.org/officeDocument/2006/relationships/image" Target="../media/image1264.png"/><Relationship Id="rId880" Type="http://schemas.openxmlformats.org/officeDocument/2006/relationships/customXml" Target="../ink/ink1368.xml"/><Relationship Id="rId1096" Type="http://schemas.openxmlformats.org/officeDocument/2006/relationships/customXml" Target="../ink/ink1476.xml"/><Relationship Id="rId23" Type="http://schemas.openxmlformats.org/officeDocument/2006/relationships/image" Target="../media/image945.png"/><Relationship Id="rId119" Type="http://schemas.openxmlformats.org/officeDocument/2006/relationships/customXml" Target="../ink/ink987.xml"/><Relationship Id="rId326" Type="http://schemas.openxmlformats.org/officeDocument/2006/relationships/customXml" Target="../ink/ink1091.xml"/><Relationship Id="rId533" Type="http://schemas.openxmlformats.org/officeDocument/2006/relationships/image" Target="../media/image1195.png"/><Relationship Id="rId978" Type="http://schemas.openxmlformats.org/officeDocument/2006/relationships/customXml" Target="../ink/ink1417.xml"/><Relationship Id="rId740" Type="http://schemas.openxmlformats.org/officeDocument/2006/relationships/customXml" Target="../ink/ink1298.xml"/><Relationship Id="rId838" Type="http://schemas.openxmlformats.org/officeDocument/2006/relationships/customXml" Target="../ink/ink1347.xml"/><Relationship Id="rId1023" Type="http://schemas.openxmlformats.org/officeDocument/2006/relationships/image" Target="../media/image1439.png"/><Relationship Id="rId172" Type="http://schemas.openxmlformats.org/officeDocument/2006/relationships/image" Target="../media/image1018.png"/><Relationship Id="rId477" Type="http://schemas.openxmlformats.org/officeDocument/2006/relationships/image" Target="../media/image1167.png"/><Relationship Id="rId600" Type="http://schemas.openxmlformats.org/officeDocument/2006/relationships/customXml" Target="../ink/ink1228.xml"/><Relationship Id="rId684" Type="http://schemas.openxmlformats.org/officeDocument/2006/relationships/customXml" Target="../ink/ink1270.xml"/><Relationship Id="rId337" Type="http://schemas.openxmlformats.org/officeDocument/2006/relationships/image" Target="../media/image1098.png"/><Relationship Id="rId891" Type="http://schemas.openxmlformats.org/officeDocument/2006/relationships/image" Target="../media/image1373.png"/><Relationship Id="rId905" Type="http://schemas.openxmlformats.org/officeDocument/2006/relationships/image" Target="../media/image1380.png"/><Relationship Id="rId989" Type="http://schemas.openxmlformats.org/officeDocument/2006/relationships/image" Target="../media/image1422.png"/><Relationship Id="rId34" Type="http://schemas.openxmlformats.org/officeDocument/2006/relationships/customXml" Target="../ink/ink944.xml"/><Relationship Id="rId544" Type="http://schemas.openxmlformats.org/officeDocument/2006/relationships/customXml" Target="../ink/ink1200.xml"/><Relationship Id="rId751" Type="http://schemas.openxmlformats.org/officeDocument/2006/relationships/image" Target="../media/image1303.png"/><Relationship Id="rId849" Type="http://schemas.openxmlformats.org/officeDocument/2006/relationships/image" Target="../media/image1352.png"/><Relationship Id="rId183" Type="http://schemas.openxmlformats.org/officeDocument/2006/relationships/customXml" Target="../ink/ink1019.xml"/><Relationship Id="rId390" Type="http://schemas.openxmlformats.org/officeDocument/2006/relationships/customXml" Target="../ink/ink1123.xml"/><Relationship Id="rId404" Type="http://schemas.openxmlformats.org/officeDocument/2006/relationships/customXml" Target="../ink/ink1130.xml"/><Relationship Id="rId611" Type="http://schemas.openxmlformats.org/officeDocument/2006/relationships/image" Target="../media/image1233.png"/><Relationship Id="rId1034" Type="http://schemas.openxmlformats.org/officeDocument/2006/relationships/customXml" Target="../ink/ink1445.xml"/><Relationship Id="rId250" Type="http://schemas.openxmlformats.org/officeDocument/2006/relationships/image" Target="../media/image1056.png"/><Relationship Id="rId488" Type="http://schemas.openxmlformats.org/officeDocument/2006/relationships/customXml" Target="../ink/ink1172.xml"/><Relationship Id="rId695" Type="http://schemas.openxmlformats.org/officeDocument/2006/relationships/image" Target="../media/image1275.png"/><Relationship Id="rId709" Type="http://schemas.openxmlformats.org/officeDocument/2006/relationships/image" Target="../media/image1282.png"/><Relationship Id="rId916" Type="http://schemas.openxmlformats.org/officeDocument/2006/relationships/customXml" Target="../ink/ink1386.xml"/><Relationship Id="rId45" Type="http://schemas.openxmlformats.org/officeDocument/2006/relationships/image" Target="../media/image955.png"/><Relationship Id="rId110" Type="http://schemas.openxmlformats.org/officeDocument/2006/relationships/image" Target="../media/image987.png"/><Relationship Id="rId348" Type="http://schemas.openxmlformats.org/officeDocument/2006/relationships/customXml" Target="../ink/ink1102.xml"/><Relationship Id="rId555" Type="http://schemas.openxmlformats.org/officeDocument/2006/relationships/image" Target="../media/image1206.png"/><Relationship Id="rId762" Type="http://schemas.openxmlformats.org/officeDocument/2006/relationships/customXml" Target="../ink/ink1309.xml"/><Relationship Id="rId194" Type="http://schemas.openxmlformats.org/officeDocument/2006/relationships/image" Target="../media/image1029.png"/><Relationship Id="rId208" Type="http://schemas.openxmlformats.org/officeDocument/2006/relationships/image" Target="../media/image1036.png"/><Relationship Id="rId415" Type="http://schemas.openxmlformats.org/officeDocument/2006/relationships/image" Target="../media/image1136.png"/><Relationship Id="rId622" Type="http://schemas.openxmlformats.org/officeDocument/2006/relationships/customXml" Target="../ink/ink1239.xml"/><Relationship Id="rId1045" Type="http://schemas.openxmlformats.org/officeDocument/2006/relationships/image" Target="../media/image1450.png"/><Relationship Id="rId261" Type="http://schemas.openxmlformats.org/officeDocument/2006/relationships/customXml" Target="../ink/ink1058.xml"/><Relationship Id="rId499" Type="http://schemas.openxmlformats.org/officeDocument/2006/relationships/image" Target="../media/image1178.png"/><Relationship Id="rId927" Type="http://schemas.openxmlformats.org/officeDocument/2006/relationships/image" Target="../media/image1391.png"/><Relationship Id="rId56" Type="http://schemas.openxmlformats.org/officeDocument/2006/relationships/customXml" Target="../ink/ink955.xml"/><Relationship Id="rId359" Type="http://schemas.openxmlformats.org/officeDocument/2006/relationships/image" Target="../media/image1108.png"/><Relationship Id="rId566" Type="http://schemas.openxmlformats.org/officeDocument/2006/relationships/customXml" Target="../ink/ink1211.xml"/><Relationship Id="rId773" Type="http://schemas.openxmlformats.org/officeDocument/2006/relationships/image" Target="../media/image1314.png"/><Relationship Id="rId121" Type="http://schemas.openxmlformats.org/officeDocument/2006/relationships/customXml" Target="../ink/ink988.xml"/><Relationship Id="rId219" Type="http://schemas.openxmlformats.org/officeDocument/2006/relationships/customXml" Target="../ink/ink1037.xml"/><Relationship Id="rId426" Type="http://schemas.openxmlformats.org/officeDocument/2006/relationships/customXml" Target="../ink/ink1141.xml"/><Relationship Id="rId633" Type="http://schemas.openxmlformats.org/officeDocument/2006/relationships/image" Target="../media/image1244.png"/><Relationship Id="rId980" Type="http://schemas.openxmlformats.org/officeDocument/2006/relationships/customXml" Target="../ink/ink1418.xml"/><Relationship Id="rId1056" Type="http://schemas.openxmlformats.org/officeDocument/2006/relationships/customXml" Target="../ink/ink1456.xml"/><Relationship Id="rId840" Type="http://schemas.openxmlformats.org/officeDocument/2006/relationships/customXml" Target="../ink/ink1348.xml"/><Relationship Id="rId938" Type="http://schemas.openxmlformats.org/officeDocument/2006/relationships/customXml" Target="../ink/ink1397.xml"/><Relationship Id="rId67" Type="http://schemas.openxmlformats.org/officeDocument/2006/relationships/image" Target="../media/image966.png"/><Relationship Id="rId272" Type="http://schemas.openxmlformats.org/officeDocument/2006/relationships/customXml" Target="../ink/ink1064.xml"/><Relationship Id="rId577" Type="http://schemas.openxmlformats.org/officeDocument/2006/relationships/image" Target="../media/image1217.png"/><Relationship Id="rId700" Type="http://schemas.openxmlformats.org/officeDocument/2006/relationships/customXml" Target="../ink/ink1278.xml"/><Relationship Id="rId132" Type="http://schemas.openxmlformats.org/officeDocument/2006/relationships/image" Target="../media/image998.png"/><Relationship Id="rId784" Type="http://schemas.openxmlformats.org/officeDocument/2006/relationships/customXml" Target="../ink/ink1320.xml"/><Relationship Id="rId991" Type="http://schemas.openxmlformats.org/officeDocument/2006/relationships/image" Target="../media/image1423.png"/><Relationship Id="rId1067" Type="http://schemas.openxmlformats.org/officeDocument/2006/relationships/image" Target="../media/image1461.png"/><Relationship Id="rId437" Type="http://schemas.openxmlformats.org/officeDocument/2006/relationships/image" Target="../media/image1147.png"/><Relationship Id="rId644" Type="http://schemas.openxmlformats.org/officeDocument/2006/relationships/customXml" Target="../ink/ink1250.xml"/><Relationship Id="rId851" Type="http://schemas.openxmlformats.org/officeDocument/2006/relationships/image" Target="../media/image1353.png"/><Relationship Id="rId283" Type="http://schemas.openxmlformats.org/officeDocument/2006/relationships/image" Target="../media/image1072.png"/><Relationship Id="rId490" Type="http://schemas.openxmlformats.org/officeDocument/2006/relationships/customXml" Target="../ink/ink1173.xml"/><Relationship Id="rId504" Type="http://schemas.openxmlformats.org/officeDocument/2006/relationships/customXml" Target="../ink/ink1180.xml"/><Relationship Id="rId711" Type="http://schemas.openxmlformats.org/officeDocument/2006/relationships/image" Target="../media/image1283.png"/><Relationship Id="rId949" Type="http://schemas.openxmlformats.org/officeDocument/2006/relationships/image" Target="../media/image1402.png"/><Relationship Id="rId78" Type="http://schemas.openxmlformats.org/officeDocument/2006/relationships/customXml" Target="../ink/ink966.xml"/><Relationship Id="rId143" Type="http://schemas.openxmlformats.org/officeDocument/2006/relationships/customXml" Target="../ink/ink999.xml"/><Relationship Id="rId350" Type="http://schemas.openxmlformats.org/officeDocument/2006/relationships/customXml" Target="../ink/ink1103.xml"/><Relationship Id="rId588" Type="http://schemas.openxmlformats.org/officeDocument/2006/relationships/customXml" Target="../ink/ink1222.xml"/><Relationship Id="rId795" Type="http://schemas.openxmlformats.org/officeDocument/2006/relationships/image" Target="../media/image1325.png"/><Relationship Id="rId809" Type="http://schemas.openxmlformats.org/officeDocument/2006/relationships/image" Target="../media/image1332.png"/><Relationship Id="rId9" Type="http://schemas.openxmlformats.org/officeDocument/2006/relationships/image" Target="../media/image938.png"/><Relationship Id="rId210" Type="http://schemas.openxmlformats.org/officeDocument/2006/relationships/image" Target="../media/image1037.png"/><Relationship Id="rId448" Type="http://schemas.openxmlformats.org/officeDocument/2006/relationships/customXml" Target="../ink/ink1152.xml"/><Relationship Id="rId655" Type="http://schemas.openxmlformats.org/officeDocument/2006/relationships/image" Target="../media/image1255.png"/><Relationship Id="rId862" Type="http://schemas.openxmlformats.org/officeDocument/2006/relationships/customXml" Target="../ink/ink1359.xml"/><Relationship Id="rId1078" Type="http://schemas.openxmlformats.org/officeDocument/2006/relationships/customXml" Target="../ink/ink1467.xml"/><Relationship Id="rId294" Type="http://schemas.openxmlformats.org/officeDocument/2006/relationships/customXml" Target="../ink/ink1075.xml"/><Relationship Id="rId308" Type="http://schemas.openxmlformats.org/officeDocument/2006/relationships/customXml" Target="../ink/ink1082.xml"/><Relationship Id="rId515" Type="http://schemas.openxmlformats.org/officeDocument/2006/relationships/image" Target="../media/image1186.png"/><Relationship Id="rId722" Type="http://schemas.openxmlformats.org/officeDocument/2006/relationships/customXml" Target="../ink/ink1289.xml"/><Relationship Id="rId89" Type="http://schemas.openxmlformats.org/officeDocument/2006/relationships/image" Target="../media/image977.png"/><Relationship Id="rId154" Type="http://schemas.openxmlformats.org/officeDocument/2006/relationships/image" Target="../media/image1009.png"/><Relationship Id="rId361" Type="http://schemas.openxmlformats.org/officeDocument/2006/relationships/image" Target="../media/image1109.png"/><Relationship Id="rId599" Type="http://schemas.openxmlformats.org/officeDocument/2006/relationships/image" Target="../media/image1227.png"/><Relationship Id="rId1005" Type="http://schemas.openxmlformats.org/officeDocument/2006/relationships/image" Target="../media/image1430.png"/><Relationship Id="rId459" Type="http://schemas.openxmlformats.org/officeDocument/2006/relationships/image" Target="../media/image1158.png"/><Relationship Id="rId666" Type="http://schemas.openxmlformats.org/officeDocument/2006/relationships/customXml" Target="../ink/ink1261.xml"/><Relationship Id="rId873" Type="http://schemas.openxmlformats.org/officeDocument/2006/relationships/image" Target="../media/image1364.png"/><Relationship Id="rId1089" Type="http://schemas.openxmlformats.org/officeDocument/2006/relationships/image" Target="../media/image1472.png"/><Relationship Id="rId16" Type="http://schemas.openxmlformats.org/officeDocument/2006/relationships/customXml" Target="../ink/ink935.xml"/><Relationship Id="rId221" Type="http://schemas.openxmlformats.org/officeDocument/2006/relationships/customXml" Target="../ink/ink1038.xml"/><Relationship Id="rId319" Type="http://schemas.openxmlformats.org/officeDocument/2006/relationships/image" Target="../media/image1090.png"/><Relationship Id="rId526" Type="http://schemas.openxmlformats.org/officeDocument/2006/relationships/customXml" Target="../ink/ink1191.xml"/><Relationship Id="rId733" Type="http://schemas.openxmlformats.org/officeDocument/2006/relationships/image" Target="../media/image1294.png"/><Relationship Id="rId940" Type="http://schemas.openxmlformats.org/officeDocument/2006/relationships/customXml" Target="../ink/ink1398.xml"/><Relationship Id="rId1016" Type="http://schemas.openxmlformats.org/officeDocument/2006/relationships/customXml" Target="../ink/ink1436.xml"/><Relationship Id="rId165" Type="http://schemas.openxmlformats.org/officeDocument/2006/relationships/customXml" Target="../ink/ink1010.xml"/><Relationship Id="rId372" Type="http://schemas.openxmlformats.org/officeDocument/2006/relationships/customXml" Target="../ink/ink1114.xml"/><Relationship Id="rId677" Type="http://schemas.openxmlformats.org/officeDocument/2006/relationships/image" Target="../media/image1266.png"/><Relationship Id="rId800" Type="http://schemas.openxmlformats.org/officeDocument/2006/relationships/customXml" Target="../ink/ink1328.xml"/><Relationship Id="rId232" Type="http://schemas.openxmlformats.org/officeDocument/2006/relationships/image" Target="../media/image1048.png"/><Relationship Id="rId884" Type="http://schemas.openxmlformats.org/officeDocument/2006/relationships/customXml" Target="../ink/ink1370.xml"/><Relationship Id="rId27" Type="http://schemas.openxmlformats.org/officeDocument/2006/relationships/image" Target="../media/image947.png"/><Relationship Id="rId537" Type="http://schemas.openxmlformats.org/officeDocument/2006/relationships/image" Target="../media/image1197.png"/><Relationship Id="rId744" Type="http://schemas.openxmlformats.org/officeDocument/2006/relationships/customXml" Target="../ink/ink1300.xml"/><Relationship Id="rId951" Type="http://schemas.openxmlformats.org/officeDocument/2006/relationships/image" Target="../media/image1403.png"/><Relationship Id="rId80" Type="http://schemas.openxmlformats.org/officeDocument/2006/relationships/customXml" Target="../ink/ink967.xml"/><Relationship Id="rId176" Type="http://schemas.openxmlformats.org/officeDocument/2006/relationships/image" Target="../media/image1020.png"/><Relationship Id="rId383" Type="http://schemas.openxmlformats.org/officeDocument/2006/relationships/image" Target="../media/image1120.png"/><Relationship Id="rId590" Type="http://schemas.openxmlformats.org/officeDocument/2006/relationships/customXml" Target="../ink/ink1223.xml"/><Relationship Id="rId604" Type="http://schemas.openxmlformats.org/officeDocument/2006/relationships/customXml" Target="../ink/ink1230.xml"/><Relationship Id="rId811" Type="http://schemas.openxmlformats.org/officeDocument/2006/relationships/image" Target="../media/image1333.png"/><Relationship Id="rId1027" Type="http://schemas.openxmlformats.org/officeDocument/2006/relationships/image" Target="../media/image1441.png"/><Relationship Id="rId243" Type="http://schemas.openxmlformats.org/officeDocument/2006/relationships/customXml" Target="../ink/ink1049.xml"/><Relationship Id="rId450" Type="http://schemas.openxmlformats.org/officeDocument/2006/relationships/customXml" Target="../ink/ink1153.xml"/><Relationship Id="rId688" Type="http://schemas.openxmlformats.org/officeDocument/2006/relationships/customXml" Target="../ink/ink1272.xml"/><Relationship Id="rId895" Type="http://schemas.openxmlformats.org/officeDocument/2006/relationships/image" Target="../media/image1375.png"/><Relationship Id="rId909" Type="http://schemas.openxmlformats.org/officeDocument/2006/relationships/image" Target="../media/image1382.png"/><Relationship Id="rId1080" Type="http://schemas.openxmlformats.org/officeDocument/2006/relationships/customXml" Target="../ink/ink1468.xml"/><Relationship Id="rId38" Type="http://schemas.openxmlformats.org/officeDocument/2006/relationships/customXml" Target="../ink/ink946.xml"/><Relationship Id="rId103" Type="http://schemas.openxmlformats.org/officeDocument/2006/relationships/customXml" Target="../ink/ink979.xml"/><Relationship Id="rId310" Type="http://schemas.openxmlformats.org/officeDocument/2006/relationships/customXml" Target="../ink/ink1083.xml"/><Relationship Id="rId548" Type="http://schemas.openxmlformats.org/officeDocument/2006/relationships/customXml" Target="../ink/ink1202.xml"/><Relationship Id="rId755" Type="http://schemas.openxmlformats.org/officeDocument/2006/relationships/image" Target="../media/image1305.png"/><Relationship Id="rId962" Type="http://schemas.openxmlformats.org/officeDocument/2006/relationships/customXml" Target="../ink/ink1409.xml"/><Relationship Id="rId91" Type="http://schemas.openxmlformats.org/officeDocument/2006/relationships/image" Target="../media/image978.png"/><Relationship Id="rId187" Type="http://schemas.openxmlformats.org/officeDocument/2006/relationships/customXml" Target="../ink/ink1021.xml"/><Relationship Id="rId394" Type="http://schemas.openxmlformats.org/officeDocument/2006/relationships/customXml" Target="../ink/ink1125.xml"/><Relationship Id="rId408" Type="http://schemas.openxmlformats.org/officeDocument/2006/relationships/customXml" Target="../ink/ink1132.xml"/><Relationship Id="rId615" Type="http://schemas.openxmlformats.org/officeDocument/2006/relationships/image" Target="../media/image1235.png"/><Relationship Id="rId822" Type="http://schemas.openxmlformats.org/officeDocument/2006/relationships/customXml" Target="../ink/ink1339.xml"/><Relationship Id="rId1038" Type="http://schemas.openxmlformats.org/officeDocument/2006/relationships/customXml" Target="../ink/ink1447.xml"/><Relationship Id="rId254" Type="http://schemas.openxmlformats.org/officeDocument/2006/relationships/image" Target="../media/image1058.png"/><Relationship Id="rId699" Type="http://schemas.openxmlformats.org/officeDocument/2006/relationships/image" Target="../media/image1277.png"/><Relationship Id="rId1091" Type="http://schemas.openxmlformats.org/officeDocument/2006/relationships/image" Target="../media/image1473.png"/><Relationship Id="rId49" Type="http://schemas.openxmlformats.org/officeDocument/2006/relationships/image" Target="../media/image957.png"/><Relationship Id="rId114" Type="http://schemas.openxmlformats.org/officeDocument/2006/relationships/image" Target="../media/image989.png"/><Relationship Id="rId461" Type="http://schemas.openxmlformats.org/officeDocument/2006/relationships/image" Target="../media/image1159.png"/><Relationship Id="rId559" Type="http://schemas.openxmlformats.org/officeDocument/2006/relationships/image" Target="../media/image1208.png"/><Relationship Id="rId766" Type="http://schemas.openxmlformats.org/officeDocument/2006/relationships/customXml" Target="../ink/ink1311.xml"/><Relationship Id="rId198" Type="http://schemas.openxmlformats.org/officeDocument/2006/relationships/image" Target="../media/image1031.png"/><Relationship Id="rId321" Type="http://schemas.openxmlformats.org/officeDocument/2006/relationships/image" Target="../media/image427.png"/><Relationship Id="rId419" Type="http://schemas.openxmlformats.org/officeDocument/2006/relationships/image" Target="../media/image1138.png"/><Relationship Id="rId626" Type="http://schemas.openxmlformats.org/officeDocument/2006/relationships/customXml" Target="../ink/ink1241.xml"/><Relationship Id="rId973" Type="http://schemas.openxmlformats.org/officeDocument/2006/relationships/image" Target="../media/image1414.png"/><Relationship Id="rId1049" Type="http://schemas.openxmlformats.org/officeDocument/2006/relationships/image" Target="../media/image1452.png"/><Relationship Id="rId833" Type="http://schemas.openxmlformats.org/officeDocument/2006/relationships/image" Target="../media/image1344.png"/><Relationship Id="rId265" Type="http://schemas.openxmlformats.org/officeDocument/2006/relationships/customXml" Target="../ink/ink1060.xml"/><Relationship Id="rId472" Type="http://schemas.openxmlformats.org/officeDocument/2006/relationships/customXml" Target="../ink/ink1164.xml"/><Relationship Id="rId900" Type="http://schemas.openxmlformats.org/officeDocument/2006/relationships/customXml" Target="../ink/ink1378.xml"/><Relationship Id="rId125" Type="http://schemas.openxmlformats.org/officeDocument/2006/relationships/customXml" Target="../ink/ink990.xml"/><Relationship Id="rId332" Type="http://schemas.openxmlformats.org/officeDocument/2006/relationships/customXml" Target="../ink/ink1094.xml"/><Relationship Id="rId777" Type="http://schemas.openxmlformats.org/officeDocument/2006/relationships/image" Target="../media/image1316.png"/><Relationship Id="rId984" Type="http://schemas.openxmlformats.org/officeDocument/2006/relationships/customXml" Target="../ink/ink1420.xml"/><Relationship Id="rId637" Type="http://schemas.openxmlformats.org/officeDocument/2006/relationships/image" Target="../media/image1246.png"/><Relationship Id="rId844" Type="http://schemas.openxmlformats.org/officeDocument/2006/relationships/customXml" Target="../ink/ink1350.xml"/><Relationship Id="rId276" Type="http://schemas.openxmlformats.org/officeDocument/2006/relationships/customXml" Target="../ink/ink1066.xml"/><Relationship Id="rId483" Type="http://schemas.openxmlformats.org/officeDocument/2006/relationships/image" Target="../media/image1170.png"/><Relationship Id="rId690" Type="http://schemas.openxmlformats.org/officeDocument/2006/relationships/customXml" Target="../ink/ink1273.xml"/><Relationship Id="rId704" Type="http://schemas.openxmlformats.org/officeDocument/2006/relationships/customXml" Target="../ink/ink1280.xml"/><Relationship Id="rId911" Type="http://schemas.openxmlformats.org/officeDocument/2006/relationships/image" Target="../media/image1383.png"/><Relationship Id="rId40" Type="http://schemas.openxmlformats.org/officeDocument/2006/relationships/customXml" Target="../ink/ink947.xml"/><Relationship Id="rId136" Type="http://schemas.openxmlformats.org/officeDocument/2006/relationships/image" Target="../media/image1000.png"/><Relationship Id="rId343" Type="http://schemas.openxmlformats.org/officeDocument/2006/relationships/image" Target="../media/image1100.png"/><Relationship Id="rId550" Type="http://schemas.openxmlformats.org/officeDocument/2006/relationships/customXml" Target="../ink/ink1203.xml"/><Relationship Id="rId788" Type="http://schemas.openxmlformats.org/officeDocument/2006/relationships/customXml" Target="../ink/ink1322.xml"/><Relationship Id="rId995" Type="http://schemas.openxmlformats.org/officeDocument/2006/relationships/image" Target="../media/image1425.png"/><Relationship Id="rId203" Type="http://schemas.openxmlformats.org/officeDocument/2006/relationships/customXml" Target="../ink/ink1029.xml"/><Relationship Id="rId648" Type="http://schemas.openxmlformats.org/officeDocument/2006/relationships/customXml" Target="../ink/ink1252.xml"/><Relationship Id="rId855" Type="http://schemas.openxmlformats.org/officeDocument/2006/relationships/image" Target="../media/image1355.png"/><Relationship Id="rId1040" Type="http://schemas.openxmlformats.org/officeDocument/2006/relationships/customXml" Target="../ink/ink1448.xml"/><Relationship Id="rId287" Type="http://schemas.openxmlformats.org/officeDocument/2006/relationships/image" Target="../media/image1074.png"/><Relationship Id="rId410" Type="http://schemas.openxmlformats.org/officeDocument/2006/relationships/customXml" Target="../ink/ink1133.xml"/><Relationship Id="rId494" Type="http://schemas.openxmlformats.org/officeDocument/2006/relationships/customXml" Target="../ink/ink1175.xml"/><Relationship Id="rId508" Type="http://schemas.openxmlformats.org/officeDocument/2006/relationships/customXml" Target="../ink/ink1182.xml"/><Relationship Id="rId715" Type="http://schemas.openxmlformats.org/officeDocument/2006/relationships/image" Target="../media/image1285.png"/><Relationship Id="rId922" Type="http://schemas.openxmlformats.org/officeDocument/2006/relationships/customXml" Target="../ink/ink1389.xml"/><Relationship Id="rId147" Type="http://schemas.openxmlformats.org/officeDocument/2006/relationships/customXml" Target="../ink/ink1001.xml"/><Relationship Id="rId354" Type="http://schemas.openxmlformats.org/officeDocument/2006/relationships/customXml" Target="../ink/ink1105.xml"/><Relationship Id="rId799" Type="http://schemas.openxmlformats.org/officeDocument/2006/relationships/image" Target="../media/image1327.png"/><Relationship Id="rId51" Type="http://schemas.openxmlformats.org/officeDocument/2006/relationships/image" Target="../media/image958.png"/><Relationship Id="rId561" Type="http://schemas.openxmlformats.org/officeDocument/2006/relationships/image" Target="../media/image1209.png"/><Relationship Id="rId659" Type="http://schemas.openxmlformats.org/officeDocument/2006/relationships/image" Target="../media/image1257.png"/><Relationship Id="rId866" Type="http://schemas.openxmlformats.org/officeDocument/2006/relationships/customXml" Target="../ink/ink1361.xml"/><Relationship Id="rId214" Type="http://schemas.openxmlformats.org/officeDocument/2006/relationships/image" Target="../media/image1039.png"/><Relationship Id="rId298" Type="http://schemas.openxmlformats.org/officeDocument/2006/relationships/customXml" Target="../ink/ink1077.xml"/><Relationship Id="rId421" Type="http://schemas.openxmlformats.org/officeDocument/2006/relationships/image" Target="../media/image1139.png"/><Relationship Id="rId519" Type="http://schemas.openxmlformats.org/officeDocument/2006/relationships/image" Target="../media/image1188.png"/><Relationship Id="rId1051" Type="http://schemas.openxmlformats.org/officeDocument/2006/relationships/image" Target="../media/image1453.png"/><Relationship Id="rId158" Type="http://schemas.openxmlformats.org/officeDocument/2006/relationships/image" Target="../media/image1011.png"/><Relationship Id="rId726" Type="http://schemas.openxmlformats.org/officeDocument/2006/relationships/customXml" Target="../ink/ink1291.xml"/><Relationship Id="rId933" Type="http://schemas.openxmlformats.org/officeDocument/2006/relationships/image" Target="../media/image1394.png"/><Relationship Id="rId1009" Type="http://schemas.openxmlformats.org/officeDocument/2006/relationships/image" Target="../media/image1432.png"/><Relationship Id="rId62" Type="http://schemas.openxmlformats.org/officeDocument/2006/relationships/customXml" Target="../ink/ink958.xml"/><Relationship Id="rId365" Type="http://schemas.openxmlformats.org/officeDocument/2006/relationships/image" Target="../media/image1111.png"/><Relationship Id="rId572" Type="http://schemas.openxmlformats.org/officeDocument/2006/relationships/customXml" Target="../ink/ink1214.xml"/><Relationship Id="rId225" Type="http://schemas.openxmlformats.org/officeDocument/2006/relationships/customXml" Target="../ink/ink1040.xml"/><Relationship Id="rId432" Type="http://schemas.openxmlformats.org/officeDocument/2006/relationships/customXml" Target="../ink/ink1144.xml"/><Relationship Id="rId877" Type="http://schemas.openxmlformats.org/officeDocument/2006/relationships/image" Target="../media/image1366.png"/><Relationship Id="rId1062" Type="http://schemas.openxmlformats.org/officeDocument/2006/relationships/customXml" Target="../ink/ink1459.xml"/><Relationship Id="rId737" Type="http://schemas.openxmlformats.org/officeDocument/2006/relationships/image" Target="../media/image1296.png"/><Relationship Id="rId944" Type="http://schemas.openxmlformats.org/officeDocument/2006/relationships/customXml" Target="../ink/ink1400.xml"/><Relationship Id="rId73" Type="http://schemas.openxmlformats.org/officeDocument/2006/relationships/image" Target="../media/image969.png"/><Relationship Id="rId169" Type="http://schemas.openxmlformats.org/officeDocument/2006/relationships/customXml" Target="../ink/ink1012.xml"/><Relationship Id="rId376" Type="http://schemas.openxmlformats.org/officeDocument/2006/relationships/customXml" Target="../ink/ink1116.xml"/><Relationship Id="rId583" Type="http://schemas.openxmlformats.org/officeDocument/2006/relationships/image" Target="../media/image838.png"/><Relationship Id="rId790" Type="http://schemas.openxmlformats.org/officeDocument/2006/relationships/customXml" Target="../ink/ink1323.xml"/><Relationship Id="rId804" Type="http://schemas.openxmlformats.org/officeDocument/2006/relationships/customXml" Target="../ink/ink1330.xml"/><Relationship Id="rId4" Type="http://schemas.openxmlformats.org/officeDocument/2006/relationships/customXml" Target="../ink/ink929.xml"/><Relationship Id="rId236" Type="http://schemas.openxmlformats.org/officeDocument/2006/relationships/image" Target="../media/image1050.png"/><Relationship Id="rId443" Type="http://schemas.openxmlformats.org/officeDocument/2006/relationships/image" Target="../media/image1150.png"/><Relationship Id="rId650" Type="http://schemas.openxmlformats.org/officeDocument/2006/relationships/customXml" Target="../ink/ink1253.xml"/><Relationship Id="rId888" Type="http://schemas.openxmlformats.org/officeDocument/2006/relationships/customXml" Target="../ink/ink1372.xml"/><Relationship Id="rId1073" Type="http://schemas.openxmlformats.org/officeDocument/2006/relationships/image" Target="../media/image1464.png"/><Relationship Id="rId303" Type="http://schemas.openxmlformats.org/officeDocument/2006/relationships/image" Target="../media/image1082.png"/><Relationship Id="rId748" Type="http://schemas.openxmlformats.org/officeDocument/2006/relationships/customXml" Target="../ink/ink1302.xml"/><Relationship Id="rId955" Type="http://schemas.openxmlformats.org/officeDocument/2006/relationships/image" Target="../media/image1405.png"/><Relationship Id="rId84" Type="http://schemas.openxmlformats.org/officeDocument/2006/relationships/customXml" Target="../ink/ink969.xml"/><Relationship Id="rId387" Type="http://schemas.openxmlformats.org/officeDocument/2006/relationships/image" Target="../media/image1122.png"/><Relationship Id="rId510" Type="http://schemas.openxmlformats.org/officeDocument/2006/relationships/customXml" Target="../ink/ink1183.xml"/><Relationship Id="rId594" Type="http://schemas.openxmlformats.org/officeDocument/2006/relationships/customXml" Target="../ink/ink1225.xml"/><Relationship Id="rId608" Type="http://schemas.openxmlformats.org/officeDocument/2006/relationships/customXml" Target="../ink/ink1232.xml"/><Relationship Id="rId815" Type="http://schemas.openxmlformats.org/officeDocument/2006/relationships/image" Target="../media/image1335.png"/><Relationship Id="rId247" Type="http://schemas.openxmlformats.org/officeDocument/2006/relationships/customXml" Target="../ink/ink1051.xml"/><Relationship Id="rId899" Type="http://schemas.openxmlformats.org/officeDocument/2006/relationships/image" Target="../media/image1377.png"/><Relationship Id="rId1000" Type="http://schemas.openxmlformats.org/officeDocument/2006/relationships/customXml" Target="../ink/ink1428.xml"/><Relationship Id="rId1084" Type="http://schemas.openxmlformats.org/officeDocument/2006/relationships/customXml" Target="../ink/ink1470.xml"/><Relationship Id="rId107" Type="http://schemas.openxmlformats.org/officeDocument/2006/relationships/customXml" Target="../ink/ink981.xml"/><Relationship Id="rId454" Type="http://schemas.openxmlformats.org/officeDocument/2006/relationships/customXml" Target="../ink/ink1155.xml"/><Relationship Id="rId661" Type="http://schemas.openxmlformats.org/officeDocument/2006/relationships/image" Target="../media/image1258.png"/><Relationship Id="rId759" Type="http://schemas.openxmlformats.org/officeDocument/2006/relationships/image" Target="../media/image1307.png"/><Relationship Id="rId966" Type="http://schemas.openxmlformats.org/officeDocument/2006/relationships/customXml" Target="../ink/ink1411.xml"/><Relationship Id="rId11" Type="http://schemas.openxmlformats.org/officeDocument/2006/relationships/image" Target="../media/image939.png"/><Relationship Id="rId314" Type="http://schemas.openxmlformats.org/officeDocument/2006/relationships/customXml" Target="../ink/ink1085.xml"/><Relationship Id="rId398" Type="http://schemas.openxmlformats.org/officeDocument/2006/relationships/customXml" Target="../ink/ink1127.xml"/><Relationship Id="rId521" Type="http://schemas.openxmlformats.org/officeDocument/2006/relationships/image" Target="../media/image1189.png"/><Relationship Id="rId619" Type="http://schemas.openxmlformats.org/officeDocument/2006/relationships/image" Target="../media/image1237.png"/><Relationship Id="rId95" Type="http://schemas.openxmlformats.org/officeDocument/2006/relationships/image" Target="../media/image980.png"/><Relationship Id="rId160" Type="http://schemas.openxmlformats.org/officeDocument/2006/relationships/image" Target="../media/image1012.png"/><Relationship Id="rId826" Type="http://schemas.openxmlformats.org/officeDocument/2006/relationships/customXml" Target="../ink/ink1341.xml"/><Relationship Id="rId1011" Type="http://schemas.openxmlformats.org/officeDocument/2006/relationships/image" Target="../media/image1433.png"/><Relationship Id="rId258" Type="http://schemas.openxmlformats.org/officeDocument/2006/relationships/image" Target="../media/image1060.png"/><Relationship Id="rId465" Type="http://schemas.openxmlformats.org/officeDocument/2006/relationships/image" Target="../media/image1161.png"/><Relationship Id="rId672" Type="http://schemas.openxmlformats.org/officeDocument/2006/relationships/customXml" Target="../ink/ink1264.xml"/><Relationship Id="rId1095" Type="http://schemas.openxmlformats.org/officeDocument/2006/relationships/image" Target="../media/image1475.png"/><Relationship Id="rId22" Type="http://schemas.openxmlformats.org/officeDocument/2006/relationships/customXml" Target="../ink/ink938.xml"/><Relationship Id="rId118" Type="http://schemas.openxmlformats.org/officeDocument/2006/relationships/image" Target="../media/image991.png"/><Relationship Id="rId325" Type="http://schemas.openxmlformats.org/officeDocument/2006/relationships/image" Target="../media/image1092.png"/><Relationship Id="rId532" Type="http://schemas.openxmlformats.org/officeDocument/2006/relationships/customXml" Target="../ink/ink1194.xml"/><Relationship Id="rId977" Type="http://schemas.openxmlformats.org/officeDocument/2006/relationships/image" Target="../media/image1416.png"/><Relationship Id="rId171" Type="http://schemas.openxmlformats.org/officeDocument/2006/relationships/customXml" Target="../ink/ink1013.xml"/><Relationship Id="rId837" Type="http://schemas.openxmlformats.org/officeDocument/2006/relationships/image" Target="../media/image1346.png"/><Relationship Id="rId1022" Type="http://schemas.openxmlformats.org/officeDocument/2006/relationships/customXml" Target="../ink/ink1439.xml"/><Relationship Id="rId269" Type="http://schemas.openxmlformats.org/officeDocument/2006/relationships/image" Target="../media/image1065.png"/><Relationship Id="rId476" Type="http://schemas.openxmlformats.org/officeDocument/2006/relationships/customXml" Target="../ink/ink1166.xml"/><Relationship Id="rId683" Type="http://schemas.openxmlformats.org/officeDocument/2006/relationships/image" Target="../media/image1269.png"/><Relationship Id="rId890" Type="http://schemas.openxmlformats.org/officeDocument/2006/relationships/customXml" Target="../ink/ink1373.xml"/><Relationship Id="rId904" Type="http://schemas.openxmlformats.org/officeDocument/2006/relationships/customXml" Target="../ink/ink1380.xml"/><Relationship Id="rId33" Type="http://schemas.openxmlformats.org/officeDocument/2006/relationships/image" Target="../media/image950.png"/><Relationship Id="rId129" Type="http://schemas.openxmlformats.org/officeDocument/2006/relationships/customXml" Target="../ink/ink992.xml"/><Relationship Id="rId336" Type="http://schemas.openxmlformats.org/officeDocument/2006/relationships/customXml" Target="../ink/ink1096.xml"/><Relationship Id="rId543" Type="http://schemas.openxmlformats.org/officeDocument/2006/relationships/image" Target="../media/image1200.png"/><Relationship Id="rId988" Type="http://schemas.openxmlformats.org/officeDocument/2006/relationships/customXml" Target="../ink/ink1422.xml"/><Relationship Id="rId182" Type="http://schemas.openxmlformats.org/officeDocument/2006/relationships/image" Target="../media/image1023.png"/><Relationship Id="rId403" Type="http://schemas.openxmlformats.org/officeDocument/2006/relationships/image" Target="../media/image1130.png"/><Relationship Id="rId750" Type="http://schemas.openxmlformats.org/officeDocument/2006/relationships/customXml" Target="../ink/ink1303.xml"/><Relationship Id="rId848" Type="http://schemas.openxmlformats.org/officeDocument/2006/relationships/customXml" Target="../ink/ink1352.xml"/><Relationship Id="rId1033" Type="http://schemas.openxmlformats.org/officeDocument/2006/relationships/image" Target="../media/image1444.png"/><Relationship Id="rId487" Type="http://schemas.openxmlformats.org/officeDocument/2006/relationships/image" Target="../media/image1172.png"/><Relationship Id="rId610" Type="http://schemas.openxmlformats.org/officeDocument/2006/relationships/customXml" Target="../ink/ink1233.xml"/><Relationship Id="rId694" Type="http://schemas.openxmlformats.org/officeDocument/2006/relationships/customXml" Target="../ink/ink1275.xml"/><Relationship Id="rId708" Type="http://schemas.openxmlformats.org/officeDocument/2006/relationships/customXml" Target="../ink/ink1282.xml"/><Relationship Id="rId915" Type="http://schemas.openxmlformats.org/officeDocument/2006/relationships/image" Target="../media/image1385.png"/><Relationship Id="rId347" Type="http://schemas.openxmlformats.org/officeDocument/2006/relationships/image" Target="../media/image1102.png"/><Relationship Id="rId999" Type="http://schemas.openxmlformats.org/officeDocument/2006/relationships/image" Target="../media/image1427.png"/><Relationship Id="rId44" Type="http://schemas.openxmlformats.org/officeDocument/2006/relationships/customXml" Target="../ink/ink949.xml"/><Relationship Id="rId554" Type="http://schemas.openxmlformats.org/officeDocument/2006/relationships/customXml" Target="../ink/ink1205.xml"/><Relationship Id="rId761" Type="http://schemas.openxmlformats.org/officeDocument/2006/relationships/image" Target="../media/image1308.png"/><Relationship Id="rId859" Type="http://schemas.openxmlformats.org/officeDocument/2006/relationships/image" Target="../media/image1357.png"/><Relationship Id="rId193" Type="http://schemas.openxmlformats.org/officeDocument/2006/relationships/customXml" Target="../ink/ink1024.xml"/><Relationship Id="rId207" Type="http://schemas.openxmlformats.org/officeDocument/2006/relationships/customXml" Target="../ink/ink1031.xml"/><Relationship Id="rId414" Type="http://schemas.openxmlformats.org/officeDocument/2006/relationships/customXml" Target="../ink/ink1135.xml"/><Relationship Id="rId498" Type="http://schemas.openxmlformats.org/officeDocument/2006/relationships/customXml" Target="../ink/ink1177.xml"/><Relationship Id="rId621" Type="http://schemas.openxmlformats.org/officeDocument/2006/relationships/image" Target="../media/image1238.png"/><Relationship Id="rId1044" Type="http://schemas.openxmlformats.org/officeDocument/2006/relationships/customXml" Target="../ink/ink1450.xml"/><Relationship Id="rId260" Type="http://schemas.openxmlformats.org/officeDocument/2006/relationships/image" Target="../media/image1061.png"/><Relationship Id="rId719" Type="http://schemas.openxmlformats.org/officeDocument/2006/relationships/image" Target="../media/image1287.png"/><Relationship Id="rId926" Type="http://schemas.openxmlformats.org/officeDocument/2006/relationships/customXml" Target="../ink/ink1391.xml"/><Relationship Id="rId55" Type="http://schemas.openxmlformats.org/officeDocument/2006/relationships/image" Target="../media/image960.png"/><Relationship Id="rId120" Type="http://schemas.openxmlformats.org/officeDocument/2006/relationships/image" Target="../media/image992.png"/><Relationship Id="rId358" Type="http://schemas.openxmlformats.org/officeDocument/2006/relationships/customXml" Target="../ink/ink1107.xml"/><Relationship Id="rId565" Type="http://schemas.openxmlformats.org/officeDocument/2006/relationships/image" Target="../media/image1211.png"/><Relationship Id="rId772" Type="http://schemas.openxmlformats.org/officeDocument/2006/relationships/customXml" Target="../ink/ink1314.xml"/><Relationship Id="rId218" Type="http://schemas.openxmlformats.org/officeDocument/2006/relationships/image" Target="../media/image1041.png"/><Relationship Id="rId425" Type="http://schemas.openxmlformats.org/officeDocument/2006/relationships/image" Target="../media/image1141.png"/><Relationship Id="rId632" Type="http://schemas.openxmlformats.org/officeDocument/2006/relationships/customXml" Target="../ink/ink1244.xml"/><Relationship Id="rId1055" Type="http://schemas.openxmlformats.org/officeDocument/2006/relationships/image" Target="../media/image1455.png"/><Relationship Id="rId271" Type="http://schemas.openxmlformats.org/officeDocument/2006/relationships/image" Target="../media/image1066.png"/><Relationship Id="rId937" Type="http://schemas.openxmlformats.org/officeDocument/2006/relationships/image" Target="../media/image1396.png"/><Relationship Id="rId66" Type="http://schemas.openxmlformats.org/officeDocument/2006/relationships/customXml" Target="../ink/ink960.xml"/><Relationship Id="rId131" Type="http://schemas.openxmlformats.org/officeDocument/2006/relationships/customXml" Target="../ink/ink993.xml"/><Relationship Id="rId369" Type="http://schemas.openxmlformats.org/officeDocument/2006/relationships/image" Target="../media/image1113.png"/><Relationship Id="rId576" Type="http://schemas.openxmlformats.org/officeDocument/2006/relationships/customXml" Target="../ink/ink1216.xml"/><Relationship Id="rId783" Type="http://schemas.openxmlformats.org/officeDocument/2006/relationships/image" Target="../media/image1319.png"/><Relationship Id="rId990" Type="http://schemas.openxmlformats.org/officeDocument/2006/relationships/customXml" Target="../ink/ink1423.xml"/><Relationship Id="rId229" Type="http://schemas.openxmlformats.org/officeDocument/2006/relationships/customXml" Target="../ink/ink1042.xml"/><Relationship Id="rId436" Type="http://schemas.openxmlformats.org/officeDocument/2006/relationships/customXml" Target="../ink/ink1146.xml"/><Relationship Id="rId643" Type="http://schemas.openxmlformats.org/officeDocument/2006/relationships/image" Target="../media/image1249.png"/><Relationship Id="rId1066" Type="http://schemas.openxmlformats.org/officeDocument/2006/relationships/customXml" Target="../ink/ink1461.xml"/><Relationship Id="rId850" Type="http://schemas.openxmlformats.org/officeDocument/2006/relationships/customXml" Target="../ink/ink1353.xml"/><Relationship Id="rId948" Type="http://schemas.openxmlformats.org/officeDocument/2006/relationships/customXml" Target="../ink/ink1402.xml"/><Relationship Id="rId77" Type="http://schemas.openxmlformats.org/officeDocument/2006/relationships/image" Target="../media/image971.png"/><Relationship Id="rId282" Type="http://schemas.openxmlformats.org/officeDocument/2006/relationships/customXml" Target="../ink/ink1069.xml"/><Relationship Id="rId503" Type="http://schemas.openxmlformats.org/officeDocument/2006/relationships/image" Target="../media/image1180.png"/><Relationship Id="rId587" Type="http://schemas.openxmlformats.org/officeDocument/2006/relationships/image" Target="../media/image1221.png"/><Relationship Id="rId710" Type="http://schemas.openxmlformats.org/officeDocument/2006/relationships/customXml" Target="../ink/ink1283.xml"/><Relationship Id="rId808" Type="http://schemas.openxmlformats.org/officeDocument/2006/relationships/customXml" Target="../ink/ink1332.xml"/><Relationship Id="rId8" Type="http://schemas.openxmlformats.org/officeDocument/2006/relationships/customXml" Target="../ink/ink931.xml"/><Relationship Id="rId142" Type="http://schemas.openxmlformats.org/officeDocument/2006/relationships/image" Target="../media/image1003.png"/><Relationship Id="rId447" Type="http://schemas.openxmlformats.org/officeDocument/2006/relationships/image" Target="../media/image1152.png"/><Relationship Id="rId794" Type="http://schemas.openxmlformats.org/officeDocument/2006/relationships/customXml" Target="../ink/ink1325.xml"/><Relationship Id="rId1077" Type="http://schemas.openxmlformats.org/officeDocument/2006/relationships/image" Target="../media/image1466.png"/><Relationship Id="rId654" Type="http://schemas.openxmlformats.org/officeDocument/2006/relationships/customXml" Target="../ink/ink1255.xml"/><Relationship Id="rId861" Type="http://schemas.openxmlformats.org/officeDocument/2006/relationships/image" Target="../media/image1358.png"/><Relationship Id="rId959" Type="http://schemas.openxmlformats.org/officeDocument/2006/relationships/image" Target="../media/image1407.png"/><Relationship Id="rId293" Type="http://schemas.openxmlformats.org/officeDocument/2006/relationships/image" Target="../media/image1077.png"/><Relationship Id="rId307" Type="http://schemas.openxmlformats.org/officeDocument/2006/relationships/image" Target="../media/image1084.png"/><Relationship Id="rId514" Type="http://schemas.openxmlformats.org/officeDocument/2006/relationships/customXml" Target="../ink/ink1185.xml"/><Relationship Id="rId721" Type="http://schemas.openxmlformats.org/officeDocument/2006/relationships/image" Target="../media/image1288.png"/><Relationship Id="rId88" Type="http://schemas.openxmlformats.org/officeDocument/2006/relationships/customXml" Target="../ink/ink971.xml"/><Relationship Id="rId153" Type="http://schemas.openxmlformats.org/officeDocument/2006/relationships/customXml" Target="../ink/ink1004.xml"/><Relationship Id="rId360" Type="http://schemas.openxmlformats.org/officeDocument/2006/relationships/customXml" Target="../ink/ink1108.xml"/><Relationship Id="rId598" Type="http://schemas.openxmlformats.org/officeDocument/2006/relationships/customXml" Target="../ink/ink1227.xml"/><Relationship Id="rId819" Type="http://schemas.openxmlformats.org/officeDocument/2006/relationships/image" Target="../media/image1337.png"/><Relationship Id="rId1004" Type="http://schemas.openxmlformats.org/officeDocument/2006/relationships/customXml" Target="../ink/ink1430.xml"/><Relationship Id="rId220" Type="http://schemas.openxmlformats.org/officeDocument/2006/relationships/image" Target="../media/image1042.png"/><Relationship Id="rId458" Type="http://schemas.openxmlformats.org/officeDocument/2006/relationships/customXml" Target="../ink/ink1157.xml"/><Relationship Id="rId665" Type="http://schemas.openxmlformats.org/officeDocument/2006/relationships/image" Target="../media/image1260.png"/><Relationship Id="rId872" Type="http://schemas.openxmlformats.org/officeDocument/2006/relationships/customXml" Target="../ink/ink1364.xml"/><Relationship Id="rId1088" Type="http://schemas.openxmlformats.org/officeDocument/2006/relationships/customXml" Target="../ink/ink1472.xml"/><Relationship Id="rId15" Type="http://schemas.openxmlformats.org/officeDocument/2006/relationships/image" Target="../media/image941.png"/><Relationship Id="rId318" Type="http://schemas.openxmlformats.org/officeDocument/2006/relationships/customXml" Target="../ink/ink1087.xml"/><Relationship Id="rId525" Type="http://schemas.openxmlformats.org/officeDocument/2006/relationships/image" Target="../media/image1191.png"/><Relationship Id="rId732" Type="http://schemas.openxmlformats.org/officeDocument/2006/relationships/customXml" Target="../ink/ink1294.xml"/><Relationship Id="rId99" Type="http://schemas.openxmlformats.org/officeDocument/2006/relationships/image" Target="../media/image982.png"/><Relationship Id="rId164" Type="http://schemas.openxmlformats.org/officeDocument/2006/relationships/image" Target="../media/image1014.png"/><Relationship Id="rId371" Type="http://schemas.openxmlformats.org/officeDocument/2006/relationships/image" Target="../media/image1114.png"/><Relationship Id="rId1015" Type="http://schemas.openxmlformats.org/officeDocument/2006/relationships/image" Target="../media/image1435.png"/><Relationship Id="rId469" Type="http://schemas.openxmlformats.org/officeDocument/2006/relationships/image" Target="../media/image1163.png"/><Relationship Id="rId676" Type="http://schemas.openxmlformats.org/officeDocument/2006/relationships/customXml" Target="../ink/ink1266.xml"/><Relationship Id="rId883" Type="http://schemas.openxmlformats.org/officeDocument/2006/relationships/image" Target="../media/image1369.png"/><Relationship Id="rId26" Type="http://schemas.openxmlformats.org/officeDocument/2006/relationships/customXml" Target="../ink/ink940.xml"/><Relationship Id="rId231" Type="http://schemas.openxmlformats.org/officeDocument/2006/relationships/customXml" Target="../ink/ink1043.xml"/><Relationship Id="rId329" Type="http://schemas.openxmlformats.org/officeDocument/2006/relationships/image" Target="../media/image1094.png"/><Relationship Id="rId536" Type="http://schemas.openxmlformats.org/officeDocument/2006/relationships/customXml" Target="../ink/ink1196.xml"/><Relationship Id="rId175" Type="http://schemas.openxmlformats.org/officeDocument/2006/relationships/customXml" Target="../ink/ink1015.xml"/><Relationship Id="rId743" Type="http://schemas.openxmlformats.org/officeDocument/2006/relationships/image" Target="../media/image1299.png"/><Relationship Id="rId950" Type="http://schemas.openxmlformats.org/officeDocument/2006/relationships/customXml" Target="../ink/ink1403.xml"/><Relationship Id="rId1026" Type="http://schemas.openxmlformats.org/officeDocument/2006/relationships/customXml" Target="../ink/ink1441.xml"/><Relationship Id="rId382" Type="http://schemas.openxmlformats.org/officeDocument/2006/relationships/customXml" Target="../ink/ink1119.xml"/><Relationship Id="rId603" Type="http://schemas.openxmlformats.org/officeDocument/2006/relationships/image" Target="../media/image1229.png"/><Relationship Id="rId687" Type="http://schemas.openxmlformats.org/officeDocument/2006/relationships/image" Target="../media/image1271.png"/><Relationship Id="rId810" Type="http://schemas.openxmlformats.org/officeDocument/2006/relationships/customXml" Target="../ink/ink1333.xml"/><Relationship Id="rId908" Type="http://schemas.openxmlformats.org/officeDocument/2006/relationships/customXml" Target="../ink/ink1382.xml"/><Relationship Id="rId242" Type="http://schemas.openxmlformats.org/officeDocument/2006/relationships/image" Target="../media/image1053.png"/><Relationship Id="rId894" Type="http://schemas.openxmlformats.org/officeDocument/2006/relationships/customXml" Target="../ink/ink1375.xml"/><Relationship Id="rId37" Type="http://schemas.openxmlformats.org/officeDocument/2006/relationships/image" Target="../media/image952.png"/><Relationship Id="rId102" Type="http://schemas.openxmlformats.org/officeDocument/2006/relationships/image" Target="../media/image983.png"/><Relationship Id="rId547" Type="http://schemas.openxmlformats.org/officeDocument/2006/relationships/image" Target="../media/image1202.png"/><Relationship Id="rId754" Type="http://schemas.openxmlformats.org/officeDocument/2006/relationships/customXml" Target="../ink/ink1305.xml"/><Relationship Id="rId961" Type="http://schemas.openxmlformats.org/officeDocument/2006/relationships/image" Target="../media/image1408.png"/><Relationship Id="rId90" Type="http://schemas.openxmlformats.org/officeDocument/2006/relationships/customXml" Target="../ink/ink972.xml"/><Relationship Id="rId186" Type="http://schemas.openxmlformats.org/officeDocument/2006/relationships/image" Target="../media/image1025.png"/><Relationship Id="rId393" Type="http://schemas.openxmlformats.org/officeDocument/2006/relationships/image" Target="../media/image1125.png"/><Relationship Id="rId407" Type="http://schemas.openxmlformats.org/officeDocument/2006/relationships/image" Target="../media/image1132.png"/><Relationship Id="rId614" Type="http://schemas.openxmlformats.org/officeDocument/2006/relationships/customXml" Target="../ink/ink1235.xml"/><Relationship Id="rId821" Type="http://schemas.openxmlformats.org/officeDocument/2006/relationships/image" Target="../media/image1338.png"/><Relationship Id="rId1037" Type="http://schemas.openxmlformats.org/officeDocument/2006/relationships/image" Target="../media/image1446.png"/><Relationship Id="rId253" Type="http://schemas.openxmlformats.org/officeDocument/2006/relationships/customXml" Target="../ink/ink1054.xml"/><Relationship Id="rId460" Type="http://schemas.openxmlformats.org/officeDocument/2006/relationships/customXml" Target="../ink/ink1158.xml"/><Relationship Id="rId698" Type="http://schemas.openxmlformats.org/officeDocument/2006/relationships/customXml" Target="../ink/ink1277.xml"/><Relationship Id="rId919" Type="http://schemas.openxmlformats.org/officeDocument/2006/relationships/image" Target="../media/image1387.png"/><Relationship Id="rId1090" Type="http://schemas.openxmlformats.org/officeDocument/2006/relationships/customXml" Target="../ink/ink1473.xml"/><Relationship Id="rId48" Type="http://schemas.openxmlformats.org/officeDocument/2006/relationships/customXml" Target="../ink/ink951.xml"/><Relationship Id="rId113" Type="http://schemas.openxmlformats.org/officeDocument/2006/relationships/customXml" Target="../ink/ink984.xml"/><Relationship Id="rId320" Type="http://schemas.openxmlformats.org/officeDocument/2006/relationships/customXml" Target="../ink/ink1088.xml"/><Relationship Id="rId558" Type="http://schemas.openxmlformats.org/officeDocument/2006/relationships/customXml" Target="../ink/ink1207.xml"/><Relationship Id="rId765" Type="http://schemas.openxmlformats.org/officeDocument/2006/relationships/image" Target="../media/image1310.png"/><Relationship Id="rId972" Type="http://schemas.openxmlformats.org/officeDocument/2006/relationships/customXml" Target="../ink/ink1414.xml"/><Relationship Id="rId197" Type="http://schemas.openxmlformats.org/officeDocument/2006/relationships/customXml" Target="../ink/ink1026.xml"/><Relationship Id="rId418" Type="http://schemas.openxmlformats.org/officeDocument/2006/relationships/customXml" Target="../ink/ink1137.xml"/><Relationship Id="rId625" Type="http://schemas.openxmlformats.org/officeDocument/2006/relationships/image" Target="../media/image1240.png"/><Relationship Id="rId832" Type="http://schemas.openxmlformats.org/officeDocument/2006/relationships/customXml" Target="../ink/ink1344.xml"/><Relationship Id="rId1048" Type="http://schemas.openxmlformats.org/officeDocument/2006/relationships/customXml" Target="../ink/ink1452.xml"/><Relationship Id="rId264" Type="http://schemas.openxmlformats.org/officeDocument/2006/relationships/image" Target="../media/image1063.png"/><Relationship Id="rId471" Type="http://schemas.openxmlformats.org/officeDocument/2006/relationships/image" Target="../media/image1164.png"/><Relationship Id="rId59" Type="http://schemas.openxmlformats.org/officeDocument/2006/relationships/image" Target="../media/image962.png"/><Relationship Id="rId124" Type="http://schemas.openxmlformats.org/officeDocument/2006/relationships/image" Target="../media/image994.png"/><Relationship Id="rId569" Type="http://schemas.openxmlformats.org/officeDocument/2006/relationships/image" Target="../media/image1213.png"/><Relationship Id="rId776" Type="http://schemas.openxmlformats.org/officeDocument/2006/relationships/customXml" Target="../ink/ink1316.xml"/><Relationship Id="rId983" Type="http://schemas.openxmlformats.org/officeDocument/2006/relationships/image" Target="../media/image1419.png"/><Relationship Id="rId331" Type="http://schemas.openxmlformats.org/officeDocument/2006/relationships/image" Target="../media/image1095.png"/><Relationship Id="rId429" Type="http://schemas.openxmlformats.org/officeDocument/2006/relationships/image" Target="../media/image1143.png"/><Relationship Id="rId636" Type="http://schemas.openxmlformats.org/officeDocument/2006/relationships/customXml" Target="../ink/ink1246.xml"/><Relationship Id="rId1059" Type="http://schemas.openxmlformats.org/officeDocument/2006/relationships/image" Target="../media/image1457.png"/><Relationship Id="rId843" Type="http://schemas.openxmlformats.org/officeDocument/2006/relationships/image" Target="../media/image1349.png"/><Relationship Id="rId275" Type="http://schemas.openxmlformats.org/officeDocument/2006/relationships/image" Target="../media/image1068.png"/><Relationship Id="rId482" Type="http://schemas.openxmlformats.org/officeDocument/2006/relationships/customXml" Target="../ink/ink1169.xml"/><Relationship Id="rId703" Type="http://schemas.openxmlformats.org/officeDocument/2006/relationships/image" Target="../media/image1279.png"/><Relationship Id="rId910" Type="http://schemas.openxmlformats.org/officeDocument/2006/relationships/customXml" Target="../ink/ink1383.xml"/><Relationship Id="rId135" Type="http://schemas.openxmlformats.org/officeDocument/2006/relationships/customXml" Target="../ink/ink995.xml"/><Relationship Id="rId342" Type="http://schemas.openxmlformats.org/officeDocument/2006/relationships/customXml" Target="../ink/ink1099.xml"/><Relationship Id="rId787" Type="http://schemas.openxmlformats.org/officeDocument/2006/relationships/image" Target="../media/image1321.png"/><Relationship Id="rId994" Type="http://schemas.openxmlformats.org/officeDocument/2006/relationships/customXml" Target="../ink/ink1425.xml"/><Relationship Id="rId202" Type="http://schemas.openxmlformats.org/officeDocument/2006/relationships/image" Target="../media/image1033.png"/><Relationship Id="rId647" Type="http://schemas.openxmlformats.org/officeDocument/2006/relationships/image" Target="../media/image1251.png"/><Relationship Id="rId854" Type="http://schemas.openxmlformats.org/officeDocument/2006/relationships/customXml" Target="../ink/ink1355.xml"/><Relationship Id="rId286" Type="http://schemas.openxmlformats.org/officeDocument/2006/relationships/customXml" Target="../ink/ink1071.xml"/><Relationship Id="rId493" Type="http://schemas.openxmlformats.org/officeDocument/2006/relationships/image" Target="../media/image1175.png"/><Relationship Id="rId507" Type="http://schemas.openxmlformats.org/officeDocument/2006/relationships/image" Target="../media/image1182.png"/><Relationship Id="rId714" Type="http://schemas.openxmlformats.org/officeDocument/2006/relationships/customXml" Target="../ink/ink1285.xml"/><Relationship Id="rId921" Type="http://schemas.openxmlformats.org/officeDocument/2006/relationships/image" Target="../media/image1388.png"/><Relationship Id="rId50" Type="http://schemas.openxmlformats.org/officeDocument/2006/relationships/customXml" Target="../ink/ink952.xml"/><Relationship Id="rId146" Type="http://schemas.openxmlformats.org/officeDocument/2006/relationships/image" Target="../media/image1005.png"/><Relationship Id="rId353" Type="http://schemas.openxmlformats.org/officeDocument/2006/relationships/image" Target="../media/image1105.png"/><Relationship Id="rId560" Type="http://schemas.openxmlformats.org/officeDocument/2006/relationships/customXml" Target="../ink/ink1208.xml"/><Relationship Id="rId798" Type="http://schemas.openxmlformats.org/officeDocument/2006/relationships/customXml" Target="../ink/ink1327.xml"/><Relationship Id="rId213" Type="http://schemas.openxmlformats.org/officeDocument/2006/relationships/customXml" Target="../ink/ink1034.xml"/><Relationship Id="rId420" Type="http://schemas.openxmlformats.org/officeDocument/2006/relationships/customXml" Target="../ink/ink1138.xml"/><Relationship Id="rId658" Type="http://schemas.openxmlformats.org/officeDocument/2006/relationships/customXml" Target="../ink/ink1257.xml"/><Relationship Id="rId865" Type="http://schemas.openxmlformats.org/officeDocument/2006/relationships/image" Target="../media/image1360.png"/><Relationship Id="rId1050" Type="http://schemas.openxmlformats.org/officeDocument/2006/relationships/customXml" Target="../ink/ink1453.xml"/><Relationship Id="rId297" Type="http://schemas.openxmlformats.org/officeDocument/2006/relationships/image" Target="../media/image1079.png"/><Relationship Id="rId518" Type="http://schemas.openxmlformats.org/officeDocument/2006/relationships/customXml" Target="../ink/ink1187.xml"/><Relationship Id="rId725" Type="http://schemas.openxmlformats.org/officeDocument/2006/relationships/image" Target="../media/image1290.png"/><Relationship Id="rId932" Type="http://schemas.openxmlformats.org/officeDocument/2006/relationships/customXml" Target="../ink/ink1394.xml"/><Relationship Id="rId157" Type="http://schemas.openxmlformats.org/officeDocument/2006/relationships/customXml" Target="../ink/ink1006.xml"/><Relationship Id="rId364" Type="http://schemas.openxmlformats.org/officeDocument/2006/relationships/customXml" Target="../ink/ink1110.xml"/><Relationship Id="rId1008" Type="http://schemas.openxmlformats.org/officeDocument/2006/relationships/customXml" Target="../ink/ink1432.xml"/><Relationship Id="rId61" Type="http://schemas.openxmlformats.org/officeDocument/2006/relationships/image" Target="../media/image963.png"/><Relationship Id="rId571" Type="http://schemas.openxmlformats.org/officeDocument/2006/relationships/image" Target="../media/image1214.png"/><Relationship Id="rId669" Type="http://schemas.openxmlformats.org/officeDocument/2006/relationships/image" Target="../media/image1262.png"/><Relationship Id="rId876" Type="http://schemas.openxmlformats.org/officeDocument/2006/relationships/customXml" Target="../ink/ink1366.xml"/><Relationship Id="rId19" Type="http://schemas.openxmlformats.org/officeDocument/2006/relationships/image" Target="../media/image943.png"/><Relationship Id="rId224" Type="http://schemas.openxmlformats.org/officeDocument/2006/relationships/image" Target="../media/image1044.png"/><Relationship Id="rId431" Type="http://schemas.openxmlformats.org/officeDocument/2006/relationships/image" Target="../media/image1144.png"/><Relationship Id="rId529" Type="http://schemas.openxmlformats.org/officeDocument/2006/relationships/image" Target="../media/image1193.png"/><Relationship Id="rId736" Type="http://schemas.openxmlformats.org/officeDocument/2006/relationships/customXml" Target="../ink/ink1296.xml"/><Relationship Id="rId1061" Type="http://schemas.openxmlformats.org/officeDocument/2006/relationships/image" Target="../media/image1458.png"/><Relationship Id="rId168" Type="http://schemas.openxmlformats.org/officeDocument/2006/relationships/image" Target="../media/image1016.png"/><Relationship Id="rId943" Type="http://schemas.openxmlformats.org/officeDocument/2006/relationships/image" Target="../media/image1399.png"/><Relationship Id="rId1019" Type="http://schemas.openxmlformats.org/officeDocument/2006/relationships/image" Target="../media/image1437.png"/><Relationship Id="rId72" Type="http://schemas.openxmlformats.org/officeDocument/2006/relationships/customXml" Target="../ink/ink963.xml"/><Relationship Id="rId375" Type="http://schemas.openxmlformats.org/officeDocument/2006/relationships/image" Target="../media/image1116.png"/><Relationship Id="rId582" Type="http://schemas.openxmlformats.org/officeDocument/2006/relationships/customXml" Target="../ink/ink1219.xml"/><Relationship Id="rId803" Type="http://schemas.openxmlformats.org/officeDocument/2006/relationships/image" Target="../media/image1329.png"/><Relationship Id="rId3" Type="http://schemas.openxmlformats.org/officeDocument/2006/relationships/image" Target="../media/image935.png"/><Relationship Id="rId235" Type="http://schemas.openxmlformats.org/officeDocument/2006/relationships/customXml" Target="../ink/ink1045.xml"/><Relationship Id="rId442" Type="http://schemas.openxmlformats.org/officeDocument/2006/relationships/customXml" Target="../ink/ink1149.xml"/><Relationship Id="rId887" Type="http://schemas.openxmlformats.org/officeDocument/2006/relationships/image" Target="../media/image1371.png"/><Relationship Id="rId1072" Type="http://schemas.openxmlformats.org/officeDocument/2006/relationships/customXml" Target="../ink/ink1464.xml"/><Relationship Id="rId302" Type="http://schemas.openxmlformats.org/officeDocument/2006/relationships/customXml" Target="../ink/ink1079.xml"/><Relationship Id="rId747" Type="http://schemas.openxmlformats.org/officeDocument/2006/relationships/image" Target="../media/image1301.png"/><Relationship Id="rId954" Type="http://schemas.openxmlformats.org/officeDocument/2006/relationships/customXml" Target="../ink/ink1405.xml"/><Relationship Id="rId83" Type="http://schemas.openxmlformats.org/officeDocument/2006/relationships/image" Target="../media/image974.png"/><Relationship Id="rId179" Type="http://schemas.openxmlformats.org/officeDocument/2006/relationships/customXml" Target="../ink/ink1017.xml"/><Relationship Id="rId386" Type="http://schemas.openxmlformats.org/officeDocument/2006/relationships/customXml" Target="../ink/ink1121.xml"/><Relationship Id="rId593" Type="http://schemas.openxmlformats.org/officeDocument/2006/relationships/image" Target="../media/image1224.png"/><Relationship Id="rId607" Type="http://schemas.openxmlformats.org/officeDocument/2006/relationships/image" Target="../media/image1231.png"/><Relationship Id="rId814" Type="http://schemas.openxmlformats.org/officeDocument/2006/relationships/customXml" Target="../ink/ink1335.xml"/><Relationship Id="rId246" Type="http://schemas.openxmlformats.org/officeDocument/2006/relationships/image" Target="../media/image1055.png"/><Relationship Id="rId453" Type="http://schemas.openxmlformats.org/officeDocument/2006/relationships/image" Target="../media/image1155.png"/><Relationship Id="rId660" Type="http://schemas.openxmlformats.org/officeDocument/2006/relationships/customXml" Target="../ink/ink1258.xml"/><Relationship Id="rId898" Type="http://schemas.openxmlformats.org/officeDocument/2006/relationships/customXml" Target="../ink/ink1377.xml"/><Relationship Id="rId1083" Type="http://schemas.openxmlformats.org/officeDocument/2006/relationships/image" Target="../media/image1469.png"/><Relationship Id="rId106" Type="http://schemas.openxmlformats.org/officeDocument/2006/relationships/image" Target="../media/image985.png"/><Relationship Id="rId313" Type="http://schemas.openxmlformats.org/officeDocument/2006/relationships/image" Target="../media/image1087.png"/><Relationship Id="rId758" Type="http://schemas.openxmlformats.org/officeDocument/2006/relationships/customXml" Target="../ink/ink1307.xml"/><Relationship Id="rId965" Type="http://schemas.openxmlformats.org/officeDocument/2006/relationships/image" Target="../media/image1410.png"/><Relationship Id="rId10" Type="http://schemas.openxmlformats.org/officeDocument/2006/relationships/customXml" Target="../ink/ink932.xml"/><Relationship Id="rId94" Type="http://schemas.openxmlformats.org/officeDocument/2006/relationships/customXml" Target="../ink/ink974.xml"/><Relationship Id="rId397" Type="http://schemas.openxmlformats.org/officeDocument/2006/relationships/image" Target="../media/image1127.png"/><Relationship Id="rId520" Type="http://schemas.openxmlformats.org/officeDocument/2006/relationships/customXml" Target="../ink/ink1188.xml"/><Relationship Id="rId618" Type="http://schemas.openxmlformats.org/officeDocument/2006/relationships/customXml" Target="../ink/ink1237.xml"/><Relationship Id="rId825" Type="http://schemas.openxmlformats.org/officeDocument/2006/relationships/image" Target="../media/image1340.png"/><Relationship Id="rId257" Type="http://schemas.openxmlformats.org/officeDocument/2006/relationships/customXml" Target="../ink/ink1056.xml"/><Relationship Id="rId464" Type="http://schemas.openxmlformats.org/officeDocument/2006/relationships/customXml" Target="../ink/ink1160.xml"/><Relationship Id="rId1010" Type="http://schemas.openxmlformats.org/officeDocument/2006/relationships/customXml" Target="../ink/ink1433.xml"/><Relationship Id="rId1094" Type="http://schemas.openxmlformats.org/officeDocument/2006/relationships/customXml" Target="../ink/ink1475.xml"/><Relationship Id="rId117" Type="http://schemas.openxmlformats.org/officeDocument/2006/relationships/customXml" Target="../ink/ink986.xml"/><Relationship Id="rId671" Type="http://schemas.openxmlformats.org/officeDocument/2006/relationships/image" Target="../media/image1263.png"/><Relationship Id="rId769" Type="http://schemas.openxmlformats.org/officeDocument/2006/relationships/image" Target="../media/image1312.png"/><Relationship Id="rId976" Type="http://schemas.openxmlformats.org/officeDocument/2006/relationships/customXml" Target="../ink/ink1416.xml"/><Relationship Id="rId324" Type="http://schemas.openxmlformats.org/officeDocument/2006/relationships/customXml" Target="../ink/ink1090.xml"/><Relationship Id="rId531" Type="http://schemas.openxmlformats.org/officeDocument/2006/relationships/image" Target="../media/image1194.png"/><Relationship Id="rId629" Type="http://schemas.openxmlformats.org/officeDocument/2006/relationships/image" Target="../media/image1242.png"/><Relationship Id="rId836" Type="http://schemas.openxmlformats.org/officeDocument/2006/relationships/customXml" Target="../ink/ink1346.xml"/><Relationship Id="rId1021" Type="http://schemas.openxmlformats.org/officeDocument/2006/relationships/image" Target="../media/image1438.png"/><Relationship Id="rId903" Type="http://schemas.openxmlformats.org/officeDocument/2006/relationships/image" Target="../media/image1379.png"/><Relationship Id="rId32" Type="http://schemas.openxmlformats.org/officeDocument/2006/relationships/customXml" Target="../ink/ink943.xml"/><Relationship Id="rId181" Type="http://schemas.openxmlformats.org/officeDocument/2006/relationships/customXml" Target="../ink/ink1018.xml"/><Relationship Id="rId279" Type="http://schemas.openxmlformats.org/officeDocument/2006/relationships/image" Target="../media/image1070.png"/><Relationship Id="rId486" Type="http://schemas.openxmlformats.org/officeDocument/2006/relationships/customXml" Target="../ink/ink1171.xml"/><Relationship Id="rId693" Type="http://schemas.openxmlformats.org/officeDocument/2006/relationships/image" Target="../media/image1274.png"/><Relationship Id="rId139" Type="http://schemas.openxmlformats.org/officeDocument/2006/relationships/customXml" Target="../ink/ink997.xml"/><Relationship Id="rId346" Type="http://schemas.openxmlformats.org/officeDocument/2006/relationships/customXml" Target="../ink/ink1101.xml"/><Relationship Id="rId553" Type="http://schemas.openxmlformats.org/officeDocument/2006/relationships/image" Target="../media/image1205.png"/><Relationship Id="rId760" Type="http://schemas.openxmlformats.org/officeDocument/2006/relationships/customXml" Target="../ink/ink1308.xml"/><Relationship Id="rId998" Type="http://schemas.openxmlformats.org/officeDocument/2006/relationships/customXml" Target="../ink/ink1427.xml"/><Relationship Id="rId206" Type="http://schemas.openxmlformats.org/officeDocument/2006/relationships/image" Target="../media/image1035.png"/><Relationship Id="rId413" Type="http://schemas.openxmlformats.org/officeDocument/2006/relationships/image" Target="../media/image1135.png"/><Relationship Id="rId858" Type="http://schemas.openxmlformats.org/officeDocument/2006/relationships/customXml" Target="../ink/ink1357.xml"/><Relationship Id="rId1043" Type="http://schemas.openxmlformats.org/officeDocument/2006/relationships/image" Target="../media/image1449.png"/><Relationship Id="rId620" Type="http://schemas.openxmlformats.org/officeDocument/2006/relationships/customXml" Target="../ink/ink1238.xml"/><Relationship Id="rId718" Type="http://schemas.openxmlformats.org/officeDocument/2006/relationships/customXml" Target="../ink/ink1287.xml"/><Relationship Id="rId925" Type="http://schemas.openxmlformats.org/officeDocument/2006/relationships/image" Target="../media/image1390.png"/><Relationship Id="rId54" Type="http://schemas.openxmlformats.org/officeDocument/2006/relationships/customXml" Target="../ink/ink954.xml"/><Relationship Id="rId270" Type="http://schemas.openxmlformats.org/officeDocument/2006/relationships/customXml" Target="../ink/ink1063.xml"/><Relationship Id="rId130" Type="http://schemas.openxmlformats.org/officeDocument/2006/relationships/image" Target="../media/image997.png"/><Relationship Id="rId368" Type="http://schemas.openxmlformats.org/officeDocument/2006/relationships/customXml" Target="../ink/ink1112.xml"/><Relationship Id="rId575" Type="http://schemas.openxmlformats.org/officeDocument/2006/relationships/image" Target="../media/image1216.png"/><Relationship Id="rId782" Type="http://schemas.openxmlformats.org/officeDocument/2006/relationships/customXml" Target="../ink/ink1319.xml"/><Relationship Id="rId228" Type="http://schemas.openxmlformats.org/officeDocument/2006/relationships/image" Target="../media/image1046.png"/><Relationship Id="rId435" Type="http://schemas.openxmlformats.org/officeDocument/2006/relationships/image" Target="../media/image1146.png"/><Relationship Id="rId642" Type="http://schemas.openxmlformats.org/officeDocument/2006/relationships/customXml" Target="../ink/ink1249.xml"/><Relationship Id="rId1065" Type="http://schemas.openxmlformats.org/officeDocument/2006/relationships/image" Target="../media/image1460.png"/><Relationship Id="rId502" Type="http://schemas.openxmlformats.org/officeDocument/2006/relationships/customXml" Target="../ink/ink1179.xml"/><Relationship Id="rId947" Type="http://schemas.openxmlformats.org/officeDocument/2006/relationships/image" Target="../media/image1401.png"/><Relationship Id="rId76" Type="http://schemas.openxmlformats.org/officeDocument/2006/relationships/customXml" Target="../ink/ink965.xml"/><Relationship Id="rId807" Type="http://schemas.openxmlformats.org/officeDocument/2006/relationships/image" Target="../media/image13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14:cNvPr>
              <p14:cNvContentPartPr/>
              <p14:nvPr/>
            </p14:nvContentPartPr>
            <p14:xfrm>
              <a:off x="6235342" y="1094576"/>
              <a:ext cx="298440" cy="37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702" y="1085576"/>
                <a:ext cx="316080" cy="39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BA90E9A-63E9-CF0E-F5CA-9E455D954A01}"/>
              </a:ext>
            </a:extLst>
          </p:cNvPr>
          <p:cNvGrpSpPr/>
          <p:nvPr/>
        </p:nvGrpSpPr>
        <p:grpSpPr>
          <a:xfrm>
            <a:off x="5979742" y="640616"/>
            <a:ext cx="1065240" cy="286920"/>
            <a:chOff x="5979742" y="640616"/>
            <a:chExt cx="106524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14:cNvPr>
                <p14:cNvContentPartPr/>
                <p14:nvPr/>
              </p14:nvContentPartPr>
              <p14:xfrm>
                <a:off x="5979742" y="824936"/>
                <a:ext cx="110520" cy="9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0742" y="816296"/>
                  <a:ext cx="128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14:cNvPr>
                <p14:cNvContentPartPr/>
                <p14:nvPr/>
              </p14:nvContentPartPr>
              <p14:xfrm>
                <a:off x="6129862" y="838616"/>
                <a:ext cx="64800" cy="6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1222" y="829976"/>
                  <a:ext cx="8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14:cNvPr>
                <p14:cNvContentPartPr/>
                <p14:nvPr/>
              </p14:nvContentPartPr>
              <p14:xfrm>
                <a:off x="6282502" y="850496"/>
                <a:ext cx="153000" cy="77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3502" y="841496"/>
                  <a:ext cx="170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14:cNvPr>
                <p14:cNvContentPartPr/>
                <p14:nvPr/>
              </p14:nvContentPartPr>
              <p14:xfrm>
                <a:off x="6416782" y="808376"/>
                <a:ext cx="101160" cy="10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7782" y="799736"/>
                  <a:ext cx="118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14:cNvPr>
                <p14:cNvContentPartPr/>
                <p14:nvPr/>
              </p14:nvContentPartPr>
              <p14:xfrm>
                <a:off x="6538822" y="696416"/>
                <a:ext cx="6660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30182" y="687416"/>
                  <a:ext cx="84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14:cNvPr>
                <p14:cNvContentPartPr/>
                <p14:nvPr/>
              </p14:nvContentPartPr>
              <p14:xfrm>
                <a:off x="6518302" y="807296"/>
                <a:ext cx="95400" cy="1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09302" y="798656"/>
                  <a:ext cx="11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14:cNvPr>
                <p14:cNvContentPartPr/>
                <p14:nvPr/>
              </p14:nvContentPartPr>
              <p14:xfrm>
                <a:off x="6690022" y="808736"/>
                <a:ext cx="125280" cy="81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1022" y="800096"/>
                  <a:ext cx="142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14:cNvPr>
                <p14:cNvContentPartPr/>
                <p14:nvPr/>
              </p14:nvContentPartPr>
              <p14:xfrm>
                <a:off x="6815302" y="813056"/>
                <a:ext cx="155880" cy="8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6302" y="804416"/>
                  <a:ext cx="173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14:cNvPr>
                <p14:cNvContentPartPr/>
                <p14:nvPr/>
              </p14:nvContentPartPr>
              <p14:xfrm>
                <a:off x="6963982" y="640616"/>
                <a:ext cx="81000" cy="20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55342" y="631976"/>
                  <a:ext cx="98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14:cNvPr>
                <p14:cNvContentPartPr/>
                <p14:nvPr/>
              </p14:nvContentPartPr>
              <p14:xfrm>
                <a:off x="6931942" y="731336"/>
                <a:ext cx="101880" cy="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2942" y="722336"/>
                  <a:ext cx="1195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A5644DD-9DBA-F309-CD6D-6821579498F0}"/>
                  </a:ext>
                </a:extLst>
              </p14:cNvPr>
              <p14:cNvContentPartPr/>
              <p14:nvPr/>
            </p14:nvContentPartPr>
            <p14:xfrm>
              <a:off x="7686862" y="1133816"/>
              <a:ext cx="222840" cy="37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A5644DD-9DBA-F309-CD6D-6821579498F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77862" y="1124816"/>
                <a:ext cx="240480" cy="39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B431C33-EE6D-7E66-EFC7-11A9D906A007}"/>
              </a:ext>
            </a:extLst>
          </p:cNvPr>
          <p:cNvGrpSpPr/>
          <p:nvPr/>
        </p:nvGrpSpPr>
        <p:grpSpPr>
          <a:xfrm>
            <a:off x="8131102" y="915656"/>
            <a:ext cx="1184400" cy="476280"/>
            <a:chOff x="8131102" y="915656"/>
            <a:chExt cx="118440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14:cNvPr>
                <p14:cNvContentPartPr/>
                <p14:nvPr/>
              </p14:nvContentPartPr>
              <p14:xfrm>
                <a:off x="8131102" y="1024016"/>
                <a:ext cx="70560" cy="10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22102" y="1015376"/>
                  <a:ext cx="88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14:cNvPr>
                <p14:cNvContentPartPr/>
                <p14:nvPr/>
              </p14:nvContentPartPr>
              <p14:xfrm>
                <a:off x="8286982" y="1029776"/>
                <a:ext cx="324720" cy="112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78342" y="1020776"/>
                  <a:ext cx="342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14:cNvPr>
                <p14:cNvContentPartPr/>
                <p14:nvPr/>
              </p14:nvContentPartPr>
              <p14:xfrm>
                <a:off x="8553742" y="919616"/>
                <a:ext cx="17640" cy="6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44742" y="910616"/>
                  <a:ext cx="35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14:cNvPr>
                <p14:cNvContentPartPr/>
                <p14:nvPr/>
              </p14:nvContentPartPr>
              <p14:xfrm>
                <a:off x="8677942" y="1047776"/>
                <a:ext cx="110880" cy="8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69302" y="1038776"/>
                  <a:ext cx="12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14:cNvPr>
                <p14:cNvContentPartPr/>
                <p14:nvPr/>
              </p14:nvContentPartPr>
              <p14:xfrm>
                <a:off x="8800342" y="915656"/>
                <a:ext cx="134640" cy="20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91342" y="907016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14:cNvPr>
                <p14:cNvContentPartPr/>
                <p14:nvPr/>
              </p14:nvContentPartPr>
              <p14:xfrm>
                <a:off x="8915182" y="924656"/>
                <a:ext cx="189360" cy="166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6542" y="915656"/>
                  <a:ext cx="20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14:cNvPr>
                <p14:cNvContentPartPr/>
                <p14:nvPr/>
              </p14:nvContentPartPr>
              <p14:xfrm>
                <a:off x="8607022" y="1323536"/>
                <a:ext cx="34560" cy="68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98022" y="1314896"/>
                  <a:ext cx="52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14:cNvPr>
                <p14:cNvContentPartPr/>
                <p14:nvPr/>
              </p14:nvContentPartPr>
              <p14:xfrm>
                <a:off x="8580382" y="1217336"/>
                <a:ext cx="4680" cy="18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71382" y="120833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14:cNvPr>
                <p14:cNvContentPartPr/>
                <p14:nvPr/>
              </p14:nvContentPartPr>
              <p14:xfrm>
                <a:off x="8659942" y="1291496"/>
                <a:ext cx="182520" cy="5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1302" y="1282496"/>
                  <a:ext cx="200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14:cNvPr>
                <p14:cNvContentPartPr/>
                <p14:nvPr/>
              </p14:nvContentPartPr>
              <p14:xfrm>
                <a:off x="9048022" y="1248296"/>
                <a:ext cx="267480" cy="12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39382" y="1239656"/>
                  <a:ext cx="2851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866959-80C5-2D21-8192-68389A5767C0}"/>
              </a:ext>
            </a:extLst>
          </p:cNvPr>
          <p:cNvGrpSpPr/>
          <p:nvPr/>
        </p:nvGrpSpPr>
        <p:grpSpPr>
          <a:xfrm>
            <a:off x="8288062" y="3193736"/>
            <a:ext cx="279720" cy="286200"/>
            <a:chOff x="8288062" y="3193736"/>
            <a:chExt cx="27972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14:cNvPr>
                <p14:cNvContentPartPr/>
                <p14:nvPr/>
              </p14:nvContentPartPr>
              <p14:xfrm>
                <a:off x="8330542" y="3221456"/>
                <a:ext cx="237240" cy="25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21542" y="3212816"/>
                  <a:ext cx="254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14:cNvPr>
                <p14:cNvContentPartPr/>
                <p14:nvPr/>
              </p14:nvContentPartPr>
              <p14:xfrm>
                <a:off x="8288062" y="3193736"/>
                <a:ext cx="129960" cy="7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79062" y="3184736"/>
                  <a:ext cx="1476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4C6AC3-78A3-8C09-B9F5-85C00ED713A0}"/>
              </a:ext>
            </a:extLst>
          </p:cNvPr>
          <p:cNvGrpSpPr/>
          <p:nvPr/>
        </p:nvGrpSpPr>
        <p:grpSpPr>
          <a:xfrm>
            <a:off x="8797822" y="3349616"/>
            <a:ext cx="1485360" cy="227880"/>
            <a:chOff x="8797822" y="3349616"/>
            <a:chExt cx="148536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14:cNvPr>
                <p14:cNvContentPartPr/>
                <p14:nvPr/>
              </p14:nvContentPartPr>
              <p14:xfrm>
                <a:off x="8797822" y="3469856"/>
                <a:ext cx="93960" cy="107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9182" y="3461216"/>
                  <a:ext cx="11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14:cNvPr>
                <p14:cNvContentPartPr/>
                <p14:nvPr/>
              </p14:nvContentPartPr>
              <p14:xfrm>
                <a:off x="8899342" y="3485336"/>
                <a:ext cx="187200" cy="8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0342" y="3476336"/>
                  <a:ext cx="204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14:cNvPr>
                <p14:cNvContentPartPr/>
                <p14:nvPr/>
              </p14:nvContentPartPr>
              <p14:xfrm>
                <a:off x="9078982" y="3360056"/>
                <a:ext cx="262080" cy="211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69982" y="3351056"/>
                  <a:ext cx="27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14:cNvPr>
                <p14:cNvContentPartPr/>
                <p14:nvPr/>
              </p14:nvContentPartPr>
              <p14:xfrm>
                <a:off x="9468142" y="3459056"/>
                <a:ext cx="96840" cy="113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59142" y="3450056"/>
                  <a:ext cx="114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14:cNvPr>
                <p14:cNvContentPartPr/>
                <p14:nvPr/>
              </p14:nvContentPartPr>
              <p14:xfrm>
                <a:off x="9633742" y="3357536"/>
                <a:ext cx="449640" cy="188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5102" y="3348536"/>
                  <a:ext cx="46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14:cNvPr>
                <p14:cNvContentPartPr/>
                <p14:nvPr/>
              </p14:nvContentPartPr>
              <p14:xfrm>
                <a:off x="10226302" y="3349616"/>
                <a:ext cx="56880" cy="211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17302" y="3340976"/>
                  <a:ext cx="74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14:cNvPr>
                <p14:cNvContentPartPr/>
                <p14:nvPr/>
              </p14:nvContentPartPr>
              <p14:xfrm>
                <a:off x="9951982" y="3509456"/>
                <a:ext cx="28080" cy="25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42982" y="3500816"/>
                  <a:ext cx="4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14:cNvPr>
                <p14:cNvContentPartPr/>
                <p14:nvPr/>
              </p14:nvContentPartPr>
              <p14:xfrm>
                <a:off x="10079422" y="3540416"/>
                <a:ext cx="82080" cy="9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70782" y="3531776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8680D3-171B-7ECB-9896-130E264B1BBC}"/>
              </a:ext>
            </a:extLst>
          </p:cNvPr>
          <p:cNvGrpSpPr/>
          <p:nvPr/>
        </p:nvGrpSpPr>
        <p:grpSpPr>
          <a:xfrm>
            <a:off x="9611062" y="3663176"/>
            <a:ext cx="650880" cy="329760"/>
            <a:chOff x="9611062" y="3663176"/>
            <a:chExt cx="6508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14:cNvPr>
                <p14:cNvContentPartPr/>
                <p14:nvPr/>
              </p14:nvContentPartPr>
              <p14:xfrm>
                <a:off x="9611062" y="3663176"/>
                <a:ext cx="198000" cy="329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02062" y="3654536"/>
                  <a:ext cx="215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14:cNvPr>
                <p14:cNvContentPartPr/>
                <p14:nvPr/>
              </p14:nvContentPartPr>
              <p14:xfrm>
                <a:off x="9733822" y="3710696"/>
                <a:ext cx="14760" cy="62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25182" y="3701696"/>
                  <a:ext cx="32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14:cNvPr>
                <p14:cNvContentPartPr/>
                <p14:nvPr/>
              </p14:nvContentPartPr>
              <p14:xfrm>
                <a:off x="9812662" y="3671456"/>
                <a:ext cx="150840" cy="226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03662" y="3662816"/>
                  <a:ext cx="16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14:cNvPr>
                <p14:cNvContentPartPr/>
                <p14:nvPr/>
              </p14:nvContentPartPr>
              <p14:xfrm>
                <a:off x="9946582" y="3678656"/>
                <a:ext cx="315360" cy="223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37582" y="3670016"/>
                  <a:ext cx="3330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0C9420-A7B2-9867-223D-91AC5C306D04}"/>
              </a:ext>
            </a:extLst>
          </p:cNvPr>
          <p:cNvGrpSpPr/>
          <p:nvPr/>
        </p:nvGrpSpPr>
        <p:grpSpPr>
          <a:xfrm>
            <a:off x="10504582" y="3347816"/>
            <a:ext cx="892440" cy="538920"/>
            <a:chOff x="10504582" y="3347816"/>
            <a:chExt cx="892440" cy="53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14:cNvPr>
                <p14:cNvContentPartPr/>
                <p14:nvPr/>
              </p14:nvContentPartPr>
              <p14:xfrm>
                <a:off x="10585582" y="3503336"/>
                <a:ext cx="33120" cy="6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76942" y="3494336"/>
                  <a:ext cx="50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14:cNvPr>
                <p14:cNvContentPartPr/>
                <p14:nvPr/>
              </p14:nvContentPartPr>
              <p14:xfrm>
                <a:off x="10515382" y="3391736"/>
                <a:ext cx="55440" cy="50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6742" y="3382736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14:cNvPr>
                <p14:cNvContentPartPr/>
                <p14:nvPr/>
              </p14:nvContentPartPr>
              <p14:xfrm>
                <a:off x="10665862" y="3380936"/>
                <a:ext cx="115560" cy="270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56862" y="3372296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14:cNvPr>
                <p14:cNvContentPartPr/>
                <p14:nvPr/>
              </p14:nvContentPartPr>
              <p14:xfrm>
                <a:off x="10638862" y="3544736"/>
                <a:ext cx="121680" cy="28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29862" y="353573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14:cNvPr>
                <p14:cNvContentPartPr/>
                <p14:nvPr/>
              </p14:nvContentPartPr>
              <p14:xfrm>
                <a:off x="10993822" y="3396776"/>
                <a:ext cx="70920" cy="137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85182" y="3388136"/>
                  <a:ext cx="8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14:cNvPr>
                <p14:cNvContentPartPr/>
                <p14:nvPr/>
              </p14:nvContentPartPr>
              <p14:xfrm>
                <a:off x="10972582" y="3347816"/>
                <a:ext cx="90720" cy="33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63942" y="3339176"/>
                  <a:ext cx="108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14:cNvPr>
                <p14:cNvContentPartPr/>
                <p14:nvPr/>
              </p14:nvContentPartPr>
              <p14:xfrm>
                <a:off x="11004622" y="3423056"/>
                <a:ext cx="51840" cy="22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95622" y="3414056"/>
                  <a:ext cx="69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14:cNvPr>
                <p14:cNvContentPartPr/>
                <p14:nvPr/>
              </p14:nvContentPartPr>
              <p14:xfrm>
                <a:off x="11153302" y="3428816"/>
                <a:ext cx="43200" cy="96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4662" y="3420176"/>
                  <a:ext cx="60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14:cNvPr>
                <p14:cNvContentPartPr/>
                <p14:nvPr/>
              </p14:nvContentPartPr>
              <p14:xfrm>
                <a:off x="11227822" y="3450056"/>
                <a:ext cx="45360" cy="95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18822" y="3441416"/>
                  <a:ext cx="63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14:cNvPr>
                <p14:cNvContentPartPr/>
                <p14:nvPr/>
              </p14:nvContentPartPr>
              <p14:xfrm>
                <a:off x="11195782" y="3352856"/>
                <a:ext cx="201240" cy="135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87142" y="3344216"/>
                  <a:ext cx="21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14:cNvPr>
                <p14:cNvContentPartPr/>
                <p14:nvPr/>
              </p14:nvContentPartPr>
              <p14:xfrm>
                <a:off x="10504582" y="3653456"/>
                <a:ext cx="358200" cy="233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95942" y="3644816"/>
                  <a:ext cx="375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14:cNvPr>
                <p14:cNvContentPartPr/>
                <p14:nvPr/>
              </p14:nvContentPartPr>
              <p14:xfrm>
                <a:off x="10877902" y="3753176"/>
                <a:ext cx="59400" cy="128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68902" y="3744176"/>
                  <a:ext cx="770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12F358E-E835-A513-6D81-84F353AAC9CF}"/>
              </a:ext>
            </a:extLst>
          </p:cNvPr>
          <p:cNvGrpSpPr/>
          <p:nvPr/>
        </p:nvGrpSpPr>
        <p:grpSpPr>
          <a:xfrm>
            <a:off x="10016062" y="4073936"/>
            <a:ext cx="978120" cy="271800"/>
            <a:chOff x="10016062" y="4073936"/>
            <a:chExt cx="97812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14:cNvPr>
                <p14:cNvContentPartPr/>
                <p14:nvPr/>
              </p14:nvContentPartPr>
              <p14:xfrm>
                <a:off x="10016062" y="4146656"/>
                <a:ext cx="110160" cy="128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07062" y="4137656"/>
                  <a:ext cx="127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14:cNvPr>
                <p14:cNvContentPartPr/>
                <p14:nvPr/>
              </p14:nvContentPartPr>
              <p14:xfrm>
                <a:off x="10143502" y="4162496"/>
                <a:ext cx="248040" cy="178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4502" y="4153856"/>
                  <a:ext cx="265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14:cNvPr>
                <p14:cNvContentPartPr/>
                <p14:nvPr/>
              </p14:nvContentPartPr>
              <p14:xfrm>
                <a:off x="10416742" y="4194536"/>
                <a:ext cx="145440" cy="71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08102" y="4185536"/>
                  <a:ext cx="163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14:cNvPr>
                <p14:cNvContentPartPr/>
                <p14:nvPr/>
              </p14:nvContentPartPr>
              <p14:xfrm>
                <a:off x="10483702" y="4073936"/>
                <a:ext cx="5760" cy="2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4702" y="4064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14:cNvPr>
                <p14:cNvContentPartPr/>
                <p14:nvPr/>
              </p14:nvContentPartPr>
              <p14:xfrm>
                <a:off x="10611142" y="4091576"/>
                <a:ext cx="173880" cy="254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02502" y="4082936"/>
                  <a:ext cx="191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14:cNvPr>
                <p14:cNvContentPartPr/>
                <p14:nvPr/>
              </p14:nvContentPartPr>
              <p14:xfrm>
                <a:off x="10751542" y="4130456"/>
                <a:ext cx="19440" cy="20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2902" y="4121816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14:cNvPr>
                <p14:cNvContentPartPr/>
                <p14:nvPr/>
              </p14:nvContentPartPr>
              <p14:xfrm>
                <a:off x="10874302" y="4179056"/>
                <a:ext cx="119880" cy="85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65302" y="4170416"/>
                  <a:ext cx="1375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C069683-00AB-F2E2-C5F6-6218E10F2709}"/>
              </a:ext>
            </a:extLst>
          </p:cNvPr>
          <p:cNvGrpSpPr/>
          <p:nvPr/>
        </p:nvGrpSpPr>
        <p:grpSpPr>
          <a:xfrm>
            <a:off x="9925702" y="4460216"/>
            <a:ext cx="1658520" cy="376920"/>
            <a:chOff x="9925702" y="4460216"/>
            <a:chExt cx="165852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14:cNvPr>
                <p14:cNvContentPartPr/>
                <p14:nvPr/>
              </p14:nvContentPartPr>
              <p14:xfrm>
                <a:off x="9925702" y="4571816"/>
                <a:ext cx="118080" cy="139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916702" y="4563176"/>
                  <a:ext cx="135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14:cNvPr>
                <p14:cNvContentPartPr/>
                <p14:nvPr/>
              </p14:nvContentPartPr>
              <p14:xfrm>
                <a:off x="10103542" y="4662176"/>
                <a:ext cx="99000" cy="174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94542" y="4653176"/>
                  <a:ext cx="11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14:cNvPr>
                <p14:cNvContentPartPr/>
                <p14:nvPr/>
              </p14:nvContentPartPr>
              <p14:xfrm>
                <a:off x="10243582" y="4630496"/>
                <a:ext cx="314640" cy="83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34942" y="4621496"/>
                  <a:ext cx="332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14:cNvPr>
                <p14:cNvContentPartPr/>
                <p14:nvPr/>
              </p14:nvContentPartPr>
              <p14:xfrm>
                <a:off x="10621582" y="4617536"/>
                <a:ext cx="232920" cy="60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12942" y="4608536"/>
                  <a:ext cx="250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14:cNvPr>
                <p14:cNvContentPartPr/>
                <p14:nvPr/>
              </p14:nvContentPartPr>
              <p14:xfrm>
                <a:off x="10797262" y="4597736"/>
                <a:ext cx="138960" cy="5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88262" y="4589096"/>
                  <a:ext cx="15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14:cNvPr>
                <p14:cNvContentPartPr/>
                <p14:nvPr/>
              </p14:nvContentPartPr>
              <p14:xfrm>
                <a:off x="11008222" y="4576496"/>
                <a:ext cx="99000" cy="137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99582" y="4567856"/>
                  <a:ext cx="116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14:cNvPr>
                <p14:cNvContentPartPr/>
                <p14:nvPr/>
              </p14:nvContentPartPr>
              <p14:xfrm>
                <a:off x="11065462" y="4460216"/>
                <a:ext cx="132120" cy="238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56822" y="4451216"/>
                  <a:ext cx="149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14:cNvPr>
                <p14:cNvContentPartPr/>
                <p14:nvPr/>
              </p14:nvContentPartPr>
              <p14:xfrm>
                <a:off x="11179942" y="4543736"/>
                <a:ext cx="148320" cy="111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170942" y="4534736"/>
                  <a:ext cx="16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14:cNvPr>
                <p14:cNvContentPartPr/>
                <p14:nvPr/>
              </p14:nvContentPartPr>
              <p14:xfrm>
                <a:off x="11323582" y="4625096"/>
                <a:ext cx="14760" cy="23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14582" y="4616096"/>
                  <a:ext cx="32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14:cNvPr>
                <p14:cNvContentPartPr/>
                <p14:nvPr/>
              </p14:nvContentPartPr>
              <p14:xfrm>
                <a:off x="11323582" y="4621496"/>
                <a:ext cx="20520" cy="61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14582" y="4612496"/>
                  <a:ext cx="38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14:cNvPr>
                <p14:cNvContentPartPr/>
                <p14:nvPr/>
              </p14:nvContentPartPr>
              <p14:xfrm>
                <a:off x="11286142" y="4465616"/>
                <a:ext cx="27000" cy="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77142" y="4456616"/>
                  <a:ext cx="44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14:cNvPr>
                <p14:cNvContentPartPr/>
                <p14:nvPr/>
              </p14:nvContentPartPr>
              <p14:xfrm>
                <a:off x="11365342" y="4519976"/>
                <a:ext cx="90720" cy="143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56342" y="4511336"/>
                  <a:ext cx="108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14:cNvPr>
                <p14:cNvContentPartPr/>
                <p14:nvPr/>
              </p14:nvContentPartPr>
              <p14:xfrm>
                <a:off x="11517982" y="4513856"/>
                <a:ext cx="66240" cy="16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09342" y="4505216"/>
                  <a:ext cx="83880" cy="182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31B151-E120-A89B-6F95-174F196B6275}"/>
              </a:ext>
            </a:extLst>
          </p:cNvPr>
          <p:cNvGrpSpPr/>
          <p:nvPr/>
        </p:nvGrpSpPr>
        <p:grpSpPr>
          <a:xfrm>
            <a:off x="892942" y="3285176"/>
            <a:ext cx="478440" cy="227520"/>
            <a:chOff x="892942" y="3285176"/>
            <a:chExt cx="4784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14:cNvPr>
                <p14:cNvContentPartPr/>
                <p14:nvPr/>
              </p14:nvContentPartPr>
              <p14:xfrm>
                <a:off x="931822" y="3333056"/>
                <a:ext cx="61560" cy="179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3182" y="3324416"/>
                  <a:ext cx="7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14:cNvPr>
                <p14:cNvContentPartPr/>
                <p14:nvPr/>
              </p14:nvContentPartPr>
              <p14:xfrm>
                <a:off x="892942" y="3285176"/>
                <a:ext cx="123840" cy="21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4302" y="3276176"/>
                  <a:ext cx="14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14:cNvPr>
                <p14:cNvContentPartPr/>
                <p14:nvPr/>
              </p14:nvContentPartPr>
              <p14:xfrm>
                <a:off x="951262" y="3396776"/>
                <a:ext cx="106200" cy="11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622" y="3387776"/>
                  <a:ext cx="12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14:cNvPr>
                <p14:cNvContentPartPr/>
                <p14:nvPr/>
              </p14:nvContentPartPr>
              <p14:xfrm>
                <a:off x="1085542" y="3401816"/>
                <a:ext cx="129960" cy="87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902" y="3393176"/>
                  <a:ext cx="147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14:cNvPr>
                <p14:cNvContentPartPr/>
                <p14:nvPr/>
              </p14:nvContentPartPr>
              <p14:xfrm>
                <a:off x="1302262" y="3407936"/>
                <a:ext cx="69120" cy="9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622" y="3398936"/>
                  <a:ext cx="867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73E127-5FD1-C496-5326-0905AF40CDD2}"/>
              </a:ext>
            </a:extLst>
          </p:cNvPr>
          <p:cNvGrpSpPr/>
          <p:nvPr/>
        </p:nvGrpSpPr>
        <p:grpSpPr>
          <a:xfrm>
            <a:off x="1578022" y="3222536"/>
            <a:ext cx="1762920" cy="270720"/>
            <a:chOff x="1578022" y="3222536"/>
            <a:chExt cx="176292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14:cNvPr>
                <p14:cNvContentPartPr/>
                <p14:nvPr/>
              </p14:nvContentPartPr>
              <p14:xfrm>
                <a:off x="1578022" y="3394256"/>
                <a:ext cx="101880" cy="99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9022" y="3385616"/>
                  <a:ext cx="11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14:cNvPr>
                <p14:cNvContentPartPr/>
                <p14:nvPr/>
              </p14:nvContentPartPr>
              <p14:xfrm>
                <a:off x="1701142" y="3391736"/>
                <a:ext cx="149400" cy="7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92142" y="3382736"/>
                  <a:ext cx="16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14:cNvPr>
                <p14:cNvContentPartPr/>
                <p14:nvPr/>
              </p14:nvContentPartPr>
              <p14:xfrm>
                <a:off x="1763422" y="3418016"/>
                <a:ext cx="55080" cy="7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4422" y="3409376"/>
                  <a:ext cx="72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14:cNvPr>
                <p14:cNvContentPartPr/>
                <p14:nvPr/>
              </p14:nvContentPartPr>
              <p14:xfrm>
                <a:off x="1925782" y="3407576"/>
                <a:ext cx="103320" cy="7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6782" y="3398576"/>
                  <a:ext cx="120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14:cNvPr>
                <p14:cNvContentPartPr/>
                <p14:nvPr/>
              </p14:nvContentPartPr>
              <p14:xfrm>
                <a:off x="2089222" y="3390296"/>
                <a:ext cx="171000" cy="10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80582" y="3381656"/>
                  <a:ext cx="18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14:cNvPr>
                <p14:cNvContentPartPr/>
                <p14:nvPr/>
              </p14:nvContentPartPr>
              <p14:xfrm>
                <a:off x="2179582" y="3263936"/>
                <a:ext cx="122400" cy="21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0582" y="3255296"/>
                  <a:ext cx="140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14:cNvPr>
                <p14:cNvContentPartPr/>
                <p14:nvPr/>
              </p14:nvContentPartPr>
              <p14:xfrm>
                <a:off x="2174182" y="3370496"/>
                <a:ext cx="101160" cy="20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65542" y="3361496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14:cNvPr>
                <p14:cNvContentPartPr/>
                <p14:nvPr/>
              </p14:nvContentPartPr>
              <p14:xfrm>
                <a:off x="2478382" y="3222536"/>
                <a:ext cx="234720" cy="265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69742" y="3213536"/>
                  <a:ext cx="252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14:cNvPr>
                <p14:cNvContentPartPr/>
                <p14:nvPr/>
              </p14:nvContentPartPr>
              <p14:xfrm>
                <a:off x="2604742" y="3258536"/>
                <a:ext cx="32760" cy="6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6102" y="3249896"/>
                  <a:ext cx="50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14:cNvPr>
                <p14:cNvContentPartPr/>
                <p14:nvPr/>
              </p14:nvContentPartPr>
              <p14:xfrm>
                <a:off x="2721742" y="3396416"/>
                <a:ext cx="180720" cy="52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13102" y="3387776"/>
                  <a:ext cx="198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14:cNvPr>
                <p14:cNvContentPartPr/>
                <p14:nvPr/>
              </p14:nvContentPartPr>
              <p14:xfrm>
                <a:off x="2875822" y="3317576"/>
                <a:ext cx="205560" cy="15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7182" y="3308936"/>
                  <a:ext cx="223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14:cNvPr>
                <p14:cNvContentPartPr/>
                <p14:nvPr/>
              </p14:nvContentPartPr>
              <p14:xfrm>
                <a:off x="3111982" y="3342416"/>
                <a:ext cx="228960" cy="137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02982" y="3333776"/>
                  <a:ext cx="246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F3D4E4-38E9-5E0E-EFC9-9266DB8BB897}"/>
              </a:ext>
            </a:extLst>
          </p:cNvPr>
          <p:cNvGrpSpPr/>
          <p:nvPr/>
        </p:nvGrpSpPr>
        <p:grpSpPr>
          <a:xfrm>
            <a:off x="3551182" y="3267536"/>
            <a:ext cx="718920" cy="315360"/>
            <a:chOff x="3551182" y="3267536"/>
            <a:chExt cx="71892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14:cNvPr>
                <p14:cNvContentPartPr/>
                <p14:nvPr/>
              </p14:nvContentPartPr>
              <p14:xfrm>
                <a:off x="3551182" y="3379136"/>
                <a:ext cx="128520" cy="20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42182" y="3370136"/>
                  <a:ext cx="14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14:cNvPr>
                <p14:cNvContentPartPr/>
                <p14:nvPr/>
              </p14:nvContentPartPr>
              <p14:xfrm>
                <a:off x="3668182" y="3267536"/>
                <a:ext cx="265680" cy="20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59182" y="3258536"/>
                  <a:ext cx="28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14:cNvPr>
                <p14:cNvContentPartPr/>
                <p14:nvPr/>
              </p14:nvContentPartPr>
              <p14:xfrm>
                <a:off x="3911182" y="3369776"/>
                <a:ext cx="108360" cy="9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02542" y="3360776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14:cNvPr>
                <p14:cNvContentPartPr/>
                <p14:nvPr/>
              </p14:nvContentPartPr>
              <p14:xfrm>
                <a:off x="4060582" y="3331976"/>
                <a:ext cx="209520" cy="130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51582" y="3323336"/>
                  <a:ext cx="2271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606146-C6D5-DFE6-F60F-DC4319CC9FB4}"/>
              </a:ext>
            </a:extLst>
          </p:cNvPr>
          <p:cNvGrpSpPr/>
          <p:nvPr/>
        </p:nvGrpSpPr>
        <p:grpSpPr>
          <a:xfrm>
            <a:off x="4577902" y="3150536"/>
            <a:ext cx="1654560" cy="312120"/>
            <a:chOff x="4577902" y="3150536"/>
            <a:chExt cx="16545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14:cNvPr>
                <p14:cNvContentPartPr/>
                <p14:nvPr/>
              </p14:nvContentPartPr>
              <p14:xfrm>
                <a:off x="4577902" y="3321536"/>
                <a:ext cx="199800" cy="11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9262" y="3312896"/>
                  <a:ext cx="21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14:cNvPr>
                <p14:cNvContentPartPr/>
                <p14:nvPr/>
              </p14:nvContentPartPr>
              <p14:xfrm>
                <a:off x="4809742" y="3307136"/>
                <a:ext cx="186840" cy="137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01102" y="3298496"/>
                  <a:ext cx="20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14:cNvPr>
                <p14:cNvContentPartPr/>
                <p14:nvPr/>
              </p14:nvContentPartPr>
              <p14:xfrm>
                <a:off x="5139142" y="3349616"/>
                <a:ext cx="246600" cy="11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30502" y="3340976"/>
                  <a:ext cx="264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14:cNvPr>
                <p14:cNvContentPartPr/>
                <p14:nvPr/>
              </p14:nvContentPartPr>
              <p14:xfrm>
                <a:off x="5379262" y="3314336"/>
                <a:ext cx="228600" cy="12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0262" y="3305696"/>
                  <a:ext cx="246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14:cNvPr>
                <p14:cNvContentPartPr/>
                <p14:nvPr/>
              </p14:nvContentPartPr>
              <p14:xfrm>
                <a:off x="5648902" y="3150536"/>
                <a:ext cx="123840" cy="29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39902" y="3141896"/>
                  <a:ext cx="141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14:cNvPr>
                <p14:cNvContentPartPr/>
                <p14:nvPr/>
              </p14:nvContentPartPr>
              <p14:xfrm>
                <a:off x="5970022" y="3184376"/>
                <a:ext cx="109440" cy="209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61022" y="3175376"/>
                  <a:ext cx="127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14:cNvPr>
                <p14:cNvContentPartPr/>
                <p14:nvPr/>
              </p14:nvContentPartPr>
              <p14:xfrm>
                <a:off x="5975062" y="3311456"/>
                <a:ext cx="106920" cy="16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6062" y="3302456"/>
                  <a:ext cx="12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14:cNvPr>
                <p14:cNvContentPartPr/>
                <p14:nvPr/>
              </p14:nvContentPartPr>
              <p14:xfrm>
                <a:off x="6136702" y="3335936"/>
                <a:ext cx="95760" cy="56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27702" y="3326936"/>
                  <a:ext cx="113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8D6E56-6DBB-F521-D418-256DDC95C92B}"/>
              </a:ext>
            </a:extLst>
          </p:cNvPr>
          <p:cNvGrpSpPr/>
          <p:nvPr/>
        </p:nvGrpSpPr>
        <p:grpSpPr>
          <a:xfrm>
            <a:off x="6453862" y="3152336"/>
            <a:ext cx="1520640" cy="250560"/>
            <a:chOff x="6453862" y="3152336"/>
            <a:chExt cx="15206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14:cNvPr>
                <p14:cNvContentPartPr/>
                <p14:nvPr/>
              </p14:nvContentPartPr>
              <p14:xfrm>
                <a:off x="6453862" y="3152336"/>
                <a:ext cx="186840" cy="246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4862" y="3143696"/>
                  <a:ext cx="204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14:cNvPr>
                <p14:cNvContentPartPr/>
                <p14:nvPr/>
              </p14:nvContentPartPr>
              <p14:xfrm>
                <a:off x="6666622" y="3316496"/>
                <a:ext cx="140400" cy="86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57622" y="3307856"/>
                  <a:ext cx="158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14:cNvPr>
                <p14:cNvContentPartPr/>
                <p14:nvPr/>
              </p14:nvContentPartPr>
              <p14:xfrm>
                <a:off x="6984502" y="3304616"/>
                <a:ext cx="113400" cy="8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75502" y="3295616"/>
                  <a:ext cx="13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14:cNvPr>
                <p14:cNvContentPartPr/>
                <p14:nvPr/>
              </p14:nvContentPartPr>
              <p14:xfrm>
                <a:off x="7080982" y="3157736"/>
                <a:ext cx="162000" cy="218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72342" y="3148736"/>
                  <a:ext cx="179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14:cNvPr>
                <p14:cNvContentPartPr/>
                <p14:nvPr/>
              </p14:nvContentPartPr>
              <p14:xfrm>
                <a:off x="7222822" y="3175736"/>
                <a:ext cx="305640" cy="222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14182" y="3166736"/>
                  <a:ext cx="323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14:cNvPr>
                <p14:cNvContentPartPr/>
                <p14:nvPr/>
              </p14:nvContentPartPr>
              <p14:xfrm>
                <a:off x="7726462" y="3189416"/>
                <a:ext cx="88920" cy="201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17462" y="3180776"/>
                  <a:ext cx="106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14:cNvPr>
                <p14:cNvContentPartPr/>
                <p14:nvPr/>
              </p14:nvContentPartPr>
              <p14:xfrm>
                <a:off x="7676782" y="3311456"/>
                <a:ext cx="15408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68142" y="3302816"/>
                  <a:ext cx="171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14:cNvPr>
                <p14:cNvContentPartPr/>
                <p14:nvPr/>
              </p14:nvContentPartPr>
              <p14:xfrm>
                <a:off x="7878382" y="3302096"/>
                <a:ext cx="96120" cy="6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3293096"/>
                  <a:ext cx="113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CFDE87-39D4-05DB-C558-7F1C4DBCBA8C}"/>
              </a:ext>
            </a:extLst>
          </p:cNvPr>
          <p:cNvGrpSpPr/>
          <p:nvPr/>
        </p:nvGrpSpPr>
        <p:grpSpPr>
          <a:xfrm>
            <a:off x="8213542" y="3152336"/>
            <a:ext cx="1275480" cy="279360"/>
            <a:chOff x="8213542" y="3152336"/>
            <a:chExt cx="12754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14:cNvPr>
                <p14:cNvContentPartPr/>
                <p14:nvPr/>
              </p14:nvContentPartPr>
              <p14:xfrm>
                <a:off x="8213542" y="3152336"/>
                <a:ext cx="150480" cy="208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04542" y="3143696"/>
                  <a:ext cx="16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14:cNvPr>
                <p14:cNvContentPartPr/>
                <p14:nvPr/>
              </p14:nvContentPartPr>
              <p14:xfrm>
                <a:off x="8384182" y="3249536"/>
                <a:ext cx="233280" cy="12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75542" y="3240536"/>
                  <a:ext cx="25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14:cNvPr>
                <p14:cNvContentPartPr/>
                <p14:nvPr/>
              </p14:nvContentPartPr>
              <p14:xfrm>
                <a:off x="8668582" y="3279056"/>
                <a:ext cx="123840" cy="10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59942" y="3270056"/>
                  <a:ext cx="141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14:cNvPr>
                <p14:cNvContentPartPr/>
                <p14:nvPr/>
              </p14:nvContentPartPr>
              <p14:xfrm>
                <a:off x="8782342" y="3157736"/>
                <a:ext cx="95040" cy="19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73342" y="3148736"/>
                  <a:ext cx="112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14:cNvPr>
                <p14:cNvContentPartPr/>
                <p14:nvPr/>
              </p14:nvContentPartPr>
              <p14:xfrm>
                <a:off x="8858302" y="3267176"/>
                <a:ext cx="124200" cy="83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9302" y="3258536"/>
                  <a:ext cx="141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14:cNvPr>
                <p14:cNvContentPartPr/>
                <p14:nvPr/>
              </p14:nvContentPartPr>
              <p14:xfrm>
                <a:off x="9159622" y="3263576"/>
                <a:ext cx="164160" cy="53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50982" y="3254936"/>
                  <a:ext cx="181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14:cNvPr>
                <p14:cNvContentPartPr/>
                <p14:nvPr/>
              </p14:nvContentPartPr>
              <p14:xfrm>
                <a:off x="9318742" y="3209576"/>
                <a:ext cx="170280" cy="222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09742" y="3200576"/>
                  <a:ext cx="1879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C88F40-1E5B-B41B-1564-437632736DB7}"/>
              </a:ext>
            </a:extLst>
          </p:cNvPr>
          <p:cNvGrpSpPr/>
          <p:nvPr/>
        </p:nvGrpSpPr>
        <p:grpSpPr>
          <a:xfrm>
            <a:off x="1063222" y="3706736"/>
            <a:ext cx="1016280" cy="465840"/>
            <a:chOff x="1063222" y="3706736"/>
            <a:chExt cx="101628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14:cNvPr>
                <p14:cNvContentPartPr/>
                <p14:nvPr/>
              </p14:nvContentPartPr>
              <p14:xfrm>
                <a:off x="1063222" y="3853976"/>
                <a:ext cx="112680" cy="318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4222" y="3845336"/>
                  <a:ext cx="130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14:cNvPr>
                <p14:cNvContentPartPr/>
                <p14:nvPr/>
              </p14:nvContentPartPr>
              <p14:xfrm>
                <a:off x="1137382" y="4019936"/>
                <a:ext cx="88200" cy="3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8742" y="4011296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14:cNvPr>
                <p14:cNvContentPartPr/>
                <p14:nvPr/>
              </p14:nvContentPartPr>
              <p14:xfrm>
                <a:off x="1182382" y="3922016"/>
                <a:ext cx="88560" cy="191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3382" y="3913016"/>
                  <a:ext cx="106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14:cNvPr>
                <p14:cNvContentPartPr/>
                <p14:nvPr/>
              </p14:nvContentPartPr>
              <p14:xfrm>
                <a:off x="1317742" y="3838856"/>
                <a:ext cx="126000" cy="28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08742" y="3829856"/>
                  <a:ext cx="143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14:cNvPr>
                <p14:cNvContentPartPr/>
                <p14:nvPr/>
              </p14:nvContentPartPr>
              <p14:xfrm>
                <a:off x="1435102" y="3986456"/>
                <a:ext cx="176760" cy="12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26462" y="3977816"/>
                  <a:ext cx="194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14:cNvPr>
                <p14:cNvContentPartPr/>
                <p14:nvPr/>
              </p14:nvContentPartPr>
              <p14:xfrm>
                <a:off x="1547782" y="3827696"/>
                <a:ext cx="122040" cy="202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38782" y="3818696"/>
                  <a:ext cx="139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14:cNvPr>
                <p14:cNvContentPartPr/>
                <p14:nvPr/>
              </p14:nvContentPartPr>
              <p14:xfrm>
                <a:off x="1499182" y="3706736"/>
                <a:ext cx="5760" cy="1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90182" y="3697736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14:cNvPr>
                <p14:cNvContentPartPr/>
                <p14:nvPr/>
              </p14:nvContentPartPr>
              <p14:xfrm>
                <a:off x="1636702" y="3761096"/>
                <a:ext cx="219960" cy="83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27702" y="3752456"/>
                  <a:ext cx="237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14:cNvPr>
                <p14:cNvContentPartPr/>
                <p14:nvPr/>
              </p14:nvContentPartPr>
              <p14:xfrm>
                <a:off x="1940182" y="3806096"/>
                <a:ext cx="139320" cy="329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31542" y="37974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487E679-B903-3160-5490-77F93540E5F7}"/>
              </a:ext>
            </a:extLst>
          </p:cNvPr>
          <p:cNvGrpSpPr/>
          <p:nvPr/>
        </p:nvGrpSpPr>
        <p:grpSpPr>
          <a:xfrm>
            <a:off x="2354902" y="3834176"/>
            <a:ext cx="621720" cy="219240"/>
            <a:chOff x="2354902" y="3834176"/>
            <a:chExt cx="62172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14:cNvPr>
                <p14:cNvContentPartPr/>
                <p14:nvPr/>
              </p14:nvContentPartPr>
              <p14:xfrm>
                <a:off x="2419702" y="3992216"/>
                <a:ext cx="14040" cy="46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11062" y="3983576"/>
                  <a:ext cx="3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14:cNvPr>
                <p14:cNvContentPartPr/>
                <p14:nvPr/>
              </p14:nvContentPartPr>
              <p14:xfrm>
                <a:off x="2354902" y="3866576"/>
                <a:ext cx="4680" cy="18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46262" y="3857936"/>
                  <a:ext cx="2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14:cNvPr>
                <p14:cNvContentPartPr/>
                <p14:nvPr/>
              </p14:nvContentPartPr>
              <p14:xfrm>
                <a:off x="2504302" y="3992216"/>
                <a:ext cx="157320" cy="61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95662" y="3983576"/>
                  <a:ext cx="174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14:cNvPr>
                <p14:cNvContentPartPr/>
                <p14:nvPr/>
              </p14:nvContentPartPr>
              <p14:xfrm>
                <a:off x="2663422" y="3834176"/>
                <a:ext cx="80640" cy="207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54422" y="3825176"/>
                  <a:ext cx="9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14:cNvPr>
                <p14:cNvContentPartPr/>
                <p14:nvPr/>
              </p14:nvContentPartPr>
              <p14:xfrm>
                <a:off x="2621302" y="3943616"/>
                <a:ext cx="164520" cy="2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12662" y="3934976"/>
                  <a:ext cx="182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14:cNvPr>
                <p14:cNvContentPartPr/>
                <p14:nvPr/>
              </p14:nvContentPartPr>
              <p14:xfrm>
                <a:off x="2847382" y="3943256"/>
                <a:ext cx="129240" cy="97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838382" y="3934616"/>
                  <a:ext cx="14688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18D77-AE61-E202-B956-C917768C8D7D}"/>
              </a:ext>
            </a:extLst>
          </p:cNvPr>
          <p:cNvGrpSpPr/>
          <p:nvPr/>
        </p:nvGrpSpPr>
        <p:grpSpPr>
          <a:xfrm>
            <a:off x="3642262" y="3729776"/>
            <a:ext cx="787680" cy="368640"/>
            <a:chOff x="3642262" y="3729776"/>
            <a:chExt cx="78768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14:cNvPr>
                <p14:cNvContentPartPr/>
                <p14:nvPr/>
              </p14:nvContentPartPr>
              <p14:xfrm>
                <a:off x="3694102" y="3815456"/>
                <a:ext cx="11160" cy="28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85462" y="3806456"/>
                  <a:ext cx="28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14:cNvPr>
                <p14:cNvContentPartPr/>
                <p14:nvPr/>
              </p14:nvContentPartPr>
              <p14:xfrm>
                <a:off x="3717142" y="3828776"/>
                <a:ext cx="171720" cy="229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8142" y="3819776"/>
                  <a:ext cx="189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14:cNvPr>
                <p14:cNvContentPartPr/>
                <p14:nvPr/>
              </p14:nvContentPartPr>
              <p14:xfrm>
                <a:off x="3642262" y="3965576"/>
                <a:ext cx="201600" cy="21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33262" y="3956576"/>
                  <a:ext cx="21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14:cNvPr>
                <p14:cNvContentPartPr/>
                <p14:nvPr/>
              </p14:nvContentPartPr>
              <p14:xfrm>
                <a:off x="3895702" y="3729776"/>
                <a:ext cx="122760" cy="321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87062" y="3721136"/>
                  <a:ext cx="1404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14:cNvPr>
                <p14:cNvContentPartPr/>
                <p14:nvPr/>
              </p14:nvContentPartPr>
              <p14:xfrm>
                <a:off x="4023862" y="3890696"/>
                <a:ext cx="229680" cy="113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15222" y="3881696"/>
                  <a:ext cx="247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14:cNvPr>
                <p14:cNvContentPartPr/>
                <p14:nvPr/>
              </p14:nvContentPartPr>
              <p14:xfrm>
                <a:off x="4242382" y="3779816"/>
                <a:ext cx="187560" cy="312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3382" y="3770816"/>
                  <a:ext cx="20520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B009A1-ADBB-B716-122D-8B1F65258BE7}"/>
              </a:ext>
            </a:extLst>
          </p:cNvPr>
          <p:cNvGrpSpPr/>
          <p:nvPr/>
        </p:nvGrpSpPr>
        <p:grpSpPr>
          <a:xfrm>
            <a:off x="4798942" y="3691976"/>
            <a:ext cx="1582560" cy="319320"/>
            <a:chOff x="4798942" y="3691976"/>
            <a:chExt cx="15825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14:cNvPr>
                <p14:cNvContentPartPr/>
                <p14:nvPr/>
              </p14:nvContentPartPr>
              <p14:xfrm>
                <a:off x="4798942" y="3873776"/>
                <a:ext cx="270720" cy="137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89942" y="3864776"/>
                  <a:ext cx="288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14:cNvPr>
                <p14:cNvContentPartPr/>
                <p14:nvPr/>
              </p14:nvContentPartPr>
              <p14:xfrm>
                <a:off x="5059582" y="3749216"/>
                <a:ext cx="316080" cy="244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50582" y="3740216"/>
                  <a:ext cx="333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14:cNvPr>
                <p14:cNvContentPartPr/>
                <p14:nvPr/>
              </p14:nvContentPartPr>
              <p14:xfrm>
                <a:off x="5470342" y="3847136"/>
                <a:ext cx="139320" cy="114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61342" y="3838136"/>
                  <a:ext cx="156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14:cNvPr>
                <p14:cNvContentPartPr/>
                <p14:nvPr/>
              </p14:nvContentPartPr>
              <p14:xfrm>
                <a:off x="5656102" y="3691976"/>
                <a:ext cx="419760" cy="25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47102" y="3682976"/>
                  <a:ext cx="437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14:cNvPr>
                <p14:cNvContentPartPr/>
                <p14:nvPr/>
              </p14:nvContentPartPr>
              <p14:xfrm>
                <a:off x="6093142" y="3849296"/>
                <a:ext cx="109800" cy="127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84502" y="3840656"/>
                  <a:ext cx="127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14:cNvPr>
                <p14:cNvContentPartPr/>
                <p14:nvPr/>
              </p14:nvContentPartPr>
              <p14:xfrm>
                <a:off x="6252622" y="3706376"/>
                <a:ext cx="128880" cy="240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43622" y="3697376"/>
                  <a:ext cx="1465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F686E7-ED96-8A7B-A0EB-95674A999B5F}"/>
              </a:ext>
            </a:extLst>
          </p:cNvPr>
          <p:cNvGrpSpPr/>
          <p:nvPr/>
        </p:nvGrpSpPr>
        <p:grpSpPr>
          <a:xfrm>
            <a:off x="6917542" y="3686936"/>
            <a:ext cx="728280" cy="255240"/>
            <a:chOff x="6917542" y="3686936"/>
            <a:chExt cx="7282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14:cNvPr>
                <p14:cNvContentPartPr/>
                <p14:nvPr/>
              </p14:nvContentPartPr>
              <p14:xfrm>
                <a:off x="6917542" y="3686936"/>
                <a:ext cx="119880" cy="255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8902" y="3677936"/>
                  <a:ext cx="137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14:cNvPr>
                <p14:cNvContentPartPr/>
                <p14:nvPr/>
              </p14:nvContentPartPr>
              <p14:xfrm>
                <a:off x="6958942" y="3817256"/>
                <a:ext cx="141840" cy="47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949942" y="3808616"/>
                  <a:ext cx="15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14:cNvPr>
                <p14:cNvContentPartPr/>
                <p14:nvPr/>
              </p14:nvContentPartPr>
              <p14:xfrm>
                <a:off x="7087462" y="3859376"/>
                <a:ext cx="38880" cy="66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78462" y="3850736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14:cNvPr>
                <p14:cNvContentPartPr/>
                <p14:nvPr/>
              </p14:nvContentPartPr>
              <p14:xfrm>
                <a:off x="7041742" y="3699896"/>
                <a:ext cx="2520" cy="4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33102" y="3691256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14:cNvPr>
                <p14:cNvContentPartPr/>
                <p14:nvPr/>
              </p14:nvContentPartPr>
              <p14:xfrm>
                <a:off x="7166302" y="3792416"/>
                <a:ext cx="384120" cy="130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57302" y="3783776"/>
                  <a:ext cx="40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14:cNvPr>
                <p14:cNvContentPartPr/>
                <p14:nvPr/>
              </p14:nvContentPartPr>
              <p14:xfrm>
                <a:off x="7529182" y="3776936"/>
                <a:ext cx="116640" cy="136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20182" y="3768296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D1CF92-E81A-F41B-E4EE-C1D0411246B7}"/>
              </a:ext>
            </a:extLst>
          </p:cNvPr>
          <p:cNvGrpSpPr/>
          <p:nvPr/>
        </p:nvGrpSpPr>
        <p:grpSpPr>
          <a:xfrm>
            <a:off x="8122102" y="3509816"/>
            <a:ext cx="659520" cy="456480"/>
            <a:chOff x="8122102" y="3509816"/>
            <a:chExt cx="659520" cy="45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14:cNvPr>
                <p14:cNvContentPartPr/>
                <p14:nvPr/>
              </p14:nvContentPartPr>
              <p14:xfrm>
                <a:off x="8122102" y="3826256"/>
                <a:ext cx="158400" cy="14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13102" y="3817616"/>
                  <a:ext cx="17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14:cNvPr>
                <p14:cNvContentPartPr/>
                <p14:nvPr/>
              </p14:nvContentPartPr>
              <p14:xfrm>
                <a:off x="8401462" y="3646616"/>
                <a:ext cx="99360" cy="187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92462" y="3637976"/>
                  <a:ext cx="117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14:cNvPr>
                <p14:cNvContentPartPr/>
                <p14:nvPr/>
              </p14:nvContentPartPr>
              <p14:xfrm>
                <a:off x="8366902" y="3513056"/>
                <a:ext cx="11880" cy="27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57902" y="3504416"/>
                  <a:ext cx="29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14:cNvPr>
                <p14:cNvContentPartPr/>
                <p14:nvPr/>
              </p14:nvContentPartPr>
              <p14:xfrm>
                <a:off x="8547622" y="3509816"/>
                <a:ext cx="96120" cy="235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38982" y="3501176"/>
                  <a:ext cx="11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14:cNvPr>
                <p14:cNvContentPartPr/>
                <p14:nvPr/>
              </p14:nvContentPartPr>
              <p14:xfrm>
                <a:off x="8669662" y="3550856"/>
                <a:ext cx="111960" cy="245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61022" y="3541856"/>
                  <a:ext cx="1296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24EF92-4A4C-1EA5-CB04-7C6C8EBEEF33}"/>
              </a:ext>
            </a:extLst>
          </p:cNvPr>
          <p:cNvGrpSpPr/>
          <p:nvPr/>
        </p:nvGrpSpPr>
        <p:grpSpPr>
          <a:xfrm>
            <a:off x="8846422" y="3530336"/>
            <a:ext cx="761760" cy="221040"/>
            <a:chOff x="8846422" y="3530336"/>
            <a:chExt cx="76176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14:cNvPr>
                <p14:cNvContentPartPr/>
                <p14:nvPr/>
              </p14:nvContentPartPr>
              <p14:xfrm>
                <a:off x="8846422" y="3667856"/>
                <a:ext cx="135000" cy="6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37782" y="3658856"/>
                  <a:ext cx="152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14:cNvPr>
                <p14:cNvContentPartPr/>
                <p14:nvPr/>
              </p14:nvContentPartPr>
              <p14:xfrm>
                <a:off x="9078622" y="3588296"/>
                <a:ext cx="128520" cy="114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069982" y="3579656"/>
                  <a:ext cx="14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14:cNvPr>
                <p14:cNvContentPartPr/>
                <p14:nvPr/>
              </p14:nvContentPartPr>
              <p14:xfrm>
                <a:off x="9265822" y="3609536"/>
                <a:ext cx="222840" cy="107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56822" y="3600896"/>
                  <a:ext cx="24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14:cNvPr>
                <p14:cNvContentPartPr/>
                <p14:nvPr/>
              </p14:nvContentPartPr>
              <p14:xfrm>
                <a:off x="9500182" y="3530336"/>
                <a:ext cx="108000" cy="221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91182" y="3521336"/>
                  <a:ext cx="125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CBEA74C-E36C-2935-991A-BCC31709F34D}"/>
              </a:ext>
            </a:extLst>
          </p:cNvPr>
          <p:cNvGrpSpPr/>
          <p:nvPr/>
        </p:nvGrpSpPr>
        <p:grpSpPr>
          <a:xfrm>
            <a:off x="3384862" y="4204616"/>
            <a:ext cx="334800" cy="218880"/>
            <a:chOff x="3384862" y="4204616"/>
            <a:chExt cx="33480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14:cNvPr>
                <p14:cNvContentPartPr/>
                <p14:nvPr/>
              </p14:nvContentPartPr>
              <p14:xfrm>
                <a:off x="3384862" y="4229816"/>
                <a:ext cx="305640" cy="193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76222" y="4221176"/>
                  <a:ext cx="32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14:cNvPr>
                <p14:cNvContentPartPr/>
                <p14:nvPr/>
              </p14:nvContentPartPr>
              <p14:xfrm>
                <a:off x="3529942" y="4204616"/>
                <a:ext cx="189720" cy="11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21302" y="4195616"/>
                  <a:ext cx="2073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BF117A6-6CD4-76FD-7495-6FE0909E6A33}"/>
              </a:ext>
            </a:extLst>
          </p:cNvPr>
          <p:cNvGrpSpPr/>
          <p:nvPr/>
        </p:nvGrpSpPr>
        <p:grpSpPr>
          <a:xfrm>
            <a:off x="2976622" y="4527896"/>
            <a:ext cx="1081440" cy="421200"/>
            <a:chOff x="2976622" y="4527896"/>
            <a:chExt cx="108144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14:cNvPr>
                <p14:cNvContentPartPr/>
                <p14:nvPr/>
              </p14:nvContentPartPr>
              <p14:xfrm>
                <a:off x="2976622" y="4684856"/>
                <a:ext cx="227520" cy="253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67622" y="4676216"/>
                  <a:ext cx="245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14:cNvPr>
                <p14:cNvContentPartPr/>
                <p14:nvPr/>
              </p14:nvContentPartPr>
              <p14:xfrm>
                <a:off x="3226462" y="4643816"/>
                <a:ext cx="91440" cy="305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17822" y="4634816"/>
                  <a:ext cx="109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14:cNvPr>
                <p14:cNvContentPartPr/>
                <p14:nvPr/>
              </p14:nvContentPartPr>
              <p14:xfrm>
                <a:off x="3333022" y="4749296"/>
                <a:ext cx="157320" cy="163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4382" y="4740296"/>
                  <a:ext cx="17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14:cNvPr>
                <p14:cNvContentPartPr/>
                <p14:nvPr/>
              </p14:nvContentPartPr>
              <p14:xfrm>
                <a:off x="3511582" y="4650296"/>
                <a:ext cx="98280" cy="176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02942" y="4641656"/>
                  <a:ext cx="115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14:cNvPr>
                <p14:cNvContentPartPr/>
                <p14:nvPr/>
              </p14:nvContentPartPr>
              <p14:xfrm>
                <a:off x="3524542" y="4527896"/>
                <a:ext cx="25560" cy="15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15542" y="4518896"/>
                  <a:ext cx="4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14:cNvPr>
                <p14:cNvContentPartPr/>
                <p14:nvPr/>
              </p14:nvContentPartPr>
              <p14:xfrm>
                <a:off x="3642982" y="4588376"/>
                <a:ext cx="183960" cy="105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34342" y="4579376"/>
                  <a:ext cx="201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14:cNvPr>
                <p14:cNvContentPartPr/>
                <p14:nvPr/>
              </p14:nvContentPartPr>
              <p14:xfrm>
                <a:off x="3912622" y="4596296"/>
                <a:ext cx="145440" cy="337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03622" y="4587296"/>
                  <a:ext cx="16308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68B6235-17E9-4162-8428-7F783D1E1439}"/>
              </a:ext>
            </a:extLst>
          </p:cNvPr>
          <p:cNvGrpSpPr/>
          <p:nvPr/>
        </p:nvGrpSpPr>
        <p:grpSpPr>
          <a:xfrm>
            <a:off x="4550542" y="4575056"/>
            <a:ext cx="830160" cy="268560"/>
            <a:chOff x="4550542" y="4575056"/>
            <a:chExt cx="83016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14:cNvPr>
                <p14:cNvContentPartPr/>
                <p14:nvPr/>
              </p14:nvContentPartPr>
              <p14:xfrm>
                <a:off x="4640902" y="4669736"/>
                <a:ext cx="22320" cy="15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631902" y="4661096"/>
                  <a:ext cx="39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14:cNvPr>
                <p14:cNvContentPartPr/>
                <p14:nvPr/>
              </p14:nvContentPartPr>
              <p14:xfrm>
                <a:off x="4550542" y="4619696"/>
                <a:ext cx="259920" cy="223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41902" y="4610696"/>
                  <a:ext cx="27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14:cNvPr>
                <p14:cNvContentPartPr/>
                <p14:nvPr/>
              </p14:nvContentPartPr>
              <p14:xfrm>
                <a:off x="4874902" y="4678016"/>
                <a:ext cx="36720" cy="13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65902" y="4669376"/>
                  <a:ext cx="5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14:cNvPr>
                <p14:cNvContentPartPr/>
                <p14:nvPr/>
              </p14:nvContentPartPr>
              <p14:xfrm>
                <a:off x="4737382" y="4624376"/>
                <a:ext cx="223200" cy="21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28382" y="4615736"/>
                  <a:ext cx="24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14:cNvPr>
                <p14:cNvContentPartPr/>
                <p14:nvPr/>
              </p14:nvContentPartPr>
              <p14:xfrm>
                <a:off x="5044822" y="4678016"/>
                <a:ext cx="39960" cy="127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36182" y="4669376"/>
                  <a:ext cx="57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14:cNvPr>
                <p14:cNvContentPartPr/>
                <p14:nvPr/>
              </p14:nvContentPartPr>
              <p14:xfrm>
                <a:off x="5028982" y="4575056"/>
                <a:ext cx="124200" cy="60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020342" y="4566056"/>
                  <a:ext cx="14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14:cNvPr>
                <p14:cNvContentPartPr/>
                <p14:nvPr/>
              </p14:nvContentPartPr>
              <p14:xfrm>
                <a:off x="4997302" y="4667576"/>
                <a:ext cx="127440" cy="17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988302" y="4658576"/>
                  <a:ext cx="145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14:cNvPr>
                <p14:cNvContentPartPr/>
                <p14:nvPr/>
              </p14:nvContentPartPr>
              <p14:xfrm>
                <a:off x="5268382" y="4663976"/>
                <a:ext cx="72000" cy="135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59382" y="4655336"/>
                  <a:ext cx="89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14:cNvPr>
                <p14:cNvContentPartPr/>
                <p14:nvPr/>
              </p14:nvContentPartPr>
              <p14:xfrm>
                <a:off x="5151382" y="4601336"/>
                <a:ext cx="229320" cy="45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42382" y="4592696"/>
                  <a:ext cx="2469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B5BE19-9A98-A2BE-5C2B-ABB5E863C137}"/>
              </a:ext>
            </a:extLst>
          </p:cNvPr>
          <p:cNvGrpSpPr/>
          <p:nvPr/>
        </p:nvGrpSpPr>
        <p:grpSpPr>
          <a:xfrm>
            <a:off x="5841502" y="4575056"/>
            <a:ext cx="655200" cy="232200"/>
            <a:chOff x="5841502" y="4575056"/>
            <a:chExt cx="65520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14:cNvPr>
                <p14:cNvContentPartPr/>
                <p14:nvPr/>
              </p14:nvContentPartPr>
              <p14:xfrm>
                <a:off x="5884702" y="4575056"/>
                <a:ext cx="102240" cy="231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75702" y="4566056"/>
                  <a:ext cx="119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14:cNvPr>
                <p14:cNvContentPartPr/>
                <p14:nvPr/>
              </p14:nvContentPartPr>
              <p14:xfrm>
                <a:off x="5841502" y="4690256"/>
                <a:ext cx="160560" cy="20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32862" y="4681616"/>
                  <a:ext cx="178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14:cNvPr>
                <p14:cNvContentPartPr/>
                <p14:nvPr/>
              </p14:nvContentPartPr>
              <p14:xfrm>
                <a:off x="6012502" y="4603856"/>
                <a:ext cx="206280" cy="190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003862" y="4594856"/>
                  <a:ext cx="223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14:cNvPr>
                <p14:cNvContentPartPr/>
                <p14:nvPr/>
              </p14:nvContentPartPr>
              <p14:xfrm>
                <a:off x="6292222" y="4720496"/>
                <a:ext cx="134640" cy="86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283582" y="4711856"/>
                  <a:ext cx="15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14:cNvPr>
                <p14:cNvContentPartPr/>
                <p14:nvPr/>
              </p14:nvContentPartPr>
              <p14:xfrm>
                <a:off x="6411382" y="4577216"/>
                <a:ext cx="82080" cy="213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02382" y="4568216"/>
                  <a:ext cx="99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14:cNvPr>
                <p14:cNvContentPartPr/>
                <p14:nvPr/>
              </p14:nvContentPartPr>
              <p14:xfrm>
                <a:off x="6350902" y="4691336"/>
                <a:ext cx="145800" cy="34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41902" y="4682696"/>
                  <a:ext cx="1634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284430-54FA-F0BF-5EAF-E0985FE7D130}"/>
              </a:ext>
            </a:extLst>
          </p:cNvPr>
          <p:cNvGrpSpPr/>
          <p:nvPr/>
        </p:nvGrpSpPr>
        <p:grpSpPr>
          <a:xfrm>
            <a:off x="6754462" y="4584776"/>
            <a:ext cx="176040" cy="191880"/>
            <a:chOff x="6754462" y="4584776"/>
            <a:chExt cx="1760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14:cNvPr>
                <p14:cNvContentPartPr/>
                <p14:nvPr/>
              </p14:nvContentPartPr>
              <p14:xfrm>
                <a:off x="6788662" y="4710056"/>
                <a:ext cx="36720" cy="66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80022" y="4701056"/>
                  <a:ext cx="5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14:cNvPr>
                <p14:cNvContentPartPr/>
                <p14:nvPr/>
              </p14:nvContentPartPr>
              <p14:xfrm>
                <a:off x="6754462" y="4584776"/>
                <a:ext cx="21960" cy="44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45462" y="4576136"/>
                  <a:ext cx="39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14:cNvPr>
                <p14:cNvContentPartPr/>
                <p14:nvPr/>
              </p14:nvContentPartPr>
              <p14:xfrm>
                <a:off x="6861382" y="4647416"/>
                <a:ext cx="69120" cy="127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52742" y="4638416"/>
                  <a:ext cx="86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300FE0F-0146-501A-266D-C46E520B52CE}"/>
              </a:ext>
            </a:extLst>
          </p:cNvPr>
          <p:cNvGrpSpPr/>
          <p:nvPr/>
        </p:nvGrpSpPr>
        <p:grpSpPr>
          <a:xfrm>
            <a:off x="7201582" y="4482536"/>
            <a:ext cx="1702440" cy="276840"/>
            <a:chOff x="7201582" y="4482536"/>
            <a:chExt cx="170244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14:cNvPr>
                <p14:cNvContentPartPr/>
                <p14:nvPr/>
              </p14:nvContentPartPr>
              <p14:xfrm>
                <a:off x="7201582" y="4637336"/>
                <a:ext cx="235800" cy="122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92582" y="4628336"/>
                  <a:ext cx="25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14:cNvPr>
                <p14:cNvContentPartPr/>
                <p14:nvPr/>
              </p14:nvContentPartPr>
              <p14:xfrm>
                <a:off x="7478062" y="4501256"/>
                <a:ext cx="267840" cy="231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69422" y="4492256"/>
                  <a:ext cx="285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14:cNvPr>
                <p14:cNvContentPartPr/>
                <p14:nvPr/>
              </p14:nvContentPartPr>
              <p14:xfrm>
                <a:off x="7803502" y="4662536"/>
                <a:ext cx="123480" cy="26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94502" y="4653536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14:cNvPr>
                <p14:cNvContentPartPr/>
                <p14:nvPr/>
              </p14:nvContentPartPr>
              <p14:xfrm>
                <a:off x="7995382" y="4636256"/>
                <a:ext cx="128160" cy="117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86742" y="4627256"/>
                  <a:ext cx="145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14:cNvPr>
                <p14:cNvContentPartPr/>
                <p14:nvPr/>
              </p14:nvContentPartPr>
              <p14:xfrm>
                <a:off x="8179702" y="4658936"/>
                <a:ext cx="141120" cy="75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71062" y="4650296"/>
                  <a:ext cx="15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14:cNvPr>
                <p14:cNvContentPartPr/>
                <p14:nvPr/>
              </p14:nvContentPartPr>
              <p14:xfrm>
                <a:off x="8250262" y="4491896"/>
                <a:ext cx="452160" cy="258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41262" y="4483256"/>
                  <a:ext cx="469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14:cNvPr>
                <p14:cNvContentPartPr/>
                <p14:nvPr/>
              </p14:nvContentPartPr>
              <p14:xfrm>
                <a:off x="8780182" y="4482536"/>
                <a:ext cx="123840" cy="262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71542" y="4473536"/>
                  <a:ext cx="14148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084458D-E2EC-5905-B6A6-F97129B61794}"/>
              </a:ext>
            </a:extLst>
          </p:cNvPr>
          <p:cNvGrpSpPr/>
          <p:nvPr/>
        </p:nvGrpSpPr>
        <p:grpSpPr>
          <a:xfrm>
            <a:off x="9138382" y="4442936"/>
            <a:ext cx="303480" cy="372960"/>
            <a:chOff x="9138382" y="4442936"/>
            <a:chExt cx="3034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14:cNvPr>
                <p14:cNvContentPartPr/>
                <p14:nvPr/>
              </p14:nvContentPartPr>
              <p14:xfrm>
                <a:off x="9189142" y="4667576"/>
                <a:ext cx="33480" cy="55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80502" y="4658576"/>
                  <a:ext cx="51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14:cNvPr>
                <p14:cNvContentPartPr/>
                <p14:nvPr/>
              </p14:nvContentPartPr>
              <p14:xfrm>
                <a:off x="9138382" y="4513856"/>
                <a:ext cx="5760" cy="10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29742" y="45052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14:cNvPr>
                <p14:cNvContentPartPr/>
                <p14:nvPr/>
              </p14:nvContentPartPr>
              <p14:xfrm>
                <a:off x="9286702" y="4442936"/>
                <a:ext cx="155160" cy="372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77702" y="4433936"/>
                  <a:ext cx="172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14:cNvPr>
                <p14:cNvContentPartPr/>
                <p14:nvPr/>
              </p14:nvContentPartPr>
              <p14:xfrm>
                <a:off x="9236302" y="4651736"/>
                <a:ext cx="141480" cy="32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27662" y="4643096"/>
                  <a:ext cx="1591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73B706F-943F-4A70-5FDD-6BF747ACA316}"/>
              </a:ext>
            </a:extLst>
          </p:cNvPr>
          <p:cNvGrpSpPr/>
          <p:nvPr/>
        </p:nvGrpSpPr>
        <p:grpSpPr>
          <a:xfrm>
            <a:off x="6453142" y="4955936"/>
            <a:ext cx="626760" cy="249480"/>
            <a:chOff x="6453142" y="4955936"/>
            <a:chExt cx="62676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14:cNvPr>
                <p14:cNvContentPartPr/>
                <p14:nvPr/>
              </p14:nvContentPartPr>
              <p14:xfrm>
                <a:off x="6453142" y="5055296"/>
                <a:ext cx="171000" cy="113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44502" y="5046296"/>
                  <a:ext cx="18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14:cNvPr>
                <p14:cNvContentPartPr/>
                <p14:nvPr/>
              </p14:nvContentPartPr>
              <p14:xfrm>
                <a:off x="6677782" y="4955936"/>
                <a:ext cx="135360" cy="245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68782" y="4946936"/>
                  <a:ext cx="153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14:cNvPr>
                <p14:cNvContentPartPr/>
                <p14:nvPr/>
              </p14:nvContentPartPr>
              <p14:xfrm>
                <a:off x="6804502" y="5078696"/>
                <a:ext cx="124560" cy="61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95502" y="5070056"/>
                  <a:ext cx="142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14:cNvPr>
                <p14:cNvContentPartPr/>
                <p14:nvPr/>
              </p14:nvContentPartPr>
              <p14:xfrm>
                <a:off x="6926902" y="4971776"/>
                <a:ext cx="153000" cy="233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18262" y="4963136"/>
                  <a:ext cx="17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FBD2E10-F250-40A8-80AB-71F6BE3C64C4}"/>
              </a:ext>
            </a:extLst>
          </p:cNvPr>
          <p:cNvGrpSpPr/>
          <p:nvPr/>
        </p:nvGrpSpPr>
        <p:grpSpPr>
          <a:xfrm>
            <a:off x="5064982" y="4918856"/>
            <a:ext cx="1202400" cy="335880"/>
            <a:chOff x="5064982" y="4918856"/>
            <a:chExt cx="120240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14:cNvPr>
                <p14:cNvContentPartPr/>
                <p14:nvPr/>
              </p14:nvContentPartPr>
              <p14:xfrm>
                <a:off x="5997022" y="5135216"/>
                <a:ext cx="148680" cy="11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988022" y="512621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14:cNvPr>
                <p14:cNvContentPartPr/>
                <p14:nvPr/>
              </p14:nvContentPartPr>
              <p14:xfrm>
                <a:off x="5971102" y="5055656"/>
                <a:ext cx="158760" cy="16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62462" y="5047016"/>
                  <a:ext cx="17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14:cNvPr>
                <p14:cNvContentPartPr/>
                <p14:nvPr/>
              </p14:nvContentPartPr>
              <p14:xfrm>
                <a:off x="6125542" y="5018216"/>
                <a:ext cx="141840" cy="180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16902" y="5009576"/>
                  <a:ext cx="159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14:cNvPr>
                <p14:cNvContentPartPr/>
                <p14:nvPr/>
              </p14:nvContentPartPr>
              <p14:xfrm>
                <a:off x="5836822" y="5008136"/>
                <a:ext cx="151560" cy="180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27822" y="4999136"/>
                  <a:ext cx="16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14:cNvPr>
                <p14:cNvContentPartPr/>
                <p14:nvPr/>
              </p14:nvContentPartPr>
              <p14:xfrm>
                <a:off x="5064982" y="5047016"/>
                <a:ext cx="183600" cy="207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55982" y="5038016"/>
                  <a:ext cx="20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14:cNvPr>
                <p14:cNvContentPartPr/>
                <p14:nvPr/>
              </p14:nvContentPartPr>
              <p14:xfrm>
                <a:off x="5252902" y="5026496"/>
                <a:ext cx="43560" cy="192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43902" y="5017856"/>
                  <a:ext cx="61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14:cNvPr>
                <p14:cNvContentPartPr/>
                <p14:nvPr/>
              </p14:nvContentPartPr>
              <p14:xfrm>
                <a:off x="5310502" y="5098856"/>
                <a:ext cx="123480" cy="122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01502" y="5090216"/>
                  <a:ext cx="141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14:cNvPr>
                <p14:cNvContentPartPr/>
                <p14:nvPr/>
              </p14:nvContentPartPr>
              <p14:xfrm>
                <a:off x="5412382" y="5007776"/>
                <a:ext cx="75960" cy="166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03742" y="4998776"/>
                  <a:ext cx="93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14:cNvPr>
                <p14:cNvContentPartPr/>
                <p14:nvPr/>
              </p14:nvContentPartPr>
              <p14:xfrm>
                <a:off x="5369542" y="4918856"/>
                <a:ext cx="10800" cy="151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60902" y="49098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14:cNvPr>
                <p14:cNvContentPartPr/>
                <p14:nvPr/>
              </p14:nvContentPartPr>
              <p14:xfrm>
                <a:off x="5443702" y="4944776"/>
                <a:ext cx="144720" cy="68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434702" y="4935776"/>
                  <a:ext cx="162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14:cNvPr>
                <p14:cNvContentPartPr/>
                <p14:nvPr/>
              </p14:nvContentPartPr>
              <p14:xfrm>
                <a:off x="5615782" y="4933256"/>
                <a:ext cx="105480" cy="286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06782" y="4924616"/>
                  <a:ext cx="12312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C0B0286-4F22-9237-4673-E547A440D981}"/>
              </a:ext>
            </a:extLst>
          </p:cNvPr>
          <p:cNvGrpSpPr/>
          <p:nvPr/>
        </p:nvGrpSpPr>
        <p:grpSpPr>
          <a:xfrm>
            <a:off x="7522342" y="4995536"/>
            <a:ext cx="222120" cy="223200"/>
            <a:chOff x="7522342" y="4995536"/>
            <a:chExt cx="222120" cy="22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14:cNvPr>
                <p14:cNvContentPartPr/>
                <p14:nvPr/>
              </p14:nvContentPartPr>
              <p14:xfrm>
                <a:off x="7570222" y="5130176"/>
                <a:ext cx="28440" cy="71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61222" y="5121176"/>
                  <a:ext cx="46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14:cNvPr>
                <p14:cNvContentPartPr/>
                <p14:nvPr/>
              </p14:nvContentPartPr>
              <p14:xfrm>
                <a:off x="7522342" y="4995536"/>
                <a:ext cx="5760" cy="10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13342" y="498689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14:cNvPr>
                <p14:cNvContentPartPr/>
                <p14:nvPr/>
              </p14:nvContentPartPr>
              <p14:xfrm>
                <a:off x="7634302" y="5071136"/>
                <a:ext cx="110160" cy="147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25302" y="5062496"/>
                  <a:ext cx="1278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CB3D3F0-2F39-3809-4476-451E06D5E5EE}"/>
              </a:ext>
            </a:extLst>
          </p:cNvPr>
          <p:cNvGrpSpPr/>
          <p:nvPr/>
        </p:nvGrpSpPr>
        <p:grpSpPr>
          <a:xfrm>
            <a:off x="7963342" y="4908776"/>
            <a:ext cx="546120" cy="292320"/>
            <a:chOff x="7963342" y="4908776"/>
            <a:chExt cx="5461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14:cNvPr>
                <p14:cNvContentPartPr/>
                <p14:nvPr/>
              </p14:nvContentPartPr>
              <p14:xfrm>
                <a:off x="7963342" y="5049536"/>
                <a:ext cx="254160" cy="151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54342" y="5040896"/>
                  <a:ext cx="27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14:cNvPr>
                <p14:cNvContentPartPr/>
                <p14:nvPr/>
              </p14:nvContentPartPr>
              <p14:xfrm>
                <a:off x="8237662" y="4908776"/>
                <a:ext cx="271800" cy="2800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228662" y="4900136"/>
                  <a:ext cx="28944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A516C4C-801F-9C29-086E-6C9C08E22672}"/>
              </a:ext>
            </a:extLst>
          </p:cNvPr>
          <p:cNvGrpSpPr/>
          <p:nvPr/>
        </p:nvGrpSpPr>
        <p:grpSpPr>
          <a:xfrm>
            <a:off x="8728342" y="4910216"/>
            <a:ext cx="586440" cy="282960"/>
            <a:chOff x="8728342" y="4910216"/>
            <a:chExt cx="58644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14:cNvPr>
                <p14:cNvContentPartPr/>
                <p14:nvPr/>
              </p14:nvContentPartPr>
              <p14:xfrm>
                <a:off x="8728342" y="5072216"/>
                <a:ext cx="367200" cy="101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19702" y="5063216"/>
                  <a:ext cx="384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14:cNvPr>
                <p14:cNvContentPartPr/>
                <p14:nvPr/>
              </p14:nvContentPartPr>
              <p14:xfrm>
                <a:off x="9170062" y="4910216"/>
                <a:ext cx="144720" cy="282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61062" y="4901216"/>
                  <a:ext cx="162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4D17797-221C-49F4-D17D-57C1245B88B7}"/>
              </a:ext>
            </a:extLst>
          </p:cNvPr>
          <p:cNvGrpSpPr/>
          <p:nvPr/>
        </p:nvGrpSpPr>
        <p:grpSpPr>
          <a:xfrm>
            <a:off x="9560302" y="5070776"/>
            <a:ext cx="779760" cy="129240"/>
            <a:chOff x="9560302" y="5070776"/>
            <a:chExt cx="77976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14:cNvPr>
                <p14:cNvContentPartPr/>
                <p14:nvPr/>
              </p14:nvContentPartPr>
              <p14:xfrm>
                <a:off x="9560302" y="5070776"/>
                <a:ext cx="163800" cy="124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551662" y="506177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14:cNvPr>
                <p14:cNvContentPartPr/>
                <p14:nvPr/>
              </p14:nvContentPartPr>
              <p14:xfrm>
                <a:off x="9733822" y="5077616"/>
                <a:ext cx="166680" cy="122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25182" y="5068616"/>
                  <a:ext cx="18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14:cNvPr>
                <p14:cNvContentPartPr/>
                <p14:nvPr/>
              </p14:nvContentPartPr>
              <p14:xfrm>
                <a:off x="9967102" y="5074736"/>
                <a:ext cx="372960" cy="109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58462" y="5065736"/>
                  <a:ext cx="390600" cy="12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91C5A4-9561-9BD8-290A-552164C07FE0}"/>
              </a:ext>
            </a:extLst>
          </p:cNvPr>
          <p:cNvGrpSpPr/>
          <p:nvPr/>
        </p:nvGrpSpPr>
        <p:grpSpPr>
          <a:xfrm>
            <a:off x="1726702" y="2117696"/>
            <a:ext cx="1609560" cy="304200"/>
            <a:chOff x="1726702" y="2117696"/>
            <a:chExt cx="160956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14:cNvPr>
                <p14:cNvContentPartPr/>
                <p14:nvPr/>
              </p14:nvContentPartPr>
              <p14:xfrm>
                <a:off x="1726702" y="2209856"/>
                <a:ext cx="123120" cy="134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7702" y="2200856"/>
                  <a:ext cx="140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14:cNvPr>
                <p14:cNvContentPartPr/>
                <p14:nvPr/>
              </p14:nvContentPartPr>
              <p14:xfrm>
                <a:off x="1877542" y="2259176"/>
                <a:ext cx="171360" cy="162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8902" y="2250536"/>
                  <a:ext cx="189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14:cNvPr>
                <p14:cNvContentPartPr/>
                <p14:nvPr/>
              </p14:nvContentPartPr>
              <p14:xfrm>
                <a:off x="2083822" y="2262776"/>
                <a:ext cx="276480" cy="46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4822" y="2253776"/>
                  <a:ext cx="294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14:cNvPr>
                <p14:cNvContentPartPr/>
                <p14:nvPr/>
              </p14:nvContentPartPr>
              <p14:xfrm>
                <a:off x="2424022" y="2252696"/>
                <a:ext cx="212760" cy="48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5382" y="2243696"/>
                  <a:ext cx="230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14:cNvPr>
                <p14:cNvContentPartPr/>
                <p14:nvPr/>
              </p14:nvContentPartPr>
              <p14:xfrm>
                <a:off x="2709862" y="2234336"/>
                <a:ext cx="138600" cy="89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1222" y="2225696"/>
                  <a:ext cx="15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14:cNvPr>
                <p14:cNvContentPartPr/>
                <p14:nvPr/>
              </p14:nvContentPartPr>
              <p14:xfrm>
                <a:off x="2870782" y="2120936"/>
                <a:ext cx="90000" cy="20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1782" y="2112296"/>
                  <a:ext cx="107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14:cNvPr>
                <p14:cNvContentPartPr/>
                <p14:nvPr/>
              </p14:nvContentPartPr>
              <p14:xfrm>
                <a:off x="2809942" y="2258096"/>
                <a:ext cx="177840" cy="49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0942" y="2249456"/>
                  <a:ext cx="195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14:cNvPr>
                <p14:cNvContentPartPr/>
                <p14:nvPr/>
              </p14:nvContentPartPr>
              <p14:xfrm>
                <a:off x="2976982" y="2221376"/>
                <a:ext cx="151560" cy="86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7982" y="2212376"/>
                  <a:ext cx="16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14:cNvPr>
                <p14:cNvContentPartPr/>
                <p14:nvPr/>
              </p14:nvContentPartPr>
              <p14:xfrm>
                <a:off x="3064102" y="2117696"/>
                <a:ext cx="3600" cy="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55102" y="2108696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14:cNvPr>
                <p14:cNvContentPartPr/>
                <p14:nvPr/>
              </p14:nvContentPartPr>
              <p14:xfrm>
                <a:off x="3219622" y="2216696"/>
                <a:ext cx="116640" cy="113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10982" y="2207696"/>
                  <a:ext cx="134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C8A367-AB66-142D-A5AE-2112A56D575E}"/>
              </a:ext>
            </a:extLst>
          </p:cNvPr>
          <p:cNvGrpSpPr/>
          <p:nvPr/>
        </p:nvGrpSpPr>
        <p:grpSpPr>
          <a:xfrm>
            <a:off x="6485182" y="2140016"/>
            <a:ext cx="2334240" cy="322200"/>
            <a:chOff x="6485182" y="2140016"/>
            <a:chExt cx="23342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14:cNvPr>
                <p14:cNvContentPartPr/>
                <p14:nvPr/>
              </p14:nvContentPartPr>
              <p14:xfrm>
                <a:off x="6485182" y="2215616"/>
                <a:ext cx="189000" cy="102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76542" y="2206976"/>
                  <a:ext cx="206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14:cNvPr>
                <p14:cNvContentPartPr/>
                <p14:nvPr/>
              </p14:nvContentPartPr>
              <p14:xfrm>
                <a:off x="6740782" y="2261336"/>
                <a:ext cx="176400" cy="55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2142" y="2252696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14:cNvPr>
                <p14:cNvContentPartPr/>
                <p14:nvPr/>
              </p14:nvContentPartPr>
              <p14:xfrm>
                <a:off x="6932302" y="2152976"/>
                <a:ext cx="205920" cy="19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302" y="2143976"/>
                  <a:ext cx="223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14:cNvPr>
                <p14:cNvContentPartPr/>
                <p14:nvPr/>
              </p14:nvContentPartPr>
              <p14:xfrm>
                <a:off x="7056502" y="2140016"/>
                <a:ext cx="9000" cy="1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47862" y="2131016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14:cNvPr>
                <p14:cNvContentPartPr/>
                <p14:nvPr/>
              </p14:nvContentPartPr>
              <p14:xfrm>
                <a:off x="7238302" y="2184656"/>
                <a:ext cx="134280" cy="11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9302" y="2176016"/>
                  <a:ext cx="151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14:cNvPr>
                <p14:cNvContentPartPr/>
                <p14:nvPr/>
              </p14:nvContentPartPr>
              <p14:xfrm>
                <a:off x="7407502" y="2253776"/>
                <a:ext cx="174240" cy="20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8502" y="2245136"/>
                  <a:ext cx="19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14:cNvPr>
                <p14:cNvContentPartPr/>
                <p14:nvPr/>
              </p14:nvContentPartPr>
              <p14:xfrm>
                <a:off x="7607302" y="2260256"/>
                <a:ext cx="260640" cy="6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98302" y="2251256"/>
                  <a:ext cx="278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14:cNvPr>
                <p14:cNvContentPartPr/>
                <p14:nvPr/>
              </p14:nvContentPartPr>
              <p14:xfrm>
                <a:off x="7937062" y="2244776"/>
                <a:ext cx="215640" cy="6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28062" y="2236136"/>
                  <a:ext cx="233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14:cNvPr>
                <p14:cNvContentPartPr/>
                <p14:nvPr/>
              </p14:nvContentPartPr>
              <p14:xfrm>
                <a:off x="8233342" y="2235056"/>
                <a:ext cx="107640" cy="104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4702" y="222641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14:cNvPr>
                <p14:cNvContentPartPr/>
                <p14:nvPr/>
              </p14:nvContentPartPr>
              <p14:xfrm>
                <a:off x="8346382" y="2152976"/>
                <a:ext cx="73080" cy="22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7382" y="2143976"/>
                  <a:ext cx="90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14:cNvPr>
                <p14:cNvContentPartPr/>
                <p14:nvPr/>
              </p14:nvContentPartPr>
              <p14:xfrm>
                <a:off x="8344942" y="2281496"/>
                <a:ext cx="81720" cy="36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35942" y="2272856"/>
                  <a:ext cx="99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14:cNvPr>
                <p14:cNvContentPartPr/>
                <p14:nvPr/>
              </p14:nvContentPartPr>
              <p14:xfrm>
                <a:off x="8457982" y="2248016"/>
                <a:ext cx="60840" cy="8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9342" y="2239376"/>
                  <a:ext cx="78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14:cNvPr>
                <p14:cNvContentPartPr/>
                <p14:nvPr/>
              </p14:nvContentPartPr>
              <p14:xfrm>
                <a:off x="8596222" y="2291216"/>
                <a:ext cx="33480" cy="58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87582" y="2282216"/>
                  <a:ext cx="51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14:cNvPr>
                <p14:cNvContentPartPr/>
                <p14:nvPr/>
              </p14:nvContentPartPr>
              <p14:xfrm>
                <a:off x="8553742" y="2156936"/>
                <a:ext cx="5760" cy="19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44742" y="214829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14:cNvPr>
                <p14:cNvContentPartPr/>
                <p14:nvPr/>
              </p14:nvContentPartPr>
              <p14:xfrm>
                <a:off x="8718622" y="2257016"/>
                <a:ext cx="100800" cy="9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09982" y="2248376"/>
                  <a:ext cx="1184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59D992B-237E-737C-5C1D-BC3E9B5906E2}"/>
              </a:ext>
            </a:extLst>
          </p:cNvPr>
          <p:cNvGrpSpPr/>
          <p:nvPr/>
        </p:nvGrpSpPr>
        <p:grpSpPr>
          <a:xfrm>
            <a:off x="1808422" y="1074416"/>
            <a:ext cx="1450800" cy="330120"/>
            <a:chOff x="1808422" y="1074416"/>
            <a:chExt cx="145080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14:cNvPr>
                <p14:cNvContentPartPr/>
                <p14:nvPr/>
              </p14:nvContentPartPr>
              <p14:xfrm>
                <a:off x="1861342" y="1158656"/>
                <a:ext cx="60480" cy="14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52702" y="1150016"/>
                  <a:ext cx="78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14:cNvPr>
                <p14:cNvContentPartPr/>
                <p14:nvPr/>
              </p14:nvContentPartPr>
              <p14:xfrm>
                <a:off x="1808422" y="1206536"/>
                <a:ext cx="132120" cy="4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99782" y="1197896"/>
                  <a:ext cx="149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14:cNvPr>
                <p14:cNvContentPartPr/>
                <p14:nvPr/>
              </p14:nvContentPartPr>
              <p14:xfrm>
                <a:off x="1950982" y="1206536"/>
                <a:ext cx="169920" cy="198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41982" y="1197896"/>
                  <a:ext cx="18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14:cNvPr>
                <p14:cNvContentPartPr/>
                <p14:nvPr/>
              </p14:nvContentPartPr>
              <p14:xfrm>
                <a:off x="2101462" y="1168376"/>
                <a:ext cx="122040" cy="169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92822" y="1159376"/>
                  <a:ext cx="139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14:cNvPr>
                <p14:cNvContentPartPr/>
                <p14:nvPr/>
              </p14:nvContentPartPr>
              <p14:xfrm>
                <a:off x="2275342" y="1153616"/>
                <a:ext cx="189360" cy="128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66342" y="1144976"/>
                  <a:ext cx="20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14:cNvPr>
                <p14:cNvContentPartPr/>
                <p14:nvPr/>
              </p14:nvContentPartPr>
              <p14:xfrm>
                <a:off x="2668462" y="1164056"/>
                <a:ext cx="53280" cy="10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9822" y="1155416"/>
                  <a:ext cx="70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14:cNvPr>
                <p14:cNvContentPartPr/>
                <p14:nvPr/>
              </p14:nvContentPartPr>
              <p14:xfrm>
                <a:off x="2582422" y="1090976"/>
                <a:ext cx="102600" cy="2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3422" y="1081976"/>
                  <a:ext cx="12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14:cNvPr>
                <p14:cNvContentPartPr/>
                <p14:nvPr/>
              </p14:nvContentPartPr>
              <p14:xfrm>
                <a:off x="2691142" y="1275656"/>
                <a:ext cx="95040" cy="5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142" y="1267016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14:cNvPr>
                <p14:cNvContentPartPr/>
                <p14:nvPr/>
              </p14:nvContentPartPr>
              <p14:xfrm>
                <a:off x="2887702" y="1323536"/>
                <a:ext cx="31320" cy="5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8702" y="1314896"/>
                  <a:ext cx="48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14:cNvPr>
                <p14:cNvContentPartPr/>
                <p14:nvPr/>
              </p14:nvContentPartPr>
              <p14:xfrm>
                <a:off x="3083182" y="1142816"/>
                <a:ext cx="57240" cy="111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4542" y="1134176"/>
                  <a:ext cx="74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14:cNvPr>
                <p14:cNvContentPartPr/>
                <p14:nvPr/>
              </p14:nvContentPartPr>
              <p14:xfrm>
                <a:off x="3136462" y="1164056"/>
                <a:ext cx="82440" cy="11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27462" y="1155416"/>
                  <a:ext cx="100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14:cNvPr>
                <p14:cNvContentPartPr/>
                <p14:nvPr/>
              </p14:nvContentPartPr>
              <p14:xfrm>
                <a:off x="2973382" y="1074416"/>
                <a:ext cx="237960" cy="52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64742" y="1065416"/>
                  <a:ext cx="25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14:cNvPr>
                <p14:cNvContentPartPr/>
                <p14:nvPr/>
              </p14:nvContentPartPr>
              <p14:xfrm>
                <a:off x="3084262" y="1323896"/>
                <a:ext cx="174960" cy="1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75262" y="1315256"/>
                  <a:ext cx="1926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14:cNvPr>
              <p14:cNvContentPartPr/>
              <p14:nvPr/>
            </p14:nvContentPartPr>
            <p14:xfrm>
              <a:off x="1828582" y="1121576"/>
              <a:ext cx="2160" cy="2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19942" y="1112576"/>
                <a:ext cx="198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9F5D083-999B-E727-D60C-9B338778B0D5}"/>
              </a:ext>
            </a:extLst>
          </p:cNvPr>
          <p:cNvGrpSpPr/>
          <p:nvPr/>
        </p:nvGrpSpPr>
        <p:grpSpPr>
          <a:xfrm>
            <a:off x="3567022" y="1072976"/>
            <a:ext cx="512640" cy="202320"/>
            <a:chOff x="3567022" y="1072976"/>
            <a:chExt cx="51264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14:cNvPr>
                <p14:cNvContentPartPr/>
                <p14:nvPr/>
              </p14:nvContentPartPr>
              <p14:xfrm>
                <a:off x="3629302" y="1148216"/>
                <a:ext cx="42840" cy="109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20302" y="1139216"/>
                  <a:ext cx="60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14:cNvPr>
                <p14:cNvContentPartPr/>
                <p14:nvPr/>
              </p14:nvContentPartPr>
              <p14:xfrm>
                <a:off x="3567022" y="1102496"/>
                <a:ext cx="140040" cy="29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58382" y="1093856"/>
                  <a:ext cx="157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14:cNvPr>
                <p14:cNvContentPartPr/>
                <p14:nvPr/>
              </p14:nvContentPartPr>
              <p14:xfrm>
                <a:off x="3630742" y="1177736"/>
                <a:ext cx="77760" cy="2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2102" y="1168736"/>
                  <a:ext cx="9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14:cNvPr>
                <p14:cNvContentPartPr/>
                <p14:nvPr/>
              </p14:nvContentPartPr>
              <p14:xfrm>
                <a:off x="3795622" y="1169456"/>
                <a:ext cx="44280" cy="10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86982" y="1160456"/>
                  <a:ext cx="61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14:cNvPr>
                <p14:cNvContentPartPr/>
                <p14:nvPr/>
              </p14:nvContentPartPr>
              <p14:xfrm>
                <a:off x="3847822" y="1072976"/>
                <a:ext cx="231840" cy="171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39182" y="1064336"/>
                  <a:ext cx="24948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8337643-3854-5E36-3872-D5F0A62F1035}"/>
              </a:ext>
            </a:extLst>
          </p:cNvPr>
          <p:cNvGrpSpPr/>
          <p:nvPr/>
        </p:nvGrpSpPr>
        <p:grpSpPr>
          <a:xfrm>
            <a:off x="7398862" y="1079096"/>
            <a:ext cx="615600" cy="374400"/>
            <a:chOff x="7398862" y="1079096"/>
            <a:chExt cx="61560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14:cNvPr>
                <p14:cNvContentPartPr/>
                <p14:nvPr/>
              </p14:nvContentPartPr>
              <p14:xfrm>
                <a:off x="7405342" y="1079096"/>
                <a:ext cx="91080" cy="20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6702" y="1070096"/>
                  <a:ext cx="10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14:cNvPr>
                <p14:cNvContentPartPr/>
                <p14:nvPr/>
              </p14:nvContentPartPr>
              <p14:xfrm>
                <a:off x="7398862" y="1188536"/>
                <a:ext cx="759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0222" y="1179536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14:cNvPr>
                <p14:cNvContentPartPr/>
                <p14:nvPr/>
              </p14:nvContentPartPr>
              <p14:xfrm>
                <a:off x="7569502" y="1216976"/>
                <a:ext cx="172080" cy="236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60502" y="1207976"/>
                  <a:ext cx="189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14:cNvPr>
                <p14:cNvContentPartPr/>
                <p14:nvPr/>
              </p14:nvContentPartPr>
              <p14:xfrm>
                <a:off x="7746622" y="1202576"/>
                <a:ext cx="267840" cy="14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37982" y="1193576"/>
                  <a:ext cx="285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9B50E40-0ECF-CB91-3DF4-21315D04790A}"/>
              </a:ext>
            </a:extLst>
          </p:cNvPr>
          <p:cNvGrpSpPr/>
          <p:nvPr/>
        </p:nvGrpSpPr>
        <p:grpSpPr>
          <a:xfrm>
            <a:off x="8244502" y="1046336"/>
            <a:ext cx="814680" cy="300600"/>
            <a:chOff x="8244502" y="1046336"/>
            <a:chExt cx="8146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14:cNvPr>
                <p14:cNvContentPartPr/>
                <p14:nvPr/>
              </p14:nvContentPartPr>
              <p14:xfrm>
                <a:off x="8291662" y="1116176"/>
                <a:ext cx="51480" cy="10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2662" y="1107536"/>
                  <a:ext cx="69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14:cNvPr>
                <p14:cNvContentPartPr/>
                <p14:nvPr/>
              </p14:nvContentPartPr>
              <p14:xfrm>
                <a:off x="8376982" y="1137416"/>
                <a:ext cx="46440" cy="79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8342" y="1128776"/>
                  <a:ext cx="64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14:cNvPr>
                <p14:cNvContentPartPr/>
                <p14:nvPr/>
              </p14:nvContentPartPr>
              <p14:xfrm>
                <a:off x="8457982" y="1153616"/>
                <a:ext cx="37800" cy="79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49342" y="1144616"/>
                  <a:ext cx="5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14:cNvPr>
                <p14:cNvContentPartPr/>
                <p14:nvPr/>
              </p14:nvContentPartPr>
              <p14:xfrm>
                <a:off x="8244502" y="1046336"/>
                <a:ext cx="219240" cy="27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5502" y="1037696"/>
                  <a:ext cx="236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14:cNvPr>
                <p14:cNvContentPartPr/>
                <p14:nvPr/>
              </p14:nvContentPartPr>
              <p14:xfrm>
                <a:off x="8366542" y="1260536"/>
                <a:ext cx="192960" cy="1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7542" y="1251536"/>
                  <a:ext cx="210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14:cNvPr>
                <p14:cNvContentPartPr/>
                <p14:nvPr/>
              </p14:nvContentPartPr>
              <p14:xfrm>
                <a:off x="8658862" y="1296896"/>
                <a:ext cx="60120" cy="50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49862" y="1288256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14:cNvPr>
                <p14:cNvContentPartPr/>
                <p14:nvPr/>
              </p14:nvContentPartPr>
              <p14:xfrm>
                <a:off x="8814382" y="1132016"/>
                <a:ext cx="51840" cy="106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05382" y="1123376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14:cNvPr>
                <p14:cNvContentPartPr/>
                <p14:nvPr/>
              </p14:nvContentPartPr>
              <p14:xfrm>
                <a:off x="8915182" y="1106816"/>
                <a:ext cx="108000" cy="12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06542" y="1097816"/>
                  <a:ext cx="12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14:cNvPr>
                <p14:cNvContentPartPr/>
                <p14:nvPr/>
              </p14:nvContentPartPr>
              <p14:xfrm>
                <a:off x="8774422" y="1046696"/>
                <a:ext cx="199800" cy="11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65422" y="1037696"/>
                  <a:ext cx="21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14:cNvPr>
                <p14:cNvContentPartPr/>
                <p14:nvPr/>
              </p14:nvContentPartPr>
              <p14:xfrm>
                <a:off x="8879902" y="1265216"/>
                <a:ext cx="179280" cy="24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70902" y="1256216"/>
                  <a:ext cx="196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889985A-4106-626C-A161-3A1DA5EE451D}"/>
              </a:ext>
            </a:extLst>
          </p:cNvPr>
          <p:cNvGrpSpPr/>
          <p:nvPr/>
        </p:nvGrpSpPr>
        <p:grpSpPr>
          <a:xfrm>
            <a:off x="9441502" y="1075496"/>
            <a:ext cx="473760" cy="196200"/>
            <a:chOff x="9441502" y="1075496"/>
            <a:chExt cx="47376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14:cNvPr>
                <p14:cNvContentPartPr/>
                <p14:nvPr/>
              </p14:nvContentPartPr>
              <p14:xfrm>
                <a:off x="9469942" y="1121576"/>
                <a:ext cx="56520" cy="150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1302" y="1112576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14:cNvPr>
                <p14:cNvContentPartPr/>
                <p14:nvPr/>
              </p14:nvContentPartPr>
              <p14:xfrm>
                <a:off x="9441502" y="1075496"/>
                <a:ext cx="109080" cy="46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2862" y="1066496"/>
                  <a:ext cx="126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14:cNvPr>
                <p14:cNvContentPartPr/>
                <p14:nvPr/>
              </p14:nvContentPartPr>
              <p14:xfrm>
                <a:off x="9478582" y="1179896"/>
                <a:ext cx="79200" cy="1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69942" y="1170896"/>
                  <a:ext cx="96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14:cNvPr>
                <p14:cNvContentPartPr/>
                <p14:nvPr/>
              </p14:nvContentPartPr>
              <p14:xfrm>
                <a:off x="9627622" y="1169456"/>
                <a:ext cx="45720" cy="100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18622" y="1160456"/>
                  <a:ext cx="63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14:cNvPr>
                <p14:cNvContentPartPr/>
                <p14:nvPr/>
              </p14:nvContentPartPr>
              <p14:xfrm>
                <a:off x="9680902" y="1094216"/>
                <a:ext cx="234360" cy="158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72262" y="1085576"/>
                  <a:ext cx="252000" cy="17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0919449-A197-926B-C3A6-907220F7CD32}"/>
              </a:ext>
            </a:extLst>
          </p:cNvPr>
          <p:cNvGrpSpPr/>
          <p:nvPr/>
        </p:nvGrpSpPr>
        <p:grpSpPr>
          <a:xfrm>
            <a:off x="681622" y="504896"/>
            <a:ext cx="1615320" cy="400320"/>
            <a:chOff x="681622" y="504896"/>
            <a:chExt cx="161532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14:cNvPr>
                <p14:cNvContentPartPr/>
                <p14:nvPr/>
              </p14:nvContentPartPr>
              <p14:xfrm>
                <a:off x="681622" y="515336"/>
                <a:ext cx="151920" cy="165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2622" y="506336"/>
                  <a:ext cx="169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14:cNvPr>
                <p14:cNvContentPartPr/>
                <p14:nvPr/>
              </p14:nvContentPartPr>
              <p14:xfrm>
                <a:off x="897622" y="627296"/>
                <a:ext cx="190440" cy="20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8622" y="618296"/>
                  <a:ext cx="208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14:cNvPr>
                <p14:cNvContentPartPr/>
                <p14:nvPr/>
              </p14:nvContentPartPr>
              <p14:xfrm>
                <a:off x="1105702" y="631256"/>
                <a:ext cx="244800" cy="7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6702" y="622256"/>
                  <a:ext cx="262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14:cNvPr>
                <p14:cNvContentPartPr/>
                <p14:nvPr/>
              </p14:nvContentPartPr>
              <p14:xfrm>
                <a:off x="1376782" y="643856"/>
                <a:ext cx="230760" cy="6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7782" y="635216"/>
                  <a:ext cx="248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14:cNvPr>
                <p14:cNvContentPartPr/>
                <p14:nvPr/>
              </p14:nvContentPartPr>
              <p14:xfrm>
                <a:off x="1675222" y="620096"/>
                <a:ext cx="166680" cy="9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6582" y="611096"/>
                  <a:ext cx="184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14:cNvPr>
                <p14:cNvContentPartPr/>
                <p14:nvPr/>
              </p14:nvContentPartPr>
              <p14:xfrm>
                <a:off x="1865662" y="504896"/>
                <a:ext cx="72720" cy="22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7022" y="495896"/>
                  <a:ext cx="90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14:cNvPr>
                <p14:cNvContentPartPr/>
                <p14:nvPr/>
              </p14:nvContentPartPr>
              <p14:xfrm>
                <a:off x="1823182" y="658256"/>
                <a:ext cx="133200" cy="2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4542" y="649256"/>
                  <a:ext cx="150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14:cNvPr>
                <p14:cNvContentPartPr/>
                <p14:nvPr/>
              </p14:nvContentPartPr>
              <p14:xfrm>
                <a:off x="1998142" y="597776"/>
                <a:ext cx="45720" cy="9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9142" y="588776"/>
                  <a:ext cx="63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14:cNvPr>
                <p14:cNvContentPartPr/>
                <p14:nvPr/>
              </p14:nvContentPartPr>
              <p14:xfrm>
                <a:off x="2166262" y="627296"/>
                <a:ext cx="130680" cy="277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7262" y="618296"/>
                  <a:ext cx="1483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108A88-31BD-1D9E-F21C-1F2E20E9D5C4}"/>
              </a:ext>
            </a:extLst>
          </p:cNvPr>
          <p:cNvGrpSpPr/>
          <p:nvPr/>
        </p:nvGrpSpPr>
        <p:grpSpPr>
          <a:xfrm>
            <a:off x="2592142" y="530096"/>
            <a:ext cx="757080" cy="336240"/>
            <a:chOff x="2592142" y="530096"/>
            <a:chExt cx="75708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14:cNvPr>
                <p14:cNvContentPartPr/>
                <p14:nvPr/>
              </p14:nvContentPartPr>
              <p14:xfrm>
                <a:off x="2592142" y="615056"/>
                <a:ext cx="201600" cy="251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3142" y="606056"/>
                  <a:ext cx="219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14:cNvPr>
                <p14:cNvContentPartPr/>
                <p14:nvPr/>
              </p14:nvContentPartPr>
              <p14:xfrm>
                <a:off x="2849182" y="669776"/>
                <a:ext cx="10080" cy="58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0542" y="660776"/>
                  <a:ext cx="27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14:cNvPr>
                <p14:cNvContentPartPr/>
                <p14:nvPr/>
              </p14:nvContentPartPr>
              <p14:xfrm>
                <a:off x="2822902" y="530096"/>
                <a:ext cx="360" cy="36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902" y="52145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14:cNvPr>
                <p14:cNvContentPartPr/>
                <p14:nvPr/>
              </p14:nvContentPartPr>
              <p14:xfrm>
                <a:off x="2944942" y="644576"/>
                <a:ext cx="101520" cy="8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6302" y="635936"/>
                  <a:ext cx="119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14:cNvPr>
                <p14:cNvContentPartPr/>
                <p14:nvPr/>
              </p14:nvContentPartPr>
              <p14:xfrm>
                <a:off x="3151582" y="615056"/>
                <a:ext cx="96120" cy="103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2942" y="606056"/>
                  <a:ext cx="113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14:cNvPr>
                <p14:cNvContentPartPr/>
                <p14:nvPr/>
              </p14:nvContentPartPr>
              <p14:xfrm>
                <a:off x="3281542" y="589856"/>
                <a:ext cx="67680" cy="123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2902" y="581216"/>
                  <a:ext cx="853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88186EB-9ADD-6105-FE55-8175237AA72B}"/>
              </a:ext>
            </a:extLst>
          </p:cNvPr>
          <p:cNvGrpSpPr/>
          <p:nvPr/>
        </p:nvGrpSpPr>
        <p:grpSpPr>
          <a:xfrm>
            <a:off x="3747742" y="372416"/>
            <a:ext cx="2820960" cy="442800"/>
            <a:chOff x="3747742" y="372416"/>
            <a:chExt cx="282096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14:cNvPr>
                <p14:cNvContentPartPr/>
                <p14:nvPr/>
              </p14:nvContentPartPr>
              <p14:xfrm>
                <a:off x="3747742" y="563216"/>
                <a:ext cx="487080" cy="25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8742" y="554216"/>
                  <a:ext cx="50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14:cNvPr>
                <p14:cNvContentPartPr/>
                <p14:nvPr/>
              </p14:nvContentPartPr>
              <p14:xfrm>
                <a:off x="4295302" y="568256"/>
                <a:ext cx="290880" cy="134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6662" y="559256"/>
                  <a:ext cx="308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14:cNvPr>
                <p14:cNvContentPartPr/>
                <p14:nvPr/>
              </p14:nvContentPartPr>
              <p14:xfrm>
                <a:off x="4581502" y="414896"/>
                <a:ext cx="294480" cy="266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2862" y="406256"/>
                  <a:ext cx="312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14:cNvPr>
                <p14:cNvContentPartPr/>
                <p14:nvPr/>
              </p14:nvContentPartPr>
              <p14:xfrm>
                <a:off x="4800382" y="453776"/>
                <a:ext cx="20160" cy="50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1742" y="444776"/>
                  <a:ext cx="37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14:cNvPr>
                <p14:cNvContentPartPr/>
                <p14:nvPr/>
              </p14:nvContentPartPr>
              <p14:xfrm>
                <a:off x="4922782" y="519296"/>
                <a:ext cx="246600" cy="18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3782" y="510296"/>
                  <a:ext cx="264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14:cNvPr>
                <p14:cNvContentPartPr/>
                <p14:nvPr/>
              </p14:nvContentPartPr>
              <p14:xfrm>
                <a:off x="5028982" y="619736"/>
                <a:ext cx="13536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20342" y="610736"/>
                  <a:ext cx="153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14:cNvPr>
                <p14:cNvContentPartPr/>
                <p14:nvPr/>
              </p14:nvContentPartPr>
              <p14:xfrm>
                <a:off x="5098102" y="541616"/>
                <a:ext cx="218160" cy="13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9462" y="532976"/>
                  <a:ext cx="235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14:cNvPr>
                <p14:cNvContentPartPr/>
                <p14:nvPr/>
              </p14:nvContentPartPr>
              <p14:xfrm>
                <a:off x="5360902" y="434336"/>
                <a:ext cx="133560" cy="240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52262" y="425336"/>
                  <a:ext cx="151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14:cNvPr>
                <p14:cNvContentPartPr/>
                <p14:nvPr/>
              </p14:nvContentPartPr>
              <p14:xfrm>
                <a:off x="5650702" y="372416"/>
                <a:ext cx="216720" cy="30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1702" y="363776"/>
                  <a:ext cx="234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14:cNvPr>
                <p14:cNvContentPartPr/>
                <p14:nvPr/>
              </p14:nvContentPartPr>
              <p14:xfrm>
                <a:off x="5773462" y="413456"/>
                <a:ext cx="5760" cy="30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64462" y="404816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14:cNvPr>
                <p14:cNvContentPartPr/>
                <p14:nvPr/>
              </p14:nvContentPartPr>
              <p14:xfrm>
                <a:off x="5916742" y="571856"/>
                <a:ext cx="151920" cy="5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8102" y="562856"/>
                  <a:ext cx="169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14:cNvPr>
                <p14:cNvContentPartPr/>
                <p14:nvPr/>
              </p14:nvContentPartPr>
              <p14:xfrm>
                <a:off x="6113662" y="525776"/>
                <a:ext cx="189360" cy="122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04662" y="516776"/>
                  <a:ext cx="20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14:cNvPr>
                <p14:cNvContentPartPr/>
                <p14:nvPr/>
              </p14:nvContentPartPr>
              <p14:xfrm>
                <a:off x="6329662" y="482216"/>
                <a:ext cx="239040" cy="172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0662" y="473216"/>
                  <a:ext cx="2566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EDAE8D-4D89-B5D3-7216-A7E070D5DE08}"/>
              </a:ext>
            </a:extLst>
          </p:cNvPr>
          <p:cNvGrpSpPr/>
          <p:nvPr/>
        </p:nvGrpSpPr>
        <p:grpSpPr>
          <a:xfrm>
            <a:off x="6816742" y="424616"/>
            <a:ext cx="774360" cy="378720"/>
            <a:chOff x="6816742" y="424616"/>
            <a:chExt cx="77436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14:cNvPr>
                <p14:cNvContentPartPr/>
                <p14:nvPr/>
              </p14:nvContentPartPr>
              <p14:xfrm>
                <a:off x="6816742" y="557816"/>
                <a:ext cx="142560" cy="245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8102" y="548816"/>
                  <a:ext cx="160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14:cNvPr>
                <p14:cNvContentPartPr/>
                <p14:nvPr/>
              </p14:nvContentPartPr>
              <p14:xfrm>
                <a:off x="6921502" y="424616"/>
                <a:ext cx="273600" cy="24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12862" y="415976"/>
                  <a:ext cx="291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14:cNvPr>
                <p14:cNvContentPartPr/>
                <p14:nvPr/>
              </p14:nvContentPartPr>
              <p14:xfrm>
                <a:off x="7164862" y="536936"/>
                <a:ext cx="109440" cy="116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6222" y="527936"/>
                  <a:ext cx="127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14:cNvPr>
                <p14:cNvContentPartPr/>
                <p14:nvPr/>
              </p14:nvContentPartPr>
              <p14:xfrm>
                <a:off x="7339462" y="513176"/>
                <a:ext cx="251640" cy="161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30822" y="504176"/>
                  <a:ext cx="2692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6C7D9FB-E996-7F7E-B52C-445FA8F01975}"/>
              </a:ext>
            </a:extLst>
          </p:cNvPr>
          <p:cNvGrpSpPr/>
          <p:nvPr/>
        </p:nvGrpSpPr>
        <p:grpSpPr>
          <a:xfrm>
            <a:off x="716542" y="1250816"/>
            <a:ext cx="418680" cy="265320"/>
            <a:chOff x="716542" y="1250816"/>
            <a:chExt cx="41868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14:cNvPr>
                <p14:cNvContentPartPr/>
                <p14:nvPr/>
              </p14:nvContentPartPr>
              <p14:xfrm>
                <a:off x="716542" y="1250816"/>
                <a:ext cx="153000" cy="265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902" y="1242176"/>
                  <a:ext cx="170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14:cNvPr>
                <p14:cNvContentPartPr/>
                <p14:nvPr/>
              </p14:nvContentPartPr>
              <p14:xfrm>
                <a:off x="882142" y="1383656"/>
                <a:ext cx="160920" cy="10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3502" y="1375016"/>
                  <a:ext cx="17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14:cNvPr>
                <p14:cNvContentPartPr/>
                <p14:nvPr/>
              </p14:nvContentPartPr>
              <p14:xfrm>
                <a:off x="1015342" y="1283576"/>
                <a:ext cx="119880" cy="21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342" y="1274576"/>
                  <a:ext cx="137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14:cNvPr>
                <p14:cNvContentPartPr/>
                <p14:nvPr/>
              </p14:nvContentPartPr>
              <p14:xfrm>
                <a:off x="1047022" y="1391576"/>
                <a:ext cx="85320" cy="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8382" y="1382576"/>
                  <a:ext cx="1029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C1FD11-55AD-E944-9D46-05D8837F3E78}"/>
              </a:ext>
            </a:extLst>
          </p:cNvPr>
          <p:cNvGrpSpPr/>
          <p:nvPr/>
        </p:nvGrpSpPr>
        <p:grpSpPr>
          <a:xfrm>
            <a:off x="1440502" y="1249016"/>
            <a:ext cx="882720" cy="278280"/>
            <a:chOff x="1440502" y="1249016"/>
            <a:chExt cx="8827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14:cNvPr>
                <p14:cNvContentPartPr/>
                <p14:nvPr/>
              </p14:nvContentPartPr>
              <p14:xfrm>
                <a:off x="1440502" y="1254416"/>
                <a:ext cx="213480" cy="24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31862" y="1245776"/>
                  <a:ext cx="231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14:cNvPr>
                <p14:cNvContentPartPr/>
                <p14:nvPr/>
              </p14:nvContentPartPr>
              <p14:xfrm>
                <a:off x="1669102" y="1252976"/>
                <a:ext cx="178560" cy="26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60102" y="1243976"/>
                  <a:ext cx="196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14:cNvPr>
                <p14:cNvContentPartPr/>
                <p14:nvPr/>
              </p14:nvContentPartPr>
              <p14:xfrm>
                <a:off x="1828582" y="1403816"/>
                <a:ext cx="185040" cy="6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19582" y="1394816"/>
                  <a:ext cx="20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14:cNvPr>
                <p14:cNvContentPartPr/>
                <p14:nvPr/>
              </p14:nvContentPartPr>
              <p14:xfrm>
                <a:off x="1972222" y="1249016"/>
                <a:ext cx="181800" cy="278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63222" y="1240376"/>
                  <a:ext cx="199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14:cNvPr>
                <p14:cNvContentPartPr/>
                <p14:nvPr/>
              </p14:nvContentPartPr>
              <p14:xfrm>
                <a:off x="2227102" y="1413536"/>
                <a:ext cx="96120" cy="1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8462" y="1404536"/>
                  <a:ext cx="11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14:cNvPr>
                <p14:cNvContentPartPr/>
                <p14:nvPr/>
              </p14:nvContentPartPr>
              <p14:xfrm>
                <a:off x="2216302" y="1342976"/>
                <a:ext cx="9648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07302" y="133433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B6B8A4-1DFD-0D76-9656-57B348771F0C}"/>
              </a:ext>
            </a:extLst>
          </p:cNvPr>
          <p:cNvGrpSpPr/>
          <p:nvPr/>
        </p:nvGrpSpPr>
        <p:grpSpPr>
          <a:xfrm>
            <a:off x="2594302" y="1216976"/>
            <a:ext cx="1243800" cy="325440"/>
            <a:chOff x="2594302" y="1216976"/>
            <a:chExt cx="12438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14:cNvPr>
                <p14:cNvContentPartPr/>
                <p14:nvPr/>
              </p14:nvContentPartPr>
              <p14:xfrm>
                <a:off x="2594302" y="1249736"/>
                <a:ext cx="212040" cy="264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85302" y="1241096"/>
                  <a:ext cx="229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14:cNvPr>
                <p14:cNvContentPartPr/>
                <p14:nvPr/>
              </p14:nvContentPartPr>
              <p14:xfrm>
                <a:off x="2848102" y="1216976"/>
                <a:ext cx="169200" cy="32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39102" y="1207976"/>
                  <a:ext cx="18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14:cNvPr>
                <p14:cNvContentPartPr/>
                <p14:nvPr/>
              </p14:nvContentPartPr>
              <p14:xfrm>
                <a:off x="2990662" y="1299776"/>
                <a:ext cx="244800" cy="169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81662" y="1291136"/>
                  <a:ext cx="262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14:cNvPr>
                <p14:cNvContentPartPr/>
                <p14:nvPr/>
              </p14:nvContentPartPr>
              <p14:xfrm>
                <a:off x="3298822" y="1402376"/>
                <a:ext cx="71640" cy="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0182" y="1393376"/>
                  <a:ext cx="89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14:cNvPr>
                <p14:cNvContentPartPr/>
                <p14:nvPr/>
              </p14:nvContentPartPr>
              <p14:xfrm>
                <a:off x="3497902" y="1377176"/>
                <a:ext cx="136800" cy="82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9262" y="1368176"/>
                  <a:ext cx="154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14:cNvPr>
                <p14:cNvContentPartPr/>
                <p14:nvPr/>
              </p14:nvContentPartPr>
              <p14:xfrm>
                <a:off x="3641542" y="1219856"/>
                <a:ext cx="196560" cy="31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32542" y="1211216"/>
                  <a:ext cx="21420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EF5EA67-F4F0-7C6A-3CA4-0A0DB3C47E10}"/>
              </a:ext>
            </a:extLst>
          </p:cNvPr>
          <p:cNvGrpSpPr/>
          <p:nvPr/>
        </p:nvGrpSpPr>
        <p:grpSpPr>
          <a:xfrm>
            <a:off x="752902" y="1804136"/>
            <a:ext cx="949320" cy="387720"/>
            <a:chOff x="752902" y="1804136"/>
            <a:chExt cx="94932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14:cNvPr>
                <p14:cNvContentPartPr/>
                <p14:nvPr/>
              </p14:nvContentPartPr>
              <p14:xfrm>
                <a:off x="752902" y="1915376"/>
                <a:ext cx="120240" cy="276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3902" y="1906736"/>
                  <a:ext cx="137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14:cNvPr>
                <p14:cNvContentPartPr/>
                <p14:nvPr/>
              </p14:nvContentPartPr>
              <p14:xfrm>
                <a:off x="855862" y="2076656"/>
                <a:ext cx="78840" cy="2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862" y="2068016"/>
                  <a:ext cx="96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14:cNvPr>
                <p14:cNvContentPartPr/>
                <p14:nvPr/>
              </p14:nvContentPartPr>
              <p14:xfrm>
                <a:off x="886102" y="1967216"/>
                <a:ext cx="87840" cy="17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102" y="1958576"/>
                  <a:ext cx="10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14:cNvPr>
                <p14:cNvContentPartPr/>
                <p14:nvPr/>
              </p14:nvContentPartPr>
              <p14:xfrm>
                <a:off x="1019662" y="1893056"/>
                <a:ext cx="118080" cy="28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022" y="1884416"/>
                  <a:ext cx="135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14:cNvPr>
                <p14:cNvContentPartPr/>
                <p14:nvPr/>
              </p14:nvContentPartPr>
              <p14:xfrm>
                <a:off x="1137022" y="2026256"/>
                <a:ext cx="138600" cy="13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8022" y="2017256"/>
                  <a:ext cx="15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14:cNvPr>
                <p14:cNvContentPartPr/>
                <p14:nvPr/>
              </p14:nvContentPartPr>
              <p14:xfrm>
                <a:off x="1296862" y="1908536"/>
                <a:ext cx="93240" cy="192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88222" y="1899536"/>
                  <a:ext cx="110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14:cNvPr>
                <p14:cNvContentPartPr/>
                <p14:nvPr/>
              </p14:nvContentPartPr>
              <p14:xfrm>
                <a:off x="1265182" y="1804136"/>
                <a:ext cx="2520" cy="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56182" y="1795136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14:cNvPr>
                <p14:cNvContentPartPr/>
                <p14:nvPr/>
              </p14:nvContentPartPr>
              <p14:xfrm>
                <a:off x="1350142" y="1850216"/>
                <a:ext cx="182160" cy="90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1502" y="1841576"/>
                  <a:ext cx="199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14:cNvPr>
                <p14:cNvContentPartPr/>
                <p14:nvPr/>
              </p14:nvContentPartPr>
              <p14:xfrm>
                <a:off x="1610782" y="1897736"/>
                <a:ext cx="91440" cy="263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01782" y="1888736"/>
                  <a:ext cx="1090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4E8D71-D78B-FEC1-C7EC-FD6E40E5EC1D}"/>
              </a:ext>
            </a:extLst>
          </p:cNvPr>
          <p:cNvGrpSpPr/>
          <p:nvPr/>
        </p:nvGrpSpPr>
        <p:grpSpPr>
          <a:xfrm>
            <a:off x="1903102" y="2025176"/>
            <a:ext cx="127800" cy="91080"/>
            <a:chOff x="1903102" y="2025176"/>
            <a:chExt cx="12780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14:cNvPr>
                <p14:cNvContentPartPr/>
                <p14:nvPr/>
              </p14:nvContentPartPr>
              <p14:xfrm>
                <a:off x="1944502" y="2104736"/>
                <a:ext cx="86400" cy="11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35862" y="2095736"/>
                  <a:ext cx="10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14:cNvPr>
                <p14:cNvContentPartPr/>
                <p14:nvPr/>
              </p14:nvContentPartPr>
              <p14:xfrm>
                <a:off x="1903102" y="2025176"/>
                <a:ext cx="96120" cy="11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94102" y="201653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14:cNvPr>
              <p14:cNvContentPartPr/>
              <p14:nvPr/>
            </p14:nvContentPartPr>
            <p14:xfrm>
              <a:off x="2247262" y="1934816"/>
              <a:ext cx="352440" cy="2242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38622" y="1925816"/>
                <a:ext cx="37008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695D26F1-DE7B-E768-C885-1BBCBAE0879A}"/>
              </a:ext>
            </a:extLst>
          </p:cNvPr>
          <p:cNvGrpSpPr/>
          <p:nvPr/>
        </p:nvGrpSpPr>
        <p:grpSpPr>
          <a:xfrm>
            <a:off x="2268142" y="2290136"/>
            <a:ext cx="426240" cy="87120"/>
            <a:chOff x="2268142" y="2290136"/>
            <a:chExt cx="426240" cy="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14:cNvPr>
                <p14:cNvContentPartPr/>
                <p14:nvPr/>
              </p14:nvContentPartPr>
              <p14:xfrm>
                <a:off x="2268142" y="2315696"/>
                <a:ext cx="110880" cy="61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9142" y="2307056"/>
                  <a:ext cx="128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14:cNvPr>
                <p14:cNvContentPartPr/>
                <p14:nvPr/>
              </p14:nvContentPartPr>
              <p14:xfrm>
                <a:off x="2451022" y="2353856"/>
                <a:ext cx="58320" cy="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42382" y="2345216"/>
                  <a:ext cx="75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14:cNvPr>
                <p14:cNvContentPartPr/>
                <p14:nvPr/>
              </p14:nvContentPartPr>
              <p14:xfrm>
                <a:off x="2443822" y="2302736"/>
                <a:ext cx="65880" cy="9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34822" y="2294096"/>
                  <a:ext cx="83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14:cNvPr>
                <p14:cNvContentPartPr/>
                <p14:nvPr/>
              </p14:nvContentPartPr>
              <p14:xfrm>
                <a:off x="2582062" y="2290136"/>
                <a:ext cx="112320" cy="86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73062" y="2281496"/>
                  <a:ext cx="1299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14:cNvPr>
              <p14:cNvContentPartPr/>
              <p14:nvPr/>
            </p14:nvContentPartPr>
            <p14:xfrm>
              <a:off x="2301622" y="1716656"/>
              <a:ext cx="196920" cy="117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292982" y="1707656"/>
                <a:ext cx="2145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26A9710E-5FA3-7D2D-F8BA-FAFEC904547F}"/>
              </a:ext>
            </a:extLst>
          </p:cNvPr>
          <p:cNvGrpSpPr/>
          <p:nvPr/>
        </p:nvGrpSpPr>
        <p:grpSpPr>
          <a:xfrm>
            <a:off x="4747102" y="1286456"/>
            <a:ext cx="703440" cy="144000"/>
            <a:chOff x="4747102" y="1286456"/>
            <a:chExt cx="70344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14:cNvPr>
                <p14:cNvContentPartPr/>
                <p14:nvPr/>
              </p14:nvContentPartPr>
              <p14:xfrm>
                <a:off x="4747102" y="1286456"/>
                <a:ext cx="124200" cy="14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8462" y="1277456"/>
                  <a:ext cx="141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14:cNvPr>
                <p14:cNvContentPartPr/>
                <p14:nvPr/>
              </p14:nvContentPartPr>
              <p14:xfrm>
                <a:off x="5016742" y="1291136"/>
                <a:ext cx="170640" cy="83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07742" y="1282136"/>
                  <a:ext cx="188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14:cNvPr>
                <p14:cNvContentPartPr/>
                <p14:nvPr/>
              </p14:nvContentPartPr>
              <p14:xfrm>
                <a:off x="5023582" y="1392656"/>
                <a:ext cx="87120" cy="25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14942" y="1384016"/>
                  <a:ext cx="104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14:cNvPr>
                <p14:cNvContentPartPr/>
                <p14:nvPr/>
              </p14:nvContentPartPr>
              <p14:xfrm>
                <a:off x="5278822" y="1304456"/>
                <a:ext cx="171720" cy="106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70182" y="1295456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5ED9DF3-B02D-E5D7-0513-2E80FF5309E1}"/>
              </a:ext>
            </a:extLst>
          </p:cNvPr>
          <p:cNvGrpSpPr/>
          <p:nvPr/>
        </p:nvGrpSpPr>
        <p:grpSpPr>
          <a:xfrm>
            <a:off x="5677702" y="1243976"/>
            <a:ext cx="537840" cy="205920"/>
            <a:chOff x="5677702" y="1243976"/>
            <a:chExt cx="53784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14:cNvPr>
                <p14:cNvContentPartPr/>
                <p14:nvPr/>
              </p14:nvContentPartPr>
              <p14:xfrm>
                <a:off x="5694622" y="1294736"/>
                <a:ext cx="189000" cy="110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85622" y="1286096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14:cNvPr>
                <p14:cNvContentPartPr/>
                <p14:nvPr/>
              </p14:nvContentPartPr>
              <p14:xfrm>
                <a:off x="5677702" y="1419296"/>
                <a:ext cx="96480" cy="30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8702" y="1410296"/>
                  <a:ext cx="11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14:cNvPr>
                <p14:cNvContentPartPr/>
                <p14:nvPr/>
              </p14:nvContentPartPr>
              <p14:xfrm>
                <a:off x="5955262" y="1243976"/>
                <a:ext cx="260280" cy="171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46262" y="123533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3E7FEC7-C36F-7529-AFFD-92619FB48B6C}"/>
              </a:ext>
            </a:extLst>
          </p:cNvPr>
          <p:cNvGrpSpPr/>
          <p:nvPr/>
        </p:nvGrpSpPr>
        <p:grpSpPr>
          <a:xfrm>
            <a:off x="6957142" y="1121576"/>
            <a:ext cx="694800" cy="241200"/>
            <a:chOff x="6957142" y="1121576"/>
            <a:chExt cx="69480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14:cNvPr>
                <p14:cNvContentPartPr/>
                <p14:nvPr/>
              </p14:nvContentPartPr>
              <p14:xfrm>
                <a:off x="6957142" y="1280696"/>
                <a:ext cx="127800" cy="82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48142" y="1271696"/>
                  <a:ext cx="14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14:cNvPr>
                <p14:cNvContentPartPr/>
                <p14:nvPr/>
              </p14:nvContentPartPr>
              <p14:xfrm>
                <a:off x="7128862" y="1238576"/>
                <a:ext cx="62640" cy="88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20222" y="1229576"/>
                  <a:ext cx="8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14:cNvPr>
                <p14:cNvContentPartPr/>
                <p14:nvPr/>
              </p14:nvContentPartPr>
              <p14:xfrm>
                <a:off x="7278622" y="1121576"/>
                <a:ext cx="373320" cy="213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69982" y="1112936"/>
                  <a:ext cx="3909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14:cNvPr>
              <p14:cNvContentPartPr/>
              <p14:nvPr/>
            </p14:nvContentPartPr>
            <p14:xfrm>
              <a:off x="7875142" y="1149656"/>
              <a:ext cx="292320" cy="179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66142" y="1140656"/>
                <a:ext cx="3099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90AD24-9C73-8EE5-91CA-0F16356C82ED}"/>
              </a:ext>
            </a:extLst>
          </p:cNvPr>
          <p:cNvGrpSpPr/>
          <p:nvPr/>
        </p:nvGrpSpPr>
        <p:grpSpPr>
          <a:xfrm>
            <a:off x="7019782" y="1541696"/>
            <a:ext cx="1858680" cy="261000"/>
            <a:chOff x="7019782" y="1541696"/>
            <a:chExt cx="185868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14:cNvPr>
                <p14:cNvContentPartPr/>
                <p14:nvPr/>
              </p14:nvContentPartPr>
              <p14:xfrm>
                <a:off x="7019782" y="1594976"/>
                <a:ext cx="185040" cy="166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10782" y="1585976"/>
                  <a:ext cx="202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14:cNvPr>
                <p14:cNvContentPartPr/>
                <p14:nvPr/>
              </p14:nvContentPartPr>
              <p14:xfrm>
                <a:off x="7352782" y="1700456"/>
                <a:ext cx="116640" cy="16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3782" y="1691456"/>
                  <a:ext cx="13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14:cNvPr>
                <p14:cNvContentPartPr/>
                <p14:nvPr/>
              </p14:nvContentPartPr>
              <p14:xfrm>
                <a:off x="7354942" y="1654376"/>
                <a:ext cx="98640" cy="14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46302" y="1645736"/>
                  <a:ext cx="11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14:cNvPr>
                <p14:cNvContentPartPr/>
                <p14:nvPr/>
              </p14:nvContentPartPr>
              <p14:xfrm>
                <a:off x="7551142" y="1592456"/>
                <a:ext cx="227160" cy="136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42502" y="1583456"/>
                  <a:ext cx="244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14:cNvPr>
                <p14:cNvContentPartPr/>
                <p14:nvPr/>
              </p14:nvContentPartPr>
              <p14:xfrm>
                <a:off x="7883782" y="1632056"/>
                <a:ext cx="35640" cy="95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75142" y="1623056"/>
                  <a:ext cx="53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14:cNvPr>
                <p14:cNvContentPartPr/>
                <p14:nvPr/>
              </p14:nvContentPartPr>
              <p14:xfrm>
                <a:off x="7867222" y="1684976"/>
                <a:ext cx="75240" cy="8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8582" y="1676336"/>
                  <a:ext cx="92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14:cNvPr>
                <p14:cNvContentPartPr/>
                <p14:nvPr/>
              </p14:nvContentPartPr>
              <p14:xfrm>
                <a:off x="8027422" y="1605416"/>
                <a:ext cx="53640" cy="116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18422" y="1596416"/>
                  <a:ext cx="71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14:cNvPr>
                <p14:cNvContentPartPr/>
                <p14:nvPr/>
              </p14:nvContentPartPr>
              <p14:xfrm>
                <a:off x="8282662" y="1541696"/>
                <a:ext cx="80280" cy="176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73662" y="1532696"/>
                  <a:ext cx="97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14:cNvPr>
                <p14:cNvContentPartPr/>
                <p14:nvPr/>
              </p14:nvContentPartPr>
              <p14:xfrm>
                <a:off x="8250982" y="1641776"/>
                <a:ext cx="143640" cy="22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42342" y="1633136"/>
                  <a:ext cx="161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14:cNvPr>
                <p14:cNvContentPartPr/>
                <p14:nvPr/>
              </p14:nvContentPartPr>
              <p14:xfrm>
                <a:off x="8440342" y="1624856"/>
                <a:ext cx="108000" cy="7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31342" y="1615856"/>
                  <a:ext cx="125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14:cNvPr>
                <p14:cNvContentPartPr/>
                <p14:nvPr/>
              </p14:nvContentPartPr>
              <p14:xfrm>
                <a:off x="8610982" y="1619456"/>
                <a:ext cx="86040" cy="183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2342" y="1610456"/>
                  <a:ext cx="10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14:cNvPr>
                <p14:cNvContentPartPr/>
                <p14:nvPr/>
              </p14:nvContentPartPr>
              <p14:xfrm>
                <a:off x="8792062" y="1578056"/>
                <a:ext cx="86400" cy="118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83062" y="1569056"/>
                  <a:ext cx="104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A0565D8-AC81-C593-BA47-C7F857A5F02A}"/>
              </a:ext>
            </a:extLst>
          </p:cNvPr>
          <p:cNvGrpSpPr/>
          <p:nvPr/>
        </p:nvGrpSpPr>
        <p:grpSpPr>
          <a:xfrm>
            <a:off x="9499462" y="1418576"/>
            <a:ext cx="1008000" cy="146880"/>
            <a:chOff x="9499462" y="1418576"/>
            <a:chExt cx="100800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14:cNvPr>
                <p14:cNvContentPartPr/>
                <p14:nvPr/>
              </p14:nvContentPartPr>
              <p14:xfrm>
                <a:off x="9499462" y="1476896"/>
                <a:ext cx="149760" cy="71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90462" y="1467896"/>
                  <a:ext cx="167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14:cNvPr>
                <p14:cNvContentPartPr/>
                <p14:nvPr/>
              </p14:nvContentPartPr>
              <p14:xfrm>
                <a:off x="9666502" y="1418576"/>
                <a:ext cx="86400" cy="124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57502" y="1409576"/>
                  <a:ext cx="104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14:cNvPr>
                <p14:cNvContentPartPr/>
                <p14:nvPr/>
              </p14:nvContentPartPr>
              <p14:xfrm>
                <a:off x="9773422" y="1440536"/>
                <a:ext cx="102600" cy="107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4422" y="14318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14:cNvPr>
                <p14:cNvContentPartPr/>
                <p14:nvPr/>
              </p14:nvContentPartPr>
              <p14:xfrm>
                <a:off x="9928942" y="1437656"/>
                <a:ext cx="578520" cy="127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0302" y="1429016"/>
                  <a:ext cx="5961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CF0E476-AA5C-9A66-AF94-8CE58A4B90D4}"/>
              </a:ext>
            </a:extLst>
          </p:cNvPr>
          <p:cNvGrpSpPr/>
          <p:nvPr/>
        </p:nvGrpSpPr>
        <p:grpSpPr>
          <a:xfrm>
            <a:off x="10717342" y="1348016"/>
            <a:ext cx="1093320" cy="210600"/>
            <a:chOff x="10717342" y="1348016"/>
            <a:chExt cx="10933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14:cNvPr>
                <p14:cNvContentPartPr/>
                <p14:nvPr/>
              </p14:nvContentPartPr>
              <p14:xfrm>
                <a:off x="10717342" y="1348016"/>
                <a:ext cx="273240" cy="210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08342" y="1339016"/>
                  <a:ext cx="290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14:cNvPr>
                <p14:cNvContentPartPr/>
                <p14:nvPr/>
              </p14:nvContentPartPr>
              <p14:xfrm>
                <a:off x="11186782" y="1399136"/>
                <a:ext cx="147600" cy="132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77782" y="1390136"/>
                  <a:ext cx="165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14:cNvPr>
                <p14:cNvContentPartPr/>
                <p14:nvPr/>
              </p14:nvContentPartPr>
              <p14:xfrm>
                <a:off x="11355262" y="1417496"/>
                <a:ext cx="107280" cy="84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46622" y="1408496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14:cNvPr>
                <p14:cNvContentPartPr/>
                <p14:nvPr/>
              </p14:nvContentPartPr>
              <p14:xfrm>
                <a:off x="11491702" y="1421816"/>
                <a:ext cx="143640" cy="104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83062" y="1412816"/>
                  <a:ext cx="16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14:cNvPr>
                <p14:cNvContentPartPr/>
                <p14:nvPr/>
              </p14:nvContentPartPr>
              <p14:xfrm>
                <a:off x="11631742" y="1423976"/>
                <a:ext cx="178920" cy="90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3102" y="1414976"/>
                  <a:ext cx="1965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E48CBD0-8984-4435-E878-8F5F49F5AF63}"/>
              </a:ext>
            </a:extLst>
          </p:cNvPr>
          <p:cNvGrpSpPr/>
          <p:nvPr/>
        </p:nvGrpSpPr>
        <p:grpSpPr>
          <a:xfrm>
            <a:off x="2849182" y="1750856"/>
            <a:ext cx="1701720" cy="420480"/>
            <a:chOff x="2849182" y="1750856"/>
            <a:chExt cx="170172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14:cNvPr>
                <p14:cNvContentPartPr/>
                <p14:nvPr/>
              </p14:nvContentPartPr>
              <p14:xfrm>
                <a:off x="2849182" y="1913576"/>
                <a:ext cx="192240" cy="243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0542" y="1904936"/>
                  <a:ext cx="209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14:cNvPr>
                <p14:cNvContentPartPr/>
                <p14:nvPr/>
              </p14:nvContentPartPr>
              <p14:xfrm>
                <a:off x="3105502" y="1929416"/>
                <a:ext cx="100800" cy="225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96502" y="1920416"/>
                  <a:ext cx="118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14:cNvPr>
                <p14:cNvContentPartPr/>
                <p14:nvPr/>
              </p14:nvContentPartPr>
              <p14:xfrm>
                <a:off x="3231862" y="2051096"/>
                <a:ext cx="160920" cy="68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23222" y="2042096"/>
                  <a:ext cx="178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14:cNvPr>
                <p14:cNvContentPartPr/>
                <p14:nvPr/>
              </p14:nvContentPartPr>
              <p14:xfrm>
                <a:off x="3354262" y="1915016"/>
                <a:ext cx="178920" cy="256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45622" y="1906016"/>
                  <a:ext cx="196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14:cNvPr>
                <p14:cNvContentPartPr/>
                <p14:nvPr/>
              </p14:nvContentPartPr>
              <p14:xfrm>
                <a:off x="3650902" y="2024456"/>
                <a:ext cx="239760" cy="129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42262" y="2015456"/>
                  <a:ext cx="257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14:cNvPr>
                <p14:cNvContentPartPr/>
                <p14:nvPr/>
              </p14:nvContentPartPr>
              <p14:xfrm>
                <a:off x="3801382" y="1929056"/>
                <a:ext cx="132840" cy="16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92742" y="192005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14:cNvPr>
                <p14:cNvContentPartPr/>
                <p14:nvPr/>
              </p14:nvContentPartPr>
              <p14:xfrm>
                <a:off x="3986062" y="1913576"/>
                <a:ext cx="112320" cy="203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77062" y="1904936"/>
                  <a:ext cx="12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14:cNvPr>
                <p14:cNvContentPartPr/>
                <p14:nvPr/>
              </p14:nvContentPartPr>
              <p14:xfrm>
                <a:off x="3960502" y="1750856"/>
                <a:ext cx="22320" cy="35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51502" y="1742216"/>
                  <a:ext cx="39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14:cNvPr>
                <p14:cNvContentPartPr/>
                <p14:nvPr/>
              </p14:nvContentPartPr>
              <p14:xfrm>
                <a:off x="4098742" y="1792976"/>
                <a:ext cx="187920" cy="132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89742" y="1783976"/>
                  <a:ext cx="20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14:cNvPr>
                <p14:cNvContentPartPr/>
                <p14:nvPr/>
              </p14:nvContentPartPr>
              <p14:xfrm>
                <a:off x="4391062" y="1807376"/>
                <a:ext cx="159840" cy="82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82422" y="1798376"/>
                  <a:ext cx="1774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4067ED-32AE-B337-A49C-8A073EF8A8F8}"/>
              </a:ext>
            </a:extLst>
          </p:cNvPr>
          <p:cNvGrpSpPr/>
          <p:nvPr/>
        </p:nvGrpSpPr>
        <p:grpSpPr>
          <a:xfrm>
            <a:off x="1918942" y="2863616"/>
            <a:ext cx="135000" cy="82080"/>
            <a:chOff x="1918942" y="2863616"/>
            <a:chExt cx="135000" cy="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14:cNvPr>
                <p14:cNvContentPartPr/>
                <p14:nvPr/>
              </p14:nvContentPartPr>
              <p14:xfrm>
                <a:off x="1945222" y="2934536"/>
                <a:ext cx="108720" cy="11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6222" y="2925896"/>
                  <a:ext cx="12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14:cNvPr>
                <p14:cNvContentPartPr/>
                <p14:nvPr/>
              </p14:nvContentPartPr>
              <p14:xfrm>
                <a:off x="1918942" y="2863616"/>
                <a:ext cx="128160" cy="8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10302" y="2854616"/>
                  <a:ext cx="1458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14:cNvPr>
              <p14:cNvContentPartPr/>
              <p14:nvPr/>
            </p14:nvContentPartPr>
            <p14:xfrm>
              <a:off x="2277142" y="2801336"/>
              <a:ext cx="383040" cy="2696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268142" y="2792696"/>
                <a:ext cx="40068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73F152D-1580-40B6-5158-F1A1D5127D05}"/>
              </a:ext>
            </a:extLst>
          </p:cNvPr>
          <p:cNvGrpSpPr/>
          <p:nvPr/>
        </p:nvGrpSpPr>
        <p:grpSpPr>
          <a:xfrm>
            <a:off x="2237542" y="3226136"/>
            <a:ext cx="522720" cy="87480"/>
            <a:chOff x="2237542" y="3226136"/>
            <a:chExt cx="52272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14:cNvPr>
                <p14:cNvContentPartPr/>
                <p14:nvPr/>
              </p14:nvContentPartPr>
              <p14:xfrm>
                <a:off x="2237542" y="3246656"/>
                <a:ext cx="150120" cy="66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28542" y="3237656"/>
                  <a:ext cx="167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14:cNvPr>
                <p14:cNvContentPartPr/>
                <p14:nvPr/>
              </p14:nvContentPartPr>
              <p14:xfrm>
                <a:off x="2472622" y="3281216"/>
                <a:ext cx="90000" cy="20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63982" y="3272216"/>
                  <a:ext cx="107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14:cNvPr>
                <p14:cNvContentPartPr/>
                <p14:nvPr/>
              </p14:nvContentPartPr>
              <p14:xfrm>
                <a:off x="2459662" y="3227936"/>
                <a:ext cx="97560" cy="15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51022" y="3218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14:cNvPr>
                <p14:cNvContentPartPr/>
                <p14:nvPr/>
              </p14:nvContentPartPr>
              <p14:xfrm>
                <a:off x="2636422" y="3226136"/>
                <a:ext cx="123840" cy="71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7782" y="3217136"/>
                  <a:ext cx="1414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D0F270A-358E-EC44-46F1-6E77DF0F0141}"/>
              </a:ext>
            </a:extLst>
          </p:cNvPr>
          <p:cNvGrpSpPr/>
          <p:nvPr/>
        </p:nvGrpSpPr>
        <p:grpSpPr>
          <a:xfrm>
            <a:off x="2188942" y="2551136"/>
            <a:ext cx="508320" cy="262080"/>
            <a:chOff x="2188942" y="2551136"/>
            <a:chExt cx="5083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14:cNvPr>
                <p14:cNvContentPartPr/>
                <p14:nvPr/>
              </p14:nvContentPartPr>
              <p14:xfrm>
                <a:off x="2188942" y="2551136"/>
                <a:ext cx="157320" cy="1098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79942" y="2542496"/>
                  <a:ext cx="174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14:cNvPr>
                <p14:cNvContentPartPr/>
                <p14:nvPr/>
              </p14:nvContentPartPr>
              <p14:xfrm>
                <a:off x="2250142" y="2681096"/>
                <a:ext cx="110520" cy="17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41142" y="2672456"/>
                  <a:ext cx="12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14:cNvPr>
                <p14:cNvContentPartPr/>
                <p14:nvPr/>
              </p14:nvContentPartPr>
              <p14:xfrm>
                <a:off x="2254102" y="2748416"/>
                <a:ext cx="170280" cy="64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45102" y="2739416"/>
                  <a:ext cx="187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14:cNvPr>
                <p14:cNvContentPartPr/>
                <p14:nvPr/>
              </p14:nvContentPartPr>
              <p14:xfrm>
                <a:off x="2450662" y="2655536"/>
                <a:ext cx="111960" cy="11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41662" y="2646896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14:cNvPr>
                <p14:cNvContentPartPr/>
                <p14:nvPr/>
              </p14:nvContentPartPr>
              <p14:xfrm>
                <a:off x="2625982" y="2604776"/>
                <a:ext cx="71280" cy="83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17342" y="2596136"/>
                  <a:ext cx="889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8AF41C-391A-6A20-845F-C1BD144EF252}"/>
              </a:ext>
            </a:extLst>
          </p:cNvPr>
          <p:cNvGrpSpPr/>
          <p:nvPr/>
        </p:nvGrpSpPr>
        <p:grpSpPr>
          <a:xfrm>
            <a:off x="2902462" y="2624576"/>
            <a:ext cx="1658160" cy="402480"/>
            <a:chOff x="2902462" y="2624576"/>
            <a:chExt cx="165816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14:cNvPr>
                <p14:cNvContentPartPr/>
                <p14:nvPr/>
              </p14:nvContentPartPr>
              <p14:xfrm>
                <a:off x="2902462" y="2770736"/>
                <a:ext cx="192240" cy="216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3822" y="2762096"/>
                  <a:ext cx="209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14:cNvPr>
                <p14:cNvContentPartPr/>
                <p14:nvPr/>
              </p14:nvContentPartPr>
              <p14:xfrm>
                <a:off x="3105142" y="2733656"/>
                <a:ext cx="167040" cy="272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96142" y="2725016"/>
                  <a:ext cx="184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14:cNvPr>
                <p14:cNvContentPartPr/>
                <p14:nvPr/>
              </p14:nvContentPartPr>
              <p14:xfrm>
                <a:off x="3258862" y="2880896"/>
                <a:ext cx="189000" cy="67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9862" y="2871896"/>
                  <a:ext cx="206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14:cNvPr>
                <p14:cNvContentPartPr/>
                <p14:nvPr/>
              </p14:nvContentPartPr>
              <p14:xfrm>
                <a:off x="3397102" y="2751656"/>
                <a:ext cx="212760" cy="275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88102" y="2743016"/>
                  <a:ext cx="230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14:cNvPr>
                <p14:cNvContentPartPr/>
                <p14:nvPr/>
              </p14:nvContentPartPr>
              <p14:xfrm>
                <a:off x="3726502" y="2869016"/>
                <a:ext cx="216360" cy="119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17862" y="2860376"/>
                  <a:ext cx="23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14:cNvPr>
                <p14:cNvContentPartPr/>
                <p14:nvPr/>
              </p14:nvContentPartPr>
              <p14:xfrm>
                <a:off x="3871222" y="2773976"/>
                <a:ext cx="105480" cy="17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62222" y="2764976"/>
                  <a:ext cx="12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14:cNvPr>
                <p14:cNvContentPartPr/>
                <p14:nvPr/>
              </p14:nvContentPartPr>
              <p14:xfrm>
                <a:off x="4040062" y="2732216"/>
                <a:ext cx="117000" cy="208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1422" y="2723576"/>
                  <a:ext cx="13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14:cNvPr>
                <p14:cNvContentPartPr/>
                <p14:nvPr/>
              </p14:nvContentPartPr>
              <p14:xfrm>
                <a:off x="4024222" y="2624576"/>
                <a:ext cx="4680" cy="7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15582" y="261593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14:cNvPr>
                <p14:cNvContentPartPr/>
                <p14:nvPr/>
              </p14:nvContentPartPr>
              <p14:xfrm>
                <a:off x="4119982" y="2647616"/>
                <a:ext cx="191880" cy="99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0982" y="2638976"/>
                  <a:ext cx="209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14:cNvPr>
                <p14:cNvContentPartPr/>
                <p14:nvPr/>
              </p14:nvContentPartPr>
              <p14:xfrm>
                <a:off x="4359022" y="2652296"/>
                <a:ext cx="201600" cy="79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50382" y="2643296"/>
                  <a:ext cx="2192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FCF1B4-3E72-E56A-4CE8-788244CCA34B}"/>
              </a:ext>
            </a:extLst>
          </p:cNvPr>
          <p:cNvGrpSpPr/>
          <p:nvPr/>
        </p:nvGrpSpPr>
        <p:grpSpPr>
          <a:xfrm>
            <a:off x="4660702" y="2682176"/>
            <a:ext cx="1408680" cy="287280"/>
            <a:chOff x="4660702" y="2682176"/>
            <a:chExt cx="140868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14:cNvPr>
                <p14:cNvContentPartPr/>
                <p14:nvPr/>
              </p14:nvContentPartPr>
              <p14:xfrm>
                <a:off x="4719742" y="2847056"/>
                <a:ext cx="38520" cy="92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10742" y="2838056"/>
                  <a:ext cx="56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14:cNvPr>
                <p14:cNvContentPartPr/>
                <p14:nvPr/>
              </p14:nvContentPartPr>
              <p14:xfrm>
                <a:off x="4660702" y="2896736"/>
                <a:ext cx="134640" cy="9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2062" y="2888096"/>
                  <a:ext cx="152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14:cNvPr>
                <p14:cNvContentPartPr/>
                <p14:nvPr/>
              </p14:nvContentPartPr>
              <p14:xfrm>
                <a:off x="4932142" y="2741576"/>
                <a:ext cx="222120" cy="227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23502" y="2732936"/>
                  <a:ext cx="239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14:cNvPr>
                <p14:cNvContentPartPr/>
                <p14:nvPr/>
              </p14:nvContentPartPr>
              <p14:xfrm>
                <a:off x="5178742" y="2711696"/>
                <a:ext cx="189360" cy="256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69742" y="2703056"/>
                  <a:ext cx="207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14:cNvPr>
                <p14:cNvContentPartPr/>
                <p14:nvPr/>
              </p14:nvContentPartPr>
              <p14:xfrm>
                <a:off x="5327062" y="2737976"/>
                <a:ext cx="212040" cy="167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18062" y="2728976"/>
                  <a:ext cx="22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14:cNvPr>
                <p14:cNvContentPartPr/>
                <p14:nvPr/>
              </p14:nvContentPartPr>
              <p14:xfrm>
                <a:off x="5599222" y="2832296"/>
                <a:ext cx="83880" cy="7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90582" y="2823656"/>
                  <a:ext cx="101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14:cNvPr>
                <p14:cNvContentPartPr/>
                <p14:nvPr/>
              </p14:nvContentPartPr>
              <p14:xfrm>
                <a:off x="5784982" y="2806736"/>
                <a:ext cx="164160" cy="87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76342" y="2797736"/>
                  <a:ext cx="181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14:cNvPr>
                <p14:cNvContentPartPr/>
                <p14:nvPr/>
              </p14:nvContentPartPr>
              <p14:xfrm>
                <a:off x="5890102" y="2682176"/>
                <a:ext cx="179280" cy="235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81462" y="2673536"/>
                  <a:ext cx="1969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761506A-FAD5-2D49-94EF-4F2E190BC022}"/>
              </a:ext>
            </a:extLst>
          </p:cNvPr>
          <p:cNvGrpSpPr/>
          <p:nvPr/>
        </p:nvGrpSpPr>
        <p:grpSpPr>
          <a:xfrm>
            <a:off x="6187462" y="2413256"/>
            <a:ext cx="1516680" cy="474480"/>
            <a:chOff x="6187462" y="2413256"/>
            <a:chExt cx="151668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14:cNvPr>
                <p14:cNvContentPartPr/>
                <p14:nvPr/>
              </p14:nvContentPartPr>
              <p14:xfrm>
                <a:off x="6187462" y="2784416"/>
                <a:ext cx="168480" cy="103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78822" y="2775416"/>
                  <a:ext cx="186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14:cNvPr>
                <p14:cNvContentPartPr/>
                <p14:nvPr/>
              </p14:nvContentPartPr>
              <p14:xfrm>
                <a:off x="6374662" y="2679296"/>
                <a:ext cx="100800" cy="5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66022" y="26702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14:cNvPr>
                <p14:cNvContentPartPr/>
                <p14:nvPr/>
              </p14:nvContentPartPr>
              <p14:xfrm>
                <a:off x="6570502" y="2628536"/>
                <a:ext cx="96480" cy="216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61862" y="2619896"/>
                  <a:ext cx="114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14:cNvPr>
                <p14:cNvContentPartPr/>
                <p14:nvPr/>
              </p14:nvContentPartPr>
              <p14:xfrm>
                <a:off x="6555022" y="2520896"/>
                <a:ext cx="5400" cy="15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46022" y="251225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14:cNvPr>
                <p14:cNvContentPartPr/>
                <p14:nvPr/>
              </p14:nvContentPartPr>
              <p14:xfrm>
                <a:off x="6685702" y="2572016"/>
                <a:ext cx="216360" cy="96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76702" y="2563376"/>
                  <a:ext cx="23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14:cNvPr>
                <p14:cNvContentPartPr/>
                <p14:nvPr/>
              </p14:nvContentPartPr>
              <p14:xfrm>
                <a:off x="6958582" y="2430896"/>
                <a:ext cx="117000" cy="291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49582" y="2421896"/>
                  <a:ext cx="134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14:cNvPr>
                <p14:cNvContentPartPr/>
                <p14:nvPr/>
              </p14:nvContentPartPr>
              <p14:xfrm>
                <a:off x="7058662" y="2518016"/>
                <a:ext cx="206280" cy="134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50022" y="2509376"/>
                  <a:ext cx="22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14:cNvPr>
                <p14:cNvContentPartPr/>
                <p14:nvPr/>
              </p14:nvContentPartPr>
              <p14:xfrm>
                <a:off x="7345582" y="2579936"/>
                <a:ext cx="76320" cy="23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36582" y="2571296"/>
                  <a:ext cx="93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14:cNvPr>
                <p14:cNvContentPartPr/>
                <p14:nvPr/>
              </p14:nvContentPartPr>
              <p14:xfrm>
                <a:off x="7482022" y="2543216"/>
                <a:ext cx="145800" cy="79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73382" y="2534216"/>
                  <a:ext cx="163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14:cNvPr>
                <p14:cNvContentPartPr/>
                <p14:nvPr/>
              </p14:nvContentPartPr>
              <p14:xfrm>
                <a:off x="7548982" y="2413256"/>
                <a:ext cx="155160" cy="266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39982" y="2404616"/>
                  <a:ext cx="1728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CD08359-C019-55C3-FA9D-535F7EAB2B37}"/>
              </a:ext>
            </a:extLst>
          </p:cNvPr>
          <p:cNvGrpSpPr/>
          <p:nvPr/>
        </p:nvGrpSpPr>
        <p:grpSpPr>
          <a:xfrm>
            <a:off x="7927702" y="2747696"/>
            <a:ext cx="137160" cy="137520"/>
            <a:chOff x="7927702" y="2747696"/>
            <a:chExt cx="13716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14:cNvPr>
                <p14:cNvContentPartPr/>
                <p14:nvPr/>
              </p14:nvContentPartPr>
              <p14:xfrm>
                <a:off x="7990342" y="2747696"/>
                <a:ext cx="43200" cy="1375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1342" y="2739056"/>
                  <a:ext cx="6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14:cNvPr>
                <p14:cNvContentPartPr/>
                <p14:nvPr/>
              </p14:nvContentPartPr>
              <p14:xfrm>
                <a:off x="7927702" y="2817896"/>
                <a:ext cx="137160" cy="5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19062" y="2809256"/>
                  <a:ext cx="1548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B8B3CD5-8534-9DFF-929E-677F7A6AB4F7}"/>
              </a:ext>
            </a:extLst>
          </p:cNvPr>
          <p:cNvGrpSpPr/>
          <p:nvPr/>
        </p:nvGrpSpPr>
        <p:grpSpPr>
          <a:xfrm>
            <a:off x="7964422" y="647096"/>
            <a:ext cx="1467000" cy="128880"/>
            <a:chOff x="7964422" y="647096"/>
            <a:chExt cx="146700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14:cNvPr>
                <p14:cNvContentPartPr/>
                <p14:nvPr/>
              </p14:nvContentPartPr>
              <p14:xfrm>
                <a:off x="7964422" y="701096"/>
                <a:ext cx="1467000" cy="16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55422" y="692456"/>
                  <a:ext cx="1484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14:cNvPr>
                <p14:cNvContentPartPr/>
                <p14:nvPr/>
              </p14:nvContentPartPr>
              <p14:xfrm>
                <a:off x="8144422" y="658256"/>
                <a:ext cx="22680" cy="117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35422" y="649256"/>
                  <a:ext cx="40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14:cNvPr>
                <p14:cNvContentPartPr/>
                <p14:nvPr/>
              </p14:nvContentPartPr>
              <p14:xfrm>
                <a:off x="8350702" y="662576"/>
                <a:ext cx="21960" cy="81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42062" y="653936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14:cNvPr>
                <p14:cNvContentPartPr/>
                <p14:nvPr/>
              </p14:nvContentPartPr>
              <p14:xfrm>
                <a:off x="8622502" y="653576"/>
                <a:ext cx="11160" cy="69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13862" y="644936"/>
                  <a:ext cx="28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14:cNvPr>
                <p14:cNvContentPartPr/>
                <p14:nvPr/>
              </p14:nvContentPartPr>
              <p14:xfrm>
                <a:off x="8803582" y="664376"/>
                <a:ext cx="32400" cy="63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4582" y="655376"/>
                  <a:ext cx="5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14:cNvPr>
                <p14:cNvContentPartPr/>
                <p14:nvPr/>
              </p14:nvContentPartPr>
              <p14:xfrm>
                <a:off x="9032182" y="647096"/>
                <a:ext cx="5760" cy="75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23182" y="638456"/>
                  <a:ext cx="234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4605FB6-3760-EFD7-82D6-54C52B76F3E0}"/>
              </a:ext>
            </a:extLst>
          </p:cNvPr>
          <p:cNvGrpSpPr/>
          <p:nvPr/>
        </p:nvGrpSpPr>
        <p:grpSpPr>
          <a:xfrm>
            <a:off x="9423502" y="655016"/>
            <a:ext cx="299520" cy="98280"/>
            <a:chOff x="9423502" y="655016"/>
            <a:chExt cx="29952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14:cNvPr>
                <p14:cNvContentPartPr/>
                <p14:nvPr/>
              </p14:nvContentPartPr>
              <p14:xfrm>
                <a:off x="9423502" y="655376"/>
                <a:ext cx="92520" cy="97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14862" y="646376"/>
                  <a:ext cx="110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14:cNvPr>
                <p14:cNvContentPartPr/>
                <p14:nvPr/>
              </p14:nvContentPartPr>
              <p14:xfrm>
                <a:off x="9606382" y="655016"/>
                <a:ext cx="116640" cy="67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97382" y="646016"/>
                  <a:ext cx="1342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AADE801-328B-B7F2-8C1F-09E8361E6189}"/>
              </a:ext>
            </a:extLst>
          </p:cNvPr>
          <p:cNvGrpSpPr/>
          <p:nvPr/>
        </p:nvGrpSpPr>
        <p:grpSpPr>
          <a:xfrm>
            <a:off x="8116342" y="887576"/>
            <a:ext cx="275400" cy="81000"/>
            <a:chOff x="8116342" y="887576"/>
            <a:chExt cx="27540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14:cNvPr>
                <p14:cNvContentPartPr/>
                <p14:nvPr/>
              </p14:nvContentPartPr>
              <p14:xfrm>
                <a:off x="8116342" y="906296"/>
                <a:ext cx="101160" cy="62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07342" y="897296"/>
                  <a:ext cx="118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14:cNvPr>
                <p14:cNvContentPartPr/>
                <p14:nvPr/>
              </p14:nvContentPartPr>
              <p14:xfrm>
                <a:off x="8364382" y="887576"/>
                <a:ext cx="27360" cy="58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55382" y="878936"/>
                  <a:ext cx="450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5D983D4-442E-5204-63E5-20BA2EFFF014}"/>
              </a:ext>
            </a:extLst>
          </p:cNvPr>
          <p:cNvGrpSpPr/>
          <p:nvPr/>
        </p:nvGrpSpPr>
        <p:grpSpPr>
          <a:xfrm>
            <a:off x="8612062" y="839696"/>
            <a:ext cx="877320" cy="165240"/>
            <a:chOff x="8612062" y="839696"/>
            <a:chExt cx="8773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14:cNvPr>
                <p14:cNvContentPartPr/>
                <p14:nvPr/>
              </p14:nvContentPartPr>
              <p14:xfrm>
                <a:off x="8612062" y="881096"/>
                <a:ext cx="98640" cy="71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03422" y="872456"/>
                  <a:ext cx="116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14:cNvPr>
                <p14:cNvContentPartPr/>
                <p14:nvPr/>
              </p14:nvContentPartPr>
              <p14:xfrm>
                <a:off x="8798182" y="850496"/>
                <a:ext cx="87840" cy="112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89542" y="841496"/>
                  <a:ext cx="105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14:cNvPr>
                <p14:cNvContentPartPr/>
                <p14:nvPr/>
              </p14:nvContentPartPr>
              <p14:xfrm>
                <a:off x="8952262" y="839696"/>
                <a:ext cx="120240" cy="70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43622" y="831056"/>
                  <a:ext cx="137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14:cNvPr>
                <p14:cNvContentPartPr/>
                <p14:nvPr/>
              </p14:nvContentPartPr>
              <p14:xfrm>
                <a:off x="9048022" y="882176"/>
                <a:ext cx="41760" cy="113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39382" y="873536"/>
                  <a:ext cx="59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14:cNvPr>
                <p14:cNvContentPartPr/>
                <p14:nvPr/>
              </p14:nvContentPartPr>
              <p14:xfrm>
                <a:off x="9179422" y="945896"/>
                <a:ext cx="63720" cy="11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70782" y="937256"/>
                  <a:ext cx="8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14:cNvPr>
                <p14:cNvContentPartPr/>
                <p14:nvPr/>
              </p14:nvContentPartPr>
              <p14:xfrm>
                <a:off x="9154582" y="892616"/>
                <a:ext cx="69480" cy="11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45942" y="883976"/>
                  <a:ext cx="87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14:cNvPr>
                <p14:cNvContentPartPr/>
                <p14:nvPr/>
              </p14:nvContentPartPr>
              <p14:xfrm>
                <a:off x="9294262" y="877856"/>
                <a:ext cx="195120" cy="127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5262" y="869216"/>
                  <a:ext cx="2127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35EBB53-95C8-135C-DCB9-1A29F2ECE7ED}"/>
              </a:ext>
            </a:extLst>
          </p:cNvPr>
          <p:cNvGrpSpPr/>
          <p:nvPr/>
        </p:nvGrpSpPr>
        <p:grpSpPr>
          <a:xfrm>
            <a:off x="8070262" y="222296"/>
            <a:ext cx="287280" cy="434520"/>
            <a:chOff x="8070262" y="222296"/>
            <a:chExt cx="28728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14:cNvPr>
                <p14:cNvContentPartPr/>
                <p14:nvPr/>
              </p14:nvContentPartPr>
              <p14:xfrm>
                <a:off x="8128582" y="520016"/>
                <a:ext cx="27000" cy="136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19582" y="511376"/>
                  <a:ext cx="44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14:cNvPr>
                <p14:cNvContentPartPr/>
                <p14:nvPr/>
              </p14:nvContentPartPr>
              <p14:xfrm>
                <a:off x="8070262" y="460256"/>
                <a:ext cx="95760" cy="72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61262" y="451256"/>
                  <a:ext cx="113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14:cNvPr>
                <p14:cNvContentPartPr/>
                <p14:nvPr/>
              </p14:nvContentPartPr>
              <p14:xfrm>
                <a:off x="8314342" y="293576"/>
                <a:ext cx="43200" cy="355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05342" y="284936"/>
                  <a:ext cx="60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14:cNvPr>
                <p14:cNvContentPartPr/>
                <p14:nvPr/>
              </p14:nvContentPartPr>
              <p14:xfrm>
                <a:off x="8274382" y="222296"/>
                <a:ext cx="77760" cy="65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265382" y="213296"/>
                  <a:ext cx="954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8698790-692A-B56E-A19A-06866AEC8412}"/>
              </a:ext>
            </a:extLst>
          </p:cNvPr>
          <p:cNvGrpSpPr/>
          <p:nvPr/>
        </p:nvGrpSpPr>
        <p:grpSpPr>
          <a:xfrm>
            <a:off x="8727982" y="210416"/>
            <a:ext cx="326520" cy="468000"/>
            <a:chOff x="8727982" y="210416"/>
            <a:chExt cx="32652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14:cNvPr>
                <p14:cNvContentPartPr/>
                <p14:nvPr/>
              </p14:nvContentPartPr>
              <p14:xfrm>
                <a:off x="9026782" y="536576"/>
                <a:ext cx="15480" cy="141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17782" y="527576"/>
                  <a:ext cx="33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14:cNvPr>
                <p14:cNvContentPartPr/>
                <p14:nvPr/>
              </p14:nvContentPartPr>
              <p14:xfrm>
                <a:off x="9005902" y="466736"/>
                <a:ext cx="48600" cy="49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96902" y="457736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14:cNvPr>
                <p14:cNvContentPartPr/>
                <p14:nvPr/>
              </p14:nvContentPartPr>
              <p14:xfrm>
                <a:off x="8771542" y="244256"/>
                <a:ext cx="43200" cy="424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762902" y="235616"/>
                  <a:ext cx="608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14:cNvPr>
                <p14:cNvContentPartPr/>
                <p14:nvPr/>
              </p14:nvContentPartPr>
              <p14:xfrm>
                <a:off x="8727982" y="210416"/>
                <a:ext cx="86760" cy="66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718982" y="201416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3E9D6E7-16CC-A473-7E87-FB8D8DC20E78}"/>
              </a:ext>
            </a:extLst>
          </p:cNvPr>
          <p:cNvGrpSpPr/>
          <p:nvPr/>
        </p:nvGrpSpPr>
        <p:grpSpPr>
          <a:xfrm>
            <a:off x="8486422" y="21056"/>
            <a:ext cx="1152360" cy="667440"/>
            <a:chOff x="8486422" y="21056"/>
            <a:chExt cx="115236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14:cNvPr>
                <p14:cNvContentPartPr/>
                <p14:nvPr/>
              </p14:nvContentPartPr>
              <p14:xfrm>
                <a:off x="8526742" y="66776"/>
                <a:ext cx="68400" cy="621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18102" y="58136"/>
                  <a:ext cx="860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14:cNvPr>
                <p14:cNvContentPartPr/>
                <p14:nvPr/>
              </p14:nvContentPartPr>
              <p14:xfrm>
                <a:off x="8486422" y="21056"/>
                <a:ext cx="110160" cy="80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7422" y="12056"/>
                  <a:ext cx="127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14:cNvPr>
                <p14:cNvContentPartPr/>
                <p14:nvPr/>
              </p14:nvContentPartPr>
              <p14:xfrm>
                <a:off x="8659942" y="57776"/>
                <a:ext cx="156240" cy="24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51302" y="49136"/>
                  <a:ext cx="173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14:cNvPr>
                <p14:cNvContentPartPr/>
                <p14:nvPr/>
              </p14:nvContentPartPr>
              <p14:xfrm>
                <a:off x="9005542" y="42296"/>
                <a:ext cx="144720" cy="186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96902" y="33656"/>
                  <a:ext cx="162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14:cNvPr>
                <p14:cNvContentPartPr/>
                <p14:nvPr/>
              </p14:nvContentPartPr>
              <p14:xfrm>
                <a:off x="9171142" y="37616"/>
                <a:ext cx="148320" cy="217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162142" y="28976"/>
                  <a:ext cx="165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14:cNvPr>
                <p14:cNvContentPartPr/>
                <p14:nvPr/>
              </p14:nvContentPartPr>
              <p14:xfrm>
                <a:off x="9292822" y="31856"/>
                <a:ext cx="164520" cy="95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83822" y="22856"/>
                  <a:ext cx="182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14:cNvPr>
                <p14:cNvContentPartPr/>
                <p14:nvPr/>
              </p14:nvContentPartPr>
              <p14:xfrm>
                <a:off x="9308662" y="153536"/>
                <a:ext cx="154440" cy="16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300022" y="144536"/>
                  <a:ext cx="172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14:cNvPr>
                <p14:cNvContentPartPr/>
                <p14:nvPr/>
              </p14:nvContentPartPr>
              <p14:xfrm>
                <a:off x="9335302" y="228056"/>
                <a:ext cx="129600" cy="763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26302" y="219416"/>
                  <a:ext cx="14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14:cNvPr>
                <p14:cNvContentPartPr/>
                <p14:nvPr/>
              </p14:nvContentPartPr>
              <p14:xfrm>
                <a:off x="9526462" y="44456"/>
                <a:ext cx="112320" cy="248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517822" y="35816"/>
                  <a:ext cx="1299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A95420-E41C-C38B-AB84-8363191CD86E}"/>
              </a:ext>
            </a:extLst>
          </p:cNvPr>
          <p:cNvGrpSpPr/>
          <p:nvPr/>
        </p:nvGrpSpPr>
        <p:grpSpPr>
          <a:xfrm>
            <a:off x="8308942" y="2614136"/>
            <a:ext cx="856440" cy="411120"/>
            <a:chOff x="8308942" y="2614136"/>
            <a:chExt cx="85644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14:cNvPr>
                <p14:cNvContentPartPr/>
                <p14:nvPr/>
              </p14:nvContentPartPr>
              <p14:xfrm>
                <a:off x="8308942" y="2694416"/>
                <a:ext cx="217800" cy="255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00302" y="2685416"/>
                  <a:ext cx="235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14:cNvPr>
                <p14:cNvContentPartPr/>
                <p14:nvPr/>
              </p14:nvContentPartPr>
              <p14:xfrm>
                <a:off x="8579302" y="2647616"/>
                <a:ext cx="190440" cy="336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70662" y="2638616"/>
                  <a:ext cx="2080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14:cNvPr>
                <p14:cNvContentPartPr/>
                <p14:nvPr/>
              </p14:nvContentPartPr>
              <p14:xfrm>
                <a:off x="8772622" y="2614136"/>
                <a:ext cx="183600" cy="141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63982" y="2605496"/>
                  <a:ext cx="201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14:cNvPr>
                <p14:cNvContentPartPr/>
                <p14:nvPr/>
              </p14:nvContentPartPr>
              <p14:xfrm>
                <a:off x="8807182" y="2833376"/>
                <a:ext cx="177480" cy="16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98542" y="2824736"/>
                  <a:ext cx="19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14:cNvPr>
                <p14:cNvContentPartPr/>
                <p14:nvPr/>
              </p14:nvContentPartPr>
              <p14:xfrm>
                <a:off x="8851462" y="2934176"/>
                <a:ext cx="186480" cy="91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42462" y="2925176"/>
                  <a:ext cx="204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14:cNvPr>
                <p14:cNvContentPartPr/>
                <p14:nvPr/>
              </p14:nvContentPartPr>
              <p14:xfrm>
                <a:off x="9000142" y="2679296"/>
                <a:ext cx="165240" cy="278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91502" y="2670296"/>
                  <a:ext cx="1828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B137CFD-7CEC-19AF-22F3-E098F28F7BAD}"/>
              </a:ext>
            </a:extLst>
          </p:cNvPr>
          <p:cNvGrpSpPr/>
          <p:nvPr/>
        </p:nvGrpSpPr>
        <p:grpSpPr>
          <a:xfrm>
            <a:off x="9270862" y="2412896"/>
            <a:ext cx="1078200" cy="537480"/>
            <a:chOff x="9270862" y="2412896"/>
            <a:chExt cx="10782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14:cNvPr>
                <p14:cNvContentPartPr/>
                <p14:nvPr/>
              </p14:nvContentPartPr>
              <p14:xfrm>
                <a:off x="9270862" y="2809256"/>
                <a:ext cx="159480" cy="141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61862" y="2800616"/>
                  <a:ext cx="17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14:cNvPr>
                <p14:cNvContentPartPr/>
                <p14:nvPr/>
              </p14:nvContentPartPr>
              <p14:xfrm>
                <a:off x="9393262" y="2664536"/>
                <a:ext cx="106920" cy="1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84622" y="2655536"/>
                  <a:ext cx="124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14:cNvPr>
                <p14:cNvContentPartPr/>
                <p14:nvPr/>
              </p14:nvContentPartPr>
              <p14:xfrm>
                <a:off x="9527902" y="2636816"/>
                <a:ext cx="113760" cy="1857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519262" y="2627816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14:cNvPr>
                <p14:cNvContentPartPr/>
                <p14:nvPr/>
              </p14:nvContentPartPr>
              <p14:xfrm>
                <a:off x="9516022" y="2477336"/>
                <a:ext cx="16200" cy="19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07022" y="2468336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14:cNvPr>
                <p14:cNvContentPartPr/>
                <p14:nvPr/>
              </p14:nvContentPartPr>
              <p14:xfrm>
                <a:off x="9665782" y="2565896"/>
                <a:ext cx="175320" cy="892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657142" y="2556896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14:cNvPr>
                <p14:cNvContentPartPr/>
                <p14:nvPr/>
              </p14:nvContentPartPr>
              <p14:xfrm>
                <a:off x="9928942" y="2412896"/>
                <a:ext cx="170280" cy="123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20302" y="2403896"/>
                  <a:ext cx="187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14:cNvPr>
                <p14:cNvContentPartPr/>
                <p14:nvPr/>
              </p14:nvContentPartPr>
              <p14:xfrm>
                <a:off x="10103902" y="2498576"/>
                <a:ext cx="77040" cy="207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95262" y="2489576"/>
                  <a:ext cx="94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14:cNvPr>
                <p14:cNvContentPartPr/>
                <p14:nvPr/>
              </p14:nvContentPartPr>
              <p14:xfrm>
                <a:off x="10153942" y="2653736"/>
                <a:ext cx="195120" cy="1058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144942" y="2645096"/>
                  <a:ext cx="2127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405C1E3-5CFE-0BED-444D-FAA80455408B}"/>
              </a:ext>
            </a:extLst>
          </p:cNvPr>
          <p:cNvGrpSpPr/>
          <p:nvPr/>
        </p:nvGrpSpPr>
        <p:grpSpPr>
          <a:xfrm>
            <a:off x="5688142" y="3087896"/>
            <a:ext cx="963000" cy="283320"/>
            <a:chOff x="5688142" y="3087896"/>
            <a:chExt cx="96300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14:cNvPr>
                <p14:cNvContentPartPr/>
                <p14:nvPr/>
              </p14:nvContentPartPr>
              <p14:xfrm>
                <a:off x="5688142" y="3104456"/>
                <a:ext cx="96480" cy="84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79502" y="3095816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14:cNvPr>
                <p14:cNvContentPartPr/>
                <p14:nvPr/>
              </p14:nvContentPartPr>
              <p14:xfrm>
                <a:off x="5737822" y="3087896"/>
                <a:ext cx="106920" cy="75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28822" y="30788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14:cNvPr>
                <p14:cNvContentPartPr/>
                <p14:nvPr/>
              </p14:nvContentPartPr>
              <p14:xfrm>
                <a:off x="5990902" y="3110576"/>
                <a:ext cx="176040" cy="2329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82262" y="3101936"/>
                  <a:ext cx="193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14:cNvPr>
                <p14:cNvContentPartPr/>
                <p14:nvPr/>
              </p14:nvContentPartPr>
              <p14:xfrm>
                <a:off x="6200062" y="3109496"/>
                <a:ext cx="145440" cy="2138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91062" y="3100856"/>
                  <a:ext cx="163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14:cNvPr>
                <p14:cNvContentPartPr/>
                <p14:nvPr/>
              </p14:nvContentPartPr>
              <p14:xfrm>
                <a:off x="6352702" y="3222536"/>
                <a:ext cx="131400" cy="66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44062" y="3213536"/>
                  <a:ext cx="149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14:cNvPr>
                <p14:cNvContentPartPr/>
                <p14:nvPr/>
              </p14:nvContentPartPr>
              <p14:xfrm>
                <a:off x="6490942" y="3118856"/>
                <a:ext cx="160200" cy="252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482302" y="3110216"/>
                  <a:ext cx="1778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A719659-4359-B1A3-D689-FA4FDB7A2DDD}"/>
              </a:ext>
            </a:extLst>
          </p:cNvPr>
          <p:cNvGrpSpPr/>
          <p:nvPr/>
        </p:nvGrpSpPr>
        <p:grpSpPr>
          <a:xfrm>
            <a:off x="1940182" y="3790256"/>
            <a:ext cx="736200" cy="272160"/>
            <a:chOff x="1940182" y="3790256"/>
            <a:chExt cx="73620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14:cNvPr>
                <p14:cNvContentPartPr/>
                <p14:nvPr/>
              </p14:nvContentPartPr>
              <p14:xfrm>
                <a:off x="1941622" y="3987176"/>
                <a:ext cx="83880" cy="57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32982" y="3978176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14:cNvPr>
                <p14:cNvContentPartPr/>
                <p14:nvPr/>
              </p14:nvContentPartPr>
              <p14:xfrm>
                <a:off x="1940182" y="3933536"/>
                <a:ext cx="90720" cy="111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31542" y="39248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14:cNvPr>
                <p14:cNvContentPartPr/>
                <p14:nvPr/>
              </p14:nvContentPartPr>
              <p14:xfrm>
                <a:off x="2181022" y="3790256"/>
                <a:ext cx="495360" cy="272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72022" y="3781256"/>
                  <a:ext cx="513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E303C78-2520-EFC9-EDC3-6F8DC6C20852}"/>
              </a:ext>
            </a:extLst>
          </p:cNvPr>
          <p:cNvGrpSpPr/>
          <p:nvPr/>
        </p:nvGrpSpPr>
        <p:grpSpPr>
          <a:xfrm>
            <a:off x="2157982" y="4189136"/>
            <a:ext cx="475200" cy="86040"/>
            <a:chOff x="2157982" y="4189136"/>
            <a:chExt cx="47520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14:cNvPr>
                <p14:cNvContentPartPr/>
                <p14:nvPr/>
              </p14:nvContentPartPr>
              <p14:xfrm>
                <a:off x="2157982" y="4204976"/>
                <a:ext cx="126360" cy="69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148982" y="4196336"/>
                  <a:ext cx="14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14:cNvPr>
                <p14:cNvContentPartPr/>
                <p14:nvPr/>
              </p14:nvContentPartPr>
              <p14:xfrm>
                <a:off x="2361382" y="4247816"/>
                <a:ext cx="63000" cy="16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352382" y="4238816"/>
                  <a:ext cx="80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14:cNvPr>
                <p14:cNvContentPartPr/>
                <p14:nvPr/>
              </p14:nvContentPartPr>
              <p14:xfrm>
                <a:off x="2346262" y="4189136"/>
                <a:ext cx="110160" cy="16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337262" y="4180496"/>
                  <a:ext cx="12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14:cNvPr>
                <p14:cNvContentPartPr/>
                <p14:nvPr/>
              </p14:nvContentPartPr>
              <p14:xfrm>
                <a:off x="2502142" y="4198496"/>
                <a:ext cx="131040" cy="76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493142" y="4189856"/>
                  <a:ext cx="148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DF3BC39-E8AC-28CD-6CA0-D51B4FA31A25}"/>
              </a:ext>
            </a:extLst>
          </p:cNvPr>
          <p:cNvGrpSpPr/>
          <p:nvPr/>
        </p:nvGrpSpPr>
        <p:grpSpPr>
          <a:xfrm>
            <a:off x="2042062" y="3469136"/>
            <a:ext cx="508320" cy="291240"/>
            <a:chOff x="2042062" y="3469136"/>
            <a:chExt cx="5083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14:cNvPr>
                <p14:cNvContentPartPr/>
                <p14:nvPr/>
              </p14:nvContentPartPr>
              <p14:xfrm>
                <a:off x="2042062" y="3469136"/>
                <a:ext cx="170640" cy="1000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033062" y="3460496"/>
                  <a:ext cx="18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14:cNvPr>
                <p14:cNvContentPartPr/>
                <p14:nvPr/>
              </p14:nvContentPartPr>
              <p14:xfrm>
                <a:off x="2094622" y="3609536"/>
                <a:ext cx="143640" cy="208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85622" y="3600896"/>
                  <a:ext cx="161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14:cNvPr>
                <p14:cNvContentPartPr/>
                <p14:nvPr/>
              </p14:nvContentPartPr>
              <p14:xfrm>
                <a:off x="2120902" y="3671816"/>
                <a:ext cx="162720" cy="88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112262" y="3662816"/>
                  <a:ext cx="180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14:cNvPr>
                <p14:cNvContentPartPr/>
                <p14:nvPr/>
              </p14:nvContentPartPr>
              <p14:xfrm>
                <a:off x="2323942" y="3622136"/>
                <a:ext cx="90000" cy="90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314942" y="3613136"/>
                  <a:ext cx="107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14:cNvPr>
                <p14:cNvContentPartPr/>
                <p14:nvPr/>
              </p14:nvContentPartPr>
              <p14:xfrm>
                <a:off x="2487742" y="3577856"/>
                <a:ext cx="62640" cy="1058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479102" y="3568856"/>
                  <a:ext cx="802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0E93C1A-1FDF-5188-8B6D-04B1BE6C7645}"/>
              </a:ext>
            </a:extLst>
          </p:cNvPr>
          <p:cNvGrpSpPr/>
          <p:nvPr/>
        </p:nvGrpSpPr>
        <p:grpSpPr>
          <a:xfrm>
            <a:off x="2930902" y="3742376"/>
            <a:ext cx="700560" cy="267840"/>
            <a:chOff x="2930902" y="3742376"/>
            <a:chExt cx="7005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14:cNvPr>
                <p14:cNvContentPartPr/>
                <p14:nvPr/>
              </p14:nvContentPartPr>
              <p14:xfrm>
                <a:off x="2930902" y="3749216"/>
                <a:ext cx="227880" cy="255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921902" y="3740216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14:cNvPr>
                <p14:cNvContentPartPr/>
                <p14:nvPr/>
              </p14:nvContentPartPr>
              <p14:xfrm>
                <a:off x="3174982" y="3742376"/>
                <a:ext cx="168840" cy="246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166342" y="3733376"/>
                  <a:ext cx="186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14:cNvPr>
                <p14:cNvContentPartPr/>
                <p14:nvPr/>
              </p14:nvContentPartPr>
              <p14:xfrm>
                <a:off x="3331222" y="3874856"/>
                <a:ext cx="150840" cy="64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22582" y="3865856"/>
                  <a:ext cx="168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14:cNvPr>
                <p14:cNvContentPartPr/>
                <p14:nvPr/>
              </p14:nvContentPartPr>
              <p14:xfrm>
                <a:off x="3450022" y="3742376"/>
                <a:ext cx="181440" cy="2678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441382" y="3733376"/>
                  <a:ext cx="19908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61AFDBB-88C2-132B-8BC6-A19F69A740AC}"/>
              </a:ext>
            </a:extLst>
          </p:cNvPr>
          <p:cNvGrpSpPr/>
          <p:nvPr/>
        </p:nvGrpSpPr>
        <p:grpSpPr>
          <a:xfrm>
            <a:off x="3736942" y="3531776"/>
            <a:ext cx="1132920" cy="588240"/>
            <a:chOff x="3736942" y="3531776"/>
            <a:chExt cx="113292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14:cNvPr>
                <p14:cNvContentPartPr/>
                <p14:nvPr/>
              </p14:nvContentPartPr>
              <p14:xfrm>
                <a:off x="3736942" y="3613136"/>
                <a:ext cx="166680" cy="506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727942" y="3604136"/>
                  <a:ext cx="184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14:cNvPr>
                <p14:cNvContentPartPr/>
                <p14:nvPr/>
              </p14:nvContentPartPr>
              <p14:xfrm>
                <a:off x="3933142" y="3839936"/>
                <a:ext cx="195480" cy="158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24502" y="3830936"/>
                  <a:ext cx="21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14:cNvPr>
                <p14:cNvContentPartPr/>
                <p14:nvPr/>
              </p14:nvContentPartPr>
              <p14:xfrm>
                <a:off x="4083262" y="3742376"/>
                <a:ext cx="122040" cy="61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074622" y="37333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14:cNvPr>
                <p14:cNvContentPartPr/>
                <p14:nvPr/>
              </p14:nvContentPartPr>
              <p14:xfrm>
                <a:off x="4234462" y="3673256"/>
                <a:ext cx="93960" cy="1609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225822" y="3664616"/>
                  <a:ext cx="111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14:cNvPr>
                <p14:cNvContentPartPr/>
                <p14:nvPr/>
              </p14:nvContentPartPr>
              <p14:xfrm>
                <a:off x="4196302" y="3531776"/>
                <a:ext cx="14400" cy="12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87662" y="3522776"/>
                  <a:ext cx="32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14:cNvPr>
                <p14:cNvContentPartPr/>
                <p14:nvPr/>
              </p14:nvContentPartPr>
              <p14:xfrm>
                <a:off x="4337782" y="3613136"/>
                <a:ext cx="208440" cy="82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329142" y="3604496"/>
                  <a:ext cx="226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14:cNvPr>
                <p14:cNvContentPartPr/>
                <p14:nvPr/>
              </p14:nvContentPartPr>
              <p14:xfrm>
                <a:off x="4608862" y="3593696"/>
                <a:ext cx="261000" cy="853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600222" y="3584696"/>
                  <a:ext cx="278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537DAFF-CF0C-3780-D4DD-698540AFF424}"/>
              </a:ext>
            </a:extLst>
          </p:cNvPr>
          <p:cNvGrpSpPr/>
          <p:nvPr/>
        </p:nvGrpSpPr>
        <p:grpSpPr>
          <a:xfrm>
            <a:off x="4917742" y="3805376"/>
            <a:ext cx="175680" cy="130680"/>
            <a:chOff x="4917742" y="3805376"/>
            <a:chExt cx="17568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14:cNvPr>
                <p14:cNvContentPartPr/>
                <p14:nvPr/>
              </p14:nvContentPartPr>
              <p14:xfrm>
                <a:off x="4959862" y="3805376"/>
                <a:ext cx="59400" cy="130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51222" y="3796736"/>
                  <a:ext cx="77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14:cNvPr>
                <p14:cNvContentPartPr/>
                <p14:nvPr/>
              </p14:nvContentPartPr>
              <p14:xfrm>
                <a:off x="4917742" y="3864776"/>
                <a:ext cx="175680" cy="216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908742" y="3855776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257C4C9-9A5B-9452-572C-69A0EFC31C7B}"/>
              </a:ext>
            </a:extLst>
          </p:cNvPr>
          <p:cNvGrpSpPr/>
          <p:nvPr/>
        </p:nvGrpSpPr>
        <p:grpSpPr>
          <a:xfrm>
            <a:off x="5242102" y="3506216"/>
            <a:ext cx="1989360" cy="460440"/>
            <a:chOff x="5242102" y="3506216"/>
            <a:chExt cx="198936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14:cNvPr>
                <p14:cNvContentPartPr/>
                <p14:nvPr/>
              </p14:nvContentPartPr>
              <p14:xfrm>
                <a:off x="5242102" y="3832736"/>
                <a:ext cx="199800" cy="1339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33102" y="3824096"/>
                  <a:ext cx="21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14:cNvPr>
                <p14:cNvContentPartPr/>
                <p14:nvPr/>
              </p14:nvContentPartPr>
              <p14:xfrm>
                <a:off x="5385742" y="3720056"/>
                <a:ext cx="110160" cy="1461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377102" y="3711056"/>
                  <a:ext cx="12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14:cNvPr>
                <p14:cNvContentPartPr/>
                <p14:nvPr/>
              </p14:nvContentPartPr>
              <p14:xfrm>
                <a:off x="5321302" y="3583256"/>
                <a:ext cx="11520" cy="248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12662" y="3574256"/>
                  <a:ext cx="29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14:cNvPr>
                <p14:cNvContentPartPr/>
                <p14:nvPr/>
              </p14:nvContentPartPr>
              <p14:xfrm>
                <a:off x="5470342" y="3592616"/>
                <a:ext cx="218160" cy="110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461342" y="3583976"/>
                  <a:ext cx="23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14:cNvPr>
                <p14:cNvContentPartPr/>
                <p14:nvPr/>
              </p14:nvContentPartPr>
              <p14:xfrm>
                <a:off x="5766982" y="3582536"/>
                <a:ext cx="163440" cy="64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58342" y="3573896"/>
                  <a:ext cx="181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14:cNvPr>
                <p14:cNvContentPartPr/>
                <p14:nvPr/>
              </p14:nvContentPartPr>
              <p14:xfrm>
                <a:off x="6017902" y="3822656"/>
                <a:ext cx="196920" cy="1011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08902" y="3813656"/>
                  <a:ext cx="214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14:cNvPr>
                <p14:cNvContentPartPr/>
                <p14:nvPr/>
              </p14:nvContentPartPr>
              <p14:xfrm>
                <a:off x="6159742" y="3677936"/>
                <a:ext cx="140400" cy="277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50742" y="3669296"/>
                  <a:ext cx="158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14:cNvPr>
                <p14:cNvContentPartPr/>
                <p14:nvPr/>
              </p14:nvContentPartPr>
              <p14:xfrm>
                <a:off x="6327862" y="3646616"/>
                <a:ext cx="119160" cy="1674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319222" y="3637976"/>
                  <a:ext cx="136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14:cNvPr>
                <p14:cNvContentPartPr/>
                <p14:nvPr/>
              </p14:nvContentPartPr>
              <p14:xfrm>
                <a:off x="6326062" y="3533936"/>
                <a:ext cx="12960" cy="3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317422" y="3525296"/>
                  <a:ext cx="30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14:cNvPr>
                <p14:cNvContentPartPr/>
                <p14:nvPr/>
              </p14:nvContentPartPr>
              <p14:xfrm>
                <a:off x="6444502" y="3584336"/>
                <a:ext cx="223920" cy="838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435862" y="3575336"/>
                  <a:ext cx="241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14:cNvPr>
                <p14:cNvContentPartPr/>
                <p14:nvPr/>
              </p14:nvContentPartPr>
              <p14:xfrm>
                <a:off x="6719902" y="3509096"/>
                <a:ext cx="241200" cy="150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10902" y="3500456"/>
                  <a:ext cx="25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14:cNvPr>
                <p14:cNvContentPartPr/>
                <p14:nvPr/>
              </p14:nvContentPartPr>
              <p14:xfrm>
                <a:off x="7064422" y="3506216"/>
                <a:ext cx="167040" cy="4122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55782" y="3497576"/>
                  <a:ext cx="18468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F055A00-D12D-21DD-C34A-5D1DC32E064E}"/>
              </a:ext>
            </a:extLst>
          </p:cNvPr>
          <p:cNvGrpSpPr/>
          <p:nvPr/>
        </p:nvGrpSpPr>
        <p:grpSpPr>
          <a:xfrm>
            <a:off x="7560862" y="3380936"/>
            <a:ext cx="2509560" cy="506880"/>
            <a:chOff x="7560862" y="3380936"/>
            <a:chExt cx="250956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14:cNvPr>
                <p14:cNvContentPartPr/>
                <p14:nvPr/>
              </p14:nvContentPartPr>
              <p14:xfrm>
                <a:off x="7586062" y="3662816"/>
                <a:ext cx="48600" cy="159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577422" y="3653816"/>
                  <a:ext cx="66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14:cNvPr>
                <p14:cNvContentPartPr/>
                <p14:nvPr/>
              </p14:nvContentPartPr>
              <p14:xfrm>
                <a:off x="7560862" y="3769016"/>
                <a:ext cx="132120" cy="9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51862" y="3760376"/>
                  <a:ext cx="149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14:cNvPr>
                <p14:cNvContentPartPr/>
                <p14:nvPr/>
              </p14:nvContentPartPr>
              <p14:xfrm>
                <a:off x="7872982" y="3600536"/>
                <a:ext cx="218880" cy="282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864342" y="3591536"/>
                  <a:ext cx="236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14:cNvPr>
                <p14:cNvContentPartPr/>
                <p14:nvPr/>
              </p14:nvContentPartPr>
              <p14:xfrm>
                <a:off x="8141182" y="3545096"/>
                <a:ext cx="195840" cy="3099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32182" y="3536096"/>
                  <a:ext cx="213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14:cNvPr>
                <p14:cNvContentPartPr/>
                <p14:nvPr/>
              </p14:nvContentPartPr>
              <p14:xfrm>
                <a:off x="8330542" y="3486416"/>
                <a:ext cx="176400" cy="161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21542" y="3477416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14:cNvPr>
                <p14:cNvContentPartPr/>
                <p14:nvPr/>
              </p14:nvContentPartPr>
              <p14:xfrm>
                <a:off x="8288062" y="3717176"/>
                <a:ext cx="303120" cy="14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279422" y="3708536"/>
                  <a:ext cx="320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14:cNvPr>
                <p14:cNvContentPartPr/>
                <p14:nvPr/>
              </p14:nvContentPartPr>
              <p14:xfrm>
                <a:off x="8378422" y="3806096"/>
                <a:ext cx="212760" cy="81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369422" y="3797096"/>
                  <a:ext cx="23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14:cNvPr>
                <p14:cNvContentPartPr/>
                <p14:nvPr/>
              </p14:nvContentPartPr>
              <p14:xfrm>
                <a:off x="8414782" y="3495776"/>
                <a:ext cx="43560" cy="92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405782" y="3487136"/>
                  <a:ext cx="61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14:cNvPr>
                <p14:cNvContentPartPr/>
                <p14:nvPr/>
              </p14:nvContentPartPr>
              <p14:xfrm>
                <a:off x="8607022" y="3506576"/>
                <a:ext cx="128160" cy="3434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598022" y="3497576"/>
                  <a:ext cx="145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14:cNvPr>
                <p14:cNvContentPartPr/>
                <p14:nvPr/>
              </p14:nvContentPartPr>
              <p14:xfrm>
                <a:off x="8861902" y="3672176"/>
                <a:ext cx="208440" cy="1292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853262" y="3663536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14:cNvPr>
                <p14:cNvContentPartPr/>
                <p14:nvPr/>
              </p14:nvContentPartPr>
              <p14:xfrm>
                <a:off x="9087622" y="3595856"/>
                <a:ext cx="104400" cy="19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078982" y="3587216"/>
                  <a:ext cx="122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14:cNvPr>
                <p14:cNvContentPartPr/>
                <p14:nvPr/>
              </p14:nvContentPartPr>
              <p14:xfrm>
                <a:off x="9252142" y="3561656"/>
                <a:ext cx="103320" cy="1846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243142" y="3553016"/>
                  <a:ext cx="12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14:cNvPr>
                <p14:cNvContentPartPr/>
                <p14:nvPr/>
              </p14:nvContentPartPr>
              <p14:xfrm>
                <a:off x="9282022" y="3430256"/>
                <a:ext cx="10800" cy="15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273382" y="34212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14:cNvPr>
                <p14:cNvContentPartPr/>
                <p14:nvPr/>
              </p14:nvContentPartPr>
              <p14:xfrm>
                <a:off x="9386062" y="3508736"/>
                <a:ext cx="179280" cy="69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377062" y="3499736"/>
                  <a:ext cx="196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14:cNvPr>
                <p14:cNvContentPartPr/>
                <p14:nvPr/>
              </p14:nvContentPartPr>
              <p14:xfrm>
                <a:off x="9581542" y="3388136"/>
                <a:ext cx="195120" cy="14436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572542" y="3379136"/>
                  <a:ext cx="21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14:cNvPr>
                <p14:cNvContentPartPr/>
                <p14:nvPr/>
              </p14:nvContentPartPr>
              <p14:xfrm>
                <a:off x="9838222" y="3380936"/>
                <a:ext cx="23400" cy="1828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9582" y="3372296"/>
                  <a:ext cx="41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14:cNvPr>
                <p14:cNvContentPartPr/>
                <p14:nvPr/>
              </p14:nvContentPartPr>
              <p14:xfrm>
                <a:off x="9909502" y="3502976"/>
                <a:ext cx="160920" cy="120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00502" y="3494336"/>
                  <a:ext cx="17856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14:cNvPr>
              <p14:cNvContentPartPr/>
              <p14:nvPr/>
            </p14:nvContentPartPr>
            <p14:xfrm>
              <a:off x="3907942" y="4040096"/>
              <a:ext cx="3214080" cy="15516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898942" y="4031456"/>
                <a:ext cx="323172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54D2D40B-2E1B-961A-F790-AB3A39CCE8AD}"/>
              </a:ext>
            </a:extLst>
          </p:cNvPr>
          <p:cNvGrpSpPr/>
          <p:nvPr/>
        </p:nvGrpSpPr>
        <p:grpSpPr>
          <a:xfrm>
            <a:off x="3662422" y="4143056"/>
            <a:ext cx="5136120" cy="1222920"/>
            <a:chOff x="3662422" y="4143056"/>
            <a:chExt cx="5136120" cy="12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14:cNvPr>
                <p14:cNvContentPartPr/>
                <p14:nvPr/>
              </p14:nvContentPartPr>
              <p14:xfrm>
                <a:off x="3874462" y="4577576"/>
                <a:ext cx="156960" cy="1497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65462" y="4568576"/>
                  <a:ext cx="174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14:cNvPr>
                <p14:cNvContentPartPr/>
                <p14:nvPr/>
              </p14:nvContentPartPr>
              <p14:xfrm>
                <a:off x="3966262" y="4464896"/>
                <a:ext cx="95760" cy="115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957262" y="44562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14:cNvPr>
                <p14:cNvContentPartPr/>
                <p14:nvPr/>
              </p14:nvContentPartPr>
              <p14:xfrm>
                <a:off x="4140862" y="4449416"/>
                <a:ext cx="102240" cy="1825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131862" y="4440776"/>
                  <a:ext cx="11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14:cNvPr>
                <p14:cNvContentPartPr/>
                <p14:nvPr/>
              </p14:nvContentPartPr>
              <p14:xfrm>
                <a:off x="4114582" y="4332416"/>
                <a:ext cx="5760" cy="252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105942" y="4323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14:cNvPr>
                <p14:cNvContentPartPr/>
                <p14:nvPr/>
              </p14:nvContentPartPr>
              <p14:xfrm>
                <a:off x="4226182" y="4365536"/>
                <a:ext cx="149760" cy="100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217542" y="4356536"/>
                  <a:ext cx="167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14:cNvPr>
                <p14:cNvContentPartPr/>
                <p14:nvPr/>
              </p14:nvContentPartPr>
              <p14:xfrm>
                <a:off x="4460182" y="4368776"/>
                <a:ext cx="138240" cy="51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451182" y="4360136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14:cNvPr>
                <p14:cNvContentPartPr/>
                <p14:nvPr/>
              </p14:nvContentPartPr>
              <p14:xfrm>
                <a:off x="4566382" y="4609256"/>
                <a:ext cx="233640" cy="1339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57742" y="4600616"/>
                  <a:ext cx="251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14:cNvPr>
                <p14:cNvContentPartPr/>
                <p14:nvPr/>
              </p14:nvContentPartPr>
              <p14:xfrm>
                <a:off x="4767262" y="4480736"/>
                <a:ext cx="111600" cy="1879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758262" y="4471736"/>
                  <a:ext cx="129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14:cNvPr>
                <p14:cNvContentPartPr/>
                <p14:nvPr/>
              </p14:nvContentPartPr>
              <p14:xfrm>
                <a:off x="4773742" y="4382096"/>
                <a:ext cx="16920" cy="12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765102" y="4373456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14:cNvPr>
                <p14:cNvContentPartPr/>
                <p14:nvPr/>
              </p14:nvContentPartPr>
              <p14:xfrm>
                <a:off x="4869502" y="4432496"/>
                <a:ext cx="164880" cy="70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860862" y="4423496"/>
                  <a:ext cx="182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14:cNvPr>
                <p14:cNvContentPartPr/>
                <p14:nvPr/>
              </p14:nvContentPartPr>
              <p14:xfrm>
                <a:off x="5025022" y="4321256"/>
                <a:ext cx="158040" cy="113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16382" y="4312616"/>
                  <a:ext cx="175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14:cNvPr>
                <p14:cNvContentPartPr/>
                <p14:nvPr/>
              </p14:nvContentPartPr>
              <p14:xfrm>
                <a:off x="5219062" y="4354016"/>
                <a:ext cx="49680" cy="1483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210422" y="4345016"/>
                  <a:ext cx="6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14:cNvPr>
                <p14:cNvContentPartPr/>
                <p14:nvPr/>
              </p14:nvContentPartPr>
              <p14:xfrm>
                <a:off x="5278822" y="4486856"/>
                <a:ext cx="127800" cy="80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270182" y="4477856"/>
                  <a:ext cx="145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14:cNvPr>
                <p14:cNvContentPartPr/>
                <p14:nvPr/>
              </p14:nvContentPartPr>
              <p14:xfrm>
                <a:off x="5587342" y="4561016"/>
                <a:ext cx="36000" cy="114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8342" y="4552376"/>
                  <a:ext cx="53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14:cNvPr>
                <p14:cNvContentPartPr/>
                <p14:nvPr/>
              </p14:nvContentPartPr>
              <p14:xfrm>
                <a:off x="5565022" y="4630496"/>
                <a:ext cx="134280" cy="86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556022" y="4621496"/>
                  <a:ext cx="151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14:cNvPr>
                <p14:cNvContentPartPr/>
                <p14:nvPr/>
              </p14:nvContentPartPr>
              <p14:xfrm>
                <a:off x="5789302" y="4544816"/>
                <a:ext cx="149040" cy="112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780662" y="4535816"/>
                  <a:ext cx="166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14:cNvPr>
                <p14:cNvContentPartPr/>
                <p14:nvPr/>
              </p14:nvContentPartPr>
              <p14:xfrm>
                <a:off x="5895862" y="4438976"/>
                <a:ext cx="113760" cy="1537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887222" y="4429976"/>
                  <a:ext cx="131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14:cNvPr>
                <p14:cNvContentPartPr/>
                <p14:nvPr/>
              </p14:nvContentPartPr>
              <p14:xfrm>
                <a:off x="5876422" y="4325936"/>
                <a:ext cx="3600" cy="10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67422" y="431729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14:cNvPr>
                <p14:cNvContentPartPr/>
                <p14:nvPr/>
              </p14:nvContentPartPr>
              <p14:xfrm>
                <a:off x="5980462" y="4375976"/>
                <a:ext cx="187560" cy="59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971822" y="4366976"/>
                  <a:ext cx="205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14:cNvPr>
                <p14:cNvContentPartPr/>
                <p14:nvPr/>
              </p14:nvContentPartPr>
              <p14:xfrm>
                <a:off x="6249022" y="4351496"/>
                <a:ext cx="120600" cy="55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240382" y="4342496"/>
                  <a:ext cx="138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14:cNvPr>
                <p14:cNvContentPartPr/>
                <p14:nvPr/>
              </p14:nvContentPartPr>
              <p14:xfrm>
                <a:off x="6411382" y="4533656"/>
                <a:ext cx="138240" cy="925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402382" y="4524656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14:cNvPr>
                <p14:cNvContentPartPr/>
                <p14:nvPr/>
              </p14:nvContentPartPr>
              <p14:xfrm>
                <a:off x="6535582" y="4395416"/>
                <a:ext cx="109800" cy="226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526942" y="438677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14:cNvPr>
                <p14:cNvContentPartPr/>
                <p14:nvPr/>
              </p14:nvContentPartPr>
              <p14:xfrm>
                <a:off x="6714142" y="4380296"/>
                <a:ext cx="72720" cy="155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705502" y="4371656"/>
                  <a:ext cx="9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14:cNvPr>
                <p14:cNvContentPartPr/>
                <p14:nvPr/>
              </p14:nvContentPartPr>
              <p14:xfrm>
                <a:off x="6677062" y="4274096"/>
                <a:ext cx="2520" cy="32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668422" y="426545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14:cNvPr>
                <p14:cNvContentPartPr/>
                <p14:nvPr/>
              </p14:nvContentPartPr>
              <p14:xfrm>
                <a:off x="6780382" y="4324136"/>
                <a:ext cx="189360" cy="835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771742" y="4315136"/>
                  <a:ext cx="20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14:cNvPr>
                <p14:cNvContentPartPr/>
                <p14:nvPr/>
              </p14:nvContentPartPr>
              <p14:xfrm>
                <a:off x="6997102" y="4241696"/>
                <a:ext cx="241560" cy="131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988102" y="4233056"/>
                  <a:ext cx="259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14:cNvPr>
                <p14:cNvContentPartPr/>
                <p14:nvPr/>
              </p14:nvContentPartPr>
              <p14:xfrm>
                <a:off x="7262062" y="4255016"/>
                <a:ext cx="15120" cy="146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253062" y="4246376"/>
                  <a:ext cx="3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14:cNvPr>
                <p14:cNvContentPartPr/>
                <p14:nvPr/>
              </p14:nvContentPartPr>
              <p14:xfrm>
                <a:off x="7341622" y="4349696"/>
                <a:ext cx="143280" cy="1224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32622" y="4341056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14:cNvPr>
                <p14:cNvContentPartPr/>
                <p14:nvPr/>
              </p14:nvContentPartPr>
              <p14:xfrm>
                <a:off x="7102222" y="4262216"/>
                <a:ext cx="11520" cy="648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093222" y="4253216"/>
                  <a:ext cx="29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14:cNvPr>
                <p14:cNvContentPartPr/>
                <p14:nvPr/>
              </p14:nvContentPartPr>
              <p14:xfrm>
                <a:off x="7479862" y="4285256"/>
                <a:ext cx="176400" cy="3830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70862" y="4276616"/>
                  <a:ext cx="194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14:cNvPr>
                <p14:cNvContentPartPr/>
                <p14:nvPr/>
              </p14:nvContentPartPr>
              <p14:xfrm>
                <a:off x="3662422" y="4425296"/>
                <a:ext cx="208080" cy="3632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653422" y="4416296"/>
                  <a:ext cx="225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14:cNvPr>
                <p14:cNvContentPartPr/>
                <p14:nvPr/>
              </p14:nvContentPartPr>
              <p14:xfrm>
                <a:off x="7761742" y="4487216"/>
                <a:ext cx="181080" cy="1213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752742" y="4478216"/>
                  <a:ext cx="198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14:cNvPr>
                <p14:cNvContentPartPr/>
                <p14:nvPr/>
              </p14:nvContentPartPr>
              <p14:xfrm>
                <a:off x="7910062" y="4397576"/>
                <a:ext cx="86040" cy="11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901062" y="4388576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14:cNvPr>
                <p14:cNvContentPartPr/>
                <p14:nvPr/>
              </p14:nvContentPartPr>
              <p14:xfrm>
                <a:off x="8037142" y="4337816"/>
                <a:ext cx="118440" cy="1663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028502" y="4329176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14:cNvPr>
                <p14:cNvContentPartPr/>
                <p14:nvPr/>
              </p14:nvContentPartPr>
              <p14:xfrm>
                <a:off x="8011582" y="4235576"/>
                <a:ext cx="8640" cy="50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002582" y="4226936"/>
                  <a:ext cx="26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14:cNvPr>
                <p14:cNvContentPartPr/>
                <p14:nvPr/>
              </p14:nvContentPartPr>
              <p14:xfrm>
                <a:off x="8112382" y="4293896"/>
                <a:ext cx="196560" cy="662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103742" y="4284896"/>
                  <a:ext cx="214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14:cNvPr>
                <p14:cNvContentPartPr/>
                <p14:nvPr/>
              </p14:nvContentPartPr>
              <p14:xfrm>
                <a:off x="8313982" y="4150616"/>
                <a:ext cx="234720" cy="1314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304982" y="4141616"/>
                  <a:ext cx="252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14:cNvPr>
                <p14:cNvContentPartPr/>
                <p14:nvPr/>
              </p14:nvContentPartPr>
              <p14:xfrm>
                <a:off x="8569582" y="4143056"/>
                <a:ext cx="59040" cy="2322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560582" y="4134056"/>
                  <a:ext cx="76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14:cNvPr>
                <p14:cNvContentPartPr/>
                <p14:nvPr/>
              </p14:nvContentPartPr>
              <p14:xfrm>
                <a:off x="8633302" y="4282016"/>
                <a:ext cx="165240" cy="1206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24662" y="4273376"/>
                  <a:ext cx="182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14:cNvPr>
                <p14:cNvContentPartPr/>
                <p14:nvPr/>
              </p14:nvContentPartPr>
              <p14:xfrm>
                <a:off x="3835582" y="4731296"/>
                <a:ext cx="3836160" cy="230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826582" y="4722656"/>
                  <a:ext cx="3853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14:cNvPr>
                <p14:cNvContentPartPr/>
                <p14:nvPr/>
              </p14:nvContentPartPr>
              <p14:xfrm>
                <a:off x="4758262" y="5108216"/>
                <a:ext cx="216000" cy="2055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749622" y="5099216"/>
                  <a:ext cx="233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14:cNvPr>
                <p14:cNvContentPartPr/>
                <p14:nvPr/>
              </p14:nvContentPartPr>
              <p14:xfrm>
                <a:off x="5057062" y="5163296"/>
                <a:ext cx="181800" cy="1216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048422" y="5154656"/>
                  <a:ext cx="199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14:cNvPr>
                <p14:cNvContentPartPr/>
                <p14:nvPr/>
              </p14:nvContentPartPr>
              <p14:xfrm>
                <a:off x="5236342" y="5167256"/>
                <a:ext cx="102600" cy="7092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27702" y="5158256"/>
                  <a:ext cx="12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14:cNvPr>
                <p14:cNvContentPartPr/>
                <p14:nvPr/>
              </p14:nvContentPartPr>
              <p14:xfrm>
                <a:off x="5390782" y="5163656"/>
                <a:ext cx="130680" cy="1065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381782" y="5155016"/>
                  <a:ext cx="148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14:cNvPr>
                <p14:cNvContentPartPr/>
                <p14:nvPr/>
              </p14:nvContentPartPr>
              <p14:xfrm>
                <a:off x="5647102" y="4990136"/>
                <a:ext cx="104760" cy="3758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638102" y="4981136"/>
                  <a:ext cx="1224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6CF893B-17D1-3376-23AC-BF5F042EBD83}"/>
              </a:ext>
            </a:extLst>
          </p:cNvPr>
          <p:cNvGrpSpPr/>
          <p:nvPr/>
        </p:nvGrpSpPr>
        <p:grpSpPr>
          <a:xfrm>
            <a:off x="5805502" y="4940456"/>
            <a:ext cx="1525680" cy="387360"/>
            <a:chOff x="5805502" y="4940456"/>
            <a:chExt cx="152568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14:cNvPr>
                <p14:cNvContentPartPr/>
                <p14:nvPr/>
              </p14:nvContentPartPr>
              <p14:xfrm>
                <a:off x="5805502" y="5161136"/>
                <a:ext cx="217080" cy="1018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796502" y="5152136"/>
                  <a:ext cx="234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14:cNvPr>
                <p14:cNvContentPartPr/>
                <p14:nvPr/>
              </p14:nvContentPartPr>
              <p14:xfrm>
                <a:off x="6103222" y="5059976"/>
                <a:ext cx="105840" cy="212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94582" y="5050976"/>
                  <a:ext cx="123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14:cNvPr>
                <p14:cNvContentPartPr/>
                <p14:nvPr/>
              </p14:nvContentPartPr>
              <p14:xfrm>
                <a:off x="6245422" y="4982936"/>
                <a:ext cx="170280" cy="1260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236422" y="4973936"/>
                  <a:ext cx="18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14:cNvPr>
                <p14:cNvContentPartPr/>
                <p14:nvPr/>
              </p14:nvContentPartPr>
              <p14:xfrm>
                <a:off x="6315982" y="5157896"/>
                <a:ext cx="138240" cy="144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307342" y="5148896"/>
                  <a:ext cx="155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14:cNvPr>
                <p14:cNvContentPartPr/>
                <p14:nvPr/>
              </p14:nvContentPartPr>
              <p14:xfrm>
                <a:off x="6336862" y="5230616"/>
                <a:ext cx="164880" cy="972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327862" y="5221976"/>
                  <a:ext cx="182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14:cNvPr>
                <p14:cNvContentPartPr/>
                <p14:nvPr/>
              </p14:nvContentPartPr>
              <p14:xfrm>
                <a:off x="6693622" y="5152496"/>
                <a:ext cx="79560" cy="9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684622" y="514349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14:cNvPr>
                <p14:cNvContentPartPr/>
                <p14:nvPr/>
              </p14:nvContentPartPr>
              <p14:xfrm>
                <a:off x="6889822" y="5124416"/>
                <a:ext cx="170280" cy="705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880822" y="5115416"/>
                  <a:ext cx="187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14:cNvPr>
                <p14:cNvContentPartPr/>
                <p14:nvPr/>
              </p14:nvContentPartPr>
              <p14:xfrm>
                <a:off x="7033102" y="5013176"/>
                <a:ext cx="176760" cy="2484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024462" y="500417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14:cNvPr>
                <p14:cNvContentPartPr/>
                <p14:nvPr/>
              </p14:nvContentPartPr>
              <p14:xfrm>
                <a:off x="7154422" y="4940456"/>
                <a:ext cx="176760" cy="3700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145782" y="4931456"/>
                  <a:ext cx="19440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287AAA5-7EB2-C7EE-2018-85FBCAD1540D}"/>
              </a:ext>
            </a:extLst>
          </p:cNvPr>
          <p:cNvGrpSpPr/>
          <p:nvPr/>
        </p:nvGrpSpPr>
        <p:grpSpPr>
          <a:xfrm>
            <a:off x="4558102" y="5209736"/>
            <a:ext cx="83160" cy="53640"/>
            <a:chOff x="4558102" y="5209736"/>
            <a:chExt cx="83160" cy="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14:cNvPr>
                <p14:cNvContentPartPr/>
                <p14:nvPr/>
              </p14:nvContentPartPr>
              <p14:xfrm>
                <a:off x="4572142" y="5257976"/>
                <a:ext cx="69120" cy="54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563502" y="524933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14:cNvPr>
                <p14:cNvContentPartPr/>
                <p14:nvPr/>
              </p14:nvContentPartPr>
              <p14:xfrm>
                <a:off x="4558102" y="5209736"/>
                <a:ext cx="72720" cy="57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9102" y="5201096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14:cNvPr>
              <p14:cNvContentPartPr/>
              <p14:nvPr/>
            </p14:nvContentPartPr>
            <p14:xfrm>
              <a:off x="2328262" y="5709416"/>
              <a:ext cx="389160" cy="3308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2319262" y="5700416"/>
                <a:ext cx="40680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D28CA37-B617-D9E0-0C00-867C70D95E86}"/>
              </a:ext>
            </a:extLst>
          </p:cNvPr>
          <p:cNvGrpSpPr/>
          <p:nvPr/>
        </p:nvGrpSpPr>
        <p:grpSpPr>
          <a:xfrm>
            <a:off x="2317822" y="6134936"/>
            <a:ext cx="484920" cy="102240"/>
            <a:chOff x="2317822" y="6134936"/>
            <a:chExt cx="4849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14:cNvPr>
                <p14:cNvContentPartPr/>
                <p14:nvPr/>
              </p14:nvContentPartPr>
              <p14:xfrm>
                <a:off x="2317822" y="6172016"/>
                <a:ext cx="130320" cy="651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308822" y="6163376"/>
                  <a:ext cx="147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14:cNvPr>
                <p14:cNvContentPartPr/>
                <p14:nvPr/>
              </p14:nvContentPartPr>
              <p14:xfrm>
                <a:off x="2515462" y="6204416"/>
                <a:ext cx="89640" cy="5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06462" y="6195416"/>
                  <a:ext cx="10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14:cNvPr>
                <p14:cNvContentPartPr/>
                <p14:nvPr/>
              </p14:nvContentPartPr>
              <p14:xfrm>
                <a:off x="2500342" y="6144656"/>
                <a:ext cx="131400" cy="223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491702" y="6136016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14:cNvPr>
                <p14:cNvContentPartPr/>
                <p14:nvPr/>
              </p14:nvContentPartPr>
              <p14:xfrm>
                <a:off x="2668462" y="6134936"/>
                <a:ext cx="134280" cy="910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659822" y="6126296"/>
                  <a:ext cx="151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B9CDFDC4-A75E-70D6-9ED0-82229D70DD50}"/>
              </a:ext>
            </a:extLst>
          </p:cNvPr>
          <p:cNvGrpSpPr/>
          <p:nvPr/>
        </p:nvGrpSpPr>
        <p:grpSpPr>
          <a:xfrm>
            <a:off x="2301982" y="5341856"/>
            <a:ext cx="3907800" cy="630720"/>
            <a:chOff x="2301982" y="5341856"/>
            <a:chExt cx="3907800" cy="63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14:cNvPr>
                <p14:cNvContentPartPr/>
                <p14:nvPr/>
              </p14:nvContentPartPr>
              <p14:xfrm>
                <a:off x="2301982" y="5341856"/>
                <a:ext cx="153720" cy="1252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293342" y="5332856"/>
                  <a:ext cx="171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14:cNvPr>
                <p14:cNvContentPartPr/>
                <p14:nvPr/>
              </p14:nvContentPartPr>
              <p14:xfrm>
                <a:off x="2382622" y="5349056"/>
                <a:ext cx="10080" cy="518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373622" y="5340056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14:cNvPr>
                <p14:cNvContentPartPr/>
                <p14:nvPr/>
              </p14:nvContentPartPr>
              <p14:xfrm>
                <a:off x="2333662" y="5492696"/>
                <a:ext cx="144000" cy="237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24662" y="5483696"/>
                  <a:ext cx="161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14:cNvPr>
                <p14:cNvContentPartPr/>
                <p14:nvPr/>
              </p14:nvContentPartPr>
              <p14:xfrm>
                <a:off x="2354902" y="5587016"/>
                <a:ext cx="156960" cy="709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346262" y="5578376"/>
                  <a:ext cx="17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14:cNvPr>
                <p14:cNvContentPartPr/>
                <p14:nvPr/>
              </p14:nvContentPartPr>
              <p14:xfrm>
                <a:off x="2571982" y="5497016"/>
                <a:ext cx="113040" cy="162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562982" y="5488376"/>
                  <a:ext cx="130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14:cNvPr>
                <p14:cNvContentPartPr/>
                <p14:nvPr/>
              </p14:nvContentPartPr>
              <p14:xfrm>
                <a:off x="2727142" y="5427896"/>
                <a:ext cx="70200" cy="1224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718142" y="5418896"/>
                  <a:ext cx="87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14:cNvPr>
                <p14:cNvContentPartPr/>
                <p14:nvPr/>
              </p14:nvContentPartPr>
              <p14:xfrm>
                <a:off x="2998222" y="5767736"/>
                <a:ext cx="223560" cy="1954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989222" y="5758736"/>
                  <a:ext cx="241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14:cNvPr>
                <p14:cNvContentPartPr/>
                <p14:nvPr/>
              </p14:nvContentPartPr>
              <p14:xfrm>
                <a:off x="3275422" y="5690336"/>
                <a:ext cx="162720" cy="2084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66782" y="5681696"/>
                  <a:ext cx="18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14:cNvPr>
                <p14:cNvContentPartPr/>
                <p14:nvPr/>
              </p14:nvContentPartPr>
              <p14:xfrm>
                <a:off x="3469462" y="5654696"/>
                <a:ext cx="143280" cy="2746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60462" y="5645696"/>
                  <a:ext cx="160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14:cNvPr>
                <p14:cNvContentPartPr/>
                <p14:nvPr/>
              </p14:nvContentPartPr>
              <p14:xfrm>
                <a:off x="3602662" y="5827136"/>
                <a:ext cx="140760" cy="47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93662" y="5818496"/>
                  <a:ext cx="15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14:cNvPr>
                <p14:cNvContentPartPr/>
                <p14:nvPr/>
              </p14:nvContentPartPr>
              <p14:xfrm>
                <a:off x="3753142" y="5672336"/>
                <a:ext cx="122760" cy="23904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44142" y="5663336"/>
                  <a:ext cx="1404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14:cNvPr>
                <p14:cNvContentPartPr/>
                <p14:nvPr/>
              </p14:nvContentPartPr>
              <p14:xfrm>
                <a:off x="4045462" y="5784296"/>
                <a:ext cx="154080" cy="914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036822" y="5775656"/>
                  <a:ext cx="171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14:cNvPr>
                <p14:cNvContentPartPr/>
                <p14:nvPr/>
              </p14:nvContentPartPr>
              <p14:xfrm>
                <a:off x="4244182" y="5777816"/>
                <a:ext cx="121680" cy="712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35182" y="5768816"/>
                  <a:ext cx="139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14:cNvPr>
                <p14:cNvContentPartPr/>
                <p14:nvPr/>
              </p14:nvContentPartPr>
              <p14:xfrm>
                <a:off x="4428142" y="5757296"/>
                <a:ext cx="101520" cy="1263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19142" y="5748656"/>
                  <a:ext cx="119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14:cNvPr>
                <p14:cNvContentPartPr/>
                <p14:nvPr/>
              </p14:nvContentPartPr>
              <p14:xfrm>
                <a:off x="4620022" y="5574416"/>
                <a:ext cx="127080" cy="3981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611022" y="5565416"/>
                  <a:ext cx="144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14:cNvPr>
                <p14:cNvContentPartPr/>
                <p14:nvPr/>
              </p14:nvContentPartPr>
              <p14:xfrm>
                <a:off x="4758622" y="5733176"/>
                <a:ext cx="203040" cy="9360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49982" y="5724536"/>
                  <a:ext cx="220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14:cNvPr>
                <p14:cNvContentPartPr/>
                <p14:nvPr/>
              </p14:nvContentPartPr>
              <p14:xfrm>
                <a:off x="5086582" y="5606456"/>
                <a:ext cx="111240" cy="2523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077942" y="5597816"/>
                  <a:ext cx="128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14:cNvPr>
                <p14:cNvContentPartPr/>
                <p14:nvPr/>
              </p14:nvContentPartPr>
              <p14:xfrm>
                <a:off x="5243902" y="5551016"/>
                <a:ext cx="198720" cy="1270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235262" y="5542016"/>
                  <a:ext cx="216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14:cNvPr>
                <p14:cNvContentPartPr/>
                <p14:nvPr/>
              </p14:nvContentPartPr>
              <p14:xfrm>
                <a:off x="5259742" y="5751896"/>
                <a:ext cx="205560" cy="154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250742" y="5743256"/>
                  <a:ext cx="22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14:cNvPr>
                <p14:cNvContentPartPr/>
                <p14:nvPr/>
              </p14:nvContentPartPr>
              <p14:xfrm>
                <a:off x="5326702" y="5836856"/>
                <a:ext cx="143640" cy="709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318062" y="5827856"/>
                  <a:ext cx="161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14:cNvPr>
                <p14:cNvContentPartPr/>
                <p14:nvPr/>
              </p14:nvContentPartPr>
              <p14:xfrm>
                <a:off x="5624422" y="5762336"/>
                <a:ext cx="95760" cy="115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5615782" y="57533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14:cNvPr>
                <p14:cNvContentPartPr/>
                <p14:nvPr/>
              </p14:nvContentPartPr>
              <p14:xfrm>
                <a:off x="5802982" y="5725616"/>
                <a:ext cx="120600" cy="608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793982" y="5716616"/>
                  <a:ext cx="138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14:cNvPr>
                <p14:cNvContentPartPr/>
                <p14:nvPr/>
              </p14:nvContentPartPr>
              <p14:xfrm>
                <a:off x="5895502" y="5592416"/>
                <a:ext cx="171360" cy="2534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886862" y="5583776"/>
                  <a:ext cx="189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14:cNvPr>
                <p14:cNvContentPartPr/>
                <p14:nvPr/>
              </p14:nvContentPartPr>
              <p14:xfrm>
                <a:off x="5991262" y="5518256"/>
                <a:ext cx="218520" cy="3826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982622" y="5509616"/>
                  <a:ext cx="2361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F2195A3-14AD-9D18-29B2-527396D0F558}"/>
              </a:ext>
            </a:extLst>
          </p:cNvPr>
          <p:cNvGrpSpPr/>
          <p:nvPr/>
        </p:nvGrpSpPr>
        <p:grpSpPr>
          <a:xfrm>
            <a:off x="6443422" y="5497736"/>
            <a:ext cx="1100520" cy="378000"/>
            <a:chOff x="6443422" y="5497736"/>
            <a:chExt cx="110052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14:cNvPr>
                <p14:cNvContentPartPr/>
                <p14:nvPr/>
              </p14:nvContentPartPr>
              <p14:xfrm>
                <a:off x="6496342" y="5677736"/>
                <a:ext cx="41760" cy="10800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6487342" y="5668736"/>
                  <a:ext cx="5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14:cNvPr>
                <p14:cNvContentPartPr/>
                <p14:nvPr/>
              </p14:nvContentPartPr>
              <p14:xfrm>
                <a:off x="6443422" y="5722016"/>
                <a:ext cx="111960" cy="133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6434422" y="5713376"/>
                  <a:ext cx="12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14:cNvPr>
                <p14:cNvContentPartPr/>
                <p14:nvPr/>
              </p14:nvContentPartPr>
              <p14:xfrm>
                <a:off x="6654382" y="5616896"/>
                <a:ext cx="198720" cy="19764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6645742" y="5608256"/>
                  <a:ext cx="216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14:cNvPr>
                <p14:cNvContentPartPr/>
                <p14:nvPr/>
              </p14:nvContentPartPr>
              <p14:xfrm>
                <a:off x="6895942" y="5506736"/>
                <a:ext cx="208080" cy="3322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6887302" y="5498096"/>
                  <a:ext cx="225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14:cNvPr>
                <p14:cNvContentPartPr/>
                <p14:nvPr/>
              </p14:nvContentPartPr>
              <p14:xfrm>
                <a:off x="7070542" y="5497736"/>
                <a:ext cx="196560" cy="1450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061542" y="5489096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14:cNvPr>
                <p14:cNvContentPartPr/>
                <p14:nvPr/>
              </p14:nvContentPartPr>
              <p14:xfrm>
                <a:off x="7135342" y="5693576"/>
                <a:ext cx="153360" cy="216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126342" y="5684576"/>
                  <a:ext cx="171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14:cNvPr>
                <p14:cNvContentPartPr/>
                <p14:nvPr/>
              </p14:nvContentPartPr>
              <p14:xfrm>
                <a:off x="7182142" y="5781056"/>
                <a:ext cx="170280" cy="946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173142" y="5772056"/>
                  <a:ext cx="187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14:cNvPr>
                <p14:cNvContentPartPr/>
                <p14:nvPr/>
              </p14:nvContentPartPr>
              <p14:xfrm>
                <a:off x="7347022" y="5561096"/>
                <a:ext cx="196920" cy="28152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338022" y="5552456"/>
                  <a:ext cx="2145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456AA88-CA48-3906-CC8E-B1FC1866107F}"/>
              </a:ext>
            </a:extLst>
          </p:cNvPr>
          <p:cNvGrpSpPr/>
          <p:nvPr/>
        </p:nvGrpSpPr>
        <p:grpSpPr>
          <a:xfrm>
            <a:off x="1898062" y="5649656"/>
            <a:ext cx="310680" cy="407160"/>
            <a:chOff x="1898062" y="5649656"/>
            <a:chExt cx="31068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14:cNvPr>
                <p14:cNvContentPartPr/>
                <p14:nvPr/>
              </p14:nvContentPartPr>
              <p14:xfrm>
                <a:off x="1933342" y="5934776"/>
                <a:ext cx="101160" cy="900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924702" y="5926136"/>
                  <a:ext cx="11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14:cNvPr>
                <p14:cNvContentPartPr/>
                <p14:nvPr/>
              </p14:nvContentPartPr>
              <p14:xfrm>
                <a:off x="1898062" y="5863496"/>
                <a:ext cx="96120" cy="111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889422" y="585449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14:cNvPr>
                <p14:cNvContentPartPr/>
                <p14:nvPr/>
              </p14:nvContentPartPr>
              <p14:xfrm>
                <a:off x="2141422" y="5649656"/>
                <a:ext cx="67320" cy="4071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2132422" y="5641016"/>
                  <a:ext cx="8496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CAC33C8A-45DE-E2D4-07BD-AEB831170477}"/>
              </a:ext>
            </a:extLst>
          </p:cNvPr>
          <p:cNvGrpSpPr/>
          <p:nvPr/>
        </p:nvGrpSpPr>
        <p:grpSpPr>
          <a:xfrm>
            <a:off x="7528102" y="5377496"/>
            <a:ext cx="1545840" cy="538560"/>
            <a:chOff x="7528102" y="5377496"/>
            <a:chExt cx="154584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14:cNvPr>
                <p14:cNvContentPartPr/>
                <p14:nvPr/>
              </p14:nvContentPartPr>
              <p14:xfrm>
                <a:off x="7528102" y="5487656"/>
                <a:ext cx="223560" cy="428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519102" y="5479016"/>
                  <a:ext cx="241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14:cNvPr>
                <p14:cNvContentPartPr/>
                <p14:nvPr/>
              </p14:nvContentPartPr>
              <p14:xfrm>
                <a:off x="7910422" y="5719496"/>
                <a:ext cx="168120" cy="1224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901782" y="5710856"/>
                  <a:ext cx="18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14:cNvPr>
                <p14:cNvContentPartPr/>
                <p14:nvPr/>
              </p14:nvContentPartPr>
              <p14:xfrm>
                <a:off x="8075662" y="5616536"/>
                <a:ext cx="127440" cy="864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066662" y="5607896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14:cNvPr>
                <p14:cNvContentPartPr/>
                <p14:nvPr/>
              </p14:nvContentPartPr>
              <p14:xfrm>
                <a:off x="8267902" y="5549936"/>
                <a:ext cx="89640" cy="1864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258902" y="5541296"/>
                  <a:ext cx="107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14:cNvPr>
                <p14:cNvContentPartPr/>
                <p14:nvPr/>
              </p14:nvContentPartPr>
              <p14:xfrm>
                <a:off x="8208142" y="5394416"/>
                <a:ext cx="5760" cy="104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199502" y="53854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14:cNvPr>
                <p14:cNvContentPartPr/>
                <p14:nvPr/>
              </p14:nvContentPartPr>
              <p14:xfrm>
                <a:off x="8335582" y="5481176"/>
                <a:ext cx="185760" cy="9540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26942" y="5472176"/>
                  <a:ext cx="203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14:cNvPr>
                <p14:cNvContentPartPr/>
                <p14:nvPr/>
              </p14:nvContentPartPr>
              <p14:xfrm>
                <a:off x="8589022" y="5397296"/>
                <a:ext cx="230760" cy="16344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580382" y="5388656"/>
                  <a:ext cx="24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14:cNvPr>
                <p14:cNvContentPartPr/>
                <p14:nvPr/>
              </p14:nvContentPartPr>
              <p14:xfrm>
                <a:off x="8857222" y="5377496"/>
                <a:ext cx="21240" cy="21564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848222" y="5368496"/>
                  <a:ext cx="38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14:cNvPr>
                <p14:cNvContentPartPr/>
                <p14:nvPr/>
              </p14:nvContentPartPr>
              <p14:xfrm>
                <a:off x="8909782" y="5507456"/>
                <a:ext cx="164160" cy="1015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901142" y="5498816"/>
                  <a:ext cx="18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14:cNvPr>
                <p14:cNvContentPartPr/>
                <p14:nvPr/>
              </p14:nvContentPartPr>
              <p14:xfrm>
                <a:off x="8464462" y="5453096"/>
                <a:ext cx="4680" cy="3204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5822" y="5444096"/>
                  <a:ext cx="22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14:cNvPr>
                <p14:cNvContentPartPr/>
                <p14:nvPr/>
              </p14:nvContentPartPr>
              <p14:xfrm>
                <a:off x="8452582" y="5448056"/>
                <a:ext cx="63000" cy="5940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443942" y="5439416"/>
                  <a:ext cx="806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8111F82-4EDE-E49C-410E-DC89CE3A34AA}"/>
              </a:ext>
            </a:extLst>
          </p:cNvPr>
          <p:cNvGrpSpPr/>
          <p:nvPr/>
        </p:nvGrpSpPr>
        <p:grpSpPr>
          <a:xfrm>
            <a:off x="2155822" y="6129536"/>
            <a:ext cx="5563800" cy="584280"/>
            <a:chOff x="2155822" y="6129536"/>
            <a:chExt cx="5563800" cy="5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14:cNvPr>
                <p14:cNvContentPartPr/>
                <p14:nvPr/>
              </p14:nvContentPartPr>
              <p14:xfrm>
                <a:off x="2155822" y="6129536"/>
                <a:ext cx="5563800" cy="2984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2146822" y="6120536"/>
                  <a:ext cx="5581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14:cNvPr>
                <p14:cNvContentPartPr/>
                <p14:nvPr/>
              </p14:nvContentPartPr>
              <p14:xfrm>
                <a:off x="4024222" y="6559736"/>
                <a:ext cx="178920" cy="12888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4015582" y="6551096"/>
                  <a:ext cx="19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14:cNvPr>
                <p14:cNvContentPartPr/>
                <p14:nvPr/>
              </p14:nvContentPartPr>
              <p14:xfrm>
                <a:off x="4243102" y="6623816"/>
                <a:ext cx="128520" cy="439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4234102" y="6615176"/>
                  <a:ext cx="146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14:cNvPr>
                <p14:cNvContentPartPr/>
                <p14:nvPr/>
              </p14:nvContentPartPr>
              <p14:xfrm>
                <a:off x="4343182" y="6469736"/>
                <a:ext cx="101880" cy="1710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4334542" y="64607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14:cNvPr>
                <p14:cNvContentPartPr/>
                <p14:nvPr/>
              </p14:nvContentPartPr>
              <p14:xfrm>
                <a:off x="4324462" y="6575936"/>
                <a:ext cx="109440" cy="165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4315822" y="6567296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14:cNvPr>
                <p14:cNvContentPartPr/>
                <p14:nvPr/>
              </p14:nvContentPartPr>
              <p14:xfrm>
                <a:off x="4486822" y="6570896"/>
                <a:ext cx="47520" cy="7632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4477822" y="6561896"/>
                  <a:ext cx="65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14:cNvPr>
                <p14:cNvContentPartPr/>
                <p14:nvPr/>
              </p14:nvContentPartPr>
              <p14:xfrm>
                <a:off x="4438942" y="6464336"/>
                <a:ext cx="32760" cy="1476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4429942" y="6455696"/>
                  <a:ext cx="50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14:cNvPr>
                <p14:cNvContentPartPr/>
                <p14:nvPr/>
              </p14:nvContentPartPr>
              <p14:xfrm>
                <a:off x="4567102" y="6533456"/>
                <a:ext cx="244080" cy="9972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558462" y="6524816"/>
                  <a:ext cx="261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14:cNvPr>
                <p14:cNvContentPartPr/>
                <p14:nvPr/>
              </p14:nvContentPartPr>
              <p14:xfrm>
                <a:off x="4741342" y="6387656"/>
                <a:ext cx="321120" cy="32616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4732342" y="6379016"/>
                  <a:ext cx="338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14:cNvPr>
                <p14:cNvContentPartPr/>
                <p14:nvPr/>
              </p14:nvContentPartPr>
              <p14:xfrm>
                <a:off x="5257942" y="6512576"/>
                <a:ext cx="212400" cy="972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248942" y="6503576"/>
                  <a:ext cx="23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14:cNvPr>
                <p14:cNvContentPartPr/>
                <p14:nvPr/>
              </p14:nvContentPartPr>
              <p14:xfrm>
                <a:off x="5527942" y="6328976"/>
                <a:ext cx="231840" cy="2689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5518942" y="6320336"/>
                  <a:ext cx="249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14:cNvPr>
                <p14:cNvContentPartPr/>
                <p14:nvPr/>
              </p14:nvContentPartPr>
              <p14:xfrm>
                <a:off x="5916742" y="6451016"/>
                <a:ext cx="96120" cy="10224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5908102" y="6442376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14:cNvPr>
                <p14:cNvContentPartPr/>
                <p14:nvPr/>
              </p14:nvContentPartPr>
              <p14:xfrm>
                <a:off x="6069382" y="6290816"/>
                <a:ext cx="575640" cy="2538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060382" y="6281816"/>
                  <a:ext cx="59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14:cNvPr>
                <p14:cNvContentPartPr/>
                <p14:nvPr/>
              </p14:nvContentPartPr>
              <p14:xfrm>
                <a:off x="6662662" y="6325736"/>
                <a:ext cx="174600" cy="22500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654022" y="6316736"/>
                  <a:ext cx="19224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9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14:cNvPr>
              <p14:cNvContentPartPr/>
              <p14:nvPr/>
            </p14:nvContentPartPr>
            <p14:xfrm>
              <a:off x="1436542" y="1124096"/>
              <a:ext cx="153000" cy="8820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1427902" y="1115456"/>
                <a:ext cx="17064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5" name="Group 494">
            <a:extLst>
              <a:ext uri="{FF2B5EF4-FFF2-40B4-BE49-F238E27FC236}">
                <a16:creationId xmlns:a16="http://schemas.microsoft.com/office/drawing/2014/main" id="{2C90FF0E-68DD-9C0E-C627-2086F9CF6C9E}"/>
              </a:ext>
            </a:extLst>
          </p:cNvPr>
          <p:cNvGrpSpPr/>
          <p:nvPr/>
        </p:nvGrpSpPr>
        <p:grpSpPr>
          <a:xfrm>
            <a:off x="1145662" y="829256"/>
            <a:ext cx="1624320" cy="218160"/>
            <a:chOff x="1145662" y="829256"/>
            <a:chExt cx="162432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14:cNvPr>
                <p14:cNvContentPartPr/>
                <p14:nvPr/>
              </p14:nvContentPartPr>
              <p14:xfrm>
                <a:off x="1145662" y="929696"/>
                <a:ext cx="258120" cy="10944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36662" y="920696"/>
                  <a:ext cx="275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14:cNvPr>
                <p14:cNvContentPartPr/>
                <p14:nvPr/>
              </p14:nvContentPartPr>
              <p14:xfrm>
                <a:off x="1440142" y="829256"/>
                <a:ext cx="213480" cy="19548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431142" y="820256"/>
                  <a:ext cx="231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14:cNvPr>
                <p14:cNvContentPartPr/>
                <p14:nvPr/>
              </p14:nvContentPartPr>
              <p14:xfrm>
                <a:off x="1764142" y="993776"/>
                <a:ext cx="96840" cy="576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755502" y="984776"/>
                  <a:ext cx="11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14:cNvPr>
                <p14:cNvContentPartPr/>
                <p14:nvPr/>
              </p14:nvContentPartPr>
              <p14:xfrm>
                <a:off x="1945582" y="952016"/>
                <a:ext cx="65160" cy="939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936582" y="943376"/>
                  <a:ext cx="82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14:cNvPr>
                <p14:cNvContentPartPr/>
                <p14:nvPr/>
              </p14:nvContentPartPr>
              <p14:xfrm>
                <a:off x="2078782" y="838616"/>
                <a:ext cx="349200" cy="20376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2069782" y="829616"/>
                  <a:ext cx="36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14:cNvPr>
                <p14:cNvContentPartPr/>
                <p14:nvPr/>
              </p14:nvContentPartPr>
              <p14:xfrm>
                <a:off x="2471902" y="936176"/>
                <a:ext cx="108000" cy="1112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2462902" y="927536"/>
                  <a:ext cx="125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14:cNvPr>
                <p14:cNvContentPartPr/>
                <p14:nvPr/>
              </p14:nvContentPartPr>
              <p14:xfrm>
                <a:off x="2664502" y="835016"/>
                <a:ext cx="105480" cy="18792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2655502" y="826376"/>
                  <a:ext cx="123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14:cNvPr>
                <p14:cNvContentPartPr/>
                <p14:nvPr/>
              </p14:nvContentPartPr>
              <p14:xfrm>
                <a:off x="2483422" y="919256"/>
                <a:ext cx="163440" cy="1123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474782" y="910616"/>
                  <a:ext cx="181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BAA04C99-241E-AE36-1B2D-8DE5F9759EBF}"/>
              </a:ext>
            </a:extLst>
          </p:cNvPr>
          <p:cNvGrpSpPr/>
          <p:nvPr/>
        </p:nvGrpSpPr>
        <p:grpSpPr>
          <a:xfrm>
            <a:off x="7119142" y="6379736"/>
            <a:ext cx="1036080" cy="298080"/>
            <a:chOff x="7119142" y="6379736"/>
            <a:chExt cx="10360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14:cNvPr>
                <p14:cNvContentPartPr/>
                <p14:nvPr/>
              </p14:nvContentPartPr>
              <p14:xfrm>
                <a:off x="7129222" y="6580976"/>
                <a:ext cx="90360" cy="576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7120222" y="65723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14:cNvPr>
                <p14:cNvContentPartPr/>
                <p14:nvPr/>
              </p14:nvContentPartPr>
              <p14:xfrm>
                <a:off x="7119142" y="6528056"/>
                <a:ext cx="89640" cy="111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7110502" y="6519416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14:cNvPr>
                <p14:cNvContentPartPr/>
                <p14:nvPr/>
              </p14:nvContentPartPr>
              <p14:xfrm>
                <a:off x="7395262" y="6414656"/>
                <a:ext cx="217800" cy="2354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7386262" y="6406016"/>
                  <a:ext cx="23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14:cNvPr>
                <p14:cNvContentPartPr/>
                <p14:nvPr/>
              </p14:nvContentPartPr>
              <p14:xfrm>
                <a:off x="7632862" y="6379736"/>
                <a:ext cx="65160" cy="28260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624222" y="6371096"/>
                  <a:ext cx="82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14:cNvPr>
                <p14:cNvContentPartPr/>
                <p14:nvPr/>
              </p14:nvContentPartPr>
              <p14:xfrm>
                <a:off x="7736902" y="6526256"/>
                <a:ext cx="231840" cy="882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727902" y="6517256"/>
                  <a:ext cx="249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14:cNvPr>
                <p14:cNvContentPartPr/>
                <p14:nvPr/>
              </p14:nvContentPartPr>
              <p14:xfrm>
                <a:off x="7979542" y="6384776"/>
                <a:ext cx="175680" cy="29304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970902" y="6375776"/>
                  <a:ext cx="1933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C13302B-B444-7DD6-DCD0-46C3DE444857}"/>
              </a:ext>
            </a:extLst>
          </p:cNvPr>
          <p:cNvGrpSpPr/>
          <p:nvPr/>
        </p:nvGrpSpPr>
        <p:grpSpPr>
          <a:xfrm>
            <a:off x="8598382" y="6235016"/>
            <a:ext cx="467640" cy="230400"/>
            <a:chOff x="8598382" y="6235016"/>
            <a:chExt cx="46764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14:cNvPr>
                <p14:cNvContentPartPr/>
                <p14:nvPr/>
              </p14:nvContentPartPr>
              <p14:xfrm>
                <a:off x="8598382" y="6256976"/>
                <a:ext cx="178560" cy="20844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8589742" y="6248336"/>
                  <a:ext cx="196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14:cNvPr>
                <p14:cNvContentPartPr/>
                <p14:nvPr/>
              </p14:nvContentPartPr>
              <p14:xfrm>
                <a:off x="8815462" y="6382256"/>
                <a:ext cx="124200" cy="5616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8806462" y="6373256"/>
                  <a:ext cx="141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14:cNvPr>
                <p14:cNvContentPartPr/>
                <p14:nvPr/>
              </p14:nvContentPartPr>
              <p14:xfrm>
                <a:off x="8965942" y="6235016"/>
                <a:ext cx="100080" cy="20628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8956942" y="6226016"/>
                  <a:ext cx="117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14:cNvPr>
                <p14:cNvContentPartPr/>
                <p14:nvPr/>
              </p14:nvContentPartPr>
              <p14:xfrm>
                <a:off x="8925622" y="6347336"/>
                <a:ext cx="106920" cy="1836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8916982" y="6338696"/>
                  <a:ext cx="124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C107E353-5889-93F0-D996-1ACCA44335BF}"/>
              </a:ext>
            </a:extLst>
          </p:cNvPr>
          <p:cNvGrpSpPr/>
          <p:nvPr/>
        </p:nvGrpSpPr>
        <p:grpSpPr>
          <a:xfrm>
            <a:off x="9323782" y="6219896"/>
            <a:ext cx="1031040" cy="284760"/>
            <a:chOff x="9323782" y="6219896"/>
            <a:chExt cx="10310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14:cNvPr>
                <p14:cNvContentPartPr/>
                <p14:nvPr/>
              </p14:nvContentPartPr>
              <p14:xfrm>
                <a:off x="9323782" y="6389816"/>
                <a:ext cx="94680" cy="11484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9314782" y="6381176"/>
                  <a:ext cx="112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14:cNvPr>
                <p14:cNvContentPartPr/>
                <p14:nvPr/>
              </p14:nvContentPartPr>
              <p14:xfrm>
                <a:off x="9414142" y="6366776"/>
                <a:ext cx="155520" cy="7740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9405142" y="6358136"/>
                  <a:ext cx="17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14:cNvPr>
                <p14:cNvContentPartPr/>
                <p14:nvPr/>
              </p14:nvContentPartPr>
              <p14:xfrm>
                <a:off x="9619702" y="6373616"/>
                <a:ext cx="209160" cy="662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9610702" y="6364616"/>
                  <a:ext cx="226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14:cNvPr>
                <p14:cNvContentPartPr/>
                <p14:nvPr/>
              </p14:nvContentPartPr>
              <p14:xfrm>
                <a:off x="9994462" y="6219896"/>
                <a:ext cx="360360" cy="21888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9985462" y="6210896"/>
                  <a:ext cx="3780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64B22662-A37D-2432-D110-7A6862D80D8B}"/>
              </a:ext>
            </a:extLst>
          </p:cNvPr>
          <p:cNvGrpSpPr/>
          <p:nvPr/>
        </p:nvGrpSpPr>
        <p:grpSpPr>
          <a:xfrm>
            <a:off x="10568662" y="6129896"/>
            <a:ext cx="963360" cy="372240"/>
            <a:chOff x="10568662" y="6129896"/>
            <a:chExt cx="9633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14:cNvPr>
                <p14:cNvContentPartPr/>
                <p14:nvPr/>
              </p14:nvContentPartPr>
              <p14:xfrm>
                <a:off x="10568662" y="6198656"/>
                <a:ext cx="165240" cy="2188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559662" y="6189656"/>
                  <a:ext cx="182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14:cNvPr>
                <p14:cNvContentPartPr/>
                <p14:nvPr/>
              </p14:nvContentPartPr>
              <p14:xfrm>
                <a:off x="10805902" y="6363536"/>
                <a:ext cx="16200" cy="4752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0797262" y="6354536"/>
                  <a:ext cx="33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14:cNvPr>
                <p14:cNvContentPartPr/>
                <p14:nvPr/>
              </p14:nvContentPartPr>
              <p14:xfrm>
                <a:off x="10743982" y="6209096"/>
                <a:ext cx="42480" cy="3564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735342" y="6200456"/>
                  <a:ext cx="60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14:cNvPr>
                <p14:cNvContentPartPr/>
                <p14:nvPr/>
              </p14:nvContentPartPr>
              <p14:xfrm>
                <a:off x="10891942" y="6330416"/>
                <a:ext cx="80640" cy="17172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83302" y="6321776"/>
                  <a:ext cx="9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14:cNvPr>
                <p14:cNvContentPartPr/>
                <p14:nvPr/>
              </p14:nvContentPartPr>
              <p14:xfrm>
                <a:off x="11035582" y="6331856"/>
                <a:ext cx="96120" cy="4428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026582" y="6323216"/>
                  <a:ext cx="11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14:cNvPr>
                <p14:cNvContentPartPr/>
                <p14:nvPr/>
              </p14:nvContentPartPr>
              <p14:xfrm>
                <a:off x="11159062" y="6129896"/>
                <a:ext cx="111600" cy="26568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150062" y="6121256"/>
                  <a:ext cx="129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14:cNvPr>
                <p14:cNvContentPartPr/>
                <p14:nvPr/>
              </p14:nvContentPartPr>
              <p14:xfrm>
                <a:off x="11338342" y="6235016"/>
                <a:ext cx="193680" cy="12888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329702" y="6226016"/>
                  <a:ext cx="2113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867458C7-4FE8-3A40-BC34-2D698E25F223}"/>
              </a:ext>
            </a:extLst>
          </p:cNvPr>
          <p:cNvGrpSpPr/>
          <p:nvPr/>
        </p:nvGrpSpPr>
        <p:grpSpPr>
          <a:xfrm>
            <a:off x="7729342" y="4571816"/>
            <a:ext cx="4301640" cy="1491480"/>
            <a:chOff x="7729342" y="4571816"/>
            <a:chExt cx="4301640" cy="14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14:cNvPr>
                <p14:cNvContentPartPr/>
                <p14:nvPr/>
              </p14:nvContentPartPr>
              <p14:xfrm>
                <a:off x="7729342" y="5060696"/>
                <a:ext cx="1721520" cy="100260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7720342" y="5051696"/>
                  <a:ext cx="173916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14:cNvPr>
                <p14:cNvContentPartPr/>
                <p14:nvPr/>
              </p14:nvContentPartPr>
              <p14:xfrm>
                <a:off x="9525742" y="4939016"/>
                <a:ext cx="293400" cy="26064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517102" y="4930016"/>
                  <a:ext cx="311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14:cNvPr>
                <p14:cNvContentPartPr/>
                <p14:nvPr/>
              </p14:nvContentPartPr>
              <p14:xfrm>
                <a:off x="9675502" y="4922816"/>
                <a:ext cx="33480" cy="5292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666502" y="4913816"/>
                  <a:ext cx="5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14:cNvPr>
                <p14:cNvContentPartPr/>
                <p14:nvPr/>
              </p14:nvContentPartPr>
              <p14:xfrm>
                <a:off x="9824182" y="4944416"/>
                <a:ext cx="324720" cy="13212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815542" y="4935416"/>
                  <a:ext cx="34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14:cNvPr>
                <p14:cNvContentPartPr/>
                <p14:nvPr/>
              </p14:nvContentPartPr>
              <p14:xfrm>
                <a:off x="10185262" y="4868816"/>
                <a:ext cx="250560" cy="12276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176262" y="4860176"/>
                  <a:ext cx="268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14:cNvPr>
                <p14:cNvContentPartPr/>
                <p14:nvPr/>
              </p14:nvContentPartPr>
              <p14:xfrm>
                <a:off x="10618342" y="4809776"/>
                <a:ext cx="119160" cy="13860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09342" y="4800776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14:cNvPr>
                <p14:cNvContentPartPr/>
                <p14:nvPr/>
              </p14:nvContentPartPr>
              <p14:xfrm>
                <a:off x="10685662" y="4635536"/>
                <a:ext cx="260640" cy="14940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676662" y="4626896"/>
                  <a:ext cx="27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14:cNvPr>
                <p14:cNvContentPartPr/>
                <p14:nvPr/>
              </p14:nvContentPartPr>
              <p14:xfrm>
                <a:off x="10951342" y="4682336"/>
                <a:ext cx="80640" cy="5508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42702" y="4673696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14:cNvPr>
                <p14:cNvContentPartPr/>
                <p14:nvPr/>
              </p14:nvContentPartPr>
              <p14:xfrm>
                <a:off x="11112262" y="4571816"/>
                <a:ext cx="238320" cy="11232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03262" y="4563176"/>
                  <a:ext cx="255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14:cNvPr>
                <p14:cNvContentPartPr/>
                <p14:nvPr/>
              </p14:nvContentPartPr>
              <p14:xfrm>
                <a:off x="9826342" y="5528696"/>
                <a:ext cx="67680" cy="11088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9817342" y="5520056"/>
                  <a:ext cx="85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14:cNvPr>
                <p14:cNvContentPartPr/>
                <p14:nvPr/>
              </p14:nvContentPartPr>
              <p14:xfrm>
                <a:off x="9715102" y="5455256"/>
                <a:ext cx="157320" cy="8568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9706462" y="5446616"/>
                  <a:ext cx="174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14:cNvPr>
                <p14:cNvContentPartPr/>
                <p14:nvPr/>
              </p14:nvContentPartPr>
              <p14:xfrm>
                <a:off x="9934342" y="5597816"/>
                <a:ext cx="186840" cy="21888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9925702" y="5589176"/>
                  <a:ext cx="20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14:cNvPr>
                <p14:cNvContentPartPr/>
                <p14:nvPr/>
              </p14:nvContentPartPr>
              <p14:xfrm>
                <a:off x="10186702" y="5454176"/>
                <a:ext cx="90000" cy="2736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177702" y="5445536"/>
                  <a:ext cx="107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14:cNvPr>
                <p14:cNvContentPartPr/>
                <p14:nvPr/>
              </p14:nvContentPartPr>
              <p14:xfrm>
                <a:off x="10160782" y="5400176"/>
                <a:ext cx="88920" cy="122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152142" y="5391536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14:cNvPr>
                <p14:cNvContentPartPr/>
                <p14:nvPr/>
              </p14:nvContentPartPr>
              <p14:xfrm>
                <a:off x="10397662" y="5175176"/>
                <a:ext cx="237600" cy="14904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389022" y="5166536"/>
                  <a:ext cx="255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14:cNvPr>
                <p14:cNvContentPartPr/>
                <p14:nvPr/>
              </p14:nvContentPartPr>
              <p14:xfrm>
                <a:off x="10575502" y="5344016"/>
                <a:ext cx="179280" cy="5148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566862" y="5335376"/>
                  <a:ext cx="196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14:cNvPr>
                <p14:cNvContentPartPr/>
                <p14:nvPr/>
              </p14:nvContentPartPr>
              <p14:xfrm>
                <a:off x="10621582" y="5459216"/>
                <a:ext cx="227160" cy="1105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612942" y="5450576"/>
                  <a:ext cx="244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14:cNvPr>
                <p14:cNvContentPartPr/>
                <p14:nvPr/>
              </p14:nvContentPartPr>
              <p14:xfrm>
                <a:off x="11093542" y="5155016"/>
                <a:ext cx="107280" cy="9180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84902" y="5146016"/>
                  <a:ext cx="124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14:cNvPr>
                <p14:cNvContentPartPr/>
                <p14:nvPr/>
              </p14:nvContentPartPr>
              <p14:xfrm>
                <a:off x="11222062" y="5167256"/>
                <a:ext cx="65160" cy="482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213062" y="5158616"/>
                  <a:ext cx="82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14:cNvPr>
                <p14:cNvContentPartPr/>
                <p14:nvPr/>
              </p14:nvContentPartPr>
              <p14:xfrm>
                <a:off x="11312782" y="5148896"/>
                <a:ext cx="154440" cy="3924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4142" y="5140256"/>
                  <a:ext cx="172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14:cNvPr>
                <p14:cNvContentPartPr/>
                <p14:nvPr/>
              </p14:nvContentPartPr>
              <p14:xfrm>
                <a:off x="11411782" y="5066096"/>
                <a:ext cx="131040" cy="8136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03142" y="5057456"/>
                  <a:ext cx="148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14:cNvPr>
                <p14:cNvContentPartPr/>
                <p14:nvPr/>
              </p14:nvContentPartPr>
              <p14:xfrm>
                <a:off x="11461822" y="4890776"/>
                <a:ext cx="194760" cy="218160"/>
              </p14:xfrm>
            </p:contentPart>
          </mc:Choice>
          <mc:Fallback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452822" y="4882136"/>
                  <a:ext cx="21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14:cNvPr>
                <p14:cNvContentPartPr/>
                <p14:nvPr/>
              </p14:nvContentPartPr>
              <p14:xfrm>
                <a:off x="11528422" y="4984736"/>
                <a:ext cx="82440" cy="2880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1519782" y="4975736"/>
                  <a:ext cx="100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14:cNvPr>
                <p14:cNvContentPartPr/>
                <p14:nvPr/>
              </p14:nvContentPartPr>
              <p14:xfrm>
                <a:off x="11696542" y="4946936"/>
                <a:ext cx="104760" cy="6624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687902" y="493829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14:cNvPr>
                <p14:cNvContentPartPr/>
                <p14:nvPr/>
              </p14:nvContentPartPr>
              <p14:xfrm>
                <a:off x="11812462" y="4941896"/>
                <a:ext cx="123120" cy="3600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803822" y="4933256"/>
                  <a:ext cx="140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14:cNvPr>
                <p14:cNvContentPartPr/>
                <p14:nvPr/>
              </p14:nvContentPartPr>
              <p14:xfrm>
                <a:off x="11876542" y="4763336"/>
                <a:ext cx="150120" cy="15948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867542" y="4754336"/>
                  <a:ext cx="167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14:cNvPr>
                <p14:cNvContentPartPr/>
                <p14:nvPr/>
              </p14:nvContentPartPr>
              <p14:xfrm>
                <a:off x="11877622" y="4847216"/>
                <a:ext cx="153360" cy="4284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868622" y="4838216"/>
                  <a:ext cx="17100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3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14:cNvPr>
              <p14:cNvContentPartPr/>
              <p14:nvPr/>
            </p14:nvContentPartPr>
            <p14:xfrm>
              <a:off x="1337902" y="1583456"/>
              <a:ext cx="2495160" cy="7020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:cNvPr>
              <p:cNvPicPr/>
              <p:nvPr/>
            </p:nvPicPr>
            <p:blipFill>
              <a:blip r:embed="rId874"/>
              <a:stretch>
                <a:fillRect/>
              </a:stretch>
            </p:blipFill>
            <p:spPr>
              <a:xfrm>
                <a:off x="1329262" y="1574816"/>
                <a:ext cx="25128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9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14:cNvPr>
              <p14:cNvContentPartPr/>
              <p14:nvPr/>
            </p14:nvContentPartPr>
            <p14:xfrm>
              <a:off x="508462" y="977576"/>
              <a:ext cx="1297440" cy="4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822" y="968936"/>
                <a:ext cx="1315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14:cNvPr>
              <p14:cNvContentPartPr/>
              <p14:nvPr/>
            </p14:nvContentPartPr>
            <p14:xfrm>
              <a:off x="3522742" y="2186816"/>
              <a:ext cx="1256760" cy="57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3742" y="2178176"/>
                <a:ext cx="127440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906EEE3-DE63-D0EA-7DE5-2702922A7F08}"/>
              </a:ext>
            </a:extLst>
          </p:cNvPr>
          <p:cNvGrpSpPr/>
          <p:nvPr/>
        </p:nvGrpSpPr>
        <p:grpSpPr>
          <a:xfrm>
            <a:off x="1860622" y="2842016"/>
            <a:ext cx="2084040" cy="1029960"/>
            <a:chOff x="1860622" y="2842016"/>
            <a:chExt cx="2084040" cy="10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14:cNvPr>
                <p14:cNvContentPartPr/>
                <p14:nvPr/>
              </p14:nvContentPartPr>
              <p14:xfrm>
                <a:off x="1913182" y="2842016"/>
                <a:ext cx="64080" cy="846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4542" y="2833016"/>
                  <a:ext cx="81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14:cNvPr>
                <p14:cNvContentPartPr/>
                <p14:nvPr/>
              </p14:nvContentPartPr>
              <p14:xfrm>
                <a:off x="1860622" y="3531056"/>
                <a:ext cx="2084040" cy="52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622" y="3522416"/>
                  <a:ext cx="2101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14:cNvPr>
                <p14:cNvContentPartPr/>
                <p14:nvPr/>
              </p14:nvContentPartPr>
              <p14:xfrm>
                <a:off x="2148982" y="3495056"/>
                <a:ext cx="41760" cy="12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9982" y="3486056"/>
                  <a:ext cx="59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14:cNvPr>
                <p14:cNvContentPartPr/>
                <p14:nvPr/>
              </p14:nvContentPartPr>
              <p14:xfrm>
                <a:off x="2365342" y="3536456"/>
                <a:ext cx="32760" cy="9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56702" y="3527816"/>
                  <a:ext cx="5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14:cNvPr>
                <p14:cNvContentPartPr/>
                <p14:nvPr/>
              </p14:nvContentPartPr>
              <p14:xfrm>
                <a:off x="2567662" y="3529976"/>
                <a:ext cx="26280" cy="9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8662" y="3520976"/>
                  <a:ext cx="43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14:cNvPr>
                <p14:cNvContentPartPr/>
                <p14:nvPr/>
              </p14:nvContentPartPr>
              <p14:xfrm>
                <a:off x="2844142" y="3529976"/>
                <a:ext cx="74880" cy="11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5142" y="3520976"/>
                  <a:ext cx="92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14:cNvPr>
                <p14:cNvContentPartPr/>
                <p14:nvPr/>
              </p14:nvContentPartPr>
              <p14:xfrm>
                <a:off x="1918942" y="3779816"/>
                <a:ext cx="122760" cy="92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0302" y="3770816"/>
                  <a:ext cx="140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14:cNvPr>
                <p14:cNvContentPartPr/>
                <p14:nvPr/>
              </p14:nvContentPartPr>
              <p14:xfrm>
                <a:off x="2225302" y="3774416"/>
                <a:ext cx="18360" cy="6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6662" y="3765416"/>
                  <a:ext cx="36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14:cNvPr>
                <p14:cNvContentPartPr/>
                <p14:nvPr/>
              </p14:nvContentPartPr>
              <p14:xfrm>
                <a:off x="2360302" y="3753176"/>
                <a:ext cx="128160" cy="85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1302" y="3744176"/>
                  <a:ext cx="14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14:cNvPr>
                <p14:cNvContentPartPr/>
                <p14:nvPr/>
              </p14:nvContentPartPr>
              <p14:xfrm>
                <a:off x="2542822" y="3760016"/>
                <a:ext cx="94320" cy="7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3822" y="3751376"/>
                  <a:ext cx="111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14:cNvPr>
                <p14:cNvContentPartPr/>
                <p14:nvPr/>
              </p14:nvContentPartPr>
              <p14:xfrm>
                <a:off x="2895622" y="3758576"/>
                <a:ext cx="118440" cy="37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86982" y="3749576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14:cNvPr>
                <p14:cNvContentPartPr/>
                <p14:nvPr/>
              </p14:nvContentPartPr>
              <p14:xfrm>
                <a:off x="2982382" y="3742376"/>
                <a:ext cx="28080" cy="101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73382" y="3733736"/>
                  <a:ext cx="4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14:cNvPr>
                <p14:cNvContentPartPr/>
                <p14:nvPr/>
              </p14:nvContentPartPr>
              <p14:xfrm>
                <a:off x="2519782" y="3726896"/>
                <a:ext cx="90360" cy="41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782" y="3717896"/>
                  <a:ext cx="108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D77753-5263-7AB5-56B7-713C4E0B23FF}"/>
              </a:ext>
            </a:extLst>
          </p:cNvPr>
          <p:cNvGrpSpPr/>
          <p:nvPr/>
        </p:nvGrpSpPr>
        <p:grpSpPr>
          <a:xfrm>
            <a:off x="4423462" y="2919776"/>
            <a:ext cx="784800" cy="167760"/>
            <a:chOff x="4423462" y="2919776"/>
            <a:chExt cx="78480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14:cNvPr>
                <p14:cNvContentPartPr/>
                <p14:nvPr/>
              </p14:nvContentPartPr>
              <p14:xfrm>
                <a:off x="4423462" y="2919776"/>
                <a:ext cx="145080" cy="167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4822" y="2910776"/>
                  <a:ext cx="16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14:cNvPr>
                <p14:cNvContentPartPr/>
                <p14:nvPr/>
              </p14:nvContentPartPr>
              <p14:xfrm>
                <a:off x="4751782" y="2975576"/>
                <a:ext cx="107280" cy="10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2782" y="2966576"/>
                  <a:ext cx="12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14:cNvPr>
                <p14:cNvContentPartPr/>
                <p14:nvPr/>
              </p14:nvContentPartPr>
              <p14:xfrm>
                <a:off x="4859062" y="2970176"/>
                <a:ext cx="349200" cy="9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0062" y="2961536"/>
                  <a:ext cx="366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5AFA76-FB43-D5CB-8EBA-E25DC02010F6}"/>
              </a:ext>
            </a:extLst>
          </p:cNvPr>
          <p:cNvGrpSpPr/>
          <p:nvPr/>
        </p:nvGrpSpPr>
        <p:grpSpPr>
          <a:xfrm>
            <a:off x="1716982" y="3005816"/>
            <a:ext cx="1306800" cy="1146960"/>
            <a:chOff x="1716982" y="3005816"/>
            <a:chExt cx="1306800" cy="11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14:cNvPr>
                <p14:cNvContentPartPr/>
                <p14:nvPr/>
              </p14:nvContentPartPr>
              <p14:xfrm>
                <a:off x="1934782" y="3349256"/>
                <a:ext cx="36000" cy="161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26142" y="3340256"/>
                  <a:ext cx="53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14:cNvPr>
                <p14:cNvContentPartPr/>
                <p14:nvPr/>
              </p14:nvContentPartPr>
              <p14:xfrm>
                <a:off x="1896262" y="3255296"/>
                <a:ext cx="64800" cy="104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87622" y="3246296"/>
                  <a:ext cx="82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14:cNvPr>
                <p14:cNvContentPartPr/>
                <p14:nvPr/>
              </p14:nvContentPartPr>
              <p14:xfrm>
                <a:off x="2120542" y="3131096"/>
                <a:ext cx="17280" cy="309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11542" y="3122096"/>
                  <a:ext cx="34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14:cNvPr>
                <p14:cNvContentPartPr/>
                <p14:nvPr/>
              </p14:nvContentPartPr>
              <p14:xfrm>
                <a:off x="2093182" y="3114536"/>
                <a:ext cx="46800" cy="7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4542" y="3105536"/>
                  <a:ext cx="64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14:cNvPr>
                <p14:cNvContentPartPr/>
                <p14:nvPr/>
              </p14:nvContentPartPr>
              <p14:xfrm>
                <a:off x="2386942" y="3604136"/>
                <a:ext cx="42840" cy="434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8302" y="3595496"/>
                  <a:ext cx="60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14:cNvPr>
                <p14:cNvContentPartPr/>
                <p14:nvPr/>
              </p14:nvContentPartPr>
              <p14:xfrm>
                <a:off x="2375782" y="3955496"/>
                <a:ext cx="70920" cy="8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7142" y="3946856"/>
                  <a:ext cx="8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14:cNvPr>
                <p14:cNvContentPartPr/>
                <p14:nvPr/>
              </p14:nvContentPartPr>
              <p14:xfrm>
                <a:off x="2540662" y="3173576"/>
                <a:ext cx="37800" cy="353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32022" y="3164936"/>
                  <a:ext cx="5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14:cNvPr>
                <p14:cNvContentPartPr/>
                <p14:nvPr/>
              </p14:nvContentPartPr>
              <p14:xfrm>
                <a:off x="2520142" y="3127496"/>
                <a:ext cx="59760" cy="8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1142" y="3118856"/>
                  <a:ext cx="7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14:cNvPr>
                <p14:cNvContentPartPr/>
                <p14:nvPr/>
              </p14:nvContentPartPr>
              <p14:xfrm>
                <a:off x="2854582" y="3412976"/>
                <a:ext cx="9360" cy="115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45582" y="3403976"/>
                  <a:ext cx="2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14:cNvPr>
                <p14:cNvContentPartPr/>
                <p14:nvPr/>
              </p14:nvContentPartPr>
              <p14:xfrm>
                <a:off x="2822902" y="3336656"/>
                <a:ext cx="48240" cy="7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13902" y="3327656"/>
                  <a:ext cx="65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14:cNvPr>
                <p14:cNvContentPartPr/>
                <p14:nvPr/>
              </p14:nvContentPartPr>
              <p14:xfrm>
                <a:off x="1716982" y="3248096"/>
                <a:ext cx="27360" cy="10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07982" y="3239096"/>
                  <a:ext cx="45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14:cNvPr>
                <p14:cNvContentPartPr/>
                <p14:nvPr/>
              </p14:nvContentPartPr>
              <p14:xfrm>
                <a:off x="2163382" y="3012296"/>
                <a:ext cx="74160" cy="8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742" y="3003656"/>
                  <a:ext cx="91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14:cNvPr>
                <p14:cNvContentPartPr/>
                <p14:nvPr/>
              </p14:nvContentPartPr>
              <p14:xfrm>
                <a:off x="2578102" y="3005816"/>
                <a:ext cx="111240" cy="107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69462" y="2997176"/>
                  <a:ext cx="12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14:cNvPr>
                <p14:cNvContentPartPr/>
                <p14:nvPr/>
              </p14:nvContentPartPr>
              <p14:xfrm>
                <a:off x="2998222" y="3285176"/>
                <a:ext cx="25560" cy="7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89222" y="3276536"/>
                  <a:ext cx="43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14:cNvPr>
                <p14:cNvContentPartPr/>
                <p14:nvPr/>
              </p14:nvContentPartPr>
              <p14:xfrm>
                <a:off x="2546422" y="4035056"/>
                <a:ext cx="58680" cy="2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37782" y="4026056"/>
                  <a:ext cx="76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14:cNvPr>
                <p14:cNvContentPartPr/>
                <p14:nvPr/>
              </p14:nvContentPartPr>
              <p14:xfrm>
                <a:off x="2716342" y="4045136"/>
                <a:ext cx="111240" cy="107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7702" y="4036136"/>
                  <a:ext cx="128880" cy="12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14:cNvPr>
              <p14:cNvContentPartPr/>
              <p14:nvPr/>
            </p14:nvContentPartPr>
            <p14:xfrm>
              <a:off x="448342" y="967856"/>
              <a:ext cx="1936080" cy="4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702" y="958856"/>
                <a:ext cx="195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14:cNvPr>
              <p14:cNvContentPartPr/>
              <p14:nvPr/>
            </p14:nvContentPartPr>
            <p14:xfrm>
              <a:off x="6325702" y="1655096"/>
              <a:ext cx="462960" cy="3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6702" y="1646096"/>
                <a:ext cx="4806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378A1-781E-255B-CA8C-B053D5F657FE}"/>
              </a:ext>
            </a:extLst>
          </p:cNvPr>
          <p:cNvGrpSpPr/>
          <p:nvPr/>
        </p:nvGrpSpPr>
        <p:grpSpPr>
          <a:xfrm>
            <a:off x="2578822" y="2644736"/>
            <a:ext cx="2280600" cy="1028520"/>
            <a:chOff x="2578822" y="2644736"/>
            <a:chExt cx="2280600" cy="10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14:cNvPr>
                <p14:cNvContentPartPr/>
                <p14:nvPr/>
              </p14:nvContentPartPr>
              <p14:xfrm>
                <a:off x="2801662" y="2644736"/>
                <a:ext cx="64440" cy="943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662" y="2635736"/>
                  <a:ext cx="8208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14:cNvPr>
                <p14:cNvContentPartPr/>
                <p14:nvPr/>
              </p14:nvContentPartPr>
              <p14:xfrm>
                <a:off x="2578822" y="3385976"/>
                <a:ext cx="2280600" cy="3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0182" y="3377336"/>
                  <a:ext cx="2298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14:cNvPr>
                <p14:cNvContentPartPr/>
                <p14:nvPr/>
              </p14:nvContentPartPr>
              <p14:xfrm>
                <a:off x="3072382" y="3327656"/>
                <a:ext cx="11520" cy="12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63382" y="3319016"/>
                  <a:ext cx="29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14:cNvPr>
                <p14:cNvContentPartPr/>
                <p14:nvPr/>
              </p14:nvContentPartPr>
              <p14:xfrm>
                <a:off x="3297382" y="3331256"/>
                <a:ext cx="47160" cy="89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8382" y="3322616"/>
                  <a:ext cx="64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14:cNvPr>
                <p14:cNvContentPartPr/>
                <p14:nvPr/>
              </p14:nvContentPartPr>
              <p14:xfrm>
                <a:off x="3534982" y="3358976"/>
                <a:ext cx="42120" cy="7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6342" y="334997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14:cNvPr>
                <p14:cNvContentPartPr/>
                <p14:nvPr/>
              </p14:nvContentPartPr>
              <p14:xfrm>
                <a:off x="3854302" y="3354296"/>
                <a:ext cx="2736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5302" y="3345656"/>
                  <a:ext cx="45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14:cNvPr>
                <p14:cNvContentPartPr/>
                <p14:nvPr/>
              </p14:nvContentPartPr>
              <p14:xfrm>
                <a:off x="2791942" y="3596936"/>
                <a:ext cx="101520" cy="76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82942" y="3587936"/>
                  <a:ext cx="119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14:cNvPr>
                <p14:cNvContentPartPr/>
                <p14:nvPr/>
              </p14:nvContentPartPr>
              <p14:xfrm>
                <a:off x="3094702" y="3593696"/>
                <a:ext cx="11520" cy="4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86062" y="3584696"/>
                  <a:ext cx="2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14:cNvPr>
                <p14:cNvContentPartPr/>
                <p14:nvPr/>
              </p14:nvContentPartPr>
              <p14:xfrm>
                <a:off x="3343822" y="3550136"/>
                <a:ext cx="79560" cy="65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34822" y="3541136"/>
                  <a:ext cx="97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14:cNvPr>
                <p14:cNvContentPartPr/>
                <p14:nvPr/>
              </p14:nvContentPartPr>
              <p14:xfrm>
                <a:off x="3553702" y="3543656"/>
                <a:ext cx="74160" cy="86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44702" y="3535016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14:cNvPr>
                <p14:cNvContentPartPr/>
                <p14:nvPr/>
              </p14:nvContentPartPr>
              <p14:xfrm>
                <a:off x="3838822" y="3552656"/>
                <a:ext cx="102240" cy="2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29822" y="3544016"/>
                  <a:ext cx="11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14:cNvPr>
                <p14:cNvContentPartPr/>
                <p14:nvPr/>
              </p14:nvContentPartPr>
              <p14:xfrm>
                <a:off x="3923062" y="3551216"/>
                <a:ext cx="23400" cy="59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14422" y="3542216"/>
                  <a:ext cx="41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14:cNvPr>
                <p14:cNvContentPartPr/>
                <p14:nvPr/>
              </p14:nvContentPartPr>
              <p14:xfrm>
                <a:off x="3482062" y="3497576"/>
                <a:ext cx="128520" cy="54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3062" y="3488576"/>
                  <a:ext cx="1461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B7D7E-8ED8-13C2-6ECD-3760E08B570B}"/>
              </a:ext>
            </a:extLst>
          </p:cNvPr>
          <p:cNvGrpSpPr/>
          <p:nvPr/>
        </p:nvGrpSpPr>
        <p:grpSpPr>
          <a:xfrm>
            <a:off x="5512462" y="2730416"/>
            <a:ext cx="706680" cy="131040"/>
            <a:chOff x="5512462" y="2730416"/>
            <a:chExt cx="70668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14:cNvPr>
                <p14:cNvContentPartPr/>
                <p14:nvPr/>
              </p14:nvContentPartPr>
              <p14:xfrm>
                <a:off x="5512462" y="2730416"/>
                <a:ext cx="181800" cy="131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03822" y="2721416"/>
                  <a:ext cx="199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14:cNvPr>
                <p14:cNvContentPartPr/>
                <p14:nvPr/>
              </p14:nvContentPartPr>
              <p14:xfrm>
                <a:off x="5777422" y="2733656"/>
                <a:ext cx="91800" cy="10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8422" y="2724656"/>
                  <a:ext cx="10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14:cNvPr>
                <p14:cNvContentPartPr/>
                <p14:nvPr/>
              </p14:nvContentPartPr>
              <p14:xfrm>
                <a:off x="5890102" y="2753816"/>
                <a:ext cx="101520" cy="77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81462" y="2745176"/>
                  <a:ext cx="11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14:cNvPr>
                <p14:cNvContentPartPr/>
                <p14:nvPr/>
              </p14:nvContentPartPr>
              <p14:xfrm>
                <a:off x="6028702" y="2748776"/>
                <a:ext cx="190440" cy="59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20062" y="2740136"/>
                  <a:ext cx="2080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14:cNvPr>
              <p14:cNvContentPartPr/>
              <p14:nvPr/>
            </p14:nvContentPartPr>
            <p14:xfrm>
              <a:off x="3241222" y="3322256"/>
              <a:ext cx="140040" cy="97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2222" y="3313256"/>
                <a:ext cx="15768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13B9C-1CBE-FC2A-3B1E-009CF281DE29}"/>
              </a:ext>
            </a:extLst>
          </p:cNvPr>
          <p:cNvGrpSpPr/>
          <p:nvPr/>
        </p:nvGrpSpPr>
        <p:grpSpPr>
          <a:xfrm>
            <a:off x="2540662" y="2811056"/>
            <a:ext cx="5392440" cy="1487520"/>
            <a:chOff x="2540662" y="2811056"/>
            <a:chExt cx="5392440" cy="14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14:cNvPr>
                <p14:cNvContentPartPr/>
                <p14:nvPr/>
              </p14:nvContentPartPr>
              <p14:xfrm>
                <a:off x="2839822" y="3138656"/>
                <a:ext cx="26280" cy="22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30822" y="3130016"/>
                  <a:ext cx="43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14:cNvPr>
                <p14:cNvContentPartPr/>
                <p14:nvPr/>
              </p14:nvContentPartPr>
              <p14:xfrm>
                <a:off x="2760262" y="3024176"/>
                <a:ext cx="142920" cy="10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1262" y="3015536"/>
                  <a:ext cx="160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14:cNvPr>
                <p14:cNvContentPartPr/>
                <p14:nvPr/>
              </p14:nvContentPartPr>
              <p14:xfrm>
                <a:off x="3061942" y="3434216"/>
                <a:ext cx="15120" cy="28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52942" y="3425216"/>
                  <a:ext cx="32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14:cNvPr>
                <p14:cNvContentPartPr/>
                <p14:nvPr/>
              </p14:nvContentPartPr>
              <p14:xfrm>
                <a:off x="3050062" y="3730496"/>
                <a:ext cx="96120" cy="9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1422" y="3721856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14:cNvPr>
                <p14:cNvContentPartPr/>
                <p14:nvPr/>
              </p14:nvContentPartPr>
              <p14:xfrm>
                <a:off x="2540662" y="3002216"/>
                <a:ext cx="41400" cy="10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31662" y="2993576"/>
                  <a:ext cx="59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14:cNvPr>
                <p14:cNvContentPartPr/>
                <p14:nvPr/>
              </p14:nvContentPartPr>
              <p14:xfrm>
                <a:off x="2642542" y="3870176"/>
                <a:ext cx="113040" cy="1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33902" y="3861176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14:cNvPr>
                <p14:cNvContentPartPr/>
                <p14:nvPr/>
              </p14:nvContentPartPr>
              <p14:xfrm>
                <a:off x="2848462" y="3825176"/>
                <a:ext cx="153720" cy="147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39462" y="3816176"/>
                  <a:ext cx="171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14:cNvPr>
                <p14:cNvContentPartPr/>
                <p14:nvPr/>
              </p14:nvContentPartPr>
              <p14:xfrm>
                <a:off x="3508702" y="3033896"/>
                <a:ext cx="5040" cy="60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99702" y="3024896"/>
                  <a:ext cx="22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14:cNvPr>
                <p14:cNvContentPartPr/>
                <p14:nvPr/>
              </p14:nvContentPartPr>
              <p14:xfrm>
                <a:off x="3487822" y="2947496"/>
                <a:ext cx="42120" cy="379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79182" y="2938856"/>
                  <a:ext cx="59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14:cNvPr>
                <p14:cNvContentPartPr/>
                <p14:nvPr/>
              </p14:nvContentPartPr>
              <p14:xfrm>
                <a:off x="3423382" y="2869016"/>
                <a:ext cx="133200" cy="16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4382" y="2860376"/>
                  <a:ext cx="150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14:cNvPr>
                <p14:cNvContentPartPr/>
                <p14:nvPr/>
              </p14:nvContentPartPr>
              <p14:xfrm>
                <a:off x="3599062" y="2811056"/>
                <a:ext cx="145440" cy="113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90062" y="2802416"/>
                  <a:ext cx="163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14:cNvPr>
                <p14:cNvContentPartPr/>
                <p14:nvPr/>
              </p14:nvContentPartPr>
              <p14:xfrm>
                <a:off x="3874822" y="3471296"/>
                <a:ext cx="22320" cy="255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66182" y="3462296"/>
                  <a:ext cx="39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14:cNvPr>
                <p14:cNvContentPartPr/>
                <p14:nvPr/>
              </p14:nvContentPartPr>
              <p14:xfrm>
                <a:off x="3842422" y="3718976"/>
                <a:ext cx="107640" cy="88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33782" y="371033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14:cNvPr>
                <p14:cNvContentPartPr/>
                <p14:nvPr/>
              </p14:nvContentPartPr>
              <p14:xfrm>
                <a:off x="4079662" y="3805736"/>
                <a:ext cx="115200" cy="1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070662" y="3796736"/>
                  <a:ext cx="13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14:cNvPr>
                <p14:cNvContentPartPr/>
                <p14:nvPr/>
              </p14:nvContentPartPr>
              <p14:xfrm>
                <a:off x="4258222" y="3769016"/>
                <a:ext cx="46440" cy="101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49582" y="3760376"/>
                  <a:ext cx="64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14:cNvPr>
                <p14:cNvContentPartPr/>
                <p14:nvPr/>
              </p14:nvContentPartPr>
              <p14:xfrm>
                <a:off x="3248422" y="3506576"/>
                <a:ext cx="223560" cy="42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39782" y="3497576"/>
                  <a:ext cx="2412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14:cNvPr>
                <p14:cNvContentPartPr/>
                <p14:nvPr/>
              </p14:nvContentPartPr>
              <p14:xfrm>
                <a:off x="3518062" y="4126496"/>
                <a:ext cx="150480" cy="10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09062" y="4117496"/>
                  <a:ext cx="168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14:cNvPr>
                <p14:cNvContentPartPr/>
                <p14:nvPr/>
              </p14:nvContentPartPr>
              <p14:xfrm>
                <a:off x="3689422" y="4139816"/>
                <a:ext cx="286920" cy="92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80422" y="4131176"/>
                  <a:ext cx="304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14:cNvPr>
                <p14:cNvContentPartPr/>
                <p14:nvPr/>
              </p14:nvContentPartPr>
              <p14:xfrm>
                <a:off x="3949702" y="4060256"/>
                <a:ext cx="78840" cy="150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41062" y="4051616"/>
                  <a:ext cx="96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14:cNvPr>
                <p14:cNvContentPartPr/>
                <p14:nvPr/>
              </p14:nvContentPartPr>
              <p14:xfrm>
                <a:off x="3981742" y="4140896"/>
                <a:ext cx="304920" cy="8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72742" y="4131896"/>
                  <a:ext cx="322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14:cNvPr>
                <p14:cNvContentPartPr/>
                <p14:nvPr/>
              </p14:nvContentPartPr>
              <p14:xfrm>
                <a:off x="4386022" y="4134056"/>
                <a:ext cx="95040" cy="51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77022" y="4125416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14:cNvPr>
                <p14:cNvContentPartPr/>
                <p14:nvPr/>
              </p14:nvContentPartPr>
              <p14:xfrm>
                <a:off x="4522102" y="4012016"/>
                <a:ext cx="111600" cy="286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13462" y="4003376"/>
                  <a:ext cx="129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14:cNvPr>
                <p14:cNvContentPartPr/>
                <p14:nvPr/>
              </p14:nvContentPartPr>
              <p14:xfrm>
                <a:off x="4524262" y="4193816"/>
                <a:ext cx="74520" cy="38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5262" y="4184816"/>
                  <a:ext cx="92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14:cNvPr>
                <p14:cNvContentPartPr/>
                <p14:nvPr/>
              </p14:nvContentPartPr>
              <p14:xfrm>
                <a:off x="4803982" y="4058096"/>
                <a:ext cx="94320" cy="99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94982" y="404945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14:cNvPr>
                <p14:cNvContentPartPr/>
                <p14:nvPr/>
              </p14:nvContentPartPr>
              <p14:xfrm>
                <a:off x="4935382" y="4093376"/>
                <a:ext cx="120960" cy="160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26382" y="4084376"/>
                  <a:ext cx="13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14:cNvPr>
                <p14:cNvContentPartPr/>
                <p14:nvPr/>
              </p14:nvContentPartPr>
              <p14:xfrm>
                <a:off x="5064982" y="4072856"/>
                <a:ext cx="282960" cy="71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56342" y="4064216"/>
                  <a:ext cx="30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14:cNvPr>
                <p14:cNvContentPartPr/>
                <p14:nvPr/>
              </p14:nvContentPartPr>
              <p14:xfrm>
                <a:off x="5342542" y="4059896"/>
                <a:ext cx="196560" cy="63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33902" y="4050896"/>
                  <a:ext cx="214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14:cNvPr>
                <p14:cNvContentPartPr/>
                <p14:nvPr/>
              </p14:nvContentPartPr>
              <p14:xfrm>
                <a:off x="5612182" y="4029656"/>
                <a:ext cx="105840" cy="128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03542" y="4020656"/>
                  <a:ext cx="123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14:cNvPr>
                <p14:cNvContentPartPr/>
                <p14:nvPr/>
              </p14:nvContentPartPr>
              <p14:xfrm>
                <a:off x="5714782" y="3928496"/>
                <a:ext cx="84240" cy="203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6142" y="3919856"/>
                  <a:ext cx="101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14:cNvPr>
                <p14:cNvContentPartPr/>
                <p14:nvPr/>
              </p14:nvContentPartPr>
              <p14:xfrm>
                <a:off x="5710102" y="3981056"/>
                <a:ext cx="217080" cy="132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01102" y="3972056"/>
                  <a:ext cx="234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14:cNvPr>
                <p14:cNvContentPartPr/>
                <p14:nvPr/>
              </p14:nvContentPartPr>
              <p14:xfrm>
                <a:off x="5927542" y="4041896"/>
                <a:ext cx="176400" cy="232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18542" y="4033256"/>
                  <a:ext cx="194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14:cNvPr>
                <p14:cNvContentPartPr/>
                <p14:nvPr/>
              </p14:nvContentPartPr>
              <p14:xfrm>
                <a:off x="6246502" y="3981776"/>
                <a:ext cx="261360" cy="8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37502" y="3972776"/>
                  <a:ext cx="279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14:cNvPr>
                <p14:cNvContentPartPr/>
                <p14:nvPr/>
              </p14:nvContentPartPr>
              <p14:xfrm>
                <a:off x="6512182" y="3976016"/>
                <a:ext cx="136080" cy="5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3542" y="3967016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14:cNvPr>
                <p14:cNvContentPartPr/>
                <p14:nvPr/>
              </p14:nvContentPartPr>
              <p14:xfrm>
                <a:off x="6597142" y="3941096"/>
                <a:ext cx="145800" cy="115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88502" y="3932096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14:cNvPr>
                <p14:cNvContentPartPr/>
                <p14:nvPr/>
              </p14:nvContentPartPr>
              <p14:xfrm>
                <a:off x="6730342" y="3843536"/>
                <a:ext cx="111960" cy="195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21342" y="3834536"/>
                  <a:ext cx="12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14:cNvPr>
                <p14:cNvContentPartPr/>
                <p14:nvPr/>
              </p14:nvContentPartPr>
              <p14:xfrm>
                <a:off x="6691822" y="3947216"/>
                <a:ext cx="134640" cy="66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82822" y="3938576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14:cNvPr>
                <p14:cNvContentPartPr/>
                <p14:nvPr/>
              </p14:nvContentPartPr>
              <p14:xfrm>
                <a:off x="6980182" y="3859376"/>
                <a:ext cx="282240" cy="173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71182" y="3850736"/>
                  <a:ext cx="29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14:cNvPr>
                <p14:cNvContentPartPr/>
                <p14:nvPr/>
              </p14:nvContentPartPr>
              <p14:xfrm>
                <a:off x="7431982" y="3882056"/>
                <a:ext cx="379440" cy="158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22982" y="3873056"/>
                  <a:ext cx="397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14:cNvPr>
                <p14:cNvContentPartPr/>
                <p14:nvPr/>
              </p14:nvContentPartPr>
              <p14:xfrm>
                <a:off x="7816102" y="3929936"/>
                <a:ext cx="117000" cy="110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07102" y="3921296"/>
                  <a:ext cx="134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14:cNvPr>
                <p14:cNvContentPartPr/>
                <p14:nvPr/>
              </p14:nvContentPartPr>
              <p14:xfrm>
                <a:off x="7513702" y="3954416"/>
                <a:ext cx="67680" cy="3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04702" y="3945776"/>
                  <a:ext cx="853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F17ED-F59D-670E-50FB-9283E90B14C3}"/>
              </a:ext>
            </a:extLst>
          </p:cNvPr>
          <p:cNvGrpSpPr/>
          <p:nvPr/>
        </p:nvGrpSpPr>
        <p:grpSpPr>
          <a:xfrm>
            <a:off x="931822" y="3094736"/>
            <a:ext cx="1205280" cy="228240"/>
            <a:chOff x="931822" y="3094736"/>
            <a:chExt cx="120528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14:cNvPr>
                <p14:cNvContentPartPr/>
                <p14:nvPr/>
              </p14:nvContentPartPr>
              <p14:xfrm>
                <a:off x="931822" y="3094736"/>
                <a:ext cx="201240" cy="228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182" y="3086096"/>
                  <a:ext cx="218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14:cNvPr>
                <p14:cNvContentPartPr/>
                <p14:nvPr/>
              </p14:nvContentPartPr>
              <p14:xfrm>
                <a:off x="1242142" y="3226856"/>
                <a:ext cx="136080" cy="2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3142" y="3217856"/>
                  <a:ext cx="153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14:cNvPr>
                <p14:cNvContentPartPr/>
                <p14:nvPr/>
              </p14:nvContentPartPr>
              <p14:xfrm>
                <a:off x="1222702" y="3184376"/>
                <a:ext cx="191520" cy="1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4062" y="3175736"/>
                  <a:ext cx="20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14:cNvPr>
                <p14:cNvContentPartPr/>
                <p14:nvPr/>
              </p14:nvContentPartPr>
              <p14:xfrm>
                <a:off x="1535902" y="3115616"/>
                <a:ext cx="255240" cy="178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7262" y="3106616"/>
                  <a:ext cx="27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14:cNvPr>
                <p14:cNvContentPartPr/>
                <p14:nvPr/>
              </p14:nvContentPartPr>
              <p14:xfrm>
                <a:off x="1897702" y="3184376"/>
                <a:ext cx="60480" cy="114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9062" y="3175376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14:cNvPr>
                <p14:cNvContentPartPr/>
                <p14:nvPr/>
              </p14:nvContentPartPr>
              <p14:xfrm>
                <a:off x="1841542" y="3226856"/>
                <a:ext cx="136080" cy="16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2902" y="3218216"/>
                  <a:ext cx="153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14:cNvPr>
                <p14:cNvContentPartPr/>
                <p14:nvPr/>
              </p14:nvContentPartPr>
              <p14:xfrm>
                <a:off x="2041342" y="3152336"/>
                <a:ext cx="95760" cy="141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2342" y="3143696"/>
                  <a:ext cx="11340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14:cNvPr>
              <p14:cNvContentPartPr/>
              <p14:nvPr/>
            </p14:nvContentPartPr>
            <p14:xfrm>
              <a:off x="772342" y="3513776"/>
              <a:ext cx="163440" cy="111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3342" y="3505136"/>
                <a:ext cx="18108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12D9A-DD71-DC4C-5D0A-6CFC1FBDB08B}"/>
              </a:ext>
            </a:extLst>
          </p:cNvPr>
          <p:cNvGrpSpPr/>
          <p:nvPr/>
        </p:nvGrpSpPr>
        <p:grpSpPr>
          <a:xfrm>
            <a:off x="413062" y="3748136"/>
            <a:ext cx="1155240" cy="270720"/>
            <a:chOff x="413062" y="3748136"/>
            <a:chExt cx="115524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14:cNvPr>
                <p14:cNvContentPartPr/>
                <p14:nvPr/>
              </p14:nvContentPartPr>
              <p14:xfrm>
                <a:off x="467782" y="3795656"/>
                <a:ext cx="66600" cy="17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8782" y="3786656"/>
                  <a:ext cx="8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14:cNvPr>
                <p14:cNvContentPartPr/>
                <p14:nvPr/>
              </p14:nvContentPartPr>
              <p14:xfrm>
                <a:off x="525742" y="3832736"/>
                <a:ext cx="58680" cy="139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102" y="3824096"/>
                  <a:ext cx="7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14:cNvPr>
                <p14:cNvContentPartPr/>
                <p14:nvPr/>
              </p14:nvContentPartPr>
              <p14:xfrm>
                <a:off x="413062" y="3909776"/>
                <a:ext cx="204120" cy="24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062" y="3901136"/>
                  <a:ext cx="22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14:cNvPr>
                <p14:cNvContentPartPr/>
                <p14:nvPr/>
              </p14:nvContentPartPr>
              <p14:xfrm>
                <a:off x="420622" y="3891056"/>
                <a:ext cx="180000" cy="1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1982" y="3882056"/>
                  <a:ext cx="19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14:cNvPr>
                <p14:cNvContentPartPr/>
                <p14:nvPr/>
              </p14:nvContentPartPr>
              <p14:xfrm>
                <a:off x="707902" y="3879536"/>
                <a:ext cx="96840" cy="77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8902" y="3870896"/>
                  <a:ext cx="114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14:cNvPr>
                <p14:cNvContentPartPr/>
                <p14:nvPr/>
              </p14:nvContentPartPr>
              <p14:xfrm>
                <a:off x="827062" y="3748136"/>
                <a:ext cx="123480" cy="257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422" y="3739496"/>
                  <a:ext cx="141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14:cNvPr>
                <p14:cNvContentPartPr/>
                <p14:nvPr/>
              </p14:nvContentPartPr>
              <p14:xfrm>
                <a:off x="1089502" y="3784856"/>
                <a:ext cx="89640" cy="16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0862" y="3776216"/>
                  <a:ext cx="10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14:cNvPr>
                <p14:cNvContentPartPr/>
                <p14:nvPr/>
              </p14:nvContentPartPr>
              <p14:xfrm>
                <a:off x="1111462" y="3880616"/>
                <a:ext cx="100800" cy="6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2822" y="3871976"/>
                  <a:ext cx="11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14:cNvPr>
                <p14:cNvContentPartPr/>
                <p14:nvPr/>
              </p14:nvContentPartPr>
              <p14:xfrm>
                <a:off x="1223062" y="3870896"/>
                <a:ext cx="100800" cy="47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4062" y="3861896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14:cNvPr>
                <p14:cNvContentPartPr/>
                <p14:nvPr/>
              </p14:nvContentPartPr>
              <p14:xfrm>
                <a:off x="1377862" y="3855776"/>
                <a:ext cx="82080" cy="16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9222" y="3847136"/>
                  <a:ext cx="99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14:cNvPr>
                <p14:cNvContentPartPr/>
                <p14:nvPr/>
              </p14:nvContentPartPr>
              <p14:xfrm>
                <a:off x="1516462" y="3847856"/>
                <a:ext cx="51840" cy="11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7822" y="3838856"/>
                  <a:ext cx="6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14:cNvPr>
                <p14:cNvContentPartPr/>
                <p14:nvPr/>
              </p14:nvContentPartPr>
              <p14:xfrm>
                <a:off x="1259782" y="3875216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50782" y="3866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14:cNvPr>
              <p14:cNvContentPartPr/>
              <p14:nvPr/>
            </p14:nvContentPartPr>
            <p14:xfrm>
              <a:off x="882502" y="3460496"/>
              <a:ext cx="111600" cy="79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862" y="3451856"/>
                <a:ext cx="12924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F7AFE86-CEF6-9419-7C23-E675A2DB4C02}"/>
              </a:ext>
            </a:extLst>
          </p:cNvPr>
          <p:cNvGrpSpPr/>
          <p:nvPr/>
        </p:nvGrpSpPr>
        <p:grpSpPr>
          <a:xfrm>
            <a:off x="1791502" y="3389216"/>
            <a:ext cx="851040" cy="252360"/>
            <a:chOff x="1791502" y="3389216"/>
            <a:chExt cx="85104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14:cNvPr>
                <p14:cNvContentPartPr/>
                <p14:nvPr/>
              </p14:nvContentPartPr>
              <p14:xfrm>
                <a:off x="1876462" y="3438896"/>
                <a:ext cx="95040" cy="10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7462" y="3429896"/>
                  <a:ext cx="112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14:cNvPr>
                <p14:cNvContentPartPr/>
                <p14:nvPr/>
              </p14:nvContentPartPr>
              <p14:xfrm>
                <a:off x="1839022" y="3412616"/>
                <a:ext cx="123480" cy="141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30382" y="3403616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14:cNvPr>
                <p14:cNvContentPartPr/>
                <p14:nvPr/>
              </p14:nvContentPartPr>
              <p14:xfrm>
                <a:off x="1791502" y="3389216"/>
                <a:ext cx="80280" cy="51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2502" y="3380576"/>
                  <a:ext cx="97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14:cNvPr>
                <p14:cNvContentPartPr/>
                <p14:nvPr/>
              </p14:nvContentPartPr>
              <p14:xfrm>
                <a:off x="2093542" y="3541136"/>
                <a:ext cx="67680" cy="7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4542" y="3532136"/>
                  <a:ext cx="85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14:cNvPr>
                <p14:cNvContentPartPr/>
                <p14:nvPr/>
              </p14:nvContentPartPr>
              <p14:xfrm>
                <a:off x="2200822" y="3545096"/>
                <a:ext cx="18360" cy="5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91822" y="3536456"/>
                  <a:ext cx="3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14:cNvPr>
                <p14:cNvContentPartPr/>
                <p14:nvPr/>
              </p14:nvContentPartPr>
              <p14:xfrm>
                <a:off x="2317822" y="3454736"/>
                <a:ext cx="324720" cy="18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09182" y="3446096"/>
                  <a:ext cx="3423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4205F8-C2DC-8A8D-2F87-0B5292C119EB}"/>
              </a:ext>
            </a:extLst>
          </p:cNvPr>
          <p:cNvGrpSpPr/>
          <p:nvPr/>
        </p:nvGrpSpPr>
        <p:grpSpPr>
          <a:xfrm>
            <a:off x="2812462" y="3403256"/>
            <a:ext cx="229320" cy="302400"/>
            <a:chOff x="2812462" y="3403256"/>
            <a:chExt cx="22932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14:cNvPr>
                <p14:cNvContentPartPr/>
                <p14:nvPr/>
              </p14:nvContentPartPr>
              <p14:xfrm>
                <a:off x="2812462" y="3539696"/>
                <a:ext cx="84960" cy="69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3822" y="3530696"/>
                  <a:ext cx="102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14:cNvPr>
                <p14:cNvContentPartPr/>
                <p14:nvPr/>
              </p14:nvContentPartPr>
              <p14:xfrm>
                <a:off x="2937742" y="3403256"/>
                <a:ext cx="104040" cy="302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28742" y="3394616"/>
                  <a:ext cx="12168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11408-39CD-47ED-79C7-DBA4AEB1AECC}"/>
              </a:ext>
            </a:extLst>
          </p:cNvPr>
          <p:cNvGrpSpPr/>
          <p:nvPr/>
        </p:nvGrpSpPr>
        <p:grpSpPr>
          <a:xfrm>
            <a:off x="3267502" y="3384896"/>
            <a:ext cx="681840" cy="282240"/>
            <a:chOff x="3267502" y="3384896"/>
            <a:chExt cx="68184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14:cNvPr>
                <p14:cNvContentPartPr/>
                <p14:nvPr/>
              </p14:nvContentPartPr>
              <p14:xfrm>
                <a:off x="3267502" y="3410816"/>
                <a:ext cx="208440" cy="25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58862" y="3402176"/>
                  <a:ext cx="226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14:cNvPr>
                <p14:cNvContentPartPr/>
                <p14:nvPr/>
              </p14:nvContentPartPr>
              <p14:xfrm>
                <a:off x="3405382" y="3457256"/>
                <a:ext cx="12960" cy="2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6742" y="3448256"/>
                  <a:ext cx="3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14:cNvPr>
                <p14:cNvContentPartPr/>
                <p14:nvPr/>
              </p14:nvContentPartPr>
              <p14:xfrm>
                <a:off x="3508702" y="3384896"/>
                <a:ext cx="128520" cy="189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99702" y="3375896"/>
                  <a:ext cx="146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14:cNvPr>
                <p14:cNvContentPartPr/>
                <p14:nvPr/>
              </p14:nvContentPartPr>
              <p14:xfrm>
                <a:off x="3630742" y="3396776"/>
                <a:ext cx="79560" cy="186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22102" y="3388136"/>
                  <a:ext cx="97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14:cNvPr>
                <p14:cNvContentPartPr/>
                <p14:nvPr/>
              </p14:nvContentPartPr>
              <p14:xfrm>
                <a:off x="3630742" y="3474896"/>
                <a:ext cx="318600" cy="10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2102" y="3465896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C2D0B4-D0A6-E32A-FBF3-D41AC59ABD79}"/>
              </a:ext>
            </a:extLst>
          </p:cNvPr>
          <p:cNvGrpSpPr/>
          <p:nvPr/>
        </p:nvGrpSpPr>
        <p:grpSpPr>
          <a:xfrm>
            <a:off x="4109182" y="1470776"/>
            <a:ext cx="790920" cy="157680"/>
            <a:chOff x="4109182" y="1470776"/>
            <a:chExt cx="79092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14:cNvPr>
                <p14:cNvContentPartPr/>
                <p14:nvPr/>
              </p14:nvContentPartPr>
              <p14:xfrm>
                <a:off x="4109182" y="1563656"/>
                <a:ext cx="82800" cy="64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0542" y="1554656"/>
                  <a:ext cx="100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14:cNvPr>
                <p14:cNvContentPartPr/>
                <p14:nvPr/>
              </p14:nvContentPartPr>
              <p14:xfrm>
                <a:off x="4231582" y="1549256"/>
                <a:ext cx="335160" cy="66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22582" y="1540616"/>
                  <a:ext cx="35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14:cNvPr>
                <p14:cNvContentPartPr/>
                <p14:nvPr/>
              </p14:nvContentPartPr>
              <p14:xfrm>
                <a:off x="4695982" y="1470776"/>
                <a:ext cx="204120" cy="144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86982" y="1462136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0B68ED-7F60-9548-6DD6-4558EB22B328}"/>
              </a:ext>
            </a:extLst>
          </p:cNvPr>
          <p:cNvGrpSpPr/>
          <p:nvPr/>
        </p:nvGrpSpPr>
        <p:grpSpPr>
          <a:xfrm>
            <a:off x="4166782" y="1728176"/>
            <a:ext cx="744480" cy="198360"/>
            <a:chOff x="4166782" y="1728176"/>
            <a:chExt cx="74448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14:cNvPr>
                <p14:cNvContentPartPr/>
                <p14:nvPr/>
              </p14:nvContentPartPr>
              <p14:xfrm>
                <a:off x="4166782" y="1850216"/>
                <a:ext cx="70200" cy="75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57782" y="1841576"/>
                  <a:ext cx="87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14:cNvPr>
                <p14:cNvContentPartPr/>
                <p14:nvPr/>
              </p14:nvContentPartPr>
              <p14:xfrm>
                <a:off x="4312942" y="1758416"/>
                <a:ext cx="87480" cy="150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3942" y="1749416"/>
                  <a:ext cx="105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14:cNvPr>
                <p14:cNvContentPartPr/>
                <p14:nvPr/>
              </p14:nvContentPartPr>
              <p14:xfrm>
                <a:off x="4477102" y="1728176"/>
                <a:ext cx="79560" cy="17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68462" y="1719536"/>
                  <a:ext cx="97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14:cNvPr>
                <p14:cNvContentPartPr/>
                <p14:nvPr/>
              </p14:nvContentPartPr>
              <p14:xfrm>
                <a:off x="4698142" y="1786136"/>
                <a:ext cx="213120" cy="140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89502" y="1777136"/>
                  <a:ext cx="2307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AC0C9-F7DC-E061-24BA-FBA46605667E}"/>
              </a:ext>
            </a:extLst>
          </p:cNvPr>
          <p:cNvGrpSpPr/>
          <p:nvPr/>
        </p:nvGrpSpPr>
        <p:grpSpPr>
          <a:xfrm>
            <a:off x="4460182" y="2079536"/>
            <a:ext cx="836640" cy="146520"/>
            <a:chOff x="4460182" y="2079536"/>
            <a:chExt cx="83664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14:cNvPr>
                <p14:cNvContentPartPr/>
                <p14:nvPr/>
              </p14:nvContentPartPr>
              <p14:xfrm>
                <a:off x="4460182" y="2142536"/>
                <a:ext cx="88200" cy="8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1182" y="2133536"/>
                  <a:ext cx="10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14:cNvPr>
                <p14:cNvContentPartPr/>
                <p14:nvPr/>
              </p14:nvContentPartPr>
              <p14:xfrm>
                <a:off x="4577182" y="2151896"/>
                <a:ext cx="85680" cy="74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8182" y="2143256"/>
                  <a:ext cx="10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14:cNvPr>
                <p14:cNvContentPartPr/>
                <p14:nvPr/>
              </p14:nvContentPartPr>
              <p14:xfrm>
                <a:off x="4725142" y="2162336"/>
                <a:ext cx="86760" cy="55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6502" y="2153696"/>
                  <a:ext cx="104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14:cNvPr>
                <p14:cNvContentPartPr/>
                <p14:nvPr/>
              </p14:nvContentPartPr>
              <p14:xfrm>
                <a:off x="4853662" y="2168816"/>
                <a:ext cx="104760" cy="4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44662" y="2160176"/>
                  <a:ext cx="122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14:cNvPr>
                <p14:cNvContentPartPr/>
                <p14:nvPr/>
              </p14:nvContentPartPr>
              <p14:xfrm>
                <a:off x="5082622" y="2079536"/>
                <a:ext cx="214200" cy="14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3622" y="2070896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7CC66C-6D73-6DE9-7B06-FCB730FB02EA}"/>
              </a:ext>
            </a:extLst>
          </p:cNvPr>
          <p:cNvGrpSpPr/>
          <p:nvPr/>
        </p:nvGrpSpPr>
        <p:grpSpPr>
          <a:xfrm>
            <a:off x="4521382" y="2360696"/>
            <a:ext cx="684000" cy="166320"/>
            <a:chOff x="4521382" y="2360696"/>
            <a:chExt cx="68400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14:cNvPr>
                <p14:cNvContentPartPr/>
                <p14:nvPr/>
              </p14:nvContentPartPr>
              <p14:xfrm>
                <a:off x="4521382" y="2471576"/>
                <a:ext cx="74520" cy="48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12382" y="2462936"/>
                  <a:ext cx="92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14:cNvPr>
                <p14:cNvContentPartPr/>
                <p14:nvPr/>
              </p14:nvContentPartPr>
              <p14:xfrm>
                <a:off x="4644142" y="2378336"/>
                <a:ext cx="88560" cy="14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5502" y="2369336"/>
                  <a:ext cx="106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14:cNvPr>
                <p14:cNvContentPartPr/>
                <p14:nvPr/>
              </p14:nvContentPartPr>
              <p14:xfrm>
                <a:off x="4789942" y="2360696"/>
                <a:ext cx="97200" cy="15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1302" y="2351696"/>
                  <a:ext cx="114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14:cNvPr>
                <p14:cNvContentPartPr/>
                <p14:nvPr/>
              </p14:nvContentPartPr>
              <p14:xfrm>
                <a:off x="4997662" y="2387696"/>
                <a:ext cx="207720" cy="139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89022" y="2379056"/>
                  <a:ext cx="2253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B7CC30-51C3-181C-0F40-D864CF2286AB}"/>
              </a:ext>
            </a:extLst>
          </p:cNvPr>
          <p:cNvGrpSpPr/>
          <p:nvPr/>
        </p:nvGrpSpPr>
        <p:grpSpPr>
          <a:xfrm>
            <a:off x="5959222" y="4779896"/>
            <a:ext cx="453600" cy="759240"/>
            <a:chOff x="5959222" y="4779896"/>
            <a:chExt cx="453600" cy="7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14:cNvPr>
                <p14:cNvContentPartPr/>
                <p14:nvPr/>
              </p14:nvContentPartPr>
              <p14:xfrm>
                <a:off x="6054982" y="4779896"/>
                <a:ext cx="357840" cy="239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6342" y="4771256"/>
                  <a:ext cx="375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14:cNvPr>
                <p14:cNvContentPartPr/>
                <p14:nvPr/>
              </p14:nvContentPartPr>
              <p14:xfrm>
                <a:off x="5959222" y="4996976"/>
                <a:ext cx="133560" cy="542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0222" y="4988336"/>
                  <a:ext cx="151200" cy="55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78CE0F-AAF1-2A5C-F2C2-8644C04850BF}"/>
              </a:ext>
            </a:extLst>
          </p:cNvPr>
          <p:cNvGrpSpPr/>
          <p:nvPr/>
        </p:nvGrpSpPr>
        <p:grpSpPr>
          <a:xfrm>
            <a:off x="6002062" y="5682776"/>
            <a:ext cx="1281960" cy="525600"/>
            <a:chOff x="6002062" y="5682776"/>
            <a:chExt cx="128196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14:cNvPr>
                <p14:cNvContentPartPr/>
                <p14:nvPr/>
              </p14:nvContentPartPr>
              <p14:xfrm>
                <a:off x="6002062" y="5682776"/>
                <a:ext cx="99000" cy="129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422" y="5674136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14:cNvPr>
                <p14:cNvContentPartPr/>
                <p14:nvPr/>
              </p14:nvContentPartPr>
              <p14:xfrm>
                <a:off x="6140302" y="5707256"/>
                <a:ext cx="85680" cy="67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31662" y="5698616"/>
                  <a:ext cx="103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14:cNvPr>
                <p14:cNvContentPartPr/>
                <p14:nvPr/>
              </p14:nvContentPartPr>
              <p14:xfrm>
                <a:off x="6294022" y="5687816"/>
                <a:ext cx="399600" cy="111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382" y="5679176"/>
                  <a:ext cx="417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14:cNvPr>
                <p14:cNvContentPartPr/>
                <p14:nvPr/>
              </p14:nvContentPartPr>
              <p14:xfrm>
                <a:off x="6172702" y="6033776"/>
                <a:ext cx="86760" cy="69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3702" y="6025136"/>
                  <a:ext cx="104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14:cNvPr>
                <p14:cNvContentPartPr/>
                <p14:nvPr/>
              </p14:nvContentPartPr>
              <p14:xfrm>
                <a:off x="6303022" y="5945216"/>
                <a:ext cx="119520" cy="263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94022" y="5936576"/>
                  <a:ext cx="137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14:cNvPr>
                <p14:cNvContentPartPr/>
                <p14:nvPr/>
              </p14:nvContentPartPr>
              <p14:xfrm>
                <a:off x="6287902" y="6107936"/>
                <a:ext cx="113040" cy="32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79262" y="6099296"/>
                  <a:ext cx="130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14:cNvPr>
                <p14:cNvContentPartPr/>
                <p14:nvPr/>
              </p14:nvContentPartPr>
              <p14:xfrm>
                <a:off x="6546382" y="5927576"/>
                <a:ext cx="70200" cy="21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382" y="5918576"/>
                  <a:ext cx="87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14:cNvPr>
                <p14:cNvContentPartPr/>
                <p14:nvPr/>
              </p14:nvContentPartPr>
              <p14:xfrm>
                <a:off x="6528382" y="5897696"/>
                <a:ext cx="412560" cy="198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9382" y="5889056"/>
                  <a:ext cx="43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14:cNvPr>
                <p14:cNvContentPartPr/>
                <p14:nvPr/>
              </p14:nvContentPartPr>
              <p14:xfrm>
                <a:off x="6920422" y="5975456"/>
                <a:ext cx="142200" cy="11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422" y="5966456"/>
                  <a:ext cx="159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14:cNvPr>
                <p14:cNvContentPartPr/>
                <p14:nvPr/>
              </p14:nvContentPartPr>
              <p14:xfrm>
                <a:off x="7103302" y="6022616"/>
                <a:ext cx="180720" cy="9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4302" y="6013616"/>
                  <a:ext cx="198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BC68F14-B1AF-34A7-8F0E-B4EEF9277441}"/>
              </a:ext>
            </a:extLst>
          </p:cNvPr>
          <p:cNvGrpSpPr/>
          <p:nvPr/>
        </p:nvGrpSpPr>
        <p:grpSpPr>
          <a:xfrm>
            <a:off x="6326062" y="6368576"/>
            <a:ext cx="709920" cy="153720"/>
            <a:chOff x="6326062" y="6368576"/>
            <a:chExt cx="70992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14:cNvPr>
                <p14:cNvContentPartPr/>
                <p14:nvPr/>
              </p14:nvContentPartPr>
              <p14:xfrm>
                <a:off x="6326062" y="6382976"/>
                <a:ext cx="186120" cy="139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7422" y="6374336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14:cNvPr>
                <p14:cNvContentPartPr/>
                <p14:nvPr/>
              </p14:nvContentPartPr>
              <p14:xfrm>
                <a:off x="6400582" y="6386216"/>
                <a:ext cx="277920" cy="110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1942" y="6377576"/>
                  <a:ext cx="295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14:cNvPr>
                <p14:cNvContentPartPr/>
                <p14:nvPr/>
              </p14:nvContentPartPr>
              <p14:xfrm>
                <a:off x="6744382" y="6408896"/>
                <a:ext cx="114120" cy="81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5742" y="6400256"/>
                  <a:ext cx="13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14:cNvPr>
                <p14:cNvContentPartPr/>
                <p14:nvPr/>
              </p14:nvContentPartPr>
              <p14:xfrm>
                <a:off x="6938782" y="6368576"/>
                <a:ext cx="97200" cy="123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29782" y="6359936"/>
                  <a:ext cx="114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5D17CA0-4353-4D09-F7B1-2E6F6C2C98E0}"/>
              </a:ext>
            </a:extLst>
          </p:cNvPr>
          <p:cNvGrpSpPr/>
          <p:nvPr/>
        </p:nvGrpSpPr>
        <p:grpSpPr>
          <a:xfrm>
            <a:off x="7362142" y="6395216"/>
            <a:ext cx="442440" cy="132840"/>
            <a:chOff x="7362142" y="6395216"/>
            <a:chExt cx="44244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14:cNvPr>
                <p14:cNvContentPartPr/>
                <p14:nvPr/>
              </p14:nvContentPartPr>
              <p14:xfrm>
                <a:off x="7362142" y="6407096"/>
                <a:ext cx="144000" cy="79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53142" y="6398096"/>
                  <a:ext cx="161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14:cNvPr>
                <p14:cNvContentPartPr/>
                <p14:nvPr/>
              </p14:nvContentPartPr>
              <p14:xfrm>
                <a:off x="7562302" y="6395216"/>
                <a:ext cx="242280" cy="132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53302" y="6386216"/>
                  <a:ext cx="259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A09CB6A-BD8A-478F-A5CE-8019FA4B4333}"/>
              </a:ext>
            </a:extLst>
          </p:cNvPr>
          <p:cNvGrpSpPr/>
          <p:nvPr/>
        </p:nvGrpSpPr>
        <p:grpSpPr>
          <a:xfrm>
            <a:off x="8027422" y="6213416"/>
            <a:ext cx="888840" cy="356760"/>
            <a:chOff x="8027422" y="6213416"/>
            <a:chExt cx="88884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14:cNvPr>
                <p14:cNvContentPartPr/>
                <p14:nvPr/>
              </p14:nvContentPartPr>
              <p14:xfrm>
                <a:off x="8046862" y="6253736"/>
                <a:ext cx="87120" cy="31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37862" y="6245096"/>
                  <a:ext cx="104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14:cNvPr>
                <p14:cNvContentPartPr/>
                <p14:nvPr/>
              </p14:nvContentPartPr>
              <p14:xfrm>
                <a:off x="8027422" y="6436616"/>
                <a:ext cx="117360" cy="28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8422" y="6427976"/>
                  <a:ext cx="135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14:cNvPr>
                <p14:cNvContentPartPr/>
                <p14:nvPr/>
              </p14:nvContentPartPr>
              <p14:xfrm>
                <a:off x="8168182" y="6405296"/>
                <a:ext cx="93240" cy="81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9542" y="6396656"/>
                  <a:ext cx="110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14:cNvPr>
                <p14:cNvContentPartPr/>
                <p14:nvPr/>
              </p14:nvContentPartPr>
              <p14:xfrm>
                <a:off x="8292382" y="6388376"/>
                <a:ext cx="110880" cy="86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83382" y="6379736"/>
                  <a:ext cx="128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14:cNvPr>
                <p14:cNvContentPartPr/>
                <p14:nvPr/>
              </p14:nvContentPartPr>
              <p14:xfrm>
                <a:off x="8477062" y="6352736"/>
                <a:ext cx="219960" cy="128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68422" y="6343736"/>
                  <a:ext cx="237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14:cNvPr>
                <p14:cNvContentPartPr/>
                <p14:nvPr/>
              </p14:nvContentPartPr>
              <p14:xfrm>
                <a:off x="8792422" y="6213416"/>
                <a:ext cx="123840" cy="255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83782" y="6204416"/>
                  <a:ext cx="141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14:cNvPr>
                <p14:cNvContentPartPr/>
                <p14:nvPr/>
              </p14:nvContentPartPr>
              <p14:xfrm>
                <a:off x="8805022" y="6384416"/>
                <a:ext cx="25560" cy="11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96022" y="6375416"/>
                  <a:ext cx="43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5F75DA-CB84-180F-A5D7-8D11F30D3025}"/>
              </a:ext>
            </a:extLst>
          </p:cNvPr>
          <p:cNvGrpSpPr/>
          <p:nvPr/>
        </p:nvGrpSpPr>
        <p:grpSpPr>
          <a:xfrm>
            <a:off x="9098062" y="6232856"/>
            <a:ext cx="287640" cy="367920"/>
            <a:chOff x="9098062" y="6232856"/>
            <a:chExt cx="28764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14:cNvPr>
                <p14:cNvContentPartPr/>
                <p14:nvPr/>
              </p14:nvContentPartPr>
              <p14:xfrm>
                <a:off x="9098062" y="6232856"/>
                <a:ext cx="118800" cy="20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89062" y="6224216"/>
                  <a:ext cx="136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14:cNvPr>
                <p14:cNvContentPartPr/>
                <p14:nvPr/>
              </p14:nvContentPartPr>
              <p14:xfrm>
                <a:off x="9255382" y="6364976"/>
                <a:ext cx="130320" cy="235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6382" y="6356336"/>
                  <a:ext cx="14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56C0F69-D55E-0A83-F2E6-84EC411CBBB9}"/>
              </a:ext>
            </a:extLst>
          </p:cNvPr>
          <p:cNvGrpSpPr/>
          <p:nvPr/>
        </p:nvGrpSpPr>
        <p:grpSpPr>
          <a:xfrm>
            <a:off x="9590542" y="6267776"/>
            <a:ext cx="1818360" cy="218520"/>
            <a:chOff x="9590542" y="6267776"/>
            <a:chExt cx="181836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14:cNvPr>
                <p14:cNvContentPartPr/>
                <p14:nvPr/>
              </p14:nvContentPartPr>
              <p14:xfrm>
                <a:off x="9611782" y="6320696"/>
                <a:ext cx="52560" cy="144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02782" y="6312056"/>
                  <a:ext cx="70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14:cNvPr>
                <p14:cNvContentPartPr/>
                <p14:nvPr/>
              </p14:nvContentPartPr>
              <p14:xfrm>
                <a:off x="9590542" y="6285056"/>
                <a:ext cx="111960" cy="52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81542" y="6276056"/>
                  <a:ext cx="129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14:cNvPr>
                <p14:cNvContentPartPr/>
                <p14:nvPr/>
              </p14:nvContentPartPr>
              <p14:xfrm>
                <a:off x="9638062" y="6384056"/>
                <a:ext cx="68760" cy="16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29422" y="6375056"/>
                  <a:ext cx="86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14:cNvPr>
                <p14:cNvContentPartPr/>
                <p14:nvPr/>
              </p14:nvContentPartPr>
              <p14:xfrm>
                <a:off x="9789262" y="6352736"/>
                <a:ext cx="3744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0262" y="6344096"/>
                  <a:ext cx="55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14:cNvPr>
                <p14:cNvContentPartPr/>
                <p14:nvPr/>
              </p14:nvContentPartPr>
              <p14:xfrm>
                <a:off x="9834262" y="6277496"/>
                <a:ext cx="234720" cy="169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25622" y="6268856"/>
                  <a:ext cx="252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14:cNvPr>
                <p14:cNvContentPartPr/>
                <p14:nvPr/>
              </p14:nvContentPartPr>
              <p14:xfrm>
                <a:off x="10212622" y="6346616"/>
                <a:ext cx="123840" cy="119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03982" y="6337976"/>
                  <a:ext cx="141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14:cNvPr>
                <p14:cNvContentPartPr/>
                <p14:nvPr/>
              </p14:nvContentPartPr>
              <p14:xfrm>
                <a:off x="10318822" y="6267776"/>
                <a:ext cx="86760" cy="183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9822" y="6258776"/>
                  <a:ext cx="10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14:cNvPr>
                <p14:cNvContentPartPr/>
                <p14:nvPr/>
              </p14:nvContentPartPr>
              <p14:xfrm>
                <a:off x="10299022" y="6378296"/>
                <a:ext cx="126360" cy="22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0382" y="6369656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14:cNvPr>
                <p14:cNvContentPartPr/>
                <p14:nvPr/>
              </p14:nvContentPartPr>
              <p14:xfrm>
                <a:off x="10435102" y="6361736"/>
                <a:ext cx="50760" cy="88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26462" y="6353096"/>
                  <a:ext cx="68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14:cNvPr>
                <p14:cNvContentPartPr/>
                <p14:nvPr/>
              </p14:nvContentPartPr>
              <p14:xfrm>
                <a:off x="10566502" y="6419336"/>
                <a:ext cx="113040" cy="44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57502" y="6410336"/>
                  <a:ext cx="130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14:cNvPr>
                <p14:cNvContentPartPr/>
                <p14:nvPr/>
              </p14:nvContentPartPr>
              <p14:xfrm>
                <a:off x="10787902" y="6373976"/>
                <a:ext cx="115560" cy="112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79262" y="6365336"/>
                  <a:ext cx="13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14:cNvPr>
                <p14:cNvContentPartPr/>
                <p14:nvPr/>
              </p14:nvContentPartPr>
              <p14:xfrm>
                <a:off x="10855582" y="6278216"/>
                <a:ext cx="72360" cy="174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6942" y="6269576"/>
                  <a:ext cx="90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14:cNvPr>
                <p14:cNvContentPartPr/>
                <p14:nvPr/>
              </p14:nvContentPartPr>
              <p14:xfrm>
                <a:off x="10851622" y="6368216"/>
                <a:ext cx="100080" cy="38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42982" y="6359216"/>
                  <a:ext cx="117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14:cNvPr>
                <p14:cNvContentPartPr/>
                <p14:nvPr/>
              </p14:nvContentPartPr>
              <p14:xfrm>
                <a:off x="10983382" y="6379376"/>
                <a:ext cx="153720" cy="9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74382" y="6370376"/>
                  <a:ext cx="171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14:cNvPr>
                <p14:cNvContentPartPr/>
                <p14:nvPr/>
              </p14:nvContentPartPr>
              <p14:xfrm>
                <a:off x="11149702" y="6313136"/>
                <a:ext cx="259200" cy="124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0702" y="6304136"/>
                  <a:ext cx="2768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14:cNvPr>
              <p14:cNvContentPartPr/>
              <p14:nvPr/>
            </p14:nvContentPartPr>
            <p14:xfrm>
              <a:off x="10856302" y="4730936"/>
              <a:ext cx="292320" cy="2678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847302" y="4721936"/>
                <a:ext cx="309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14:cNvPr>
              <p14:cNvContentPartPr/>
              <p14:nvPr/>
            </p14:nvContentPartPr>
            <p14:xfrm>
              <a:off x="7513342" y="5119016"/>
              <a:ext cx="3487680" cy="7351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04342" y="5110016"/>
                <a:ext cx="3505320" cy="75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9BD4DEC-7F57-EB54-35E6-E57F60C804D7}"/>
              </a:ext>
            </a:extLst>
          </p:cNvPr>
          <p:cNvGrpSpPr/>
          <p:nvPr/>
        </p:nvGrpSpPr>
        <p:grpSpPr>
          <a:xfrm>
            <a:off x="6097462" y="5353376"/>
            <a:ext cx="431640" cy="160200"/>
            <a:chOff x="6097462" y="5353376"/>
            <a:chExt cx="43164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14:cNvPr>
                <p14:cNvContentPartPr/>
                <p14:nvPr/>
              </p14:nvContentPartPr>
              <p14:xfrm>
                <a:off x="6097462" y="5385056"/>
                <a:ext cx="207720" cy="128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88822" y="5376056"/>
                  <a:ext cx="22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14:cNvPr>
                <p14:cNvContentPartPr/>
                <p14:nvPr/>
              </p14:nvContentPartPr>
              <p14:xfrm>
                <a:off x="6150742" y="5459576"/>
                <a:ext cx="101160" cy="5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2102" y="5450576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14:cNvPr>
                <p14:cNvContentPartPr/>
                <p14:nvPr/>
              </p14:nvContentPartPr>
              <p14:xfrm>
                <a:off x="6342622" y="5441216"/>
                <a:ext cx="47520" cy="13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3982" y="5432576"/>
                  <a:ext cx="65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14:cNvPr>
                <p14:cNvContentPartPr/>
                <p14:nvPr/>
              </p14:nvContentPartPr>
              <p14:xfrm>
                <a:off x="6298342" y="5378936"/>
                <a:ext cx="97200" cy="11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89702" y="5370296"/>
                  <a:ext cx="114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14:cNvPr>
                <p14:cNvContentPartPr/>
                <p14:nvPr/>
              </p14:nvContentPartPr>
              <p14:xfrm>
                <a:off x="6480502" y="5353376"/>
                <a:ext cx="48600" cy="138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71502" y="5344376"/>
                  <a:ext cx="662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0B18CD-E4CF-505B-ECFD-70F7E13CC155}"/>
              </a:ext>
            </a:extLst>
          </p:cNvPr>
          <p:cNvGrpSpPr/>
          <p:nvPr/>
        </p:nvGrpSpPr>
        <p:grpSpPr>
          <a:xfrm>
            <a:off x="11047102" y="5448776"/>
            <a:ext cx="601200" cy="165600"/>
            <a:chOff x="11047102" y="5448776"/>
            <a:chExt cx="60120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14:cNvPr>
                <p14:cNvContentPartPr/>
                <p14:nvPr/>
              </p14:nvContentPartPr>
              <p14:xfrm>
                <a:off x="11047102" y="5448776"/>
                <a:ext cx="138240" cy="165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38102" y="5439776"/>
                  <a:ext cx="15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14:cNvPr>
                <p14:cNvContentPartPr/>
                <p14:nvPr/>
              </p14:nvContentPartPr>
              <p14:xfrm>
                <a:off x="11116582" y="5554256"/>
                <a:ext cx="69120" cy="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07582" y="5545256"/>
                  <a:ext cx="86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14:cNvPr>
                <p14:cNvContentPartPr/>
                <p14:nvPr/>
              </p14:nvContentPartPr>
              <p14:xfrm>
                <a:off x="11297302" y="5580176"/>
                <a:ext cx="69120" cy="12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88662" y="5571176"/>
                  <a:ext cx="86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14:cNvPr>
                <p14:cNvContentPartPr/>
                <p14:nvPr/>
              </p14:nvContentPartPr>
              <p14:xfrm>
                <a:off x="11275342" y="5521856"/>
                <a:ext cx="75240" cy="7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66342" y="5512856"/>
                  <a:ext cx="92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14:cNvPr>
                <p14:cNvContentPartPr/>
                <p14:nvPr/>
              </p14:nvContentPartPr>
              <p14:xfrm>
                <a:off x="11472982" y="5534096"/>
                <a:ext cx="7416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63982" y="5525096"/>
                  <a:ext cx="9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14:cNvPr>
                <p14:cNvContentPartPr/>
                <p14:nvPr/>
              </p14:nvContentPartPr>
              <p14:xfrm>
                <a:off x="11605102" y="5464976"/>
                <a:ext cx="43200" cy="14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596462" y="5455976"/>
                  <a:ext cx="608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6C1C0D3-2C11-A142-18CD-E9588027615F}"/>
              </a:ext>
            </a:extLst>
          </p:cNvPr>
          <p:cNvGrpSpPr/>
          <p:nvPr/>
        </p:nvGrpSpPr>
        <p:grpSpPr>
          <a:xfrm>
            <a:off x="11397742" y="4918136"/>
            <a:ext cx="485640" cy="218880"/>
            <a:chOff x="11397742" y="4918136"/>
            <a:chExt cx="4856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14:cNvPr>
                <p14:cNvContentPartPr/>
                <p14:nvPr/>
              </p14:nvContentPartPr>
              <p14:xfrm>
                <a:off x="11397742" y="5018216"/>
                <a:ext cx="176040" cy="118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89102" y="5009576"/>
                  <a:ext cx="19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14:cNvPr>
                <p14:cNvContentPartPr/>
                <p14:nvPr/>
              </p14:nvContentPartPr>
              <p14:xfrm>
                <a:off x="11606182" y="5033336"/>
                <a:ext cx="100440" cy="12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97182" y="5024696"/>
                  <a:ext cx="11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14:cNvPr>
                <p14:cNvContentPartPr/>
                <p14:nvPr/>
              </p14:nvContentPartPr>
              <p14:xfrm>
                <a:off x="11580982" y="4980056"/>
                <a:ext cx="109800" cy="12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71982" y="4971416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14:cNvPr>
                <p14:cNvContentPartPr/>
                <p14:nvPr/>
              </p14:nvContentPartPr>
              <p14:xfrm>
                <a:off x="11791222" y="4970696"/>
                <a:ext cx="20160" cy="71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82582" y="4961696"/>
                  <a:ext cx="37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14:cNvPr>
                <p14:cNvContentPartPr/>
                <p14:nvPr/>
              </p14:nvContentPartPr>
              <p14:xfrm>
                <a:off x="11839102" y="4965296"/>
                <a:ext cx="44280" cy="75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830462" y="495629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14:cNvPr>
                <p14:cNvContentPartPr/>
                <p14:nvPr/>
              </p14:nvContentPartPr>
              <p14:xfrm>
                <a:off x="11750902" y="4918136"/>
                <a:ext cx="125640" cy="16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42262" y="4909496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14:cNvPr>
              <p14:cNvContentPartPr/>
              <p14:nvPr/>
            </p14:nvContentPartPr>
            <p14:xfrm>
              <a:off x="5777062" y="5140616"/>
              <a:ext cx="129600" cy="57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68062" y="5131976"/>
                <a:ext cx="1472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0207A60-D1DB-8625-E573-18C1118C528E}"/>
              </a:ext>
            </a:extLst>
          </p:cNvPr>
          <p:cNvGrpSpPr/>
          <p:nvPr/>
        </p:nvGrpSpPr>
        <p:grpSpPr>
          <a:xfrm>
            <a:off x="5449102" y="5263016"/>
            <a:ext cx="407880" cy="169920"/>
            <a:chOff x="5449102" y="5263016"/>
            <a:chExt cx="40788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14:cNvPr>
                <p14:cNvContentPartPr/>
                <p14:nvPr/>
              </p14:nvContentPartPr>
              <p14:xfrm>
                <a:off x="5449102" y="5336816"/>
                <a:ext cx="174960" cy="96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40102" y="5327816"/>
                  <a:ext cx="192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14:cNvPr>
                <p14:cNvContentPartPr/>
                <p14:nvPr/>
              </p14:nvContentPartPr>
              <p14:xfrm>
                <a:off x="5693182" y="5341496"/>
                <a:ext cx="32400" cy="1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42" y="5332496"/>
                  <a:ext cx="50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14:cNvPr>
                <p14:cNvContentPartPr/>
                <p14:nvPr/>
              </p14:nvContentPartPr>
              <p14:xfrm>
                <a:off x="5644582" y="5289656"/>
                <a:ext cx="75960" cy="15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5582" y="5280656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14:cNvPr>
                <p14:cNvContentPartPr/>
                <p14:nvPr/>
              </p14:nvContentPartPr>
              <p14:xfrm>
                <a:off x="5768062" y="5263016"/>
                <a:ext cx="88920" cy="65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59422" y="525401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D2156-FED2-1B9F-1359-3B07297B371B}"/>
              </a:ext>
            </a:extLst>
          </p:cNvPr>
          <p:cNvGrpSpPr/>
          <p:nvPr/>
        </p:nvGrpSpPr>
        <p:grpSpPr>
          <a:xfrm>
            <a:off x="606742" y="424616"/>
            <a:ext cx="1434240" cy="332640"/>
            <a:chOff x="606742" y="424616"/>
            <a:chExt cx="143424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14:cNvPr>
                <p14:cNvContentPartPr/>
                <p14:nvPr/>
              </p14:nvContentPartPr>
              <p14:xfrm>
                <a:off x="606742" y="540896"/>
                <a:ext cx="238680" cy="194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7742" y="532256"/>
                  <a:ext cx="256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14:cNvPr>
                <p14:cNvContentPartPr/>
                <p14:nvPr/>
              </p14:nvContentPartPr>
              <p14:xfrm>
                <a:off x="861262" y="574016"/>
                <a:ext cx="52560" cy="183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262" y="565016"/>
                  <a:ext cx="7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14:cNvPr>
                <p14:cNvContentPartPr/>
                <p14:nvPr/>
              </p14:nvContentPartPr>
              <p14:xfrm>
                <a:off x="802582" y="679856"/>
                <a:ext cx="14904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3942" y="670856"/>
                  <a:ext cx="166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14:cNvPr>
                <p14:cNvContentPartPr/>
                <p14:nvPr/>
              </p14:nvContentPartPr>
              <p14:xfrm>
                <a:off x="982222" y="634136"/>
                <a:ext cx="40320" cy="87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3222" y="625136"/>
                  <a:ext cx="5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14:cNvPr>
                <p14:cNvContentPartPr/>
                <p14:nvPr/>
              </p14:nvContentPartPr>
              <p14:xfrm>
                <a:off x="1072942" y="658256"/>
                <a:ext cx="147240" cy="4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4302" y="649256"/>
                  <a:ext cx="16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14:cNvPr>
                <p14:cNvContentPartPr/>
                <p14:nvPr/>
              </p14:nvContentPartPr>
              <p14:xfrm>
                <a:off x="1262662" y="655736"/>
                <a:ext cx="141840" cy="74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662" y="647096"/>
                  <a:ext cx="159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14:cNvPr>
                <p14:cNvContentPartPr/>
                <p14:nvPr/>
              </p14:nvContentPartPr>
              <p14:xfrm>
                <a:off x="1371382" y="499496"/>
                <a:ext cx="94320" cy="19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2742" y="490856"/>
                  <a:ext cx="111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14:cNvPr>
                <p14:cNvContentPartPr/>
                <p14:nvPr/>
              </p14:nvContentPartPr>
              <p14:xfrm>
                <a:off x="1377862" y="624776"/>
                <a:ext cx="89640" cy="16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9222" y="616136"/>
                  <a:ext cx="107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14:cNvPr>
                <p14:cNvContentPartPr/>
                <p14:nvPr/>
              </p14:nvContentPartPr>
              <p14:xfrm>
                <a:off x="1488382" y="627296"/>
                <a:ext cx="159120" cy="7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9382" y="618296"/>
                  <a:ext cx="176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14:cNvPr>
                <p14:cNvContentPartPr/>
                <p14:nvPr/>
              </p14:nvContentPartPr>
              <p14:xfrm>
                <a:off x="1679182" y="589496"/>
                <a:ext cx="79200" cy="106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70542" y="580856"/>
                  <a:ext cx="96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14:cNvPr>
                <p14:cNvContentPartPr/>
                <p14:nvPr/>
              </p14:nvContentPartPr>
              <p14:xfrm>
                <a:off x="1826422" y="424616"/>
                <a:ext cx="214560" cy="264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7782" y="415976"/>
                  <a:ext cx="2322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250838-E6FA-80BF-7571-1BD3A529E300}"/>
              </a:ext>
            </a:extLst>
          </p:cNvPr>
          <p:cNvGrpSpPr/>
          <p:nvPr/>
        </p:nvGrpSpPr>
        <p:grpSpPr>
          <a:xfrm>
            <a:off x="2337982" y="451616"/>
            <a:ext cx="1551240" cy="271080"/>
            <a:chOff x="2337982" y="451616"/>
            <a:chExt cx="15512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14:cNvPr>
                <p14:cNvContentPartPr/>
                <p14:nvPr/>
              </p14:nvContentPartPr>
              <p14:xfrm>
                <a:off x="2337982" y="504536"/>
                <a:ext cx="140400" cy="181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342" y="495536"/>
                  <a:ext cx="158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14:cNvPr>
                <p14:cNvContentPartPr/>
                <p14:nvPr/>
              </p14:nvContentPartPr>
              <p14:xfrm>
                <a:off x="2519782" y="620816"/>
                <a:ext cx="94320" cy="81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142" y="612176"/>
                  <a:ext cx="111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14:cNvPr>
                <p14:cNvContentPartPr/>
                <p14:nvPr/>
              </p14:nvContentPartPr>
              <p14:xfrm>
                <a:off x="2651902" y="669776"/>
                <a:ext cx="202680" cy="52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2902" y="660776"/>
                  <a:ext cx="220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14:cNvPr>
                <p14:cNvContentPartPr/>
                <p14:nvPr/>
              </p14:nvContentPartPr>
              <p14:xfrm>
                <a:off x="2795902" y="593816"/>
                <a:ext cx="140400" cy="116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7262" y="585176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14:cNvPr>
                <p14:cNvContentPartPr/>
                <p14:nvPr/>
              </p14:nvContentPartPr>
              <p14:xfrm>
                <a:off x="2976982" y="478256"/>
                <a:ext cx="60120" cy="240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67982" y="469616"/>
                  <a:ext cx="77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14:cNvPr>
                <p14:cNvContentPartPr/>
                <p14:nvPr/>
              </p14:nvContentPartPr>
              <p14:xfrm>
                <a:off x="2956822" y="626576"/>
                <a:ext cx="116280" cy="1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48182" y="617936"/>
                  <a:ext cx="133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14:cNvPr>
                <p14:cNvContentPartPr/>
                <p14:nvPr/>
              </p14:nvContentPartPr>
              <p14:xfrm>
                <a:off x="3108742" y="583736"/>
                <a:ext cx="50760" cy="9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0102" y="575096"/>
                  <a:ext cx="68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14:cNvPr>
                <p14:cNvContentPartPr/>
                <p14:nvPr/>
              </p14:nvContentPartPr>
              <p14:xfrm>
                <a:off x="3246982" y="603896"/>
                <a:ext cx="99000" cy="84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982" y="595256"/>
                  <a:ext cx="116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14:cNvPr>
                <p14:cNvContentPartPr/>
                <p14:nvPr/>
              </p14:nvContentPartPr>
              <p14:xfrm>
                <a:off x="3391702" y="616496"/>
                <a:ext cx="26280" cy="5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82702" y="607856"/>
                  <a:ext cx="43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14:cNvPr>
                <p14:cNvContentPartPr/>
                <p14:nvPr/>
              </p14:nvContentPartPr>
              <p14:xfrm>
                <a:off x="3327982" y="483656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18982" y="474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14:cNvPr>
                <p14:cNvContentPartPr/>
                <p14:nvPr/>
              </p14:nvContentPartPr>
              <p14:xfrm>
                <a:off x="3455422" y="592016"/>
                <a:ext cx="132840" cy="6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6422" y="583016"/>
                  <a:ext cx="150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14:cNvPr>
                <p14:cNvContentPartPr/>
                <p14:nvPr/>
              </p14:nvContentPartPr>
              <p14:xfrm>
                <a:off x="3588262" y="451616"/>
                <a:ext cx="92520" cy="18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9622" y="442976"/>
                  <a:ext cx="110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14:cNvPr>
                <p14:cNvContentPartPr/>
                <p14:nvPr/>
              </p14:nvContentPartPr>
              <p14:xfrm>
                <a:off x="3568462" y="540896"/>
                <a:ext cx="84240" cy="18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9462" y="531896"/>
                  <a:ext cx="10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14:cNvPr>
                <p14:cNvContentPartPr/>
                <p14:nvPr/>
              </p14:nvContentPartPr>
              <p14:xfrm>
                <a:off x="3792382" y="525416"/>
                <a:ext cx="96840" cy="129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83742" y="516416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E84F2-51D7-2BC8-070B-50C5328B5F78}"/>
              </a:ext>
            </a:extLst>
          </p:cNvPr>
          <p:cNvGrpSpPr/>
          <p:nvPr/>
        </p:nvGrpSpPr>
        <p:grpSpPr>
          <a:xfrm>
            <a:off x="723022" y="1225976"/>
            <a:ext cx="702720" cy="312840"/>
            <a:chOff x="723022" y="1225976"/>
            <a:chExt cx="70272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14:cNvPr>
                <p14:cNvContentPartPr/>
                <p14:nvPr/>
              </p14:nvContentPartPr>
              <p14:xfrm>
                <a:off x="723022" y="1274936"/>
                <a:ext cx="67320" cy="236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4022" y="1265936"/>
                  <a:ext cx="84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14:cNvPr>
                <p14:cNvContentPartPr/>
                <p14:nvPr/>
              </p14:nvContentPartPr>
              <p14:xfrm>
                <a:off x="765502" y="1400216"/>
                <a:ext cx="101520" cy="1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6502" y="1391576"/>
                  <a:ext cx="11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14:cNvPr>
                <p14:cNvContentPartPr/>
                <p14:nvPr/>
              </p14:nvContentPartPr>
              <p14:xfrm>
                <a:off x="839662" y="1300856"/>
                <a:ext cx="65520" cy="200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0662" y="1292216"/>
                  <a:ext cx="8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14:cNvPr>
                <p14:cNvContentPartPr/>
                <p14:nvPr/>
              </p14:nvContentPartPr>
              <p14:xfrm>
                <a:off x="999142" y="1225976"/>
                <a:ext cx="106920" cy="299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142" y="1216976"/>
                  <a:ext cx="124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14:cNvPr>
                <p14:cNvContentPartPr/>
                <p14:nvPr/>
              </p14:nvContentPartPr>
              <p14:xfrm>
                <a:off x="1111102" y="1314176"/>
                <a:ext cx="167760" cy="180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2102" y="1305536"/>
                  <a:ext cx="185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14:cNvPr>
                <p14:cNvContentPartPr/>
                <p14:nvPr/>
              </p14:nvContentPartPr>
              <p14:xfrm>
                <a:off x="1137742" y="1418936"/>
                <a:ext cx="15948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9102" y="141029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14:cNvPr>
                <p14:cNvContentPartPr/>
                <p14:nvPr/>
              </p14:nvContentPartPr>
              <p14:xfrm>
                <a:off x="1259782" y="1233176"/>
                <a:ext cx="165960" cy="30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0782" y="1224536"/>
                  <a:ext cx="18360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485B5E-7143-7181-589B-1A7E9B91003F}"/>
              </a:ext>
            </a:extLst>
          </p:cNvPr>
          <p:cNvGrpSpPr/>
          <p:nvPr/>
        </p:nvGrpSpPr>
        <p:grpSpPr>
          <a:xfrm>
            <a:off x="1638502" y="1369256"/>
            <a:ext cx="100080" cy="66240"/>
            <a:chOff x="1638502" y="1369256"/>
            <a:chExt cx="10008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14:cNvPr>
                <p14:cNvContentPartPr/>
                <p14:nvPr/>
              </p14:nvContentPartPr>
              <p14:xfrm>
                <a:off x="1653622" y="1429736"/>
                <a:ext cx="8496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4622" y="142109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14:cNvPr>
                <p14:cNvContentPartPr/>
                <p14:nvPr/>
              </p14:nvContentPartPr>
              <p14:xfrm>
                <a:off x="1638502" y="1369256"/>
                <a:ext cx="84240" cy="1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9862" y="1360256"/>
                  <a:ext cx="10188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14:cNvPr>
              <p14:cNvContentPartPr/>
              <p14:nvPr/>
            </p14:nvContentPartPr>
            <p14:xfrm>
              <a:off x="1944502" y="1248656"/>
              <a:ext cx="319320" cy="240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35862" y="1240016"/>
                <a:ext cx="3369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A56604-44D8-E48E-D192-BBA003D4CD32}"/>
              </a:ext>
            </a:extLst>
          </p:cNvPr>
          <p:cNvGrpSpPr/>
          <p:nvPr/>
        </p:nvGrpSpPr>
        <p:grpSpPr>
          <a:xfrm>
            <a:off x="1897702" y="1600736"/>
            <a:ext cx="492840" cy="98640"/>
            <a:chOff x="1897702" y="1600736"/>
            <a:chExt cx="49284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14:cNvPr>
                <p14:cNvContentPartPr/>
                <p14:nvPr/>
              </p14:nvContentPartPr>
              <p14:xfrm>
                <a:off x="1897702" y="1636376"/>
                <a:ext cx="126000" cy="63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89062" y="1627736"/>
                  <a:ext cx="143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14:cNvPr>
                <p14:cNvContentPartPr/>
                <p14:nvPr/>
              </p14:nvContentPartPr>
              <p14:xfrm>
                <a:off x="2088862" y="1663736"/>
                <a:ext cx="75240" cy="5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9862" y="165473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14:cNvPr>
                <p14:cNvContentPartPr/>
                <p14:nvPr/>
              </p14:nvContentPartPr>
              <p14:xfrm>
                <a:off x="2062222" y="1601096"/>
                <a:ext cx="101520" cy="10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53582" y="1592096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14:cNvPr>
                <p14:cNvContentPartPr/>
                <p14:nvPr/>
              </p14:nvContentPartPr>
              <p14:xfrm>
                <a:off x="2252662" y="1600736"/>
                <a:ext cx="137880" cy="6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43662" y="1591736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14:cNvPr>
              <p14:cNvContentPartPr/>
              <p14:nvPr/>
            </p14:nvContentPartPr>
            <p14:xfrm>
              <a:off x="1930102" y="993776"/>
              <a:ext cx="190800" cy="160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21462" y="984776"/>
                <a:ext cx="2084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B25E50E-8500-AC19-3975-FB2DCEBA7784}"/>
              </a:ext>
            </a:extLst>
          </p:cNvPr>
          <p:cNvGrpSpPr/>
          <p:nvPr/>
        </p:nvGrpSpPr>
        <p:grpSpPr>
          <a:xfrm>
            <a:off x="2432662" y="1176656"/>
            <a:ext cx="1161720" cy="292320"/>
            <a:chOff x="2432662" y="1176656"/>
            <a:chExt cx="11617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14:cNvPr>
                <p14:cNvContentPartPr/>
                <p14:nvPr/>
              </p14:nvContentPartPr>
              <p14:xfrm>
                <a:off x="2432662" y="1236776"/>
                <a:ext cx="172080" cy="20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4022" y="1227776"/>
                  <a:ext cx="189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14:cNvPr>
                <p14:cNvContentPartPr/>
                <p14:nvPr/>
              </p14:nvContentPartPr>
              <p14:xfrm>
                <a:off x="2651542" y="1215896"/>
                <a:ext cx="126360" cy="237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42542" y="1206896"/>
                  <a:ext cx="144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14:cNvPr>
                <p14:cNvContentPartPr/>
                <p14:nvPr/>
              </p14:nvContentPartPr>
              <p14:xfrm>
                <a:off x="2764222" y="1328216"/>
                <a:ext cx="114120" cy="49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55222" y="1319576"/>
                  <a:ext cx="13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14:cNvPr>
                <p14:cNvContentPartPr/>
                <p14:nvPr/>
              </p14:nvContentPartPr>
              <p14:xfrm>
                <a:off x="2865382" y="1190696"/>
                <a:ext cx="171000" cy="278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6382" y="1181696"/>
                  <a:ext cx="188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14:cNvPr>
                <p14:cNvContentPartPr/>
                <p14:nvPr/>
              </p14:nvContentPartPr>
              <p14:xfrm>
                <a:off x="3184342" y="1295816"/>
                <a:ext cx="161280" cy="141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5342" y="1287176"/>
                  <a:ext cx="178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14:cNvPr>
                <p14:cNvContentPartPr/>
                <p14:nvPr/>
              </p14:nvContentPartPr>
              <p14:xfrm>
                <a:off x="3232582" y="1360616"/>
                <a:ext cx="63720" cy="10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3582" y="1351976"/>
                  <a:ext cx="81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14:cNvPr>
                <p14:cNvContentPartPr/>
                <p14:nvPr/>
              </p14:nvContentPartPr>
              <p14:xfrm>
                <a:off x="3322582" y="1211936"/>
                <a:ext cx="74880" cy="2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3582" y="1202936"/>
                  <a:ext cx="92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14:cNvPr>
                <p14:cNvContentPartPr/>
                <p14:nvPr/>
              </p14:nvContentPartPr>
              <p14:xfrm>
                <a:off x="3470902" y="1176656"/>
                <a:ext cx="123480" cy="61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2262" y="1168016"/>
                  <a:ext cx="1411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FF22B0-774B-077F-BE09-C83E2341BDC3}"/>
              </a:ext>
            </a:extLst>
          </p:cNvPr>
          <p:cNvGrpSpPr/>
          <p:nvPr/>
        </p:nvGrpSpPr>
        <p:grpSpPr>
          <a:xfrm>
            <a:off x="4093342" y="1150736"/>
            <a:ext cx="244800" cy="399600"/>
            <a:chOff x="4093342" y="1150736"/>
            <a:chExt cx="24480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14:cNvPr>
                <p14:cNvContentPartPr/>
                <p14:nvPr/>
              </p14:nvContentPartPr>
              <p14:xfrm>
                <a:off x="4141222" y="1339376"/>
                <a:ext cx="29160" cy="59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2222" y="1330736"/>
                  <a:ext cx="46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14:cNvPr>
                <p14:cNvContentPartPr/>
                <p14:nvPr/>
              </p14:nvContentPartPr>
              <p14:xfrm>
                <a:off x="4093342" y="1237136"/>
                <a:ext cx="360" cy="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84702" y="122849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14:cNvPr>
                <p14:cNvContentPartPr/>
                <p14:nvPr/>
              </p14:nvContentPartPr>
              <p14:xfrm>
                <a:off x="4208902" y="1150736"/>
                <a:ext cx="124200" cy="39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99902" y="1142096"/>
                  <a:ext cx="141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14:cNvPr>
                <p14:cNvContentPartPr/>
                <p14:nvPr/>
              </p14:nvContentPartPr>
              <p14:xfrm>
                <a:off x="4247782" y="1414976"/>
                <a:ext cx="90360" cy="20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39142" y="140633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E4AB30-BC71-9275-14FF-EC637C612E10}"/>
              </a:ext>
            </a:extLst>
          </p:cNvPr>
          <p:cNvGrpSpPr/>
          <p:nvPr/>
        </p:nvGrpSpPr>
        <p:grpSpPr>
          <a:xfrm>
            <a:off x="4603102" y="1120856"/>
            <a:ext cx="2218320" cy="305280"/>
            <a:chOff x="4603102" y="1120856"/>
            <a:chExt cx="221832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14:cNvPr>
                <p14:cNvContentPartPr/>
                <p14:nvPr/>
              </p14:nvContentPartPr>
              <p14:xfrm>
                <a:off x="4603102" y="1183856"/>
                <a:ext cx="223560" cy="209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594102" y="1175216"/>
                  <a:ext cx="24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14:cNvPr>
                <p14:cNvContentPartPr/>
                <p14:nvPr/>
              </p14:nvContentPartPr>
              <p14:xfrm>
                <a:off x="4874182" y="1175576"/>
                <a:ext cx="150480" cy="23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65182" y="1166936"/>
                  <a:ext cx="168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14:cNvPr>
                <p14:cNvContentPartPr/>
                <p14:nvPr/>
              </p14:nvContentPartPr>
              <p14:xfrm>
                <a:off x="5034382" y="1281416"/>
                <a:ext cx="165240" cy="7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25382" y="1272416"/>
                  <a:ext cx="182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14:cNvPr>
                <p14:cNvContentPartPr/>
                <p14:nvPr/>
              </p14:nvContentPartPr>
              <p14:xfrm>
                <a:off x="5156782" y="1139576"/>
                <a:ext cx="186480" cy="28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7782" y="1130576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14:cNvPr>
                <p14:cNvContentPartPr/>
                <p14:nvPr/>
              </p14:nvContentPartPr>
              <p14:xfrm>
                <a:off x="5502382" y="1323176"/>
                <a:ext cx="106200" cy="5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93742" y="1314536"/>
                  <a:ext cx="12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14:cNvPr>
                <p14:cNvContentPartPr/>
                <p14:nvPr/>
              </p14:nvContentPartPr>
              <p14:xfrm>
                <a:off x="5491942" y="1260896"/>
                <a:ext cx="106200" cy="1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83302" y="1251896"/>
                  <a:ext cx="12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14:cNvPr>
                <p14:cNvContentPartPr/>
                <p14:nvPr/>
              </p14:nvContentPartPr>
              <p14:xfrm>
                <a:off x="5683102" y="1164056"/>
                <a:ext cx="186120" cy="213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4102" y="1155416"/>
                  <a:ext cx="203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14:cNvPr>
                <p14:cNvContentPartPr/>
                <p14:nvPr/>
              </p14:nvContentPartPr>
              <p14:xfrm>
                <a:off x="5927902" y="1121216"/>
                <a:ext cx="146160" cy="292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18902" y="1112576"/>
                  <a:ext cx="163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14:cNvPr>
                <p14:cNvContentPartPr/>
                <p14:nvPr/>
              </p14:nvContentPartPr>
              <p14:xfrm>
                <a:off x="6078742" y="1202576"/>
                <a:ext cx="194400" cy="15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69742" y="1193936"/>
                  <a:ext cx="212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14:cNvPr>
                <p14:cNvContentPartPr/>
                <p14:nvPr/>
              </p14:nvContentPartPr>
              <p14:xfrm>
                <a:off x="6417502" y="1291856"/>
                <a:ext cx="100440" cy="16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08502" y="1283216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14:cNvPr>
                <p14:cNvContentPartPr/>
                <p14:nvPr/>
              </p14:nvContentPartPr>
              <p14:xfrm>
                <a:off x="6560062" y="1259816"/>
                <a:ext cx="142920" cy="71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1422" y="1250816"/>
                  <a:ext cx="160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14:cNvPr>
                <p14:cNvContentPartPr/>
                <p14:nvPr/>
              </p14:nvContentPartPr>
              <p14:xfrm>
                <a:off x="6661222" y="1120856"/>
                <a:ext cx="160200" cy="305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52222" y="1112216"/>
                  <a:ext cx="1778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8A8B1E-D4D4-5349-042F-685F47A9449C}"/>
              </a:ext>
            </a:extLst>
          </p:cNvPr>
          <p:cNvGrpSpPr/>
          <p:nvPr/>
        </p:nvGrpSpPr>
        <p:grpSpPr>
          <a:xfrm>
            <a:off x="7192942" y="1143536"/>
            <a:ext cx="755640" cy="228600"/>
            <a:chOff x="7192942" y="1143536"/>
            <a:chExt cx="75564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14:cNvPr>
                <p14:cNvContentPartPr/>
                <p14:nvPr/>
              </p14:nvContentPartPr>
              <p14:xfrm>
                <a:off x="7192942" y="1169456"/>
                <a:ext cx="163800" cy="190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83942" y="1160456"/>
                  <a:ext cx="18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14:cNvPr>
                <p14:cNvContentPartPr/>
                <p14:nvPr/>
              </p14:nvContentPartPr>
              <p14:xfrm>
                <a:off x="7309582" y="1143536"/>
                <a:ext cx="395280" cy="228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1134536"/>
                  <a:ext cx="41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14:cNvPr>
                <p14:cNvContentPartPr/>
                <p14:nvPr/>
              </p14:nvContentPartPr>
              <p14:xfrm>
                <a:off x="7713862" y="1282496"/>
                <a:ext cx="234720" cy="68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04862" y="1273856"/>
                  <a:ext cx="2523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DC8321A-CF98-F529-F0BE-136B8E4E89EA}"/>
              </a:ext>
            </a:extLst>
          </p:cNvPr>
          <p:cNvGrpSpPr/>
          <p:nvPr/>
        </p:nvGrpSpPr>
        <p:grpSpPr>
          <a:xfrm>
            <a:off x="4640902" y="2360336"/>
            <a:ext cx="495720" cy="86040"/>
            <a:chOff x="4640902" y="2360336"/>
            <a:chExt cx="49572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14:cNvPr>
                <p14:cNvContentPartPr/>
                <p14:nvPr/>
              </p14:nvContentPartPr>
              <p14:xfrm>
                <a:off x="4640902" y="2385176"/>
                <a:ext cx="142920" cy="5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32262" y="2376176"/>
                  <a:ext cx="16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14:cNvPr>
                <p14:cNvContentPartPr/>
                <p14:nvPr/>
              </p14:nvContentPartPr>
              <p14:xfrm>
                <a:off x="4874902" y="2418296"/>
                <a:ext cx="85320" cy="21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66262" y="2409296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14:cNvPr>
                <p14:cNvContentPartPr/>
                <p14:nvPr/>
              </p14:nvContentPartPr>
              <p14:xfrm>
                <a:off x="4863742" y="2360336"/>
                <a:ext cx="118080" cy="16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54742" y="235169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14:cNvPr>
                <p14:cNvContentPartPr/>
                <p14:nvPr/>
              </p14:nvContentPartPr>
              <p14:xfrm>
                <a:off x="5052742" y="2375096"/>
                <a:ext cx="83880" cy="71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44102" y="2366456"/>
                  <a:ext cx="1015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E83E3B4-1A22-A6D9-8081-433C872A8ECB}"/>
              </a:ext>
            </a:extLst>
          </p:cNvPr>
          <p:cNvGrpSpPr/>
          <p:nvPr/>
        </p:nvGrpSpPr>
        <p:grpSpPr>
          <a:xfrm>
            <a:off x="3636142" y="1808816"/>
            <a:ext cx="1315800" cy="469800"/>
            <a:chOff x="3636142" y="1808816"/>
            <a:chExt cx="131580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14:cNvPr>
                <p14:cNvContentPartPr/>
                <p14:nvPr/>
              </p14:nvContentPartPr>
              <p14:xfrm>
                <a:off x="3636142" y="2025176"/>
                <a:ext cx="111960" cy="253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27502" y="2016536"/>
                  <a:ext cx="129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14:cNvPr>
                <p14:cNvContentPartPr/>
                <p14:nvPr/>
              </p14:nvContentPartPr>
              <p14:xfrm>
                <a:off x="3726502" y="2187536"/>
                <a:ext cx="63000" cy="8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17862" y="2178536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14:cNvPr>
                <p14:cNvContentPartPr/>
                <p14:nvPr/>
              </p14:nvContentPartPr>
              <p14:xfrm>
                <a:off x="3747742" y="2057216"/>
                <a:ext cx="105480" cy="19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9102" y="2048576"/>
                  <a:ext cx="123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14:cNvPr>
                <p14:cNvContentPartPr/>
                <p14:nvPr/>
              </p14:nvContentPartPr>
              <p14:xfrm>
                <a:off x="3869782" y="2003216"/>
                <a:ext cx="125640" cy="261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61142" y="1994576"/>
                  <a:ext cx="143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14:cNvPr>
                <p14:cNvContentPartPr/>
                <p14:nvPr/>
              </p14:nvContentPartPr>
              <p14:xfrm>
                <a:off x="3976342" y="2088176"/>
                <a:ext cx="185760" cy="166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67702" y="2079176"/>
                  <a:ext cx="203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14:cNvPr>
                <p14:cNvContentPartPr/>
                <p14:nvPr/>
              </p14:nvContentPartPr>
              <p14:xfrm>
                <a:off x="4018102" y="2184656"/>
                <a:ext cx="113040" cy="16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09102" y="2176016"/>
                  <a:ext cx="13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14:cNvPr>
                <p14:cNvContentPartPr/>
                <p14:nvPr/>
              </p14:nvContentPartPr>
              <p14:xfrm>
                <a:off x="4109182" y="1977656"/>
                <a:ext cx="160560" cy="29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00542" y="1968656"/>
                  <a:ext cx="178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14:cNvPr>
                <p14:cNvContentPartPr/>
                <p14:nvPr/>
              </p14:nvContentPartPr>
              <p14:xfrm>
                <a:off x="4386742" y="2197616"/>
                <a:ext cx="100440" cy="14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77742" y="2188616"/>
                  <a:ext cx="11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14:cNvPr>
                <p14:cNvContentPartPr/>
                <p14:nvPr/>
              </p14:nvContentPartPr>
              <p14:xfrm>
                <a:off x="4372702" y="2130656"/>
                <a:ext cx="103680" cy="12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64062" y="2122016"/>
                  <a:ext cx="12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14:cNvPr>
                <p14:cNvContentPartPr/>
                <p14:nvPr/>
              </p14:nvContentPartPr>
              <p14:xfrm>
                <a:off x="4655662" y="2052536"/>
                <a:ext cx="296280" cy="223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662" y="2043536"/>
                  <a:ext cx="313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14:cNvPr>
                <p14:cNvContentPartPr/>
                <p14:nvPr/>
              </p14:nvContentPartPr>
              <p14:xfrm>
                <a:off x="4708222" y="1808816"/>
                <a:ext cx="187200" cy="120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9582" y="1799816"/>
                  <a:ext cx="204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0600F5-6F6A-9641-577F-32344AEB09B6}"/>
              </a:ext>
            </a:extLst>
          </p:cNvPr>
          <p:cNvGrpSpPr/>
          <p:nvPr/>
        </p:nvGrpSpPr>
        <p:grpSpPr>
          <a:xfrm>
            <a:off x="5191702" y="1934816"/>
            <a:ext cx="1627920" cy="304560"/>
            <a:chOff x="5191702" y="1934816"/>
            <a:chExt cx="16279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14:cNvPr>
                <p14:cNvContentPartPr/>
                <p14:nvPr/>
              </p14:nvContentPartPr>
              <p14:xfrm>
                <a:off x="5191702" y="2034896"/>
                <a:ext cx="188280" cy="202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83062" y="2025896"/>
                  <a:ext cx="20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14:cNvPr>
                <p14:cNvContentPartPr/>
                <p14:nvPr/>
              </p14:nvContentPartPr>
              <p14:xfrm>
                <a:off x="5413102" y="1988096"/>
                <a:ext cx="156960" cy="251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404102" y="1979456"/>
                  <a:ext cx="174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14:cNvPr>
                <p14:cNvContentPartPr/>
                <p14:nvPr/>
              </p14:nvContentPartPr>
              <p14:xfrm>
                <a:off x="5585902" y="2028056"/>
                <a:ext cx="203760" cy="161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77262" y="2019416"/>
                  <a:ext cx="22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14:cNvPr>
                <p14:cNvContentPartPr/>
                <p14:nvPr/>
              </p14:nvContentPartPr>
              <p14:xfrm>
                <a:off x="5889742" y="2115896"/>
                <a:ext cx="80640" cy="16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80742" y="2107256"/>
                  <a:ext cx="9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14:cNvPr>
                <p14:cNvContentPartPr/>
                <p14:nvPr/>
              </p14:nvContentPartPr>
              <p14:xfrm>
                <a:off x="6042382" y="2089256"/>
                <a:ext cx="136080" cy="74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33382" y="2080256"/>
                  <a:ext cx="153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14:cNvPr>
                <p14:cNvContentPartPr/>
                <p14:nvPr/>
              </p14:nvContentPartPr>
              <p14:xfrm>
                <a:off x="6113662" y="1942376"/>
                <a:ext cx="197280" cy="281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04662" y="1933376"/>
                  <a:ext cx="214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14:cNvPr>
                <p14:cNvContentPartPr/>
                <p14:nvPr/>
              </p14:nvContentPartPr>
              <p14:xfrm>
                <a:off x="6427222" y="2051096"/>
                <a:ext cx="146880" cy="146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18222" y="2042096"/>
                  <a:ext cx="164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14:cNvPr>
                <p14:cNvContentPartPr/>
                <p14:nvPr/>
              </p14:nvContentPartPr>
              <p14:xfrm>
                <a:off x="6429742" y="2115896"/>
                <a:ext cx="104400" cy="10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0742" y="2106896"/>
                  <a:ext cx="122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14:cNvPr>
                <p14:cNvContentPartPr/>
                <p14:nvPr/>
              </p14:nvContentPartPr>
              <p14:xfrm>
                <a:off x="6544222" y="1981616"/>
                <a:ext cx="79920" cy="1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35582" y="1972616"/>
                  <a:ext cx="97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14:cNvPr>
                <p14:cNvContentPartPr/>
                <p14:nvPr/>
              </p14:nvContentPartPr>
              <p14:xfrm>
                <a:off x="6687862" y="1934816"/>
                <a:ext cx="131760" cy="63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8862" y="1925816"/>
                  <a:ext cx="1494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E486E5D-2054-813E-6A39-955CF4549BB1}"/>
              </a:ext>
            </a:extLst>
          </p:cNvPr>
          <p:cNvGrpSpPr/>
          <p:nvPr/>
        </p:nvGrpSpPr>
        <p:grpSpPr>
          <a:xfrm>
            <a:off x="7083502" y="2094296"/>
            <a:ext cx="114840" cy="59040"/>
            <a:chOff x="7083502" y="2094296"/>
            <a:chExt cx="114840" cy="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14:cNvPr>
                <p14:cNvContentPartPr/>
                <p14:nvPr/>
              </p14:nvContentPartPr>
              <p14:xfrm>
                <a:off x="7086742" y="2147576"/>
                <a:ext cx="111600" cy="5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8102" y="2138576"/>
                  <a:ext cx="12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14:cNvPr>
                <p14:cNvContentPartPr/>
                <p14:nvPr/>
              </p14:nvContentPartPr>
              <p14:xfrm>
                <a:off x="7083502" y="2094296"/>
                <a:ext cx="72360" cy="5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74862" y="2085296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EE766BF-F81E-3EE8-F742-A21EFEBD343F}"/>
              </a:ext>
            </a:extLst>
          </p:cNvPr>
          <p:cNvGrpSpPr/>
          <p:nvPr/>
        </p:nvGrpSpPr>
        <p:grpSpPr>
          <a:xfrm>
            <a:off x="6646102" y="2489216"/>
            <a:ext cx="541440" cy="135720"/>
            <a:chOff x="6646102" y="2489216"/>
            <a:chExt cx="54144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14:cNvPr>
                <p14:cNvContentPartPr/>
                <p14:nvPr/>
              </p14:nvContentPartPr>
              <p14:xfrm>
                <a:off x="6646102" y="2489216"/>
                <a:ext cx="160560" cy="135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37462" y="2480216"/>
                  <a:ext cx="178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14:cNvPr>
                <p14:cNvContentPartPr/>
                <p14:nvPr/>
              </p14:nvContentPartPr>
              <p14:xfrm>
                <a:off x="6864622" y="2556536"/>
                <a:ext cx="100080" cy="16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55622" y="2547536"/>
                  <a:ext cx="117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14:cNvPr>
                <p14:cNvContentPartPr/>
                <p14:nvPr/>
              </p14:nvContentPartPr>
              <p14:xfrm>
                <a:off x="7065142" y="2530976"/>
                <a:ext cx="122400" cy="81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56502" y="2521976"/>
                  <a:ext cx="1400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5126C9A-859A-9090-A6AE-83887067DDFA}"/>
              </a:ext>
            </a:extLst>
          </p:cNvPr>
          <p:cNvGrpSpPr/>
          <p:nvPr/>
        </p:nvGrpSpPr>
        <p:grpSpPr>
          <a:xfrm>
            <a:off x="5893702" y="2482016"/>
            <a:ext cx="540000" cy="196920"/>
            <a:chOff x="5893702" y="2482016"/>
            <a:chExt cx="54000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14:cNvPr>
                <p14:cNvContentPartPr/>
                <p14:nvPr/>
              </p14:nvContentPartPr>
              <p14:xfrm>
                <a:off x="6204022" y="2562296"/>
                <a:ext cx="229680" cy="79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95382" y="2553296"/>
                  <a:ext cx="24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14:cNvPr>
                <p14:cNvContentPartPr/>
                <p14:nvPr/>
              </p14:nvContentPartPr>
              <p14:xfrm>
                <a:off x="5893702" y="2482016"/>
                <a:ext cx="58680" cy="196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85062" y="2473016"/>
                  <a:ext cx="76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14:cNvPr>
                <p14:cNvContentPartPr/>
                <p14:nvPr/>
              </p14:nvContentPartPr>
              <p14:xfrm>
                <a:off x="5955982" y="2604776"/>
                <a:ext cx="92880" cy="48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46982" y="2596136"/>
                  <a:ext cx="1105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14:cNvPr>
              <p14:cNvContentPartPr/>
              <p14:nvPr/>
            </p14:nvContentPartPr>
            <p14:xfrm>
              <a:off x="5283862" y="2642936"/>
              <a:ext cx="179280" cy="73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275222" y="2633936"/>
                <a:ext cx="196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14:cNvPr>
              <p14:cNvContentPartPr/>
              <p14:nvPr/>
            </p14:nvContentPartPr>
            <p14:xfrm>
              <a:off x="4859062" y="2662016"/>
              <a:ext cx="234000" cy="644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850422" y="2653376"/>
                <a:ext cx="2516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2C7433A-0A88-4D68-EC70-912DAAE70BFA}"/>
              </a:ext>
            </a:extLst>
          </p:cNvPr>
          <p:cNvGrpSpPr/>
          <p:nvPr/>
        </p:nvGrpSpPr>
        <p:grpSpPr>
          <a:xfrm>
            <a:off x="3970942" y="2641856"/>
            <a:ext cx="614880" cy="185760"/>
            <a:chOff x="3970942" y="2641856"/>
            <a:chExt cx="61488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14:cNvPr>
                <p14:cNvContentPartPr/>
                <p14:nvPr/>
              </p14:nvContentPartPr>
              <p14:xfrm>
                <a:off x="3970942" y="2659856"/>
                <a:ext cx="219960" cy="167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962302" y="2650856"/>
                  <a:ext cx="237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14:cNvPr>
                <p14:cNvContentPartPr/>
                <p14:nvPr/>
              </p14:nvContentPartPr>
              <p14:xfrm>
                <a:off x="4252462" y="2743376"/>
                <a:ext cx="80640" cy="21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43462" y="2734376"/>
                  <a:ext cx="98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14:cNvPr>
                <p14:cNvContentPartPr/>
                <p14:nvPr/>
              </p14:nvContentPartPr>
              <p14:xfrm>
                <a:off x="4364422" y="2641856"/>
                <a:ext cx="91440" cy="137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55782" y="2633216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14:cNvPr>
                <p14:cNvContentPartPr/>
                <p14:nvPr/>
              </p14:nvContentPartPr>
              <p14:xfrm>
                <a:off x="4460542" y="2716376"/>
                <a:ext cx="125280" cy="49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51902" y="2707736"/>
                  <a:ext cx="1429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14:cNvPr>
              <p14:cNvContentPartPr/>
              <p14:nvPr/>
            </p14:nvContentPartPr>
            <p14:xfrm>
              <a:off x="7505782" y="1945616"/>
              <a:ext cx="366480" cy="2242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496782" y="1936616"/>
                <a:ext cx="38412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B99C56B-216F-50B2-CC13-3766B491AD9F}"/>
              </a:ext>
            </a:extLst>
          </p:cNvPr>
          <p:cNvGrpSpPr/>
          <p:nvPr/>
        </p:nvGrpSpPr>
        <p:grpSpPr>
          <a:xfrm>
            <a:off x="7501102" y="2276816"/>
            <a:ext cx="610560" cy="174600"/>
            <a:chOff x="7501102" y="2276816"/>
            <a:chExt cx="61056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14:cNvPr>
                <p14:cNvContentPartPr/>
                <p14:nvPr/>
              </p14:nvContentPartPr>
              <p14:xfrm>
                <a:off x="7501102" y="2276816"/>
                <a:ext cx="48240" cy="174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92102" y="2267816"/>
                  <a:ext cx="65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14:cNvPr>
                <p14:cNvContentPartPr/>
                <p14:nvPr/>
              </p14:nvContentPartPr>
              <p14:xfrm>
                <a:off x="7560862" y="2362856"/>
                <a:ext cx="117360" cy="69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51862" y="2354216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14:cNvPr>
                <p14:cNvContentPartPr/>
                <p14:nvPr/>
              </p14:nvContentPartPr>
              <p14:xfrm>
                <a:off x="7709182" y="2397776"/>
                <a:ext cx="111240" cy="5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00182" y="2388776"/>
                  <a:ext cx="128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14:cNvPr>
                <p14:cNvContentPartPr/>
                <p14:nvPr/>
              </p14:nvContentPartPr>
              <p14:xfrm>
                <a:off x="7705222" y="2343056"/>
                <a:ext cx="88560" cy="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96582" y="2334416"/>
                  <a:ext cx="106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14:cNvPr>
                <p14:cNvContentPartPr/>
                <p14:nvPr/>
              </p14:nvContentPartPr>
              <p14:xfrm>
                <a:off x="7923742" y="2276816"/>
                <a:ext cx="187920" cy="172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14742" y="2267816"/>
                  <a:ext cx="2055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14:cNvPr>
              <p14:cNvContentPartPr/>
              <p14:nvPr/>
            </p14:nvContentPartPr>
            <p14:xfrm>
              <a:off x="7591462" y="1721336"/>
              <a:ext cx="127800" cy="1292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582462" y="1712696"/>
                <a:ext cx="1454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1EFDE87-1E1B-5041-70B5-0DFF263BC3CF}"/>
              </a:ext>
            </a:extLst>
          </p:cNvPr>
          <p:cNvGrpSpPr/>
          <p:nvPr/>
        </p:nvGrpSpPr>
        <p:grpSpPr>
          <a:xfrm>
            <a:off x="8134702" y="1801976"/>
            <a:ext cx="1986120" cy="414000"/>
            <a:chOff x="8134702" y="1801976"/>
            <a:chExt cx="198612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14:cNvPr>
                <p14:cNvContentPartPr/>
                <p14:nvPr/>
              </p14:nvContentPartPr>
              <p14:xfrm>
                <a:off x="8134702" y="1981616"/>
                <a:ext cx="165960" cy="234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25702" y="1972616"/>
                  <a:ext cx="183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14:cNvPr>
                <p14:cNvContentPartPr/>
                <p14:nvPr/>
              </p14:nvContentPartPr>
              <p14:xfrm>
                <a:off x="8345662" y="1934456"/>
                <a:ext cx="191880" cy="267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37022" y="1925456"/>
                  <a:ext cx="209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14:cNvPr>
                <p14:cNvContentPartPr/>
                <p14:nvPr/>
              </p14:nvContentPartPr>
              <p14:xfrm>
                <a:off x="8522782" y="1981616"/>
                <a:ext cx="52200" cy="155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14142" y="1972976"/>
                  <a:ext cx="69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14:cNvPr>
                <p14:cNvContentPartPr/>
                <p14:nvPr/>
              </p14:nvContentPartPr>
              <p14:xfrm>
                <a:off x="8607382" y="2078456"/>
                <a:ext cx="122760" cy="60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98742" y="2069816"/>
                  <a:ext cx="14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14:cNvPr>
                <p14:cNvContentPartPr/>
                <p14:nvPr/>
              </p14:nvContentPartPr>
              <p14:xfrm>
                <a:off x="8676142" y="1916096"/>
                <a:ext cx="146880" cy="294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667142" y="1907456"/>
                  <a:ext cx="164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14:cNvPr>
                <p14:cNvContentPartPr/>
                <p14:nvPr/>
              </p14:nvContentPartPr>
              <p14:xfrm>
                <a:off x="8984302" y="2056496"/>
                <a:ext cx="178560" cy="155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75662" y="2047856"/>
                  <a:ext cx="196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14:cNvPr>
                <p14:cNvContentPartPr/>
                <p14:nvPr/>
              </p14:nvContentPartPr>
              <p14:xfrm>
                <a:off x="9050182" y="2126336"/>
                <a:ext cx="67680" cy="11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41182" y="2117336"/>
                  <a:ext cx="8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14:cNvPr>
                <p14:cNvContentPartPr/>
                <p14:nvPr/>
              </p14:nvContentPartPr>
              <p14:xfrm>
                <a:off x="9165022" y="1801976"/>
                <a:ext cx="43200" cy="174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56382" y="1793336"/>
                  <a:ext cx="60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14:cNvPr>
                <p14:cNvContentPartPr/>
                <p14:nvPr/>
              </p14:nvContentPartPr>
              <p14:xfrm>
                <a:off x="9217582" y="1908536"/>
                <a:ext cx="114840" cy="67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208942" y="1899536"/>
                  <a:ext cx="132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14:cNvPr>
                <p14:cNvContentPartPr/>
                <p14:nvPr/>
              </p14:nvContentPartPr>
              <p14:xfrm>
                <a:off x="9489382" y="2045696"/>
                <a:ext cx="180720" cy="170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80382" y="2037056"/>
                  <a:ext cx="198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14:cNvPr>
                <p14:cNvContentPartPr/>
                <p14:nvPr/>
              </p14:nvContentPartPr>
              <p14:xfrm>
                <a:off x="9536182" y="2128496"/>
                <a:ext cx="97200" cy="14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27182" y="2119856"/>
                  <a:ext cx="11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14:cNvPr>
                <p14:cNvContentPartPr/>
                <p14:nvPr/>
              </p14:nvContentPartPr>
              <p14:xfrm>
                <a:off x="9668302" y="1960016"/>
                <a:ext cx="108360" cy="12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59662" y="1951016"/>
                  <a:ext cx="126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14:cNvPr>
                <p14:cNvContentPartPr/>
                <p14:nvPr/>
              </p14:nvContentPartPr>
              <p14:xfrm>
                <a:off x="9892582" y="1870736"/>
                <a:ext cx="228240" cy="142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83942" y="1861736"/>
                  <a:ext cx="2458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DAF0E60-4F5B-F59D-EE35-03EA9444274D}"/>
              </a:ext>
            </a:extLst>
          </p:cNvPr>
          <p:cNvGrpSpPr/>
          <p:nvPr/>
        </p:nvGrpSpPr>
        <p:grpSpPr>
          <a:xfrm>
            <a:off x="7485622" y="3093656"/>
            <a:ext cx="114480" cy="75960"/>
            <a:chOff x="7485622" y="3093656"/>
            <a:chExt cx="11448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14:cNvPr>
                <p14:cNvContentPartPr/>
                <p14:nvPr/>
              </p14:nvContentPartPr>
              <p14:xfrm>
                <a:off x="7485622" y="3152336"/>
                <a:ext cx="114480" cy="17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76982" y="3143696"/>
                  <a:ext cx="13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14:cNvPr>
                <p14:cNvContentPartPr/>
                <p14:nvPr/>
              </p14:nvContentPartPr>
              <p14:xfrm>
                <a:off x="7491022" y="3093656"/>
                <a:ext cx="106200" cy="16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82382" y="3084656"/>
                  <a:ext cx="123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D19DB21-2045-8C49-B52E-AE0F4DF74D8D}"/>
              </a:ext>
            </a:extLst>
          </p:cNvPr>
          <p:cNvGrpSpPr/>
          <p:nvPr/>
        </p:nvGrpSpPr>
        <p:grpSpPr>
          <a:xfrm>
            <a:off x="7899982" y="2856416"/>
            <a:ext cx="615960" cy="382680"/>
            <a:chOff x="7899982" y="2856416"/>
            <a:chExt cx="6159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14:cNvPr>
                <p14:cNvContentPartPr/>
                <p14:nvPr/>
              </p14:nvContentPartPr>
              <p14:xfrm>
                <a:off x="7899982" y="3039296"/>
                <a:ext cx="139680" cy="199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90982" y="3030296"/>
                  <a:ext cx="157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14:cNvPr>
                <p14:cNvContentPartPr/>
                <p14:nvPr/>
              </p14:nvContentPartPr>
              <p14:xfrm>
                <a:off x="7954702" y="3146576"/>
                <a:ext cx="110520" cy="1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45702" y="3137936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14:cNvPr>
                <p14:cNvContentPartPr/>
                <p14:nvPr/>
              </p14:nvContentPartPr>
              <p14:xfrm>
                <a:off x="8082142" y="2978456"/>
                <a:ext cx="120960" cy="3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3142" y="2969816"/>
                  <a:ext cx="138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14:cNvPr>
                <p14:cNvContentPartPr/>
                <p14:nvPr/>
              </p14:nvContentPartPr>
              <p14:xfrm>
                <a:off x="8287342" y="2856416"/>
                <a:ext cx="228600" cy="135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78702" y="2847776"/>
                  <a:ext cx="246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14:cNvPr>
                <p14:cNvContentPartPr/>
                <p14:nvPr/>
              </p14:nvContentPartPr>
              <p14:xfrm>
                <a:off x="8412262" y="2867216"/>
                <a:ext cx="19800" cy="45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403262" y="2858576"/>
                  <a:ext cx="374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4C05FF3-D9C7-98EF-FD13-C606E36AA4F4}"/>
              </a:ext>
            </a:extLst>
          </p:cNvPr>
          <p:cNvGrpSpPr/>
          <p:nvPr/>
        </p:nvGrpSpPr>
        <p:grpSpPr>
          <a:xfrm>
            <a:off x="8711062" y="2827976"/>
            <a:ext cx="1225440" cy="387360"/>
            <a:chOff x="8711062" y="2827976"/>
            <a:chExt cx="12254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14:cNvPr>
                <p14:cNvContentPartPr/>
                <p14:nvPr/>
              </p14:nvContentPartPr>
              <p14:xfrm>
                <a:off x="8711062" y="3109856"/>
                <a:ext cx="2520" cy="6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2422" y="31008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14:cNvPr>
                <p14:cNvContentPartPr/>
                <p14:nvPr/>
              </p14:nvContentPartPr>
              <p14:xfrm>
                <a:off x="8837782" y="2951816"/>
                <a:ext cx="96120" cy="244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28782" y="2943176"/>
                  <a:ext cx="113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14:cNvPr>
                <p14:cNvContentPartPr/>
                <p14:nvPr/>
              </p14:nvContentPartPr>
              <p14:xfrm>
                <a:off x="8904742" y="3103736"/>
                <a:ext cx="128160" cy="1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95742" y="3095096"/>
                  <a:ext cx="145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14:cNvPr>
                <p14:cNvContentPartPr/>
                <p14:nvPr/>
              </p14:nvContentPartPr>
              <p14:xfrm>
                <a:off x="8969902" y="2971616"/>
                <a:ext cx="115200" cy="216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61262" y="2962616"/>
                  <a:ext cx="132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14:cNvPr>
                <p14:cNvContentPartPr/>
                <p14:nvPr/>
              </p14:nvContentPartPr>
              <p14:xfrm>
                <a:off x="9134422" y="2858216"/>
                <a:ext cx="158400" cy="357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25422" y="2849576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14:cNvPr>
                <p14:cNvContentPartPr/>
                <p14:nvPr/>
              </p14:nvContentPartPr>
              <p14:xfrm>
                <a:off x="9282022" y="2992856"/>
                <a:ext cx="186120" cy="170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73382" y="2984216"/>
                  <a:ext cx="203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14:cNvPr>
                <p14:cNvContentPartPr/>
                <p14:nvPr/>
              </p14:nvContentPartPr>
              <p14:xfrm>
                <a:off x="9303622" y="3078896"/>
                <a:ext cx="106560" cy="1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94622" y="3070256"/>
                  <a:ext cx="12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14:cNvPr>
                <p14:cNvContentPartPr/>
                <p14:nvPr/>
              </p14:nvContentPartPr>
              <p14:xfrm>
                <a:off x="9458782" y="2916896"/>
                <a:ext cx="137160" cy="33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49782" y="290825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14:cNvPr>
                <p14:cNvContentPartPr/>
                <p14:nvPr/>
              </p14:nvContentPartPr>
              <p14:xfrm>
                <a:off x="9643462" y="2853896"/>
                <a:ext cx="43200" cy="114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34822" y="2844896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14:cNvPr>
                <p14:cNvContentPartPr/>
                <p14:nvPr/>
              </p14:nvContentPartPr>
              <p14:xfrm>
                <a:off x="9484702" y="2928776"/>
                <a:ext cx="99360" cy="21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76062" y="2920136"/>
                  <a:ext cx="117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14:cNvPr>
                <p14:cNvContentPartPr/>
                <p14:nvPr/>
              </p14:nvContentPartPr>
              <p14:xfrm>
                <a:off x="9765862" y="2827976"/>
                <a:ext cx="170640" cy="372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56862" y="2819336"/>
                  <a:ext cx="1882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75EA55E-945C-688A-6B21-BD01BBA1C7C1}"/>
              </a:ext>
            </a:extLst>
          </p:cNvPr>
          <p:cNvGrpSpPr/>
          <p:nvPr/>
        </p:nvGrpSpPr>
        <p:grpSpPr>
          <a:xfrm>
            <a:off x="658942" y="3508736"/>
            <a:ext cx="518760" cy="237600"/>
            <a:chOff x="658942" y="3508736"/>
            <a:chExt cx="51876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14:cNvPr>
                <p14:cNvContentPartPr/>
                <p14:nvPr/>
              </p14:nvContentPartPr>
              <p14:xfrm>
                <a:off x="675862" y="3641576"/>
                <a:ext cx="301680" cy="11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7222" y="3632576"/>
                  <a:ext cx="319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14:cNvPr>
                <p14:cNvContentPartPr/>
                <p14:nvPr/>
              </p14:nvContentPartPr>
              <p14:xfrm>
                <a:off x="658942" y="3571736"/>
                <a:ext cx="287640" cy="16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9942" y="3563096"/>
                  <a:ext cx="30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14:cNvPr>
                <p14:cNvContentPartPr/>
                <p14:nvPr/>
              </p14:nvContentPartPr>
              <p14:xfrm>
                <a:off x="908782" y="3508736"/>
                <a:ext cx="268920" cy="237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0142" y="3499736"/>
                  <a:ext cx="2865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4654C56-D3AE-CBC1-6D78-971CDA897A78}"/>
              </a:ext>
            </a:extLst>
          </p:cNvPr>
          <p:cNvGrpSpPr/>
          <p:nvPr/>
        </p:nvGrpSpPr>
        <p:grpSpPr>
          <a:xfrm>
            <a:off x="1592782" y="3364376"/>
            <a:ext cx="732600" cy="366480"/>
            <a:chOff x="1592782" y="3364376"/>
            <a:chExt cx="73260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14:cNvPr>
                <p14:cNvContentPartPr/>
                <p14:nvPr/>
              </p14:nvContentPartPr>
              <p14:xfrm>
                <a:off x="1592782" y="3452216"/>
                <a:ext cx="117720" cy="278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83782" y="3443576"/>
                  <a:ext cx="135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14:cNvPr>
                <p14:cNvContentPartPr/>
                <p14:nvPr/>
              </p14:nvContentPartPr>
              <p14:xfrm>
                <a:off x="1658662" y="3571016"/>
                <a:ext cx="114840" cy="28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49662" y="3562376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14:cNvPr>
                <p14:cNvContentPartPr/>
                <p14:nvPr/>
              </p14:nvContentPartPr>
              <p14:xfrm>
                <a:off x="1730662" y="3468056"/>
                <a:ext cx="103320" cy="198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22022" y="3459416"/>
                  <a:ext cx="12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14:cNvPr>
                <p14:cNvContentPartPr/>
                <p14:nvPr/>
              </p14:nvContentPartPr>
              <p14:xfrm>
                <a:off x="1871062" y="3364376"/>
                <a:ext cx="149040" cy="321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62422" y="3355376"/>
                  <a:ext cx="166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14:cNvPr>
                <p14:cNvContentPartPr/>
                <p14:nvPr/>
              </p14:nvContentPartPr>
              <p14:xfrm>
                <a:off x="1993462" y="3489296"/>
                <a:ext cx="169920" cy="205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84462" y="3480296"/>
                  <a:ext cx="187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14:cNvPr>
                <p14:cNvContentPartPr/>
                <p14:nvPr/>
              </p14:nvContentPartPr>
              <p14:xfrm>
                <a:off x="1978702" y="3614936"/>
                <a:ext cx="174600" cy="5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70062" y="3605936"/>
                  <a:ext cx="192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14:cNvPr>
                <p14:cNvContentPartPr/>
                <p14:nvPr/>
              </p14:nvContentPartPr>
              <p14:xfrm>
                <a:off x="2131702" y="3396776"/>
                <a:ext cx="193680" cy="308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22702" y="3388136"/>
                  <a:ext cx="21132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8467F27-D6F2-C2B9-33DF-FCA21B29E672}"/>
              </a:ext>
            </a:extLst>
          </p:cNvPr>
          <p:cNvGrpSpPr/>
          <p:nvPr/>
        </p:nvGrpSpPr>
        <p:grpSpPr>
          <a:xfrm>
            <a:off x="2567662" y="3306416"/>
            <a:ext cx="2004840" cy="376920"/>
            <a:chOff x="2567662" y="3306416"/>
            <a:chExt cx="200484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14:cNvPr>
                <p14:cNvContentPartPr/>
                <p14:nvPr/>
              </p14:nvContentPartPr>
              <p14:xfrm>
                <a:off x="2577742" y="3562736"/>
                <a:ext cx="144360" cy="266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68742" y="3553736"/>
                  <a:ext cx="162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14:cNvPr>
                <p14:cNvContentPartPr/>
                <p14:nvPr/>
              </p14:nvContentPartPr>
              <p14:xfrm>
                <a:off x="2567662" y="3502976"/>
                <a:ext cx="149040" cy="21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58662" y="3493976"/>
                  <a:ext cx="166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14:cNvPr>
                <p14:cNvContentPartPr/>
                <p14:nvPr/>
              </p14:nvContentPartPr>
              <p14:xfrm>
                <a:off x="2849182" y="3475616"/>
                <a:ext cx="175680" cy="183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40542" y="3466616"/>
                  <a:ext cx="193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14:cNvPr>
                <p14:cNvContentPartPr/>
                <p14:nvPr/>
              </p14:nvContentPartPr>
              <p14:xfrm>
                <a:off x="2862142" y="3560936"/>
                <a:ext cx="131400" cy="17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853142" y="3551936"/>
                  <a:ext cx="149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14:cNvPr>
                <p14:cNvContentPartPr/>
                <p14:nvPr/>
              </p14:nvContentPartPr>
              <p14:xfrm>
                <a:off x="3037822" y="3394616"/>
                <a:ext cx="109440" cy="7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29182" y="3385616"/>
                  <a:ext cx="127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14:cNvPr>
                <p14:cNvContentPartPr/>
                <p14:nvPr/>
              </p14:nvContentPartPr>
              <p14:xfrm>
                <a:off x="3210622" y="3313616"/>
                <a:ext cx="185040" cy="123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01622" y="3304616"/>
                  <a:ext cx="20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14:cNvPr>
                <p14:cNvContentPartPr/>
                <p14:nvPr/>
              </p14:nvContentPartPr>
              <p14:xfrm>
                <a:off x="3492502" y="3529976"/>
                <a:ext cx="5760" cy="14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83862" y="3520976"/>
                  <a:ext cx="2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14:cNvPr>
                <p14:cNvContentPartPr/>
                <p14:nvPr/>
              </p14:nvContentPartPr>
              <p14:xfrm>
                <a:off x="3614902" y="3428816"/>
                <a:ext cx="107640" cy="237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05902" y="3420176"/>
                  <a:ext cx="125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14:cNvPr>
                <p14:cNvContentPartPr/>
                <p14:nvPr/>
              </p14:nvContentPartPr>
              <p14:xfrm>
                <a:off x="3694462" y="3564536"/>
                <a:ext cx="75240" cy="13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85822" y="3555536"/>
                  <a:ext cx="92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14:cNvPr>
                <p14:cNvContentPartPr/>
                <p14:nvPr/>
              </p14:nvContentPartPr>
              <p14:xfrm>
                <a:off x="3705262" y="3439616"/>
                <a:ext cx="109440" cy="195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96622" y="3430616"/>
                  <a:ext cx="12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14:cNvPr>
                <p14:cNvContentPartPr/>
                <p14:nvPr/>
              </p14:nvContentPartPr>
              <p14:xfrm>
                <a:off x="3869782" y="3375536"/>
                <a:ext cx="133560" cy="284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60782" y="3366896"/>
                  <a:ext cx="151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14:cNvPr>
                <p14:cNvContentPartPr/>
                <p14:nvPr/>
              </p14:nvContentPartPr>
              <p14:xfrm>
                <a:off x="3970942" y="3483176"/>
                <a:ext cx="143280" cy="165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962302" y="3474536"/>
                  <a:ext cx="16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14:cNvPr>
                <p14:cNvContentPartPr/>
                <p14:nvPr/>
              </p14:nvContentPartPr>
              <p14:xfrm>
                <a:off x="3983182" y="3567416"/>
                <a:ext cx="99720" cy="10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74542" y="355841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14:cNvPr>
                <p14:cNvContentPartPr/>
                <p14:nvPr/>
              </p14:nvContentPartPr>
              <p14:xfrm>
                <a:off x="4200262" y="3434216"/>
                <a:ext cx="52920" cy="5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91262" y="3425216"/>
                  <a:ext cx="7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14:cNvPr>
                <p14:cNvContentPartPr/>
                <p14:nvPr/>
              </p14:nvContentPartPr>
              <p14:xfrm>
                <a:off x="4311142" y="3365096"/>
                <a:ext cx="27360" cy="94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302502" y="3356096"/>
                  <a:ext cx="45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14:cNvPr>
                <p14:cNvContentPartPr/>
                <p14:nvPr/>
              </p14:nvContentPartPr>
              <p14:xfrm>
                <a:off x="4192342" y="3447896"/>
                <a:ext cx="12960" cy="2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83702" y="3439256"/>
                  <a:ext cx="30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14:cNvPr>
                <p14:cNvContentPartPr/>
                <p14:nvPr/>
              </p14:nvContentPartPr>
              <p14:xfrm>
                <a:off x="4369822" y="3306416"/>
                <a:ext cx="202680" cy="376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60822" y="3297776"/>
                  <a:ext cx="2203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014160E-6268-FF5E-0A17-EAC8A6A21A5C}"/>
              </a:ext>
            </a:extLst>
          </p:cNvPr>
          <p:cNvGrpSpPr/>
          <p:nvPr/>
        </p:nvGrpSpPr>
        <p:grpSpPr>
          <a:xfrm>
            <a:off x="5022142" y="293936"/>
            <a:ext cx="607680" cy="268920"/>
            <a:chOff x="5022142" y="293936"/>
            <a:chExt cx="6076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14:cNvPr>
                <p14:cNvContentPartPr/>
                <p14:nvPr/>
              </p14:nvContentPartPr>
              <p14:xfrm>
                <a:off x="5022142" y="296816"/>
                <a:ext cx="183600" cy="266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13142" y="287816"/>
                  <a:ext cx="201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14:cNvPr>
                <p14:cNvContentPartPr/>
                <p14:nvPr/>
              </p14:nvContentPartPr>
              <p14:xfrm>
                <a:off x="5229142" y="314456"/>
                <a:ext cx="140760" cy="239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20502" y="305456"/>
                  <a:ext cx="158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14:cNvPr>
                <p14:cNvContentPartPr/>
                <p14:nvPr/>
              </p14:nvContentPartPr>
              <p14:xfrm>
                <a:off x="5369182" y="451616"/>
                <a:ext cx="170640" cy="66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60542" y="442976"/>
                  <a:ext cx="188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14:cNvPr>
                <p14:cNvContentPartPr/>
                <p14:nvPr/>
              </p14:nvContentPartPr>
              <p14:xfrm>
                <a:off x="5491582" y="293936"/>
                <a:ext cx="138240" cy="249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82582" y="285296"/>
                  <a:ext cx="1558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1580FBE-5176-5647-B99D-BAD5B4A31A22}"/>
              </a:ext>
            </a:extLst>
          </p:cNvPr>
          <p:cNvGrpSpPr/>
          <p:nvPr/>
        </p:nvGrpSpPr>
        <p:grpSpPr>
          <a:xfrm>
            <a:off x="5964262" y="246056"/>
            <a:ext cx="1615680" cy="307440"/>
            <a:chOff x="5964262" y="246056"/>
            <a:chExt cx="16156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14:cNvPr>
                <p14:cNvContentPartPr/>
                <p14:nvPr/>
              </p14:nvContentPartPr>
              <p14:xfrm>
                <a:off x="5964262" y="426416"/>
                <a:ext cx="245160" cy="127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55622" y="417416"/>
                  <a:ext cx="262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14:cNvPr>
                <p14:cNvContentPartPr/>
                <p14:nvPr/>
              </p14:nvContentPartPr>
              <p14:xfrm>
                <a:off x="6237142" y="289616"/>
                <a:ext cx="200880" cy="232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28502" y="280616"/>
                  <a:ext cx="218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14:cNvPr>
                <p14:cNvContentPartPr/>
                <p14:nvPr/>
              </p14:nvContentPartPr>
              <p14:xfrm>
                <a:off x="6526942" y="456656"/>
                <a:ext cx="108000" cy="5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17942" y="448016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14:cNvPr>
                <p14:cNvContentPartPr/>
                <p14:nvPr/>
              </p14:nvContentPartPr>
              <p14:xfrm>
                <a:off x="6687862" y="424976"/>
                <a:ext cx="117360" cy="90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78862" y="416336"/>
                  <a:ext cx="13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14:cNvPr>
                <p14:cNvContentPartPr/>
                <p14:nvPr/>
              </p14:nvContentPartPr>
              <p14:xfrm>
                <a:off x="6883702" y="246056"/>
                <a:ext cx="548280" cy="279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874702" y="237416"/>
                  <a:ext cx="565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14:cNvPr>
                <p14:cNvContentPartPr/>
                <p14:nvPr/>
              </p14:nvContentPartPr>
              <p14:xfrm>
                <a:off x="7473742" y="254336"/>
                <a:ext cx="106200" cy="277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65102" y="245336"/>
                  <a:ext cx="1238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ED9CA30-55FC-8999-5ABD-F2AD3DE5EAEF}"/>
              </a:ext>
            </a:extLst>
          </p:cNvPr>
          <p:cNvGrpSpPr/>
          <p:nvPr/>
        </p:nvGrpSpPr>
        <p:grpSpPr>
          <a:xfrm>
            <a:off x="739222" y="4179416"/>
            <a:ext cx="292320" cy="328680"/>
            <a:chOff x="739222" y="4179416"/>
            <a:chExt cx="29232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14:cNvPr>
                <p14:cNvContentPartPr/>
                <p14:nvPr/>
              </p14:nvContentPartPr>
              <p14:xfrm>
                <a:off x="823462" y="4268696"/>
                <a:ext cx="36720" cy="131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4822" y="4260056"/>
                  <a:ext cx="54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14:cNvPr>
                <p14:cNvContentPartPr/>
                <p14:nvPr/>
              </p14:nvContentPartPr>
              <p14:xfrm>
                <a:off x="739222" y="4198856"/>
                <a:ext cx="122400" cy="22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30222" y="418985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14:cNvPr>
                <p14:cNvContentPartPr/>
                <p14:nvPr/>
              </p14:nvContentPartPr>
              <p14:xfrm>
                <a:off x="822022" y="4428176"/>
                <a:ext cx="97920" cy="90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3022" y="4419536"/>
                  <a:ext cx="11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14:cNvPr>
                <p14:cNvContentPartPr/>
                <p14:nvPr/>
              </p14:nvContentPartPr>
              <p14:xfrm>
                <a:off x="946222" y="4179416"/>
                <a:ext cx="74520" cy="328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7582" y="4170416"/>
                  <a:ext cx="92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14:cNvPr>
                <p14:cNvContentPartPr/>
                <p14:nvPr/>
              </p14:nvContentPartPr>
              <p14:xfrm>
                <a:off x="923542" y="4372016"/>
                <a:ext cx="108000" cy="9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4542" y="4363016"/>
                  <a:ext cx="1256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0235A36-2156-875B-2A73-CEAEAC0CBF2B}"/>
              </a:ext>
            </a:extLst>
          </p:cNvPr>
          <p:cNvGrpSpPr/>
          <p:nvPr/>
        </p:nvGrpSpPr>
        <p:grpSpPr>
          <a:xfrm>
            <a:off x="1254382" y="3932456"/>
            <a:ext cx="1271880" cy="533880"/>
            <a:chOff x="1254382" y="3932456"/>
            <a:chExt cx="1271880" cy="53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14:cNvPr>
                <p14:cNvContentPartPr/>
                <p14:nvPr/>
              </p14:nvContentPartPr>
              <p14:xfrm>
                <a:off x="1254382" y="4262936"/>
                <a:ext cx="218520" cy="1713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45742" y="4254296"/>
                  <a:ext cx="236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14:cNvPr>
                <p14:cNvContentPartPr/>
                <p14:nvPr/>
              </p14:nvContentPartPr>
              <p14:xfrm>
                <a:off x="1301902" y="4332776"/>
                <a:ext cx="96480" cy="16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93262" y="4324136"/>
                  <a:ext cx="114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14:cNvPr>
                <p14:cNvContentPartPr/>
                <p14:nvPr/>
              </p14:nvContentPartPr>
              <p14:xfrm>
                <a:off x="1489822" y="4384616"/>
                <a:ext cx="95400" cy="81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481182" y="4375976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14:cNvPr>
                <p14:cNvContentPartPr/>
                <p14:nvPr/>
              </p14:nvContentPartPr>
              <p14:xfrm>
                <a:off x="1669102" y="4341056"/>
                <a:ext cx="101520" cy="133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0462" y="4332056"/>
                  <a:ext cx="119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14:cNvPr>
                <p14:cNvContentPartPr/>
                <p14:nvPr/>
              </p14:nvContentPartPr>
              <p14:xfrm>
                <a:off x="1647142" y="4279136"/>
                <a:ext cx="107640" cy="11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38142" y="427049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14:cNvPr>
                <p14:cNvContentPartPr/>
                <p14:nvPr/>
              </p14:nvContentPartPr>
              <p14:xfrm>
                <a:off x="1945582" y="4241696"/>
                <a:ext cx="110520" cy="1324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936582" y="4232696"/>
                  <a:ext cx="128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14:cNvPr>
                <p14:cNvContentPartPr/>
                <p14:nvPr/>
              </p14:nvContentPartPr>
              <p14:xfrm>
                <a:off x="2120542" y="4252856"/>
                <a:ext cx="176040" cy="1386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11902" y="4244216"/>
                  <a:ext cx="193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14:cNvPr>
                <p14:cNvContentPartPr/>
                <p14:nvPr/>
              </p14:nvContentPartPr>
              <p14:xfrm>
                <a:off x="2268862" y="4072136"/>
                <a:ext cx="103680" cy="186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60222" y="4063136"/>
                  <a:ext cx="121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14:cNvPr>
                <p14:cNvContentPartPr/>
                <p14:nvPr/>
              </p14:nvContentPartPr>
              <p14:xfrm>
                <a:off x="2243302" y="3932456"/>
                <a:ext cx="1440" cy="7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234302" y="392345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14:cNvPr>
                <p14:cNvContentPartPr/>
                <p14:nvPr/>
              </p14:nvContentPartPr>
              <p14:xfrm>
                <a:off x="2369662" y="3971336"/>
                <a:ext cx="156600" cy="140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361022" y="3962336"/>
                  <a:ext cx="174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14:cNvPr>
                <p14:cNvContentPartPr/>
                <p14:nvPr/>
              </p14:nvContentPartPr>
              <p14:xfrm>
                <a:off x="2414302" y="4040456"/>
                <a:ext cx="47160" cy="10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405662" y="4031456"/>
                  <a:ext cx="64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0006CEA-F097-9AED-1360-2504E119EAFA}"/>
              </a:ext>
            </a:extLst>
          </p:cNvPr>
          <p:cNvGrpSpPr/>
          <p:nvPr/>
        </p:nvGrpSpPr>
        <p:grpSpPr>
          <a:xfrm>
            <a:off x="2758822" y="4193096"/>
            <a:ext cx="189360" cy="187920"/>
            <a:chOff x="2758822" y="4193096"/>
            <a:chExt cx="18936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14:cNvPr>
                <p14:cNvContentPartPr/>
                <p14:nvPr/>
              </p14:nvContentPartPr>
              <p14:xfrm>
                <a:off x="2810302" y="4321976"/>
                <a:ext cx="12600" cy="44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01662" y="4312976"/>
                  <a:ext cx="30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14:cNvPr>
                <p14:cNvContentPartPr/>
                <p14:nvPr/>
              </p14:nvContentPartPr>
              <p14:xfrm>
                <a:off x="2758822" y="4193096"/>
                <a:ext cx="3600" cy="10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750182" y="418445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14:cNvPr>
                <p14:cNvContentPartPr/>
                <p14:nvPr/>
              </p14:nvContentPartPr>
              <p14:xfrm>
                <a:off x="2853862" y="4275896"/>
                <a:ext cx="94320" cy="105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44862" y="4267256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14:cNvPr>
              <p14:cNvContentPartPr/>
              <p14:nvPr/>
            </p14:nvContentPartPr>
            <p14:xfrm>
              <a:off x="3166342" y="4273736"/>
              <a:ext cx="129960" cy="864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3157342" y="4265096"/>
                <a:ext cx="1476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5727540-1D4B-4998-B886-4D762C55D854}"/>
              </a:ext>
            </a:extLst>
          </p:cNvPr>
          <p:cNvGrpSpPr/>
          <p:nvPr/>
        </p:nvGrpSpPr>
        <p:grpSpPr>
          <a:xfrm>
            <a:off x="3482062" y="4213256"/>
            <a:ext cx="591480" cy="158040"/>
            <a:chOff x="3482062" y="4213256"/>
            <a:chExt cx="59148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14:cNvPr>
                <p14:cNvContentPartPr/>
                <p14:nvPr/>
              </p14:nvContentPartPr>
              <p14:xfrm>
                <a:off x="3482062" y="4213256"/>
                <a:ext cx="191160" cy="1580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73062" y="4204616"/>
                  <a:ext cx="208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14:cNvPr>
                <p14:cNvContentPartPr/>
                <p14:nvPr/>
              </p14:nvContentPartPr>
              <p14:xfrm>
                <a:off x="3599062" y="4265096"/>
                <a:ext cx="271440" cy="10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590062" y="4256096"/>
                  <a:ext cx="289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14:cNvPr>
                <p14:cNvContentPartPr/>
                <p14:nvPr/>
              </p14:nvContentPartPr>
              <p14:xfrm>
                <a:off x="3984982" y="4262576"/>
                <a:ext cx="88560" cy="85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976342" y="4253576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34BF62D-87E0-79BE-FB03-FFA21D0799BB}"/>
              </a:ext>
            </a:extLst>
          </p:cNvPr>
          <p:cNvGrpSpPr/>
          <p:nvPr/>
        </p:nvGrpSpPr>
        <p:grpSpPr>
          <a:xfrm>
            <a:off x="4280542" y="4046936"/>
            <a:ext cx="238320" cy="374040"/>
            <a:chOff x="4280542" y="4046936"/>
            <a:chExt cx="23832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14:cNvPr>
                <p14:cNvContentPartPr/>
                <p14:nvPr/>
              </p14:nvContentPartPr>
              <p14:xfrm>
                <a:off x="4280542" y="4226216"/>
                <a:ext cx="95040" cy="79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271542" y="4217576"/>
                  <a:ext cx="112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14:cNvPr>
                <p14:cNvContentPartPr/>
                <p14:nvPr/>
              </p14:nvContentPartPr>
              <p14:xfrm>
                <a:off x="4390342" y="4046936"/>
                <a:ext cx="128520" cy="374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381342" y="4037936"/>
                  <a:ext cx="1461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14:cNvPr>
                <p14:cNvContentPartPr/>
                <p14:nvPr/>
              </p14:nvContentPartPr>
              <p14:xfrm>
                <a:off x="4413742" y="4310816"/>
                <a:ext cx="105120" cy="11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405102" y="43021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35C5F2C-FF1D-1768-859D-05D5D4857E73}"/>
              </a:ext>
            </a:extLst>
          </p:cNvPr>
          <p:cNvGrpSpPr/>
          <p:nvPr/>
        </p:nvGrpSpPr>
        <p:grpSpPr>
          <a:xfrm>
            <a:off x="4740622" y="4056296"/>
            <a:ext cx="672120" cy="298800"/>
            <a:chOff x="4740622" y="4056296"/>
            <a:chExt cx="6721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14:cNvPr>
                <p14:cNvContentPartPr/>
                <p14:nvPr/>
              </p14:nvContentPartPr>
              <p14:xfrm>
                <a:off x="4740622" y="4125416"/>
                <a:ext cx="96480" cy="204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731622" y="4116416"/>
                  <a:ext cx="114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14:cNvPr>
                <p14:cNvContentPartPr/>
                <p14:nvPr/>
              </p14:nvContentPartPr>
              <p14:xfrm>
                <a:off x="4811182" y="4114976"/>
                <a:ext cx="132840" cy="204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802182" y="4106336"/>
                  <a:ext cx="150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14:cNvPr>
                <p14:cNvContentPartPr/>
                <p14:nvPr/>
              </p14:nvContentPartPr>
              <p14:xfrm>
                <a:off x="4986862" y="4079336"/>
                <a:ext cx="116280" cy="2757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78222" y="4070336"/>
                  <a:ext cx="133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14:cNvPr>
                <p14:cNvContentPartPr/>
                <p14:nvPr/>
              </p14:nvContentPartPr>
              <p14:xfrm>
                <a:off x="5087662" y="4156016"/>
                <a:ext cx="191520" cy="187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78662" y="4147376"/>
                  <a:ext cx="209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14:cNvPr>
                <p14:cNvContentPartPr/>
                <p14:nvPr/>
              </p14:nvContentPartPr>
              <p14:xfrm>
                <a:off x="5114302" y="4248896"/>
                <a:ext cx="133200" cy="30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05302" y="4240256"/>
                  <a:ext cx="150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14:cNvPr>
                <p14:cNvContentPartPr/>
                <p14:nvPr/>
              </p14:nvContentPartPr>
              <p14:xfrm>
                <a:off x="5215102" y="4056296"/>
                <a:ext cx="197640" cy="276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06102" y="4047296"/>
                  <a:ext cx="215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14:cNvPr>
                <p14:cNvContentPartPr/>
                <p14:nvPr/>
              </p14:nvContentPartPr>
              <p14:xfrm>
                <a:off x="5079742" y="4171856"/>
                <a:ext cx="63000" cy="122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0742" y="4163216"/>
                  <a:ext cx="806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5E2E53F-7331-90D8-BB98-F914AE9943DD}"/>
              </a:ext>
            </a:extLst>
          </p:cNvPr>
          <p:cNvGrpSpPr/>
          <p:nvPr/>
        </p:nvGrpSpPr>
        <p:grpSpPr>
          <a:xfrm>
            <a:off x="5824582" y="4162496"/>
            <a:ext cx="331200" cy="153720"/>
            <a:chOff x="5824582" y="4162496"/>
            <a:chExt cx="33120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14:cNvPr>
                <p14:cNvContentPartPr/>
                <p14:nvPr/>
              </p14:nvContentPartPr>
              <p14:xfrm>
                <a:off x="5824582" y="4281296"/>
                <a:ext cx="203400" cy="147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815942" y="4272656"/>
                  <a:ext cx="22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14:cNvPr>
                <p14:cNvContentPartPr/>
                <p14:nvPr/>
              </p14:nvContentPartPr>
              <p14:xfrm>
                <a:off x="5837182" y="4225856"/>
                <a:ext cx="122400" cy="5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28542" y="421721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14:cNvPr>
                <p14:cNvContentPartPr/>
                <p14:nvPr/>
              </p14:nvContentPartPr>
              <p14:xfrm>
                <a:off x="5954182" y="4162496"/>
                <a:ext cx="201600" cy="153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945182" y="4153496"/>
                  <a:ext cx="2192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D5BC499-6C6B-9D48-6C7D-31FE8543D660}"/>
              </a:ext>
            </a:extLst>
          </p:cNvPr>
          <p:cNvGrpSpPr/>
          <p:nvPr/>
        </p:nvGrpSpPr>
        <p:grpSpPr>
          <a:xfrm>
            <a:off x="6443062" y="3891056"/>
            <a:ext cx="2972880" cy="451440"/>
            <a:chOff x="6443062" y="3891056"/>
            <a:chExt cx="297288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14:cNvPr>
                <p14:cNvContentPartPr/>
                <p14:nvPr/>
              </p14:nvContentPartPr>
              <p14:xfrm>
                <a:off x="6443062" y="4066376"/>
                <a:ext cx="107640" cy="2440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34422" y="4057376"/>
                  <a:ext cx="125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14:cNvPr>
                <p14:cNvContentPartPr/>
                <p14:nvPr/>
              </p14:nvContentPartPr>
              <p14:xfrm>
                <a:off x="6496342" y="4231616"/>
                <a:ext cx="123840" cy="57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487342" y="4222616"/>
                  <a:ext cx="141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14:cNvPr>
                <p14:cNvContentPartPr/>
                <p14:nvPr/>
              </p14:nvContentPartPr>
              <p14:xfrm>
                <a:off x="6544222" y="4074296"/>
                <a:ext cx="74160" cy="1954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35222" y="4065656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14:cNvPr>
                <p14:cNvContentPartPr/>
                <p14:nvPr/>
              </p14:nvContentPartPr>
              <p14:xfrm>
                <a:off x="6686422" y="4015976"/>
                <a:ext cx="134640" cy="306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677782" y="4006976"/>
                  <a:ext cx="152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14:cNvPr>
                <p14:cNvContentPartPr/>
                <p14:nvPr/>
              </p14:nvContentPartPr>
              <p14:xfrm>
                <a:off x="6820702" y="4097336"/>
                <a:ext cx="148680" cy="162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11702" y="4088336"/>
                  <a:ext cx="16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14:cNvPr>
                <p14:cNvContentPartPr/>
                <p14:nvPr/>
              </p14:nvContentPartPr>
              <p14:xfrm>
                <a:off x="6819622" y="4205336"/>
                <a:ext cx="129240" cy="1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10622" y="41963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14:cNvPr>
                <p14:cNvContentPartPr/>
                <p14:nvPr/>
              </p14:nvContentPartPr>
              <p14:xfrm>
                <a:off x="7005742" y="4235216"/>
                <a:ext cx="82080" cy="71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996742" y="4226216"/>
                  <a:ext cx="99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14:cNvPr>
                <p14:cNvContentPartPr/>
                <p14:nvPr/>
              </p14:nvContentPartPr>
              <p14:xfrm>
                <a:off x="7080982" y="4061336"/>
                <a:ext cx="191520" cy="274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072342" y="4052696"/>
                  <a:ext cx="20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14:cNvPr>
                <p14:cNvContentPartPr/>
                <p14:nvPr/>
              </p14:nvContentPartPr>
              <p14:xfrm>
                <a:off x="7442782" y="4241696"/>
                <a:ext cx="90360" cy="115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34142" y="4233056"/>
                  <a:ext cx="10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14:cNvPr>
                <p14:cNvContentPartPr/>
                <p14:nvPr/>
              </p14:nvContentPartPr>
              <p14:xfrm>
                <a:off x="7421182" y="4192016"/>
                <a:ext cx="69480" cy="7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12542" y="4183016"/>
                  <a:ext cx="87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14:cNvPr>
                <p14:cNvContentPartPr/>
                <p14:nvPr/>
              </p14:nvContentPartPr>
              <p14:xfrm>
                <a:off x="7777582" y="4103096"/>
                <a:ext cx="184320" cy="182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768582" y="4094456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14:cNvPr>
                <p14:cNvContentPartPr/>
                <p14:nvPr/>
              </p14:nvContentPartPr>
              <p14:xfrm>
                <a:off x="7788742" y="4210376"/>
                <a:ext cx="100800" cy="162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779742" y="420173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14:cNvPr>
                <p14:cNvContentPartPr/>
                <p14:nvPr/>
              </p14:nvContentPartPr>
              <p14:xfrm>
                <a:off x="7961902" y="4252496"/>
                <a:ext cx="81360" cy="59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53262" y="4243496"/>
                  <a:ext cx="99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14:cNvPr>
                <p14:cNvContentPartPr/>
                <p14:nvPr/>
              </p14:nvContentPartPr>
              <p14:xfrm>
                <a:off x="7984942" y="4050896"/>
                <a:ext cx="187560" cy="291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75942" y="4041896"/>
                  <a:ext cx="20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14:cNvPr>
                <p14:cNvContentPartPr/>
                <p14:nvPr/>
              </p14:nvContentPartPr>
              <p14:xfrm>
                <a:off x="7638262" y="4067456"/>
                <a:ext cx="124920" cy="217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629262" y="4058816"/>
                  <a:ext cx="142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14:cNvPr>
                <p14:cNvContentPartPr/>
                <p14:nvPr/>
              </p14:nvContentPartPr>
              <p14:xfrm>
                <a:off x="8059822" y="3992216"/>
                <a:ext cx="122040" cy="57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51182" y="398321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14:cNvPr>
                <p14:cNvContentPartPr/>
                <p14:nvPr/>
              </p14:nvContentPartPr>
              <p14:xfrm>
                <a:off x="8185822" y="3891056"/>
                <a:ext cx="206280" cy="136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77182" y="3882056"/>
                  <a:ext cx="223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14:cNvPr>
                <p14:cNvContentPartPr/>
                <p14:nvPr/>
              </p14:nvContentPartPr>
              <p14:xfrm>
                <a:off x="8457982" y="4090856"/>
                <a:ext cx="83160" cy="1972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48982" y="4082216"/>
                  <a:ext cx="100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14:cNvPr>
                <p14:cNvContentPartPr/>
                <p14:nvPr/>
              </p14:nvContentPartPr>
              <p14:xfrm>
                <a:off x="8511262" y="4100576"/>
                <a:ext cx="150480" cy="193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02262" y="4091936"/>
                  <a:ext cx="168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14:cNvPr>
                <p14:cNvContentPartPr/>
                <p14:nvPr/>
              </p14:nvContentPartPr>
              <p14:xfrm>
                <a:off x="8708182" y="3990056"/>
                <a:ext cx="155880" cy="352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99542" y="3981416"/>
                  <a:ext cx="173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14:cNvPr>
                <p14:cNvContentPartPr/>
                <p14:nvPr/>
              </p14:nvContentPartPr>
              <p14:xfrm>
                <a:off x="8883142" y="4124336"/>
                <a:ext cx="172080" cy="1677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74502" y="4115336"/>
                  <a:ext cx="189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14:cNvPr>
                <p14:cNvContentPartPr/>
                <p14:nvPr/>
              </p14:nvContentPartPr>
              <p14:xfrm>
                <a:off x="8913022" y="4205336"/>
                <a:ext cx="109080" cy="26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904022" y="4196696"/>
                  <a:ext cx="126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14:cNvPr>
                <p14:cNvContentPartPr/>
                <p14:nvPr/>
              </p14:nvContentPartPr>
              <p14:xfrm>
                <a:off x="9076822" y="4255376"/>
                <a:ext cx="74520" cy="594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68182" y="4246376"/>
                  <a:ext cx="92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14:cNvPr>
                <p14:cNvContentPartPr/>
                <p14:nvPr/>
              </p14:nvContentPartPr>
              <p14:xfrm>
                <a:off x="9028222" y="4060616"/>
                <a:ext cx="62640" cy="118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019582" y="4051616"/>
                  <a:ext cx="80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14:cNvPr>
                <p14:cNvContentPartPr/>
                <p14:nvPr/>
              </p14:nvContentPartPr>
              <p14:xfrm>
                <a:off x="9145942" y="3995816"/>
                <a:ext cx="34920" cy="741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136942" y="3987176"/>
                  <a:ext cx="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14:cNvPr>
                <p14:cNvContentPartPr/>
                <p14:nvPr/>
              </p14:nvContentPartPr>
              <p14:xfrm>
                <a:off x="9260782" y="3982856"/>
                <a:ext cx="155160" cy="3326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251782" y="3973856"/>
                  <a:ext cx="17280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12B54D8-AA47-18A4-7100-25E3124A40E6}"/>
              </a:ext>
            </a:extLst>
          </p:cNvPr>
          <p:cNvGrpSpPr/>
          <p:nvPr/>
        </p:nvGrpSpPr>
        <p:grpSpPr>
          <a:xfrm>
            <a:off x="9633742" y="4087976"/>
            <a:ext cx="494280" cy="133920"/>
            <a:chOff x="9633742" y="4087976"/>
            <a:chExt cx="4942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14:cNvPr>
                <p14:cNvContentPartPr/>
                <p14:nvPr/>
              </p14:nvContentPartPr>
              <p14:xfrm>
                <a:off x="9681262" y="4199216"/>
                <a:ext cx="116640" cy="165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72622" y="4190576"/>
                  <a:ext cx="134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14:cNvPr>
                <p14:cNvContentPartPr/>
                <p14:nvPr/>
              </p14:nvContentPartPr>
              <p14:xfrm>
                <a:off x="9633742" y="4136936"/>
                <a:ext cx="127080" cy="205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624742" y="4128296"/>
                  <a:ext cx="14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14:cNvPr>
                <p14:cNvContentPartPr/>
                <p14:nvPr/>
              </p14:nvContentPartPr>
              <p14:xfrm>
                <a:off x="9946582" y="4087976"/>
                <a:ext cx="181440" cy="133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937942" y="4079336"/>
                  <a:ext cx="1990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CE00466-51D7-F32B-5A28-7321150D80F8}"/>
              </a:ext>
            </a:extLst>
          </p:cNvPr>
          <p:cNvGrpSpPr/>
          <p:nvPr/>
        </p:nvGrpSpPr>
        <p:grpSpPr>
          <a:xfrm>
            <a:off x="6507502" y="4675496"/>
            <a:ext cx="365760" cy="195840"/>
            <a:chOff x="6507502" y="4675496"/>
            <a:chExt cx="36576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14:cNvPr>
                <p14:cNvContentPartPr/>
                <p14:nvPr/>
              </p14:nvContentPartPr>
              <p14:xfrm>
                <a:off x="6507502" y="4789616"/>
                <a:ext cx="227880" cy="11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98502" y="4780976"/>
                  <a:ext cx="245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14:cNvPr>
                <p14:cNvContentPartPr/>
                <p14:nvPr/>
              </p14:nvContentPartPr>
              <p14:xfrm>
                <a:off x="6534142" y="4741736"/>
                <a:ext cx="175320" cy="100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525142" y="4733096"/>
                  <a:ext cx="19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14:cNvPr>
                <p14:cNvContentPartPr/>
                <p14:nvPr/>
              </p14:nvContentPartPr>
              <p14:xfrm>
                <a:off x="6674542" y="4675496"/>
                <a:ext cx="198720" cy="195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665542" y="4666496"/>
                  <a:ext cx="216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A139DA4-495F-410D-99BF-6944E048F9A8}"/>
              </a:ext>
            </a:extLst>
          </p:cNvPr>
          <p:cNvGrpSpPr/>
          <p:nvPr/>
        </p:nvGrpSpPr>
        <p:grpSpPr>
          <a:xfrm>
            <a:off x="7160902" y="4630136"/>
            <a:ext cx="365400" cy="373320"/>
            <a:chOff x="7160902" y="4630136"/>
            <a:chExt cx="36540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14:cNvPr>
                <p14:cNvContentPartPr/>
                <p14:nvPr/>
              </p14:nvContentPartPr>
              <p14:xfrm>
                <a:off x="7160902" y="4744616"/>
                <a:ext cx="150120" cy="158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151902" y="4735616"/>
                  <a:ext cx="167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14:cNvPr>
                <p14:cNvContentPartPr/>
                <p14:nvPr/>
              </p14:nvContentPartPr>
              <p14:xfrm>
                <a:off x="7202302" y="4837856"/>
                <a:ext cx="97200" cy="162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93302" y="4828856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14:cNvPr>
                <p14:cNvContentPartPr/>
                <p14:nvPr/>
              </p14:nvContentPartPr>
              <p14:xfrm>
                <a:off x="7325422" y="4704656"/>
                <a:ext cx="85680" cy="15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16422" y="4696016"/>
                  <a:ext cx="10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14:cNvPr>
                <p14:cNvContentPartPr/>
                <p14:nvPr/>
              </p14:nvContentPartPr>
              <p14:xfrm>
                <a:off x="7469062" y="4630136"/>
                <a:ext cx="57240" cy="860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460422" y="4621496"/>
                  <a:ext cx="74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14:cNvPr>
                <p14:cNvContentPartPr/>
                <p14:nvPr/>
              </p14:nvContentPartPr>
              <p14:xfrm>
                <a:off x="7358542" y="4922456"/>
                <a:ext cx="126360" cy="81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349542" y="4913816"/>
                  <a:ext cx="1440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DB4E47F6-7119-DCEE-08A3-04160E0963E2}"/>
              </a:ext>
            </a:extLst>
          </p:cNvPr>
          <p:cNvGrpSpPr/>
          <p:nvPr/>
        </p:nvGrpSpPr>
        <p:grpSpPr>
          <a:xfrm>
            <a:off x="7703782" y="4582616"/>
            <a:ext cx="2185200" cy="475920"/>
            <a:chOff x="7703782" y="4582616"/>
            <a:chExt cx="218520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14:cNvPr>
                <p14:cNvContentPartPr/>
                <p14:nvPr/>
              </p14:nvContentPartPr>
              <p14:xfrm>
                <a:off x="7726102" y="4869536"/>
                <a:ext cx="99720" cy="126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717462" y="4860896"/>
                  <a:ext cx="11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14:cNvPr>
                <p14:cNvContentPartPr/>
                <p14:nvPr/>
              </p14:nvContentPartPr>
              <p14:xfrm>
                <a:off x="7703782" y="4813016"/>
                <a:ext cx="106200" cy="136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694782" y="4804016"/>
                  <a:ext cx="123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14:cNvPr>
                <p14:cNvContentPartPr/>
                <p14:nvPr/>
              </p14:nvContentPartPr>
              <p14:xfrm>
                <a:off x="8022382" y="4647776"/>
                <a:ext cx="42480" cy="99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013382" y="4639136"/>
                  <a:ext cx="60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14:cNvPr>
                <p14:cNvContentPartPr/>
                <p14:nvPr/>
              </p14:nvContentPartPr>
              <p14:xfrm>
                <a:off x="7938142" y="4821296"/>
                <a:ext cx="233280" cy="6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29502" y="4812296"/>
                  <a:ext cx="25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14:cNvPr>
                <p14:cNvContentPartPr/>
                <p14:nvPr/>
              </p14:nvContentPartPr>
              <p14:xfrm>
                <a:off x="8017342" y="4948016"/>
                <a:ext cx="111240" cy="918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08702" y="4939376"/>
                  <a:ext cx="12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14:cNvPr>
                <p14:cNvContentPartPr/>
                <p14:nvPr/>
              </p14:nvContentPartPr>
              <p14:xfrm>
                <a:off x="8281942" y="4964216"/>
                <a:ext cx="126000" cy="943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3302" y="4955216"/>
                  <a:ext cx="143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14:cNvPr>
                <p14:cNvContentPartPr/>
                <p14:nvPr/>
              </p14:nvContentPartPr>
              <p14:xfrm>
                <a:off x="8418022" y="4927856"/>
                <a:ext cx="78840" cy="1231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409382" y="4919216"/>
                  <a:ext cx="9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14:cNvPr>
                <p14:cNvContentPartPr/>
                <p14:nvPr/>
              </p14:nvContentPartPr>
              <p14:xfrm>
                <a:off x="8400022" y="4849736"/>
                <a:ext cx="5040" cy="151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391382" y="4840736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14:cNvPr>
                <p14:cNvContentPartPr/>
                <p14:nvPr/>
              </p14:nvContentPartPr>
              <p14:xfrm>
                <a:off x="8521342" y="4868816"/>
                <a:ext cx="91440" cy="76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512702" y="4860176"/>
                  <a:ext cx="10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14:cNvPr>
                <p14:cNvContentPartPr/>
                <p14:nvPr/>
              </p14:nvContentPartPr>
              <p14:xfrm>
                <a:off x="8540062" y="4910216"/>
                <a:ext cx="72360" cy="75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531422" y="4901216"/>
                  <a:ext cx="90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14:cNvPr>
                <p14:cNvContentPartPr/>
                <p14:nvPr/>
              </p14:nvContentPartPr>
              <p14:xfrm>
                <a:off x="8165662" y="4815536"/>
                <a:ext cx="205920" cy="33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156662" y="4806896"/>
                  <a:ext cx="223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14:cNvPr>
                <p14:cNvContentPartPr/>
                <p14:nvPr/>
              </p14:nvContentPartPr>
              <p14:xfrm>
                <a:off x="8346382" y="4820936"/>
                <a:ext cx="109440" cy="169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37382" y="4812296"/>
                  <a:ext cx="12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14:cNvPr>
                <p14:cNvContentPartPr/>
                <p14:nvPr/>
              </p14:nvContentPartPr>
              <p14:xfrm>
                <a:off x="8920222" y="4650296"/>
                <a:ext cx="59400" cy="1072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911582" y="4641656"/>
                  <a:ext cx="77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14:cNvPr>
                <p14:cNvContentPartPr/>
                <p14:nvPr/>
              </p14:nvContentPartPr>
              <p14:xfrm>
                <a:off x="8751022" y="4873856"/>
                <a:ext cx="64800" cy="1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742022" y="4865216"/>
                  <a:ext cx="82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14:cNvPr>
                <p14:cNvContentPartPr/>
                <p14:nvPr/>
              </p14:nvContentPartPr>
              <p14:xfrm>
                <a:off x="8775862" y="4823456"/>
                <a:ext cx="38520" cy="6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767222" y="4814816"/>
                  <a:ext cx="5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14:cNvPr>
                <p14:cNvContentPartPr/>
                <p14:nvPr/>
              </p14:nvContentPartPr>
              <p14:xfrm>
                <a:off x="8931022" y="4866296"/>
                <a:ext cx="181080" cy="4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922382" y="4857296"/>
                  <a:ext cx="19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14:cNvPr>
                <p14:cNvContentPartPr/>
                <p14:nvPr/>
              </p14:nvContentPartPr>
              <p14:xfrm>
                <a:off x="9010942" y="4959536"/>
                <a:ext cx="120600" cy="90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001942" y="4950536"/>
                  <a:ext cx="138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14:cNvPr>
                <p14:cNvContentPartPr/>
                <p14:nvPr/>
              </p14:nvContentPartPr>
              <p14:xfrm>
                <a:off x="9296422" y="4843616"/>
                <a:ext cx="161280" cy="122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287422" y="4834616"/>
                  <a:ext cx="178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14:cNvPr>
                <p14:cNvContentPartPr/>
                <p14:nvPr/>
              </p14:nvContentPartPr>
              <p14:xfrm>
                <a:off x="9440782" y="4710056"/>
                <a:ext cx="103680" cy="20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432142" y="4701056"/>
                  <a:ext cx="12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14:cNvPr>
                <p14:cNvContentPartPr/>
                <p14:nvPr/>
              </p14:nvContentPartPr>
              <p14:xfrm>
                <a:off x="9611782" y="4699256"/>
                <a:ext cx="99000" cy="1814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603142" y="4690616"/>
                  <a:ext cx="11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14:cNvPr>
                <p14:cNvContentPartPr/>
                <p14:nvPr/>
              </p14:nvContentPartPr>
              <p14:xfrm>
                <a:off x="9585142" y="4582616"/>
                <a:ext cx="16920" cy="9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576142" y="4573616"/>
                  <a:ext cx="34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14:cNvPr>
                <p14:cNvContentPartPr/>
                <p14:nvPr/>
              </p14:nvContentPartPr>
              <p14:xfrm>
                <a:off x="9722662" y="4586576"/>
                <a:ext cx="166320" cy="1612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13662" y="4577936"/>
                  <a:ext cx="18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14:cNvPr>
                <p14:cNvContentPartPr/>
                <p14:nvPr/>
              </p14:nvContentPartPr>
              <p14:xfrm>
                <a:off x="9775222" y="4656776"/>
                <a:ext cx="81360" cy="50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766222" y="4648136"/>
                  <a:ext cx="99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7D23D047-C38B-91FA-F0FD-7BF97B2D6774}"/>
              </a:ext>
            </a:extLst>
          </p:cNvPr>
          <p:cNvGrpSpPr/>
          <p:nvPr/>
        </p:nvGrpSpPr>
        <p:grpSpPr>
          <a:xfrm>
            <a:off x="10318822" y="4703576"/>
            <a:ext cx="233280" cy="203040"/>
            <a:chOff x="10318822" y="4703576"/>
            <a:chExt cx="23328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14:cNvPr>
                <p14:cNvContentPartPr/>
                <p14:nvPr/>
              </p14:nvContentPartPr>
              <p14:xfrm>
                <a:off x="10329262" y="4811216"/>
                <a:ext cx="41040" cy="954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20622" y="4802216"/>
                  <a:ext cx="58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14:cNvPr>
                <p14:cNvContentPartPr/>
                <p14:nvPr/>
              </p14:nvContentPartPr>
              <p14:xfrm>
                <a:off x="10318822" y="4703576"/>
                <a:ext cx="22320" cy="212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309822" y="469457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14:cNvPr>
                <p14:cNvContentPartPr/>
                <p14:nvPr/>
              </p14:nvContentPartPr>
              <p14:xfrm>
                <a:off x="10465702" y="4774496"/>
                <a:ext cx="86400" cy="117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456702" y="4765856"/>
                  <a:ext cx="104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1F16793F-58D7-7863-DC32-AAA4DC0AD364}"/>
              </a:ext>
            </a:extLst>
          </p:cNvPr>
          <p:cNvGrpSpPr/>
          <p:nvPr/>
        </p:nvGrpSpPr>
        <p:grpSpPr>
          <a:xfrm>
            <a:off x="10812742" y="4584776"/>
            <a:ext cx="564480" cy="310680"/>
            <a:chOff x="10812742" y="4584776"/>
            <a:chExt cx="5644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14:cNvPr>
                <p14:cNvContentPartPr/>
                <p14:nvPr/>
              </p14:nvContentPartPr>
              <p14:xfrm>
                <a:off x="10812742" y="4584776"/>
                <a:ext cx="331920" cy="3106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04102" y="4575776"/>
                  <a:ext cx="349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14:cNvPr>
                <p14:cNvContentPartPr/>
                <p14:nvPr/>
              </p14:nvContentPartPr>
              <p14:xfrm>
                <a:off x="11116582" y="4747136"/>
                <a:ext cx="95400" cy="118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07942" y="4738136"/>
                  <a:ext cx="113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14:cNvPr>
                <p14:cNvContentPartPr/>
                <p14:nvPr/>
              </p14:nvContentPartPr>
              <p14:xfrm>
                <a:off x="11241502" y="4758656"/>
                <a:ext cx="135720" cy="691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232502" y="4750016"/>
                  <a:ext cx="153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9508DF2C-A5D6-CF14-1C09-3AD5BF21730E}"/>
              </a:ext>
            </a:extLst>
          </p:cNvPr>
          <p:cNvGrpSpPr/>
          <p:nvPr/>
        </p:nvGrpSpPr>
        <p:grpSpPr>
          <a:xfrm>
            <a:off x="10555702" y="5124056"/>
            <a:ext cx="810720" cy="149760"/>
            <a:chOff x="10555702" y="5124056"/>
            <a:chExt cx="81072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14:cNvPr>
                <p14:cNvContentPartPr/>
                <p14:nvPr/>
              </p14:nvContentPartPr>
              <p14:xfrm>
                <a:off x="10555702" y="5157896"/>
                <a:ext cx="110520" cy="84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546702" y="5149256"/>
                  <a:ext cx="128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14:cNvPr>
                <p14:cNvContentPartPr/>
                <p14:nvPr/>
              </p14:nvContentPartPr>
              <p14:xfrm>
                <a:off x="10807702" y="5144936"/>
                <a:ext cx="202680" cy="128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799062" y="5135936"/>
                  <a:ext cx="220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14:cNvPr>
                <p14:cNvContentPartPr/>
                <p14:nvPr/>
              </p14:nvContentPartPr>
              <p14:xfrm>
                <a:off x="10908862" y="5124056"/>
                <a:ext cx="227520" cy="1026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899862" y="5115416"/>
                  <a:ext cx="245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14:cNvPr>
                <p14:cNvContentPartPr/>
                <p14:nvPr/>
              </p14:nvContentPartPr>
              <p14:xfrm>
                <a:off x="11267782" y="5151776"/>
                <a:ext cx="98640" cy="961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59142" y="5143136"/>
                  <a:ext cx="116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A99133B-4784-D595-AB11-2F51D9ABBD09}"/>
              </a:ext>
            </a:extLst>
          </p:cNvPr>
          <p:cNvGrpSpPr/>
          <p:nvPr/>
        </p:nvGrpSpPr>
        <p:grpSpPr>
          <a:xfrm>
            <a:off x="1063582" y="4831736"/>
            <a:ext cx="2895120" cy="1819440"/>
            <a:chOff x="1063582" y="4831736"/>
            <a:chExt cx="2895120" cy="18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14:cNvPr>
                <p14:cNvContentPartPr/>
                <p14:nvPr/>
              </p14:nvContentPartPr>
              <p14:xfrm>
                <a:off x="2407822" y="4831736"/>
                <a:ext cx="44280" cy="18194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399182" y="4822736"/>
                  <a:ext cx="6192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14:cNvPr>
                <p14:cNvContentPartPr/>
                <p14:nvPr/>
              </p14:nvContentPartPr>
              <p14:xfrm>
                <a:off x="1063582" y="5704016"/>
                <a:ext cx="2895120" cy="594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4942" y="5695376"/>
                  <a:ext cx="29127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F3F6881-EE15-80E5-6639-1592D070FFE4}"/>
              </a:ext>
            </a:extLst>
          </p:cNvPr>
          <p:cNvGrpSpPr/>
          <p:nvPr/>
        </p:nvGrpSpPr>
        <p:grpSpPr>
          <a:xfrm>
            <a:off x="1693222" y="5007056"/>
            <a:ext cx="1539360" cy="710280"/>
            <a:chOff x="1693222" y="5007056"/>
            <a:chExt cx="153936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14:cNvPr>
                <p14:cNvContentPartPr/>
                <p14:nvPr/>
              </p14:nvContentPartPr>
              <p14:xfrm>
                <a:off x="2424022" y="5009216"/>
                <a:ext cx="739800" cy="4755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415382" y="5000216"/>
                  <a:ext cx="7574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14:cNvPr>
                <p14:cNvContentPartPr/>
                <p14:nvPr/>
              </p14:nvContentPartPr>
              <p14:xfrm>
                <a:off x="3088582" y="5337536"/>
                <a:ext cx="128160" cy="3423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079582" y="5328536"/>
                  <a:ext cx="145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14:cNvPr>
                <p14:cNvContentPartPr/>
                <p14:nvPr/>
              </p14:nvContentPartPr>
              <p14:xfrm>
                <a:off x="3232222" y="5677736"/>
                <a:ext cx="360" cy="3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223222" y="5668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14:cNvPr>
                <p14:cNvContentPartPr/>
                <p14:nvPr/>
              </p14:nvContentPartPr>
              <p14:xfrm>
                <a:off x="1917862" y="5007056"/>
                <a:ext cx="464040" cy="2653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908862" y="4998056"/>
                  <a:ext cx="481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14:cNvPr>
                <p14:cNvContentPartPr/>
                <p14:nvPr/>
              </p14:nvContentPartPr>
              <p14:xfrm>
                <a:off x="1719142" y="5236376"/>
                <a:ext cx="200160" cy="3880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710142" y="5227376"/>
                  <a:ext cx="2178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14:cNvPr>
                <p14:cNvContentPartPr/>
                <p14:nvPr/>
              </p14:nvContentPartPr>
              <p14:xfrm>
                <a:off x="1693222" y="5709416"/>
                <a:ext cx="2880" cy="79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684582" y="5700776"/>
                  <a:ext cx="20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A8C19F8F-5FB1-FBAF-E146-7C33CB591186}"/>
              </a:ext>
            </a:extLst>
          </p:cNvPr>
          <p:cNvGrpSpPr/>
          <p:nvPr/>
        </p:nvGrpSpPr>
        <p:grpSpPr>
          <a:xfrm>
            <a:off x="1711582" y="5853056"/>
            <a:ext cx="1478160" cy="581040"/>
            <a:chOff x="1711582" y="5853056"/>
            <a:chExt cx="147816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14:cNvPr>
                <p14:cNvContentPartPr/>
                <p14:nvPr/>
              </p14:nvContentPartPr>
              <p14:xfrm>
                <a:off x="1711582" y="5868896"/>
                <a:ext cx="48600" cy="1926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02942" y="5860256"/>
                  <a:ext cx="6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14:cNvPr>
                <p14:cNvContentPartPr/>
                <p14:nvPr/>
              </p14:nvContentPartPr>
              <p14:xfrm>
                <a:off x="1860622" y="6209096"/>
                <a:ext cx="190080" cy="1130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51622" y="6200456"/>
                  <a:ext cx="20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14:cNvPr>
                <p14:cNvContentPartPr/>
                <p14:nvPr/>
              </p14:nvContentPartPr>
              <p14:xfrm>
                <a:off x="2110462" y="6363536"/>
                <a:ext cx="198720" cy="57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01462" y="6354536"/>
                  <a:ext cx="21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14:cNvPr>
                <p14:cNvContentPartPr/>
                <p14:nvPr/>
              </p14:nvContentPartPr>
              <p14:xfrm>
                <a:off x="2622742" y="5853056"/>
                <a:ext cx="567000" cy="5810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13742" y="5844056"/>
                  <a:ext cx="584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14:cNvPr>
                <p14:cNvContentPartPr/>
                <p14:nvPr/>
              </p14:nvContentPartPr>
              <p14:xfrm>
                <a:off x="2381182" y="6416456"/>
                <a:ext cx="197280" cy="86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372542" y="6407456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ADD97F3D-9736-4751-10C5-E7F2B865E818}"/>
              </a:ext>
            </a:extLst>
          </p:cNvPr>
          <p:cNvGrpSpPr/>
          <p:nvPr/>
        </p:nvGrpSpPr>
        <p:grpSpPr>
          <a:xfrm>
            <a:off x="763702" y="4757936"/>
            <a:ext cx="937800" cy="590760"/>
            <a:chOff x="763702" y="4757936"/>
            <a:chExt cx="93780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14:cNvPr>
                <p14:cNvContentPartPr/>
                <p14:nvPr/>
              </p14:nvContentPartPr>
              <p14:xfrm>
                <a:off x="1490542" y="5236736"/>
                <a:ext cx="210960" cy="586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481542" y="5227736"/>
                  <a:ext cx="22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14:cNvPr>
                <p14:cNvContentPartPr/>
                <p14:nvPr/>
              </p14:nvContentPartPr>
              <p14:xfrm>
                <a:off x="903742" y="4963136"/>
                <a:ext cx="146880" cy="88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94742" y="4954136"/>
                  <a:ext cx="164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14:cNvPr>
                <p14:cNvContentPartPr/>
                <p14:nvPr/>
              </p14:nvContentPartPr>
              <p14:xfrm>
                <a:off x="1057822" y="4946936"/>
                <a:ext cx="122040" cy="43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48822" y="4938296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14:cNvPr>
                <p14:cNvContentPartPr/>
                <p14:nvPr/>
              </p14:nvContentPartPr>
              <p14:xfrm>
                <a:off x="1222702" y="4938656"/>
                <a:ext cx="73080" cy="392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213702" y="4929656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14:cNvPr>
                <p14:cNvContentPartPr/>
                <p14:nvPr/>
              </p14:nvContentPartPr>
              <p14:xfrm>
                <a:off x="1142782" y="4789976"/>
                <a:ext cx="360" cy="108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34142" y="478097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14:cNvPr>
                <p14:cNvContentPartPr/>
                <p14:nvPr/>
              </p14:nvContentPartPr>
              <p14:xfrm>
                <a:off x="1185262" y="4757936"/>
                <a:ext cx="150840" cy="1760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76622" y="4748936"/>
                  <a:ext cx="168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14:cNvPr>
                <p14:cNvContentPartPr/>
                <p14:nvPr/>
              </p14:nvContentPartPr>
              <p14:xfrm>
                <a:off x="1262302" y="4861976"/>
                <a:ext cx="72360" cy="9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253302" y="4852976"/>
                  <a:ext cx="90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14:cNvPr>
                <p14:cNvContentPartPr/>
                <p14:nvPr/>
              </p14:nvContentPartPr>
              <p14:xfrm>
                <a:off x="763702" y="5273456"/>
                <a:ext cx="124200" cy="752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55062" y="5264816"/>
                  <a:ext cx="141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14:cNvPr>
                <p14:cNvContentPartPr/>
                <p14:nvPr/>
              </p14:nvContentPartPr>
              <p14:xfrm>
                <a:off x="898342" y="5273456"/>
                <a:ext cx="57240" cy="561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89342" y="5264816"/>
                  <a:ext cx="7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14:cNvPr>
                <p14:cNvContentPartPr/>
                <p14:nvPr/>
              </p14:nvContentPartPr>
              <p14:xfrm>
                <a:off x="877102" y="5183096"/>
                <a:ext cx="34200" cy="38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68102" y="517445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14:cNvPr>
                <p14:cNvContentPartPr/>
                <p14:nvPr/>
              </p14:nvContentPartPr>
              <p14:xfrm>
                <a:off x="994102" y="5200016"/>
                <a:ext cx="63720" cy="95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85462" y="5191376"/>
                  <a:ext cx="8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14:cNvPr>
                <p14:cNvContentPartPr/>
                <p14:nvPr/>
              </p14:nvContentPartPr>
              <p14:xfrm>
                <a:off x="1122622" y="5059256"/>
                <a:ext cx="269280" cy="2156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13982" y="5050256"/>
                  <a:ext cx="286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14:cNvPr>
                <p14:cNvContentPartPr/>
                <p14:nvPr/>
              </p14:nvContentPartPr>
              <p14:xfrm>
                <a:off x="1132342" y="5203616"/>
                <a:ext cx="14400" cy="482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23342" y="5194976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D48F6AE-3DDD-7682-C62A-2A50444F36F2}"/>
              </a:ext>
            </a:extLst>
          </p:cNvPr>
          <p:cNvGrpSpPr/>
          <p:nvPr/>
        </p:nvGrpSpPr>
        <p:grpSpPr>
          <a:xfrm>
            <a:off x="2451382" y="5325296"/>
            <a:ext cx="434880" cy="365400"/>
            <a:chOff x="2451382" y="5325296"/>
            <a:chExt cx="43488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14:cNvPr>
                <p14:cNvContentPartPr/>
                <p14:nvPr/>
              </p14:nvContentPartPr>
              <p14:xfrm>
                <a:off x="2727502" y="5330336"/>
                <a:ext cx="117360" cy="72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718862" y="5321696"/>
                  <a:ext cx="135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14:cNvPr>
                <p14:cNvContentPartPr/>
                <p14:nvPr/>
              </p14:nvContentPartPr>
              <p14:xfrm>
                <a:off x="2484502" y="5404136"/>
                <a:ext cx="259200" cy="2696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475502" y="5395496"/>
                  <a:ext cx="27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14:cNvPr>
                <p14:cNvContentPartPr/>
                <p14:nvPr/>
              </p14:nvContentPartPr>
              <p14:xfrm>
                <a:off x="2451382" y="5656496"/>
                <a:ext cx="20880" cy="151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442382" y="5647496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14:cNvPr>
                <p14:cNvContentPartPr/>
                <p14:nvPr/>
              </p14:nvContentPartPr>
              <p14:xfrm>
                <a:off x="2524462" y="5325296"/>
                <a:ext cx="69480" cy="939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515822" y="5316656"/>
                  <a:ext cx="87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14:cNvPr>
                <p14:cNvContentPartPr/>
                <p14:nvPr/>
              </p14:nvContentPartPr>
              <p14:xfrm>
                <a:off x="2656942" y="5568656"/>
                <a:ext cx="70920" cy="1220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47942" y="55596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14:cNvPr>
                <p14:cNvContentPartPr/>
                <p14:nvPr/>
              </p14:nvContentPartPr>
              <p14:xfrm>
                <a:off x="2624902" y="5522936"/>
                <a:ext cx="68760" cy="586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615902" y="5514296"/>
                  <a:ext cx="86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14:cNvPr>
                <p14:cNvContentPartPr/>
                <p14:nvPr/>
              </p14:nvContentPartPr>
              <p14:xfrm>
                <a:off x="2747302" y="5527616"/>
                <a:ext cx="138960" cy="1188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738302" y="5518976"/>
                  <a:ext cx="156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14:cNvPr>
                <p14:cNvContentPartPr/>
                <p14:nvPr/>
              </p14:nvContentPartPr>
              <p14:xfrm>
                <a:off x="2791222" y="5582336"/>
                <a:ext cx="47880" cy="5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82222" y="5573696"/>
                  <a:ext cx="655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31B2113-3D66-A8B4-1004-B60B17916947}"/>
              </a:ext>
            </a:extLst>
          </p:cNvPr>
          <p:cNvGrpSpPr/>
          <p:nvPr/>
        </p:nvGrpSpPr>
        <p:grpSpPr>
          <a:xfrm>
            <a:off x="2790862" y="4767296"/>
            <a:ext cx="521640" cy="469440"/>
            <a:chOff x="2790862" y="4767296"/>
            <a:chExt cx="52164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14:cNvPr>
                <p14:cNvContentPartPr/>
                <p14:nvPr/>
              </p14:nvContentPartPr>
              <p14:xfrm>
                <a:off x="2790862" y="4939016"/>
                <a:ext cx="148320" cy="297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2222" y="4930016"/>
                  <a:ext cx="165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14:cNvPr>
                <p14:cNvContentPartPr/>
                <p14:nvPr/>
              </p14:nvContentPartPr>
              <p14:xfrm>
                <a:off x="3024862" y="4767296"/>
                <a:ext cx="178560" cy="1674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015862" y="4758656"/>
                  <a:ext cx="19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14:cNvPr>
                <p14:cNvContentPartPr/>
                <p14:nvPr/>
              </p14:nvContentPartPr>
              <p14:xfrm>
                <a:off x="3077782" y="4864136"/>
                <a:ext cx="102600" cy="57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69142" y="4855496"/>
                  <a:ext cx="120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14:cNvPr>
                <p14:cNvContentPartPr/>
                <p14:nvPr/>
              </p14:nvContentPartPr>
              <p14:xfrm>
                <a:off x="3222862" y="4881776"/>
                <a:ext cx="89640" cy="62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213862" y="4873136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687BC04A-E7A9-32A5-9D3A-44972AF9BEE8}"/>
              </a:ext>
            </a:extLst>
          </p:cNvPr>
          <p:cNvGrpSpPr/>
          <p:nvPr/>
        </p:nvGrpSpPr>
        <p:grpSpPr>
          <a:xfrm>
            <a:off x="2487742" y="5768096"/>
            <a:ext cx="1195560" cy="840600"/>
            <a:chOff x="2487742" y="5768096"/>
            <a:chExt cx="1195560" cy="84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14:cNvPr>
                <p14:cNvContentPartPr/>
                <p14:nvPr/>
              </p14:nvContentPartPr>
              <p14:xfrm>
                <a:off x="2487742" y="5768096"/>
                <a:ext cx="1091520" cy="8071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79102" y="5759096"/>
                  <a:ext cx="11091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14:cNvPr>
                <p14:cNvContentPartPr/>
                <p14:nvPr/>
              </p14:nvContentPartPr>
              <p14:xfrm>
                <a:off x="3565942" y="6529856"/>
                <a:ext cx="117360" cy="78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57302" y="6520856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7A72E622-6931-1AD1-E069-4BEA0462E11A}"/>
              </a:ext>
            </a:extLst>
          </p:cNvPr>
          <p:cNvGrpSpPr/>
          <p:nvPr/>
        </p:nvGrpSpPr>
        <p:grpSpPr>
          <a:xfrm>
            <a:off x="2737582" y="5763776"/>
            <a:ext cx="426600" cy="186480"/>
            <a:chOff x="2737582" y="5763776"/>
            <a:chExt cx="42660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14:cNvPr>
                <p14:cNvContentPartPr/>
                <p14:nvPr/>
              </p14:nvContentPartPr>
              <p14:xfrm>
                <a:off x="2768182" y="5763776"/>
                <a:ext cx="56160" cy="1825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759182" y="5755136"/>
                  <a:ext cx="7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14:cNvPr>
                <p14:cNvContentPartPr/>
                <p14:nvPr/>
              </p14:nvContentPartPr>
              <p14:xfrm>
                <a:off x="2737582" y="5879696"/>
                <a:ext cx="100800" cy="705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728942" y="587069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14:cNvPr>
                <p14:cNvContentPartPr/>
                <p14:nvPr/>
              </p14:nvContentPartPr>
              <p14:xfrm>
                <a:off x="2918662" y="5898776"/>
                <a:ext cx="69120" cy="792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910022" y="5889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14:cNvPr>
                <p14:cNvContentPartPr/>
                <p14:nvPr/>
              </p14:nvContentPartPr>
              <p14:xfrm>
                <a:off x="3028462" y="5837216"/>
                <a:ext cx="135720" cy="1072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019822" y="5828216"/>
                  <a:ext cx="15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14:cNvPr>
                <p14:cNvContentPartPr/>
                <p14:nvPr/>
              </p14:nvContentPartPr>
              <p14:xfrm>
                <a:off x="3064822" y="5893736"/>
                <a:ext cx="55800" cy="129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56182" y="5884736"/>
                  <a:ext cx="734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0EBBF76-6A24-034E-275E-940DBF94D022}"/>
              </a:ext>
            </a:extLst>
          </p:cNvPr>
          <p:cNvGrpSpPr/>
          <p:nvPr/>
        </p:nvGrpSpPr>
        <p:grpSpPr>
          <a:xfrm>
            <a:off x="2966902" y="6301616"/>
            <a:ext cx="173160" cy="294840"/>
            <a:chOff x="2966902" y="6301616"/>
            <a:chExt cx="17316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14:cNvPr>
                <p14:cNvContentPartPr/>
                <p14:nvPr/>
              </p14:nvContentPartPr>
              <p14:xfrm>
                <a:off x="3009022" y="6301616"/>
                <a:ext cx="21600" cy="720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000022" y="6292616"/>
                  <a:ext cx="39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14:cNvPr>
                <p14:cNvContentPartPr/>
                <p14:nvPr/>
              </p14:nvContentPartPr>
              <p14:xfrm>
                <a:off x="2966902" y="6443096"/>
                <a:ext cx="148680" cy="14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957902" y="6434456"/>
                  <a:ext cx="166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14:cNvPr>
                <p14:cNvContentPartPr/>
                <p14:nvPr/>
              </p14:nvContentPartPr>
              <p14:xfrm>
                <a:off x="3014062" y="6516536"/>
                <a:ext cx="126000" cy="799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005422" y="6507896"/>
                  <a:ext cx="1436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BB31EAED-6193-2D94-A947-D265D99A9305}"/>
              </a:ext>
            </a:extLst>
          </p:cNvPr>
          <p:cNvGrpSpPr/>
          <p:nvPr/>
        </p:nvGrpSpPr>
        <p:grpSpPr>
          <a:xfrm>
            <a:off x="3864742" y="6514376"/>
            <a:ext cx="279000" cy="169200"/>
            <a:chOff x="3864742" y="6514376"/>
            <a:chExt cx="27900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14:cNvPr>
                <p14:cNvContentPartPr/>
                <p14:nvPr/>
              </p14:nvContentPartPr>
              <p14:xfrm>
                <a:off x="3864742" y="6514376"/>
                <a:ext cx="141120" cy="1378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56102" y="6505376"/>
                  <a:ext cx="158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14:cNvPr>
                <p14:cNvContentPartPr/>
                <p14:nvPr/>
              </p14:nvContentPartPr>
              <p14:xfrm>
                <a:off x="3886702" y="6597176"/>
                <a:ext cx="111240" cy="61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878062" y="6588176"/>
                  <a:ext cx="128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14:cNvPr>
                <p14:cNvContentPartPr/>
                <p14:nvPr/>
              </p14:nvContentPartPr>
              <p14:xfrm>
                <a:off x="4044382" y="6629216"/>
                <a:ext cx="99360" cy="543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035382" y="6620576"/>
                  <a:ext cx="117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BE367A67-66B8-AA39-2C90-8A866E15F85F}"/>
              </a:ext>
            </a:extLst>
          </p:cNvPr>
          <p:cNvGrpSpPr/>
          <p:nvPr/>
        </p:nvGrpSpPr>
        <p:grpSpPr>
          <a:xfrm>
            <a:off x="4014142" y="6304496"/>
            <a:ext cx="200880" cy="102240"/>
            <a:chOff x="4014142" y="6304496"/>
            <a:chExt cx="20088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14:cNvPr>
                <p14:cNvContentPartPr/>
                <p14:nvPr/>
              </p14:nvContentPartPr>
              <p14:xfrm>
                <a:off x="4014142" y="6398096"/>
                <a:ext cx="68760" cy="86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005502" y="6389456"/>
                  <a:ext cx="86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14:cNvPr>
                <p14:cNvContentPartPr/>
                <p14:nvPr/>
              </p14:nvContentPartPr>
              <p14:xfrm>
                <a:off x="4180462" y="6304496"/>
                <a:ext cx="34560" cy="9000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171822" y="629549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A9FBB019-3D47-498F-933B-EA5C6AA93EF2}"/>
              </a:ext>
            </a:extLst>
          </p:cNvPr>
          <p:cNvGrpSpPr/>
          <p:nvPr/>
        </p:nvGrpSpPr>
        <p:grpSpPr>
          <a:xfrm>
            <a:off x="4997302" y="6379376"/>
            <a:ext cx="834840" cy="337320"/>
            <a:chOff x="4997302" y="6379376"/>
            <a:chExt cx="83484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14:cNvPr>
                <p14:cNvContentPartPr/>
                <p14:nvPr/>
              </p14:nvContentPartPr>
              <p14:xfrm>
                <a:off x="4997302" y="6490256"/>
                <a:ext cx="153000" cy="1508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988302" y="6481616"/>
                  <a:ext cx="170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14:cNvPr>
                <p14:cNvContentPartPr/>
                <p14:nvPr/>
              </p14:nvContentPartPr>
              <p14:xfrm>
                <a:off x="5007742" y="6544256"/>
                <a:ext cx="137520" cy="270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999102" y="6535616"/>
                  <a:ext cx="155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14:cNvPr>
                <p14:cNvContentPartPr/>
                <p14:nvPr/>
              </p14:nvContentPartPr>
              <p14:xfrm>
                <a:off x="5200702" y="6592136"/>
                <a:ext cx="68760" cy="892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192062" y="6583136"/>
                  <a:ext cx="8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14:cNvPr>
                <p14:cNvContentPartPr/>
                <p14:nvPr/>
              </p14:nvContentPartPr>
              <p14:xfrm>
                <a:off x="5397982" y="6655856"/>
                <a:ext cx="19440" cy="608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389342" y="6646856"/>
                  <a:ext cx="37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14:cNvPr>
                <p14:cNvContentPartPr/>
                <p14:nvPr/>
              </p14:nvContentPartPr>
              <p14:xfrm>
                <a:off x="5534062" y="6494936"/>
                <a:ext cx="152280" cy="1670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525422" y="6485936"/>
                  <a:ext cx="169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14:cNvPr>
                <p14:cNvContentPartPr/>
                <p14:nvPr/>
              </p14:nvContentPartPr>
              <p14:xfrm>
                <a:off x="5575462" y="6592136"/>
                <a:ext cx="91800" cy="36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566462" y="6583136"/>
                  <a:ext cx="109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14:cNvPr>
                <p14:cNvContentPartPr/>
                <p14:nvPr/>
              </p14:nvContentPartPr>
              <p14:xfrm>
                <a:off x="5711542" y="6599696"/>
                <a:ext cx="60840" cy="7740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5702542" y="6591056"/>
                  <a:ext cx="78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14:cNvPr>
                <p14:cNvContentPartPr/>
                <p14:nvPr/>
              </p14:nvContentPartPr>
              <p14:xfrm>
                <a:off x="5661862" y="6448496"/>
                <a:ext cx="79920" cy="50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652862" y="6439496"/>
                  <a:ext cx="9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14:cNvPr>
                <p14:cNvContentPartPr/>
                <p14:nvPr/>
              </p14:nvContentPartPr>
              <p14:xfrm>
                <a:off x="5815942" y="6379376"/>
                <a:ext cx="16200" cy="752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806942" y="6370376"/>
                  <a:ext cx="338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8F8C44C-B1E4-A846-5EDF-7980EDCC65B8}"/>
              </a:ext>
            </a:extLst>
          </p:cNvPr>
          <p:cNvGrpSpPr/>
          <p:nvPr/>
        </p:nvGrpSpPr>
        <p:grpSpPr>
          <a:xfrm>
            <a:off x="6165142" y="6486296"/>
            <a:ext cx="320400" cy="149400"/>
            <a:chOff x="6165142" y="6486296"/>
            <a:chExt cx="32040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14:cNvPr>
                <p14:cNvContentPartPr/>
                <p14:nvPr/>
              </p14:nvContentPartPr>
              <p14:xfrm>
                <a:off x="6165142" y="6574856"/>
                <a:ext cx="112680" cy="608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56142" y="6565856"/>
                  <a:ext cx="130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14:cNvPr>
                <p14:cNvContentPartPr/>
                <p14:nvPr/>
              </p14:nvContentPartPr>
              <p14:xfrm>
                <a:off x="6293662" y="6486296"/>
                <a:ext cx="191880" cy="1141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285022" y="6477656"/>
                  <a:ext cx="2095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14:cNvPr>
              <p14:cNvContentPartPr/>
              <p14:nvPr/>
            </p14:nvContentPartPr>
            <p14:xfrm>
              <a:off x="6687862" y="6448496"/>
              <a:ext cx="11880" cy="223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6678862" y="6439496"/>
                <a:ext cx="295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FB72BD0-E366-FF07-D2A7-906A5481A90F}"/>
              </a:ext>
            </a:extLst>
          </p:cNvPr>
          <p:cNvGrpSpPr/>
          <p:nvPr/>
        </p:nvGrpSpPr>
        <p:grpSpPr>
          <a:xfrm>
            <a:off x="6714142" y="6563696"/>
            <a:ext cx="241560" cy="59400"/>
            <a:chOff x="6714142" y="6563696"/>
            <a:chExt cx="24156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14:cNvPr>
                <p14:cNvContentPartPr/>
                <p14:nvPr/>
              </p14:nvContentPartPr>
              <p14:xfrm>
                <a:off x="6714142" y="6570896"/>
                <a:ext cx="42840" cy="522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705502" y="6561896"/>
                  <a:ext cx="6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14:cNvPr>
                <p14:cNvContentPartPr/>
                <p14:nvPr/>
              </p14:nvContentPartPr>
              <p14:xfrm>
                <a:off x="6794062" y="6563696"/>
                <a:ext cx="161640" cy="590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785062" y="6555056"/>
                  <a:ext cx="1792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B8A98090-A91A-F38F-348C-E20FB533F9C1}"/>
              </a:ext>
            </a:extLst>
          </p:cNvPr>
          <p:cNvGrpSpPr/>
          <p:nvPr/>
        </p:nvGrpSpPr>
        <p:grpSpPr>
          <a:xfrm>
            <a:off x="7137142" y="6347696"/>
            <a:ext cx="1200960" cy="361080"/>
            <a:chOff x="7137142" y="6347696"/>
            <a:chExt cx="12009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14:cNvPr>
                <p14:cNvContentPartPr/>
                <p14:nvPr/>
              </p14:nvContentPartPr>
              <p14:xfrm>
                <a:off x="7137142" y="6495296"/>
                <a:ext cx="209520" cy="139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128142" y="6486656"/>
                  <a:ext cx="22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14:cNvPr>
                <p14:cNvContentPartPr/>
                <p14:nvPr/>
              </p14:nvContentPartPr>
              <p14:xfrm>
                <a:off x="7417582" y="6544256"/>
                <a:ext cx="150120" cy="968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408582" y="6535256"/>
                  <a:ext cx="167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14:cNvPr>
                <p14:cNvContentPartPr/>
                <p14:nvPr/>
              </p14:nvContentPartPr>
              <p14:xfrm>
                <a:off x="7506502" y="6424736"/>
                <a:ext cx="360" cy="136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497502" y="6415736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14:cNvPr>
                <p14:cNvContentPartPr/>
                <p14:nvPr/>
              </p14:nvContentPartPr>
              <p14:xfrm>
                <a:off x="7597582" y="6558656"/>
                <a:ext cx="76320" cy="15012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588582" y="6549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14:cNvPr>
                <p14:cNvContentPartPr/>
                <p14:nvPr/>
              </p14:nvContentPartPr>
              <p14:xfrm>
                <a:off x="7740502" y="6521936"/>
                <a:ext cx="42120" cy="1162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731502" y="6513296"/>
                  <a:ext cx="5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14:cNvPr>
                <p14:cNvContentPartPr/>
                <p14:nvPr/>
              </p14:nvContentPartPr>
              <p14:xfrm>
                <a:off x="7856782" y="6556496"/>
                <a:ext cx="82080" cy="9000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848142" y="6547856"/>
                  <a:ext cx="99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14:cNvPr>
                <p14:cNvContentPartPr/>
                <p14:nvPr/>
              </p14:nvContentPartPr>
              <p14:xfrm>
                <a:off x="8002582" y="6570896"/>
                <a:ext cx="81360" cy="918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993582" y="656189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14:cNvPr>
                <p14:cNvContentPartPr/>
                <p14:nvPr/>
              </p14:nvContentPartPr>
              <p14:xfrm>
                <a:off x="8121382" y="6347696"/>
                <a:ext cx="216720" cy="2829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112382" y="6339056"/>
                  <a:ext cx="234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636F0B6-CA63-2155-057F-1AC493CFA431}"/>
              </a:ext>
            </a:extLst>
          </p:cNvPr>
          <p:cNvGrpSpPr/>
          <p:nvPr/>
        </p:nvGrpSpPr>
        <p:grpSpPr>
          <a:xfrm>
            <a:off x="8537182" y="6368576"/>
            <a:ext cx="1051920" cy="255600"/>
            <a:chOff x="8537182" y="6368576"/>
            <a:chExt cx="105192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14:cNvPr>
                <p14:cNvContentPartPr/>
                <p14:nvPr/>
              </p14:nvContentPartPr>
              <p14:xfrm>
                <a:off x="8537182" y="6404936"/>
                <a:ext cx="74880" cy="21924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28542" y="6396296"/>
                  <a:ext cx="92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14:cNvPr>
                <p14:cNvContentPartPr/>
                <p14:nvPr/>
              </p14:nvContentPartPr>
              <p14:xfrm>
                <a:off x="8678302" y="6524096"/>
                <a:ext cx="66240" cy="795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69302" y="6515456"/>
                  <a:ext cx="83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14:cNvPr>
                <p14:cNvContentPartPr/>
                <p14:nvPr/>
              </p14:nvContentPartPr>
              <p14:xfrm>
                <a:off x="8781982" y="6528056"/>
                <a:ext cx="115560" cy="918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773342" y="6519416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14:cNvPr>
                <p14:cNvContentPartPr/>
                <p14:nvPr/>
              </p14:nvContentPartPr>
              <p14:xfrm>
                <a:off x="8945782" y="6544256"/>
                <a:ext cx="58680" cy="727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936782" y="653525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14:cNvPr>
                <p14:cNvContentPartPr/>
                <p14:nvPr/>
              </p14:nvContentPartPr>
              <p14:xfrm>
                <a:off x="9021382" y="6368576"/>
                <a:ext cx="155880" cy="2372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012742" y="6359936"/>
                  <a:ext cx="173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14:cNvPr>
                <p14:cNvContentPartPr/>
                <p14:nvPr/>
              </p14:nvContentPartPr>
              <p14:xfrm>
                <a:off x="9130462" y="6389816"/>
                <a:ext cx="5400" cy="151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121822" y="638117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14:cNvPr>
                <p14:cNvContentPartPr/>
                <p14:nvPr/>
              </p14:nvContentPartPr>
              <p14:xfrm>
                <a:off x="9229822" y="6512216"/>
                <a:ext cx="264600" cy="972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220822" y="6503576"/>
                  <a:ext cx="282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14:cNvPr>
                <p14:cNvContentPartPr/>
                <p14:nvPr/>
              </p14:nvContentPartPr>
              <p14:xfrm>
                <a:off x="9548422" y="6480536"/>
                <a:ext cx="40680" cy="1216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539782" y="6471536"/>
                  <a:ext cx="58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D7B2032-408E-C297-67C3-0831E9CEC56B}"/>
              </a:ext>
            </a:extLst>
          </p:cNvPr>
          <p:cNvGrpSpPr/>
          <p:nvPr/>
        </p:nvGrpSpPr>
        <p:grpSpPr>
          <a:xfrm>
            <a:off x="6804502" y="5204696"/>
            <a:ext cx="393480" cy="282960"/>
            <a:chOff x="6804502" y="5204696"/>
            <a:chExt cx="39348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14:cNvPr>
                <p14:cNvContentPartPr/>
                <p14:nvPr/>
              </p14:nvContentPartPr>
              <p14:xfrm>
                <a:off x="6856702" y="5204696"/>
                <a:ext cx="134640" cy="2829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847702" y="5196056"/>
                  <a:ext cx="15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14:cNvPr>
                <p14:cNvContentPartPr/>
                <p14:nvPr/>
              </p14:nvContentPartPr>
              <p14:xfrm>
                <a:off x="6804502" y="5358416"/>
                <a:ext cx="149040" cy="270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6795862" y="5349776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14:cNvPr>
                <p14:cNvContentPartPr/>
                <p14:nvPr/>
              </p14:nvContentPartPr>
              <p14:xfrm>
                <a:off x="6961822" y="5349056"/>
                <a:ext cx="126000" cy="1054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952822" y="5340416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14:cNvPr>
                <p14:cNvContentPartPr/>
                <p14:nvPr/>
              </p14:nvContentPartPr>
              <p14:xfrm>
                <a:off x="7122742" y="5341496"/>
                <a:ext cx="75240" cy="892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114102" y="5332496"/>
                  <a:ext cx="9288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4317D33-78B3-B3BC-7B12-DF2DDD8AF1F9}"/>
              </a:ext>
            </a:extLst>
          </p:cNvPr>
          <p:cNvGrpSpPr/>
          <p:nvPr/>
        </p:nvGrpSpPr>
        <p:grpSpPr>
          <a:xfrm>
            <a:off x="7399942" y="5197136"/>
            <a:ext cx="2338920" cy="262440"/>
            <a:chOff x="7399942" y="5197136"/>
            <a:chExt cx="233892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14:cNvPr>
                <p14:cNvContentPartPr/>
                <p14:nvPr/>
              </p14:nvContentPartPr>
              <p14:xfrm>
                <a:off x="7399942" y="5313416"/>
                <a:ext cx="248400" cy="1461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390942" y="5304776"/>
                  <a:ext cx="266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14:cNvPr>
                <p14:cNvContentPartPr/>
                <p14:nvPr/>
              </p14:nvContentPartPr>
              <p14:xfrm>
                <a:off x="7669582" y="5218376"/>
                <a:ext cx="248760" cy="22392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660582" y="5209376"/>
                  <a:ext cx="266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14:cNvPr>
                <p14:cNvContentPartPr/>
                <p14:nvPr/>
              </p14:nvContentPartPr>
              <p14:xfrm>
                <a:off x="7949662" y="5397656"/>
                <a:ext cx="93960" cy="900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41022" y="5389016"/>
                  <a:ext cx="111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14:cNvPr>
                <p14:cNvContentPartPr/>
                <p14:nvPr/>
              </p14:nvContentPartPr>
              <p14:xfrm>
                <a:off x="8091142" y="5341856"/>
                <a:ext cx="108360" cy="1080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082502" y="5332856"/>
                  <a:ext cx="126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14:cNvPr>
                <p14:cNvContentPartPr/>
                <p14:nvPr/>
              </p14:nvContentPartPr>
              <p14:xfrm>
                <a:off x="8248822" y="5197136"/>
                <a:ext cx="396000" cy="24192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39822" y="5188496"/>
                  <a:ext cx="413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14:cNvPr>
                <p14:cNvContentPartPr/>
                <p14:nvPr/>
              </p14:nvContentPartPr>
              <p14:xfrm>
                <a:off x="8723662" y="5327096"/>
                <a:ext cx="109440" cy="11700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715022" y="5318096"/>
                  <a:ext cx="127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14:cNvPr>
                <p14:cNvContentPartPr/>
                <p14:nvPr/>
              </p14:nvContentPartPr>
              <p14:xfrm>
                <a:off x="8912302" y="5232056"/>
                <a:ext cx="96840" cy="2167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03662" y="5223416"/>
                  <a:ext cx="114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14:cNvPr>
                <p14:cNvContentPartPr/>
                <p14:nvPr/>
              </p14:nvContentPartPr>
              <p14:xfrm>
                <a:off x="9170062" y="5255096"/>
                <a:ext cx="173880" cy="1875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161422" y="5246456"/>
                  <a:ext cx="191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14:cNvPr>
                <p14:cNvContentPartPr/>
                <p14:nvPr/>
              </p14:nvContentPartPr>
              <p14:xfrm>
                <a:off x="9346102" y="5230616"/>
                <a:ext cx="136440" cy="2257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337102" y="5221976"/>
                  <a:ext cx="15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14:cNvPr>
                <p14:cNvContentPartPr/>
                <p14:nvPr/>
              </p14:nvContentPartPr>
              <p14:xfrm>
                <a:off x="9468142" y="5347976"/>
                <a:ext cx="143280" cy="6444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59142" y="5339336"/>
                  <a:ext cx="160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14:cNvPr>
                <p14:cNvContentPartPr/>
                <p14:nvPr/>
              </p14:nvContentPartPr>
              <p14:xfrm>
                <a:off x="9579742" y="5242496"/>
                <a:ext cx="159120" cy="21276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571102" y="5233496"/>
                  <a:ext cx="176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65F5D42D-9C87-3B6F-C7BC-EBD9FDF5D451}"/>
              </a:ext>
            </a:extLst>
          </p:cNvPr>
          <p:cNvGrpSpPr/>
          <p:nvPr/>
        </p:nvGrpSpPr>
        <p:grpSpPr>
          <a:xfrm>
            <a:off x="6900262" y="5684216"/>
            <a:ext cx="363960" cy="133200"/>
            <a:chOff x="6900262" y="5684216"/>
            <a:chExt cx="36396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14:cNvPr>
                <p14:cNvContentPartPr/>
                <p14:nvPr/>
              </p14:nvContentPartPr>
              <p14:xfrm>
                <a:off x="6900262" y="5700056"/>
                <a:ext cx="212040" cy="11628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891622" y="5691056"/>
                  <a:ext cx="229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14:cNvPr>
                <p14:cNvContentPartPr/>
                <p14:nvPr/>
              </p14:nvContentPartPr>
              <p14:xfrm>
                <a:off x="7113022" y="5684216"/>
                <a:ext cx="151200" cy="1332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104022" y="5675216"/>
                  <a:ext cx="1688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B1D2F3C-66BB-616B-0229-D7CD043C3E6A}"/>
              </a:ext>
            </a:extLst>
          </p:cNvPr>
          <p:cNvGrpSpPr/>
          <p:nvPr/>
        </p:nvGrpSpPr>
        <p:grpSpPr>
          <a:xfrm>
            <a:off x="7511542" y="5593136"/>
            <a:ext cx="596160" cy="186480"/>
            <a:chOff x="7511542" y="5593136"/>
            <a:chExt cx="59616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14:cNvPr>
                <p14:cNvContentPartPr/>
                <p14:nvPr/>
              </p14:nvContentPartPr>
              <p14:xfrm>
                <a:off x="7511542" y="5657936"/>
                <a:ext cx="415080" cy="12168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502902" y="5648936"/>
                  <a:ext cx="432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14:cNvPr>
                <p14:cNvContentPartPr/>
                <p14:nvPr/>
              </p14:nvContentPartPr>
              <p14:xfrm>
                <a:off x="7972702" y="5593136"/>
                <a:ext cx="135000" cy="17064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64062" y="5584496"/>
                  <a:ext cx="1526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F3B5CF0E-D6E2-B975-E0F7-241738615D28}"/>
              </a:ext>
            </a:extLst>
          </p:cNvPr>
          <p:cNvGrpSpPr/>
          <p:nvPr/>
        </p:nvGrpSpPr>
        <p:grpSpPr>
          <a:xfrm>
            <a:off x="8383102" y="5585576"/>
            <a:ext cx="1064880" cy="326520"/>
            <a:chOff x="8383102" y="5585576"/>
            <a:chExt cx="106488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14:cNvPr>
                <p14:cNvContentPartPr/>
                <p14:nvPr/>
              </p14:nvContentPartPr>
              <p14:xfrm>
                <a:off x="8383102" y="5720216"/>
                <a:ext cx="104400" cy="11484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374102" y="5711216"/>
                  <a:ext cx="122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14:cNvPr>
                <p14:cNvContentPartPr/>
                <p14:nvPr/>
              </p14:nvContentPartPr>
              <p14:xfrm>
                <a:off x="8508022" y="5698976"/>
                <a:ext cx="94320" cy="11448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499382" y="5689976"/>
                  <a:ext cx="111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14:cNvPr>
                <p14:cNvContentPartPr/>
                <p14:nvPr/>
              </p14:nvContentPartPr>
              <p14:xfrm>
                <a:off x="8664622" y="5725616"/>
                <a:ext cx="253800" cy="439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8655982" y="5716616"/>
                  <a:ext cx="271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14:cNvPr>
                <p14:cNvContentPartPr/>
                <p14:nvPr/>
              </p14:nvContentPartPr>
              <p14:xfrm>
                <a:off x="8988982" y="5705096"/>
                <a:ext cx="84240" cy="20700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979982" y="5696456"/>
                  <a:ext cx="101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14:cNvPr>
                <p14:cNvContentPartPr/>
                <p14:nvPr/>
              </p14:nvContentPartPr>
              <p14:xfrm>
                <a:off x="9078982" y="5585576"/>
                <a:ext cx="267120" cy="2052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069982" y="5576936"/>
                  <a:ext cx="284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14:cNvPr>
                <p14:cNvContentPartPr/>
                <p14:nvPr/>
              </p14:nvContentPartPr>
              <p14:xfrm>
                <a:off x="9314062" y="5688176"/>
                <a:ext cx="133920" cy="10692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9305062" y="5679536"/>
                  <a:ext cx="151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14:cNvPr>
                <p14:cNvContentPartPr/>
                <p14:nvPr/>
              </p14:nvContentPartPr>
              <p14:xfrm>
                <a:off x="9354022" y="5698976"/>
                <a:ext cx="71640" cy="1144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9345382" y="5689976"/>
                  <a:ext cx="89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9341343B-FCCC-62C4-519C-A59B43581EFE}"/>
              </a:ext>
            </a:extLst>
          </p:cNvPr>
          <p:cNvGrpSpPr/>
          <p:nvPr/>
        </p:nvGrpSpPr>
        <p:grpSpPr>
          <a:xfrm>
            <a:off x="9663982" y="5491616"/>
            <a:ext cx="1255680" cy="453240"/>
            <a:chOff x="9663982" y="5491616"/>
            <a:chExt cx="125568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14:cNvPr>
                <p14:cNvContentPartPr/>
                <p14:nvPr/>
              </p14:nvContentPartPr>
              <p14:xfrm>
                <a:off x="9663982" y="5692856"/>
                <a:ext cx="74880" cy="8568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654982" y="5684216"/>
                  <a:ext cx="92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14:cNvPr>
                <p14:cNvContentPartPr/>
                <p14:nvPr/>
              </p14:nvContentPartPr>
              <p14:xfrm>
                <a:off x="9800782" y="5688176"/>
                <a:ext cx="71280" cy="8676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791782" y="5679536"/>
                  <a:ext cx="8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14:cNvPr>
                <p14:cNvContentPartPr/>
                <p14:nvPr/>
              </p14:nvContentPartPr>
              <p14:xfrm>
                <a:off x="9909502" y="5725616"/>
                <a:ext cx="125640" cy="5292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9900502" y="5716616"/>
                  <a:ext cx="143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14:cNvPr>
                <p14:cNvContentPartPr/>
                <p14:nvPr/>
              </p14:nvContentPartPr>
              <p14:xfrm>
                <a:off x="10073662" y="5725616"/>
                <a:ext cx="128880" cy="21924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065022" y="5716616"/>
                  <a:ext cx="14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14:cNvPr>
                <p14:cNvContentPartPr/>
                <p14:nvPr/>
              </p14:nvContentPartPr>
              <p14:xfrm>
                <a:off x="10068982" y="5601776"/>
                <a:ext cx="15480" cy="176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059982" y="5592776"/>
                  <a:ext cx="3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14:cNvPr>
                <p14:cNvContentPartPr/>
                <p14:nvPr/>
              </p14:nvContentPartPr>
              <p14:xfrm>
                <a:off x="10229542" y="5700776"/>
                <a:ext cx="122760" cy="453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220902" y="5692136"/>
                  <a:ext cx="140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14:cNvPr>
                <p14:cNvContentPartPr/>
                <p14:nvPr/>
              </p14:nvContentPartPr>
              <p14:xfrm>
                <a:off x="10397302" y="5700056"/>
                <a:ext cx="76680" cy="2012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388302" y="5691416"/>
                  <a:ext cx="9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14:cNvPr>
                <p14:cNvContentPartPr/>
                <p14:nvPr/>
              </p14:nvContentPartPr>
              <p14:xfrm>
                <a:off x="10536982" y="5685656"/>
                <a:ext cx="72720" cy="7092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528342" y="5676656"/>
                  <a:ext cx="9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14:cNvPr>
                <p14:cNvContentPartPr/>
                <p14:nvPr/>
              </p14:nvContentPartPr>
              <p14:xfrm>
                <a:off x="10589902" y="5491616"/>
                <a:ext cx="239040" cy="2793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580902" y="5482616"/>
                  <a:ext cx="256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14:cNvPr>
                <p14:cNvContentPartPr/>
                <p14:nvPr/>
              </p14:nvContentPartPr>
              <p14:xfrm>
                <a:off x="10846942" y="5625536"/>
                <a:ext cx="72720" cy="1717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838302" y="5616536"/>
                  <a:ext cx="903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ACABE060-BB44-4A5F-D7A5-ED3712BC00D1}"/>
              </a:ext>
            </a:extLst>
          </p:cNvPr>
          <p:cNvGrpSpPr/>
          <p:nvPr/>
        </p:nvGrpSpPr>
        <p:grpSpPr>
          <a:xfrm>
            <a:off x="4720822" y="4553816"/>
            <a:ext cx="330120" cy="327960"/>
            <a:chOff x="4720822" y="4553816"/>
            <a:chExt cx="3301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14:cNvPr>
                <p14:cNvContentPartPr/>
                <p14:nvPr/>
              </p14:nvContentPartPr>
              <p14:xfrm>
                <a:off x="4720822" y="4651376"/>
                <a:ext cx="161640" cy="18180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711822" y="4642376"/>
                  <a:ext cx="179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14:cNvPr>
                <p14:cNvContentPartPr/>
                <p14:nvPr/>
              </p14:nvContentPartPr>
              <p14:xfrm>
                <a:off x="4752502" y="4746056"/>
                <a:ext cx="97200" cy="1764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743862" y="473705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14:cNvPr>
                <p14:cNvContentPartPr/>
                <p14:nvPr/>
              </p14:nvContentPartPr>
              <p14:xfrm>
                <a:off x="4904422" y="4809776"/>
                <a:ext cx="99360" cy="720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895422" y="4800776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14:cNvPr>
                <p14:cNvContentPartPr/>
                <p14:nvPr/>
              </p14:nvContentPartPr>
              <p14:xfrm>
                <a:off x="4935382" y="4553816"/>
                <a:ext cx="99000" cy="964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926742" y="4544816"/>
                  <a:ext cx="116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14:cNvPr>
                <p14:cNvContentPartPr/>
                <p14:nvPr/>
              </p14:nvContentPartPr>
              <p14:xfrm>
                <a:off x="4977862" y="4566416"/>
                <a:ext cx="41040" cy="7668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968862" y="4557776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14:cNvPr>
                <p14:cNvContentPartPr/>
                <p14:nvPr/>
              </p14:nvContentPartPr>
              <p14:xfrm>
                <a:off x="4880302" y="4604936"/>
                <a:ext cx="170640" cy="1800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71302" y="4595936"/>
                  <a:ext cx="1882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6E047963-2DBE-BBD7-EED0-D19949426A20}"/>
              </a:ext>
            </a:extLst>
          </p:cNvPr>
          <p:cNvGrpSpPr/>
          <p:nvPr/>
        </p:nvGrpSpPr>
        <p:grpSpPr>
          <a:xfrm>
            <a:off x="2513302" y="5974376"/>
            <a:ext cx="340920" cy="480960"/>
            <a:chOff x="2513302" y="5974376"/>
            <a:chExt cx="34092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14:cNvPr>
                <p14:cNvContentPartPr/>
                <p14:nvPr/>
              </p14:nvContentPartPr>
              <p14:xfrm>
                <a:off x="2720662" y="5974376"/>
                <a:ext cx="133560" cy="9756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2711662" y="5965376"/>
                  <a:ext cx="151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14:cNvPr>
                <p14:cNvContentPartPr/>
                <p14:nvPr/>
              </p14:nvContentPartPr>
              <p14:xfrm>
                <a:off x="2562622" y="6099296"/>
                <a:ext cx="137880" cy="1054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2553622" y="6090296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14:cNvPr>
                <p14:cNvContentPartPr/>
                <p14:nvPr/>
              </p14:nvContentPartPr>
              <p14:xfrm>
                <a:off x="2514382" y="6251576"/>
                <a:ext cx="72000" cy="14220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505742" y="6242936"/>
                  <a:ext cx="8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14:cNvPr>
                <p14:cNvContentPartPr/>
                <p14:nvPr/>
              </p14:nvContentPartPr>
              <p14:xfrm>
                <a:off x="2513302" y="6317456"/>
                <a:ext cx="86400" cy="900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504662" y="630845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14:cNvPr>
                <p14:cNvContentPartPr/>
                <p14:nvPr/>
              </p14:nvContentPartPr>
              <p14:xfrm>
                <a:off x="2568382" y="6394496"/>
                <a:ext cx="89640" cy="6084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2559742" y="6385856"/>
                  <a:ext cx="107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14:cNvPr>
                <p14:cNvContentPartPr/>
                <p14:nvPr/>
              </p14:nvContentPartPr>
              <p14:xfrm>
                <a:off x="2634982" y="6190736"/>
                <a:ext cx="78840" cy="6840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2626342" y="6181736"/>
                  <a:ext cx="9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14:cNvPr>
                <p14:cNvContentPartPr/>
                <p14:nvPr/>
              </p14:nvContentPartPr>
              <p14:xfrm>
                <a:off x="2648302" y="6187856"/>
                <a:ext cx="47520" cy="7020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639302" y="6179216"/>
                  <a:ext cx="65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14:cNvPr>
                <p14:cNvContentPartPr/>
                <p14:nvPr/>
              </p14:nvContentPartPr>
              <p14:xfrm>
                <a:off x="2627782" y="6235736"/>
                <a:ext cx="99720" cy="3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2618782" y="6227096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14:cNvPr>
                <p14:cNvContentPartPr/>
                <p14:nvPr/>
              </p14:nvContentPartPr>
              <p14:xfrm>
                <a:off x="2615542" y="6416456"/>
                <a:ext cx="360" cy="36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2606542" y="6407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2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14:cNvPr>
              <p14:cNvContentPartPr/>
              <p14:nvPr/>
            </p14:nvContentPartPr>
            <p14:xfrm>
              <a:off x="5224822" y="4938656"/>
              <a:ext cx="33120" cy="7200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5215822" y="4929656"/>
                <a:ext cx="507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7" name="Group 526">
            <a:extLst>
              <a:ext uri="{FF2B5EF4-FFF2-40B4-BE49-F238E27FC236}">
                <a16:creationId xmlns:a16="http://schemas.microsoft.com/office/drawing/2014/main" id="{8AC6396E-DFAF-5462-045B-1D613EE3D281}"/>
              </a:ext>
            </a:extLst>
          </p:cNvPr>
          <p:cNvGrpSpPr/>
          <p:nvPr/>
        </p:nvGrpSpPr>
        <p:grpSpPr>
          <a:xfrm>
            <a:off x="5273062" y="4482536"/>
            <a:ext cx="745200" cy="399240"/>
            <a:chOff x="5273062" y="4482536"/>
            <a:chExt cx="74520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14:cNvPr>
                <p14:cNvContentPartPr/>
                <p14:nvPr/>
              </p14:nvContentPartPr>
              <p14:xfrm>
                <a:off x="5358742" y="4655336"/>
                <a:ext cx="194400" cy="17784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349742" y="4646336"/>
                  <a:ext cx="21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6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14:cNvPr>
                <p14:cNvContentPartPr/>
                <p14:nvPr/>
              </p14:nvContentPartPr>
              <p14:xfrm>
                <a:off x="5420302" y="4759736"/>
                <a:ext cx="76680" cy="900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411662" y="4751096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8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14:cNvPr>
                <p14:cNvContentPartPr/>
                <p14:nvPr/>
              </p14:nvContentPartPr>
              <p14:xfrm>
                <a:off x="5584822" y="4784936"/>
                <a:ext cx="73080" cy="968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575822" y="4775936"/>
                  <a:ext cx="90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0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14:cNvPr>
                <p14:cNvContentPartPr/>
                <p14:nvPr/>
              </p14:nvContentPartPr>
              <p14:xfrm>
                <a:off x="5531542" y="4621496"/>
                <a:ext cx="93240" cy="900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22542" y="4612856"/>
                  <a:ext cx="11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2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14:cNvPr>
                <p14:cNvContentPartPr/>
                <p14:nvPr/>
              </p14:nvContentPartPr>
              <p14:xfrm>
                <a:off x="5663662" y="4575776"/>
                <a:ext cx="21600" cy="5472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5655022" y="4567136"/>
                  <a:ext cx="3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4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14:cNvPr>
                <p14:cNvContentPartPr/>
                <p14:nvPr/>
              </p14:nvContentPartPr>
              <p14:xfrm>
                <a:off x="5799742" y="4564976"/>
                <a:ext cx="113400" cy="28620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5791102" y="4556336"/>
                  <a:ext cx="13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6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14:cNvPr>
                <p14:cNvContentPartPr/>
                <p14:nvPr/>
              </p14:nvContentPartPr>
              <p14:xfrm>
                <a:off x="5273062" y="4587656"/>
                <a:ext cx="110880" cy="27504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5264062" y="4579016"/>
                  <a:ext cx="12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14:cNvPr>
                <p14:cNvContentPartPr/>
                <p14:nvPr/>
              </p14:nvContentPartPr>
              <p14:xfrm>
                <a:off x="5913502" y="4482536"/>
                <a:ext cx="69840" cy="6876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5904862" y="4473536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14:cNvPr>
                <p14:cNvContentPartPr/>
                <p14:nvPr/>
              </p14:nvContentPartPr>
              <p14:xfrm>
                <a:off x="5927902" y="4491896"/>
                <a:ext cx="42480" cy="648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5918902" y="4483256"/>
                  <a:ext cx="60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2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14:cNvPr>
                <p14:cNvContentPartPr/>
                <p14:nvPr/>
              </p14:nvContentPartPr>
              <p14:xfrm>
                <a:off x="5894782" y="4520696"/>
                <a:ext cx="123480" cy="1584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5886142" y="4512056"/>
                  <a:ext cx="14112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14:cNvPr>
              <p14:cNvContentPartPr/>
              <p14:nvPr/>
            </p14:nvContentPartPr>
            <p14:xfrm>
              <a:off x="3601222" y="6386936"/>
              <a:ext cx="9000" cy="5652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:cNvPr>
              <p:cNvPicPr/>
              <p:nvPr/>
            </p:nvPicPr>
            <p:blipFill>
              <a:blip r:embed="rId865"/>
              <a:stretch>
                <a:fillRect/>
              </a:stretch>
            </p:blipFill>
            <p:spPr>
              <a:xfrm>
                <a:off x="3592222" y="6377936"/>
                <a:ext cx="26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14:cNvPr>
              <p14:cNvContentPartPr/>
              <p14:nvPr/>
            </p14:nvContentPartPr>
            <p14:xfrm>
              <a:off x="3551182" y="5992016"/>
              <a:ext cx="5760" cy="18036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:cNvPr>
              <p:cNvPicPr/>
              <p:nvPr/>
            </p:nvPicPr>
            <p:blipFill>
              <a:blip r:embed="rId867"/>
              <a:stretch>
                <a:fillRect/>
              </a:stretch>
            </p:blipFill>
            <p:spPr>
              <a:xfrm>
                <a:off x="3542182" y="5983016"/>
                <a:ext cx="234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8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14:cNvPr>
              <p14:cNvContentPartPr/>
              <p14:nvPr/>
            </p14:nvContentPartPr>
            <p14:xfrm>
              <a:off x="3538222" y="5678096"/>
              <a:ext cx="39960" cy="14868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3529582" y="5669456"/>
                <a:ext cx="57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0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14:cNvPr>
              <p14:cNvContentPartPr/>
              <p14:nvPr/>
            </p14:nvContentPartPr>
            <p14:xfrm>
              <a:off x="3576742" y="5400536"/>
              <a:ext cx="6840" cy="7020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:cNvPr>
              <p:cNvPicPr/>
              <p:nvPr/>
            </p:nvPicPr>
            <p:blipFill>
              <a:blip r:embed="rId871"/>
              <a:stretch>
                <a:fillRect/>
              </a:stretch>
            </p:blipFill>
            <p:spPr>
              <a:xfrm>
                <a:off x="3567742" y="5391896"/>
                <a:ext cx="244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D3B52D8C-0F49-80EF-43FF-DAD9D262EA02}"/>
              </a:ext>
            </a:extLst>
          </p:cNvPr>
          <p:cNvGrpSpPr/>
          <p:nvPr/>
        </p:nvGrpSpPr>
        <p:grpSpPr>
          <a:xfrm>
            <a:off x="2854582" y="4635176"/>
            <a:ext cx="1460160" cy="649440"/>
            <a:chOff x="2854582" y="4635176"/>
            <a:chExt cx="146016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14:cNvPr>
                <p14:cNvContentPartPr/>
                <p14:nvPr/>
              </p14:nvContentPartPr>
              <p14:xfrm>
                <a:off x="3524542" y="4721216"/>
                <a:ext cx="80280" cy="35064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515542" y="4712216"/>
                  <a:ext cx="97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14:cNvPr>
                <p14:cNvContentPartPr/>
                <p14:nvPr/>
              </p14:nvContentPartPr>
              <p14:xfrm>
                <a:off x="2854582" y="4753976"/>
                <a:ext cx="680400" cy="53064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2845942" y="4745336"/>
                  <a:ext cx="6980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14:cNvPr>
                <p14:cNvContentPartPr/>
                <p14:nvPr/>
              </p14:nvContentPartPr>
              <p14:xfrm>
                <a:off x="3502582" y="4635176"/>
                <a:ext cx="124200" cy="9756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3493942" y="4626536"/>
                  <a:ext cx="141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14:cNvPr>
                <p14:cNvContentPartPr/>
                <p14:nvPr/>
              </p14:nvContentPartPr>
              <p14:xfrm>
                <a:off x="3806422" y="4959176"/>
                <a:ext cx="86760" cy="15588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3797422" y="4950176"/>
                  <a:ext cx="104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14:cNvPr>
                <p14:cNvContentPartPr/>
                <p14:nvPr/>
              </p14:nvContentPartPr>
              <p14:xfrm>
                <a:off x="3831622" y="5035136"/>
                <a:ext cx="86760" cy="1008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3822982" y="5026496"/>
                  <a:ext cx="10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14:cNvPr>
                <p14:cNvContentPartPr/>
                <p14:nvPr/>
              </p14:nvContentPartPr>
              <p14:xfrm>
                <a:off x="3966262" y="5076176"/>
                <a:ext cx="66240" cy="6984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3957262" y="5067536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14:cNvPr>
                <p14:cNvContentPartPr/>
                <p14:nvPr/>
              </p14:nvContentPartPr>
              <p14:xfrm>
                <a:off x="3944302" y="4938296"/>
                <a:ext cx="85320" cy="111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3935662" y="49296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14:cNvPr>
                <p14:cNvContentPartPr/>
                <p14:nvPr/>
              </p14:nvContentPartPr>
              <p14:xfrm>
                <a:off x="4093342" y="4901576"/>
                <a:ext cx="38520" cy="6300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4084702" y="4892576"/>
                  <a:ext cx="56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8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14:cNvPr>
                <p14:cNvContentPartPr/>
                <p14:nvPr/>
              </p14:nvContentPartPr>
              <p14:xfrm>
                <a:off x="3673222" y="4853696"/>
                <a:ext cx="65880" cy="9576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3664582" y="4844696"/>
                  <a:ext cx="83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14:cNvPr>
                <p14:cNvContentPartPr/>
                <p14:nvPr/>
              </p14:nvContentPartPr>
              <p14:xfrm>
                <a:off x="3769342" y="4859456"/>
                <a:ext cx="93600" cy="38232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3760702" y="4850816"/>
                  <a:ext cx="111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14:cNvPr>
                <p14:cNvContentPartPr/>
                <p14:nvPr/>
              </p14:nvContentPartPr>
              <p14:xfrm>
                <a:off x="4173982" y="4954496"/>
                <a:ext cx="69480" cy="28764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4165342" y="4945856"/>
                  <a:ext cx="87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14:cNvPr>
                <p14:cNvContentPartPr/>
                <p14:nvPr/>
              </p14:nvContentPartPr>
              <p14:xfrm>
                <a:off x="4199542" y="4821656"/>
                <a:ext cx="115200" cy="9864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4190902" y="4813016"/>
                  <a:ext cx="132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14:cNvPr>
                <p14:cNvContentPartPr/>
                <p14:nvPr/>
              </p14:nvContentPartPr>
              <p14:xfrm>
                <a:off x="4232302" y="4821656"/>
                <a:ext cx="42120" cy="7776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4223662" y="481301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14:cNvPr>
                <p14:cNvContentPartPr/>
                <p14:nvPr/>
              </p14:nvContentPartPr>
              <p14:xfrm>
                <a:off x="4169662" y="4869536"/>
                <a:ext cx="141840" cy="576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4161022" y="4860896"/>
                  <a:ext cx="1594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1F4AF17B-8491-F216-4EAF-D2A8821E6F26}"/>
              </a:ext>
            </a:extLst>
          </p:cNvPr>
          <p:cNvGrpSpPr/>
          <p:nvPr/>
        </p:nvGrpSpPr>
        <p:grpSpPr>
          <a:xfrm>
            <a:off x="384262" y="1951016"/>
            <a:ext cx="2817360" cy="1081800"/>
            <a:chOff x="384262" y="1951016"/>
            <a:chExt cx="2817360" cy="10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14:cNvPr>
                <p14:cNvContentPartPr/>
                <p14:nvPr/>
              </p14:nvContentPartPr>
              <p14:xfrm>
                <a:off x="442942" y="2205896"/>
                <a:ext cx="22680" cy="6696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433942" y="2197256"/>
                  <a:ext cx="40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14:cNvPr>
                <p14:cNvContentPartPr/>
                <p14:nvPr/>
              </p14:nvContentPartPr>
              <p14:xfrm>
                <a:off x="408022" y="2075576"/>
                <a:ext cx="2880" cy="1908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99022" y="2066936"/>
                  <a:ext cx="2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14:cNvPr>
                <p14:cNvContentPartPr/>
                <p14:nvPr/>
              </p14:nvContentPartPr>
              <p14:xfrm>
                <a:off x="555622" y="2055776"/>
                <a:ext cx="69840" cy="27396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546622" y="2047136"/>
                  <a:ext cx="87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14:cNvPr>
                <p14:cNvContentPartPr/>
                <p14:nvPr/>
              </p14:nvContentPartPr>
              <p14:xfrm>
                <a:off x="522142" y="2231816"/>
                <a:ext cx="121320" cy="2268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513502" y="2222816"/>
                  <a:ext cx="13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14:cNvPr>
                <p14:cNvContentPartPr/>
                <p14:nvPr/>
              </p14:nvContentPartPr>
              <p14:xfrm>
                <a:off x="804382" y="2081336"/>
                <a:ext cx="183600" cy="1936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795742" y="2072336"/>
                  <a:ext cx="20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14:cNvPr>
                <p14:cNvContentPartPr/>
                <p14:nvPr/>
              </p14:nvContentPartPr>
              <p14:xfrm>
                <a:off x="985462" y="2035976"/>
                <a:ext cx="116280" cy="23508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976822" y="2026976"/>
                  <a:ext cx="133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14:cNvPr>
                <p14:cNvContentPartPr/>
                <p14:nvPr/>
              </p14:nvContentPartPr>
              <p14:xfrm>
                <a:off x="1151782" y="2185376"/>
                <a:ext cx="120600" cy="5040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1142782" y="2176736"/>
                  <a:ext cx="138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14:cNvPr>
                <p14:cNvContentPartPr/>
                <p14:nvPr/>
              </p14:nvContentPartPr>
              <p14:xfrm>
                <a:off x="1238542" y="2030576"/>
                <a:ext cx="142200" cy="26676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1229542" y="2021936"/>
                  <a:ext cx="159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14:cNvPr>
                <p14:cNvContentPartPr/>
                <p14:nvPr/>
              </p14:nvContentPartPr>
              <p14:xfrm>
                <a:off x="1475422" y="2190416"/>
                <a:ext cx="92880" cy="1080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1466782" y="2181416"/>
                  <a:ext cx="11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14:cNvPr>
                <p14:cNvContentPartPr/>
                <p14:nvPr/>
              </p14:nvContentPartPr>
              <p14:xfrm>
                <a:off x="1438702" y="2147216"/>
                <a:ext cx="92520" cy="1152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1429702" y="2138216"/>
                  <a:ext cx="110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14:cNvPr>
                <p14:cNvContentPartPr/>
                <p14:nvPr/>
              </p14:nvContentPartPr>
              <p14:xfrm>
                <a:off x="1638502" y="2176376"/>
                <a:ext cx="84240" cy="1404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1629502" y="216773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14:cNvPr>
                <p14:cNvContentPartPr/>
                <p14:nvPr/>
              </p14:nvContentPartPr>
              <p14:xfrm>
                <a:off x="1764862" y="2021576"/>
                <a:ext cx="149040" cy="19152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1755862" y="2012576"/>
                  <a:ext cx="166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14:cNvPr>
                <p14:cNvContentPartPr/>
                <p14:nvPr/>
              </p14:nvContentPartPr>
              <p14:xfrm>
                <a:off x="1991662" y="2014736"/>
                <a:ext cx="114480" cy="23904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1982662" y="2005736"/>
                  <a:ext cx="132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14:cNvPr>
                <p14:cNvContentPartPr/>
                <p14:nvPr/>
              </p14:nvContentPartPr>
              <p14:xfrm>
                <a:off x="2082382" y="2041376"/>
                <a:ext cx="200160" cy="13572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2073382" y="2032376"/>
                  <a:ext cx="217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14:cNvPr>
                <p14:cNvContentPartPr/>
                <p14:nvPr/>
              </p14:nvContentPartPr>
              <p14:xfrm>
                <a:off x="2360302" y="2137856"/>
                <a:ext cx="79920" cy="1548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2351662" y="2128856"/>
                  <a:ext cx="97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14:cNvPr>
                <p14:cNvContentPartPr/>
                <p14:nvPr/>
              </p14:nvContentPartPr>
              <p14:xfrm>
                <a:off x="2477302" y="2094296"/>
                <a:ext cx="122040" cy="7092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2468302" y="2085656"/>
                  <a:ext cx="139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14:cNvPr>
                <p14:cNvContentPartPr/>
                <p14:nvPr/>
              </p14:nvContentPartPr>
              <p14:xfrm>
                <a:off x="2567662" y="1951016"/>
                <a:ext cx="170640" cy="28152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558662" y="1942016"/>
                  <a:ext cx="188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14:cNvPr>
                <p14:cNvContentPartPr/>
                <p14:nvPr/>
              </p14:nvContentPartPr>
              <p14:xfrm>
                <a:off x="611062" y="2531696"/>
                <a:ext cx="103680" cy="6372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602422" y="252305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14:cNvPr>
                <p14:cNvContentPartPr/>
                <p14:nvPr/>
              </p14:nvContentPartPr>
              <p14:xfrm>
                <a:off x="770542" y="2557616"/>
                <a:ext cx="209520" cy="5760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761902" y="2548976"/>
                  <a:ext cx="22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14:cNvPr>
                <p14:cNvContentPartPr/>
                <p14:nvPr/>
              </p14:nvContentPartPr>
              <p14:xfrm>
                <a:off x="994102" y="2429456"/>
                <a:ext cx="68400" cy="15516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:cNvPr>
                <p:cNvPicPr/>
                <p:nvPr/>
              </p:nvPicPr>
              <p:blipFill>
                <a:blip r:embed="rId939"/>
                <a:stretch>
                  <a:fillRect/>
                </a:stretch>
              </p:blipFill>
              <p:spPr>
                <a:xfrm>
                  <a:off x="985102" y="2420456"/>
                  <a:ext cx="86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14:cNvPr>
                <p14:cNvContentPartPr/>
                <p14:nvPr/>
              </p14:nvContentPartPr>
              <p14:xfrm>
                <a:off x="988702" y="2534576"/>
                <a:ext cx="201240" cy="4680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:cNvPr>
                <p:cNvPicPr/>
                <p:nvPr/>
              </p:nvPicPr>
              <p:blipFill>
                <a:blip r:embed="rId941"/>
                <a:stretch>
                  <a:fillRect/>
                </a:stretch>
              </p:blipFill>
              <p:spPr>
                <a:xfrm>
                  <a:off x="979702" y="2525936"/>
                  <a:ext cx="218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14:cNvPr>
                <p14:cNvContentPartPr/>
                <p14:nvPr/>
              </p14:nvContentPartPr>
              <p14:xfrm>
                <a:off x="1094902" y="2413256"/>
                <a:ext cx="5760" cy="1980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:cNvPr>
                <p:cNvPicPr/>
                <p:nvPr/>
              </p:nvPicPr>
              <p:blipFill>
                <a:blip r:embed="rId943"/>
                <a:stretch>
                  <a:fillRect/>
                </a:stretch>
              </p:blipFill>
              <p:spPr>
                <a:xfrm>
                  <a:off x="1086262" y="2404616"/>
                  <a:ext cx="2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14:cNvPr>
                <p14:cNvContentPartPr/>
                <p14:nvPr/>
              </p14:nvContentPartPr>
              <p14:xfrm>
                <a:off x="1256542" y="2469056"/>
                <a:ext cx="111600" cy="9432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:cNvPr>
                <p:cNvPicPr/>
                <p:nvPr/>
              </p:nvPicPr>
              <p:blipFill>
                <a:blip r:embed="rId945"/>
                <a:stretch>
                  <a:fillRect/>
                </a:stretch>
              </p:blipFill>
              <p:spPr>
                <a:xfrm>
                  <a:off x="1247542" y="2460416"/>
                  <a:ext cx="12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14:cNvPr>
                <p14:cNvContentPartPr/>
                <p14:nvPr/>
              </p14:nvContentPartPr>
              <p14:xfrm>
                <a:off x="1396582" y="2520896"/>
                <a:ext cx="102240" cy="14832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1387942" y="2511896"/>
                  <a:ext cx="11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14:cNvPr>
                <p14:cNvContentPartPr/>
                <p14:nvPr/>
              </p14:nvContentPartPr>
              <p14:xfrm>
                <a:off x="1534102" y="2475536"/>
                <a:ext cx="186480" cy="6336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1525102" y="2466536"/>
                  <a:ext cx="20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14:cNvPr>
                <p14:cNvContentPartPr/>
                <p14:nvPr/>
              </p14:nvContentPartPr>
              <p14:xfrm>
                <a:off x="1801942" y="2455736"/>
                <a:ext cx="180360" cy="4752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1793302" y="2447096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14:cNvPr>
                <p14:cNvContentPartPr/>
                <p14:nvPr/>
              </p14:nvContentPartPr>
              <p14:xfrm>
                <a:off x="2065102" y="2461496"/>
                <a:ext cx="85680" cy="9360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2056462" y="2452856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14:cNvPr>
                <p14:cNvContentPartPr/>
                <p14:nvPr/>
              </p14:nvContentPartPr>
              <p14:xfrm>
                <a:off x="2174182" y="2365736"/>
                <a:ext cx="64440" cy="16560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2165182" y="2356736"/>
                  <a:ext cx="82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14:cNvPr>
                <p14:cNvContentPartPr/>
                <p14:nvPr/>
              </p14:nvContentPartPr>
              <p14:xfrm>
                <a:off x="2165902" y="2463656"/>
                <a:ext cx="77760" cy="2988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2157262" y="2454656"/>
                  <a:ext cx="95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14:cNvPr>
                <p14:cNvContentPartPr/>
                <p14:nvPr/>
              </p14:nvContentPartPr>
              <p14:xfrm>
                <a:off x="2281462" y="2434856"/>
                <a:ext cx="32040" cy="9072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2272822" y="2425856"/>
                  <a:ext cx="49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14:cNvPr>
                <p14:cNvContentPartPr/>
                <p14:nvPr/>
              </p14:nvContentPartPr>
              <p14:xfrm>
                <a:off x="2445262" y="2456096"/>
                <a:ext cx="5040" cy="4284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2436622" y="2447096"/>
                  <a:ext cx="22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14:cNvPr>
                <p14:cNvContentPartPr/>
                <p14:nvPr/>
              </p14:nvContentPartPr>
              <p14:xfrm>
                <a:off x="2381542" y="2322896"/>
                <a:ext cx="15120" cy="648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2372542" y="2314256"/>
                  <a:ext cx="3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14:cNvPr>
                <p14:cNvContentPartPr/>
                <p14:nvPr/>
              </p14:nvContentPartPr>
              <p14:xfrm>
                <a:off x="2557582" y="2408216"/>
                <a:ext cx="86400" cy="9468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2548942" y="2399216"/>
                  <a:ext cx="104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14:cNvPr>
                <p14:cNvContentPartPr/>
                <p14:nvPr/>
              </p14:nvContentPartPr>
              <p14:xfrm>
                <a:off x="2072302" y="2465456"/>
                <a:ext cx="25560" cy="6660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2063662" y="2456456"/>
                  <a:ext cx="43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14:cNvPr>
                <p14:cNvContentPartPr/>
                <p14:nvPr/>
              </p14:nvContentPartPr>
              <p14:xfrm>
                <a:off x="2036662" y="2450336"/>
                <a:ext cx="121680" cy="8604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2027662" y="244169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14:cNvPr>
                <p14:cNvContentPartPr/>
                <p14:nvPr/>
              </p14:nvContentPartPr>
              <p14:xfrm>
                <a:off x="404422" y="2992856"/>
                <a:ext cx="128160" cy="468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5422" y="2984216"/>
                  <a:ext cx="145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14:cNvPr>
                <p14:cNvContentPartPr/>
                <p14:nvPr/>
              </p14:nvContentPartPr>
              <p14:xfrm>
                <a:off x="384262" y="2918336"/>
                <a:ext cx="163440" cy="1656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375262" y="2909696"/>
                  <a:ext cx="181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14:cNvPr>
                <p14:cNvContentPartPr/>
                <p14:nvPr/>
              </p14:nvContentPartPr>
              <p14:xfrm>
                <a:off x="472822" y="2860016"/>
                <a:ext cx="151560" cy="16956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64182" y="2851016"/>
                  <a:ext cx="16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14:cNvPr>
                <p14:cNvContentPartPr/>
                <p14:nvPr/>
              </p14:nvContentPartPr>
              <p14:xfrm>
                <a:off x="798262" y="2830496"/>
                <a:ext cx="89640" cy="18936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789622" y="2821496"/>
                  <a:ext cx="107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8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14:cNvPr>
                <p14:cNvContentPartPr/>
                <p14:nvPr/>
              </p14:nvContentPartPr>
              <p14:xfrm>
                <a:off x="871702" y="2917256"/>
                <a:ext cx="36360" cy="2808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862702" y="2908616"/>
                  <a:ext cx="5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0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14:cNvPr>
                <p14:cNvContentPartPr/>
                <p14:nvPr/>
              </p14:nvContentPartPr>
              <p14:xfrm>
                <a:off x="879982" y="2813936"/>
                <a:ext cx="79920" cy="17388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871342" y="2805296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2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14:cNvPr>
                <p14:cNvContentPartPr/>
                <p14:nvPr/>
              </p14:nvContentPartPr>
              <p14:xfrm>
                <a:off x="1000942" y="2751656"/>
                <a:ext cx="126720" cy="27216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991942" y="2743016"/>
                  <a:ext cx="144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4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14:cNvPr>
                <p14:cNvContentPartPr/>
                <p14:nvPr/>
              </p14:nvContentPartPr>
              <p14:xfrm>
                <a:off x="1116142" y="2856056"/>
                <a:ext cx="177120" cy="14868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107502" y="2847056"/>
                  <a:ext cx="194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6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14:cNvPr>
                <p14:cNvContentPartPr/>
                <p14:nvPr/>
              </p14:nvContentPartPr>
              <p14:xfrm>
                <a:off x="1142422" y="2930936"/>
                <a:ext cx="133560" cy="1332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33782" y="2922296"/>
                  <a:ext cx="151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8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14:cNvPr>
                <p14:cNvContentPartPr/>
                <p14:nvPr/>
              </p14:nvContentPartPr>
              <p14:xfrm>
                <a:off x="1222702" y="2769656"/>
                <a:ext cx="155160" cy="26316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213702" y="2760656"/>
                  <a:ext cx="172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0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14:cNvPr>
                <p14:cNvContentPartPr/>
                <p14:nvPr/>
              </p14:nvContentPartPr>
              <p14:xfrm>
                <a:off x="1509622" y="2903576"/>
                <a:ext cx="85320" cy="1404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500982" y="2894936"/>
                  <a:ext cx="102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2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14:cNvPr>
                <p14:cNvContentPartPr/>
                <p14:nvPr/>
              </p14:nvContentPartPr>
              <p14:xfrm>
                <a:off x="1446262" y="2844176"/>
                <a:ext cx="116640" cy="1224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1437622" y="2835176"/>
                  <a:ext cx="134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14:cNvPr>
                <p14:cNvContentPartPr/>
                <p14:nvPr/>
              </p14:nvContentPartPr>
              <p14:xfrm>
                <a:off x="1739662" y="2869736"/>
                <a:ext cx="99360" cy="684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1730662" y="2860736"/>
                  <a:ext cx="11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14:cNvPr>
                <p14:cNvContentPartPr/>
                <p14:nvPr/>
              </p14:nvContentPartPr>
              <p14:xfrm>
                <a:off x="1958542" y="2811056"/>
                <a:ext cx="132480" cy="1728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1949542" y="2802056"/>
                  <a:ext cx="150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14:cNvPr>
                <p14:cNvContentPartPr/>
                <p14:nvPr/>
              </p14:nvContentPartPr>
              <p14:xfrm>
                <a:off x="1951342" y="2902136"/>
                <a:ext cx="101160" cy="612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942342" y="2893496"/>
                  <a:ext cx="118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14:cNvPr>
                <p14:cNvContentPartPr/>
                <p14:nvPr/>
              </p14:nvContentPartPr>
              <p14:xfrm>
                <a:off x="2039542" y="2748416"/>
                <a:ext cx="76320" cy="1548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2030902" y="2739416"/>
                  <a:ext cx="93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14:cNvPr>
                <p14:cNvContentPartPr/>
                <p14:nvPr/>
              </p14:nvContentPartPr>
              <p14:xfrm>
                <a:off x="2124142" y="2656616"/>
                <a:ext cx="194760" cy="120960"/>
              </p14:xfrm>
            </p:contentPart>
          </mc:Choice>
          <mc:Fallback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2115142" y="2647616"/>
                  <a:ext cx="212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14:cNvPr>
                <p14:cNvContentPartPr/>
                <p14:nvPr/>
              </p14:nvContentPartPr>
              <p14:xfrm>
                <a:off x="2394502" y="2718176"/>
                <a:ext cx="62280" cy="20592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2385502" y="2709176"/>
                  <a:ext cx="7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14:cNvPr>
                <p14:cNvContentPartPr/>
                <p14:nvPr/>
              </p14:nvContentPartPr>
              <p14:xfrm>
                <a:off x="2466502" y="2814656"/>
                <a:ext cx="24480" cy="4536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2457862" y="2806016"/>
                  <a:ext cx="42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14:cNvPr>
                <p14:cNvContentPartPr/>
                <p14:nvPr/>
              </p14:nvContentPartPr>
              <p14:xfrm>
                <a:off x="2477302" y="2727176"/>
                <a:ext cx="79920" cy="18504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2468302" y="2718176"/>
                  <a:ext cx="9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14:cNvPr>
                <p14:cNvContentPartPr/>
                <p14:nvPr/>
              </p14:nvContentPartPr>
              <p14:xfrm>
                <a:off x="2603302" y="2670296"/>
                <a:ext cx="113040" cy="28656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2594662" y="2661296"/>
                  <a:ext cx="130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14:cNvPr>
                <p14:cNvContentPartPr/>
                <p14:nvPr/>
              </p14:nvContentPartPr>
              <p14:xfrm>
                <a:off x="2684662" y="2776856"/>
                <a:ext cx="162360" cy="16452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2675662" y="2767856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4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14:cNvPr>
                <p14:cNvContentPartPr/>
                <p14:nvPr/>
              </p14:nvContentPartPr>
              <p14:xfrm>
                <a:off x="2720662" y="2865056"/>
                <a:ext cx="113040" cy="576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2712022" y="2856416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6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14:cNvPr>
                <p14:cNvContentPartPr/>
                <p14:nvPr/>
              </p14:nvContentPartPr>
              <p14:xfrm>
                <a:off x="2845582" y="2736536"/>
                <a:ext cx="68040" cy="144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2836942" y="2727536"/>
                  <a:ext cx="85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8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14:cNvPr>
                <p14:cNvContentPartPr/>
                <p14:nvPr/>
              </p14:nvContentPartPr>
              <p14:xfrm>
                <a:off x="2966182" y="2695136"/>
                <a:ext cx="30960" cy="7452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957542" y="2686496"/>
                  <a:ext cx="48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14:cNvPr>
                <p14:cNvContentPartPr/>
                <p14:nvPr/>
              </p14:nvContentPartPr>
              <p14:xfrm>
                <a:off x="3067342" y="2673896"/>
                <a:ext cx="134280" cy="32256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3058342" y="2665256"/>
                  <a:ext cx="15192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2">
            <p14:nvContentPartPr>
              <p14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14:cNvPr>
              <p14:cNvContentPartPr/>
              <p14:nvPr/>
            </p14:nvContentPartPr>
            <p14:xfrm>
              <a:off x="1630582" y="5682056"/>
              <a:ext cx="128520" cy="140040"/>
            </p14:xfrm>
          </p:contentPart>
        </mc:Choice>
        <mc:Fallback>
          <p:pic>
            <p:nvPicPr>
              <p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:cNvPr>
              <p:cNvPicPr/>
              <p:nvPr/>
            </p:nvPicPr>
            <p:blipFill>
              <a:blip r:embed="rId1023"/>
              <a:stretch>
                <a:fillRect/>
              </a:stretch>
            </p:blipFill>
            <p:spPr>
              <a:xfrm>
                <a:off x="1621942" y="5673416"/>
                <a:ext cx="1461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2" name="Group 621">
            <a:extLst>
              <a:ext uri="{FF2B5EF4-FFF2-40B4-BE49-F238E27FC236}">
                <a16:creationId xmlns:a16="http://schemas.microsoft.com/office/drawing/2014/main" id="{910C0677-FE4E-1F5A-16C0-BD8C3E99E382}"/>
              </a:ext>
            </a:extLst>
          </p:cNvPr>
          <p:cNvGrpSpPr/>
          <p:nvPr/>
        </p:nvGrpSpPr>
        <p:grpSpPr>
          <a:xfrm>
            <a:off x="3130702" y="5586296"/>
            <a:ext cx="442800" cy="183240"/>
            <a:chOff x="3130702" y="5586296"/>
            <a:chExt cx="44280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14:cNvPr>
                <p14:cNvContentPartPr/>
                <p14:nvPr/>
              </p14:nvContentPartPr>
              <p14:xfrm>
                <a:off x="3130702" y="5617976"/>
                <a:ext cx="155520" cy="15156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3121702" y="5609336"/>
                  <a:ext cx="173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14:cNvPr>
                <p14:cNvContentPartPr/>
                <p14:nvPr/>
              </p14:nvContentPartPr>
              <p14:xfrm>
                <a:off x="3349222" y="5586296"/>
                <a:ext cx="224280" cy="33120"/>
              </p14:xfrm>
            </p:contentPart>
          </mc:Choice>
          <mc:Fallback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3340222" y="5577296"/>
                  <a:ext cx="2419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23DE36C9-87C7-0866-E4D9-7BBA21712191}"/>
              </a:ext>
            </a:extLst>
          </p:cNvPr>
          <p:cNvGrpSpPr/>
          <p:nvPr/>
        </p:nvGrpSpPr>
        <p:grpSpPr>
          <a:xfrm>
            <a:off x="3816862" y="5477576"/>
            <a:ext cx="470520" cy="195840"/>
            <a:chOff x="3816862" y="5477576"/>
            <a:chExt cx="47052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14:cNvPr>
                <p14:cNvContentPartPr/>
                <p14:nvPr/>
              </p14:nvContentPartPr>
              <p14:xfrm>
                <a:off x="3816862" y="5509976"/>
                <a:ext cx="181800" cy="163440"/>
              </p14:xfrm>
            </p:contentPart>
          </mc:Choice>
          <mc:Fallback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3808222" y="5501336"/>
                  <a:ext cx="199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14:cNvPr>
                <p14:cNvContentPartPr/>
                <p14:nvPr/>
              </p14:nvContentPartPr>
              <p14:xfrm>
                <a:off x="3871582" y="5602856"/>
                <a:ext cx="78480" cy="11160"/>
              </p14:xfrm>
            </p:contentPart>
          </mc:Choice>
          <mc:Fallback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3862942" y="5594216"/>
                  <a:ext cx="96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14:cNvPr>
                <p14:cNvContentPartPr/>
                <p14:nvPr/>
              </p14:nvContentPartPr>
              <p14:xfrm>
                <a:off x="4034662" y="5586656"/>
                <a:ext cx="117360" cy="11520"/>
              </p14:xfrm>
            </p:contentPart>
          </mc:Choice>
          <mc:Fallback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4026022" y="557801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14:cNvPr>
                <p14:cNvContentPartPr/>
                <p14:nvPr/>
              </p14:nvContentPartPr>
              <p14:xfrm>
                <a:off x="4026382" y="5523656"/>
                <a:ext cx="93960" cy="11160"/>
              </p14:xfrm>
            </p:contentPart>
          </mc:Choice>
          <mc:Fallback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4017382" y="5514656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14:cNvPr>
                <p14:cNvContentPartPr/>
                <p14:nvPr/>
              </p14:nvContentPartPr>
              <p14:xfrm>
                <a:off x="4230142" y="5477576"/>
                <a:ext cx="57240" cy="14328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4221502" y="5468936"/>
                  <a:ext cx="748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281A871-C850-BAFF-42E9-E1D2819E6CC0}"/>
              </a:ext>
            </a:extLst>
          </p:cNvPr>
          <p:cNvGrpSpPr/>
          <p:nvPr/>
        </p:nvGrpSpPr>
        <p:grpSpPr>
          <a:xfrm>
            <a:off x="807982" y="5427896"/>
            <a:ext cx="760680" cy="260640"/>
            <a:chOff x="807982" y="5427896"/>
            <a:chExt cx="76068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8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14:cNvPr>
                <p14:cNvContentPartPr/>
                <p14:nvPr/>
              </p14:nvContentPartPr>
              <p14:xfrm>
                <a:off x="1422862" y="5647136"/>
                <a:ext cx="145800" cy="41400"/>
              </p14:xfrm>
            </p:contentPart>
          </mc:Choice>
          <mc:Fallback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413862" y="5638496"/>
                  <a:ext cx="163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0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14:cNvPr>
                <p14:cNvContentPartPr/>
                <p14:nvPr/>
              </p14:nvContentPartPr>
              <p14:xfrm>
                <a:off x="807982" y="5507456"/>
                <a:ext cx="175320" cy="155880"/>
              </p14:xfrm>
            </p:contentPart>
          </mc:Choice>
          <mc:Fallback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98982" y="5498816"/>
                  <a:ext cx="192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2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14:cNvPr>
                <p14:cNvContentPartPr/>
                <p14:nvPr/>
              </p14:nvContentPartPr>
              <p14:xfrm>
                <a:off x="859462" y="5599976"/>
                <a:ext cx="97560" cy="7560"/>
              </p14:xfrm>
            </p:contentPart>
          </mc:Choice>
          <mc:Fallback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50822" y="5590976"/>
                  <a:ext cx="115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4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14:cNvPr>
                <p14:cNvContentPartPr/>
                <p14:nvPr/>
              </p14:nvContentPartPr>
              <p14:xfrm>
                <a:off x="1035142" y="5566136"/>
                <a:ext cx="60120" cy="9720"/>
              </p14:xfrm>
            </p:contentPart>
          </mc:Choice>
          <mc:Fallback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26502" y="5557136"/>
                  <a:ext cx="77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6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14:cNvPr>
                <p14:cNvContentPartPr/>
                <p14:nvPr/>
              </p14:nvContentPartPr>
              <p14:xfrm>
                <a:off x="1021822" y="5518256"/>
                <a:ext cx="63000" cy="5760"/>
              </p14:xfrm>
            </p:contentPart>
          </mc:Choice>
          <mc:Fallback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12822" y="550925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8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14:cNvPr>
                <p14:cNvContentPartPr/>
                <p14:nvPr/>
              </p14:nvContentPartPr>
              <p14:xfrm>
                <a:off x="1147462" y="5502056"/>
                <a:ext cx="70200" cy="11880"/>
              </p14:xfrm>
            </p:contentPart>
          </mc:Choice>
          <mc:Fallback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38822" y="549341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0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14:cNvPr>
                <p14:cNvContentPartPr/>
                <p14:nvPr/>
              </p14:nvContentPartPr>
              <p14:xfrm>
                <a:off x="1248982" y="5427896"/>
                <a:ext cx="104400" cy="11052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240342" y="5418896"/>
                  <a:ext cx="12204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A7DF5831-D126-82C3-7F1F-0BE98C593C8F}"/>
              </a:ext>
            </a:extLst>
          </p:cNvPr>
          <p:cNvGrpSpPr/>
          <p:nvPr/>
        </p:nvGrpSpPr>
        <p:grpSpPr>
          <a:xfrm>
            <a:off x="4539742" y="5461736"/>
            <a:ext cx="1672560" cy="573120"/>
            <a:chOff x="4539742" y="5461736"/>
            <a:chExt cx="167256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14:cNvPr>
                <p14:cNvContentPartPr/>
                <p14:nvPr/>
              </p14:nvContentPartPr>
              <p14:xfrm>
                <a:off x="4539742" y="5699696"/>
                <a:ext cx="87840" cy="8784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4531102" y="5690696"/>
                  <a:ext cx="105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14:cNvPr>
                <p14:cNvContentPartPr/>
                <p14:nvPr/>
              </p14:nvContentPartPr>
              <p14:xfrm>
                <a:off x="4650622" y="5663336"/>
                <a:ext cx="241200" cy="20304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4641622" y="5654336"/>
                  <a:ext cx="258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14:cNvPr>
                <p14:cNvContentPartPr/>
                <p14:nvPr/>
              </p14:nvContentPartPr>
              <p14:xfrm>
                <a:off x="4941142" y="5665856"/>
                <a:ext cx="112320" cy="81000"/>
              </p14:xfrm>
            </p:contentPart>
          </mc:Choice>
          <mc:Fallback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4932142" y="5656856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14:cNvPr>
                <p14:cNvContentPartPr/>
                <p14:nvPr/>
              </p14:nvContentPartPr>
              <p14:xfrm>
                <a:off x="5097022" y="5679176"/>
                <a:ext cx="101520" cy="64080"/>
              </p14:xfrm>
            </p:contentPart>
          </mc:Choice>
          <mc:Fallback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5088022" y="5670176"/>
                  <a:ext cx="11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0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14:cNvPr>
                <p14:cNvContentPartPr/>
                <p14:nvPr/>
              </p14:nvContentPartPr>
              <p14:xfrm>
                <a:off x="5091622" y="5668016"/>
                <a:ext cx="76320" cy="6768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5082982" y="5659376"/>
                  <a:ext cx="93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14:cNvPr>
                <p14:cNvContentPartPr/>
                <p14:nvPr/>
              </p14:nvContentPartPr>
              <p14:xfrm>
                <a:off x="5050942" y="5560736"/>
                <a:ext cx="5040" cy="1980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5041942" y="5551736"/>
                  <a:ext cx="2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14:cNvPr>
                <p14:cNvContentPartPr/>
                <p14:nvPr/>
              </p14:nvContentPartPr>
              <p14:xfrm>
                <a:off x="5207542" y="5623016"/>
                <a:ext cx="185400" cy="8136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5198902" y="5614376"/>
                  <a:ext cx="20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14:cNvPr>
                <p14:cNvContentPartPr/>
                <p14:nvPr/>
              </p14:nvContentPartPr>
              <p14:xfrm>
                <a:off x="5089462" y="5660096"/>
                <a:ext cx="39960" cy="54360"/>
              </p14:xfrm>
            </p:contentPart>
          </mc:Choice>
          <mc:Fallback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5080822" y="5651456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8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14:cNvPr>
                <p14:cNvContentPartPr/>
                <p14:nvPr/>
              </p14:nvContentPartPr>
              <p14:xfrm>
                <a:off x="5395102" y="5461736"/>
                <a:ext cx="174960" cy="20340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5386102" y="5452736"/>
                  <a:ext cx="192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14:cNvPr>
                <p14:cNvContentPartPr/>
                <p14:nvPr/>
              </p14:nvContentPartPr>
              <p14:xfrm>
                <a:off x="5000542" y="5943416"/>
                <a:ext cx="108360" cy="91440"/>
              </p14:xfrm>
            </p:contentPart>
          </mc:Choice>
          <mc:Fallback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4991902" y="5934416"/>
                  <a:ext cx="126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14:cNvPr>
                <p14:cNvContentPartPr/>
                <p14:nvPr/>
              </p14:nvContentPartPr>
              <p14:xfrm>
                <a:off x="5114302" y="5943416"/>
                <a:ext cx="101160" cy="69840"/>
              </p14:xfrm>
            </p:contentPart>
          </mc:Choice>
          <mc:Fallback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5105662" y="5934776"/>
                  <a:ext cx="118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4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14:cNvPr>
                <p14:cNvContentPartPr/>
                <p14:nvPr/>
              </p14:nvContentPartPr>
              <p14:xfrm>
                <a:off x="5225902" y="5990216"/>
                <a:ext cx="143280" cy="23040"/>
              </p14:xfrm>
            </p:contentPart>
          </mc:Choice>
          <mc:Fallback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5216902" y="5981576"/>
                  <a:ext cx="160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6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14:cNvPr>
                <p14:cNvContentPartPr/>
                <p14:nvPr/>
              </p14:nvContentPartPr>
              <p14:xfrm>
                <a:off x="5357662" y="5911376"/>
                <a:ext cx="140760" cy="102240"/>
              </p14:xfrm>
            </p:contentPart>
          </mc:Choice>
          <mc:Fallback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5349022" y="5902736"/>
                  <a:ext cx="158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8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14:cNvPr>
                <p14:cNvContentPartPr/>
                <p14:nvPr/>
              </p14:nvContentPartPr>
              <p14:xfrm>
                <a:off x="5459542" y="5821016"/>
                <a:ext cx="100800" cy="181080"/>
              </p14:xfrm>
            </p:contentPart>
          </mc:Choice>
          <mc:Fallback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5450902" y="5812376"/>
                  <a:ext cx="11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0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14:cNvPr>
                <p14:cNvContentPartPr/>
                <p14:nvPr/>
              </p14:nvContentPartPr>
              <p14:xfrm>
                <a:off x="5468902" y="5911016"/>
                <a:ext cx="118440" cy="48600"/>
              </p14:xfrm>
            </p:contentPart>
          </mc:Choice>
          <mc:Fallback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5460262" y="5902376"/>
                  <a:ext cx="13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2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14:cNvPr>
                <p14:cNvContentPartPr/>
                <p14:nvPr/>
              </p14:nvContentPartPr>
              <p14:xfrm>
                <a:off x="5583382" y="5869616"/>
                <a:ext cx="48600" cy="104760"/>
              </p14:xfrm>
            </p:contentPart>
          </mc:Choice>
          <mc:Fallback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5574742" y="5860976"/>
                  <a:ext cx="66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4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14:cNvPr>
                <p14:cNvContentPartPr/>
                <p14:nvPr/>
              </p14:nvContentPartPr>
              <p14:xfrm>
                <a:off x="5708302" y="5898056"/>
                <a:ext cx="112680" cy="8820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5699662" y="5889056"/>
                  <a:ext cx="13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6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14:cNvPr>
                <p14:cNvContentPartPr/>
                <p14:nvPr/>
              </p14:nvContentPartPr>
              <p14:xfrm>
                <a:off x="5885062" y="5911376"/>
                <a:ext cx="32760" cy="3096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5876062" y="5902736"/>
                  <a:ext cx="50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8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14:cNvPr>
                <p14:cNvContentPartPr/>
                <p14:nvPr/>
              </p14:nvContentPartPr>
              <p14:xfrm>
                <a:off x="5858422" y="5815976"/>
                <a:ext cx="2520" cy="144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5849422" y="580697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0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14:cNvPr>
                <p14:cNvContentPartPr/>
                <p14:nvPr/>
              </p14:nvContentPartPr>
              <p14:xfrm>
                <a:off x="5970022" y="5901296"/>
                <a:ext cx="112680" cy="38520"/>
              </p14:xfrm>
            </p:contentPart>
          </mc:Choice>
          <mc:Fallback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5961022" y="5892296"/>
                  <a:ext cx="13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2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14:cNvPr>
                <p14:cNvContentPartPr/>
                <p14:nvPr/>
              </p14:nvContentPartPr>
              <p14:xfrm>
                <a:off x="6017902" y="5730656"/>
                <a:ext cx="104400" cy="182880"/>
              </p14:xfrm>
            </p:contentPart>
          </mc:Choice>
          <mc:Fallback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6008902" y="5722016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4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14:cNvPr>
                <p14:cNvContentPartPr/>
                <p14:nvPr/>
              </p14:nvContentPartPr>
              <p14:xfrm>
                <a:off x="6052462" y="5801216"/>
                <a:ext cx="104040" cy="38520"/>
              </p14:xfrm>
            </p:contentPart>
          </mc:Choice>
          <mc:Fallback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6043822" y="5792216"/>
                  <a:ext cx="121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6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14:cNvPr>
                <p14:cNvContentPartPr/>
                <p14:nvPr/>
              </p14:nvContentPartPr>
              <p14:xfrm>
                <a:off x="6161182" y="5778536"/>
                <a:ext cx="51120" cy="132480"/>
              </p14:xfrm>
            </p:contentPart>
          </mc:Choice>
          <mc:Fallback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6152542" y="5769896"/>
                  <a:ext cx="68760" cy="15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219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31621-EB6F-7A39-F1F2-EE2FBA98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>
            <a:extLst>
              <a:ext uri="{FF2B5EF4-FFF2-40B4-BE49-F238E27FC236}">
                <a16:creationId xmlns:a16="http://schemas.microsoft.com/office/drawing/2014/main" id="{1E14A47B-F3B9-E026-6757-B839D2BD8B88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BB61CCB6-BB48-2EF1-2684-702830A0E6EF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18B03134-D042-D2E1-34CD-E97FFEEC9EB3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>
            <a:extLst>
              <a:ext uri="{FF2B5EF4-FFF2-40B4-BE49-F238E27FC236}">
                <a16:creationId xmlns:a16="http://schemas.microsoft.com/office/drawing/2014/main" id="{ED449A3E-5D58-6C6D-B10D-AA80A1E9DC1F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>
            <a:extLst>
              <a:ext uri="{FF2B5EF4-FFF2-40B4-BE49-F238E27FC236}">
                <a16:creationId xmlns:a16="http://schemas.microsoft.com/office/drawing/2014/main" id="{6C9CDCF1-EAF1-9F23-7BA2-863A06FD50A0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>
            <a:extLst>
              <a:ext uri="{FF2B5EF4-FFF2-40B4-BE49-F238E27FC236}">
                <a16:creationId xmlns:a16="http://schemas.microsoft.com/office/drawing/2014/main" id="{ACDFB7EC-B0C2-4359-92E5-C97B0F479CF8}"/>
              </a:ext>
            </a:extLst>
          </p:cNvPr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N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H(e^(jπ))=0.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816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z₀=0.7e^(j0.6).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|H(e^(jω))|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τₚ(ω) and τg(ω).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N=21.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z₀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τₚ=-∠ H/ω and τg=-d(∠ H)/dω.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|Hₐₚ(e^(jω))|=1 for all 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10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z=-1 or ω=π.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z₀*, 1/z₀, and 1/z₀*.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H(e^(jω))=e^(-jω M/2)A(ω), so τg=M/2=(N-1)/2.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ω=π zero; III = odd/antisymmetric with 0 and π zeros; IV = even/antisymmetric with 0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z₀, z₀*, 1/z₀, 1/z₀*.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</TotalTime>
  <Words>2479</Words>
  <Application>Microsoft Office PowerPoint</Application>
  <PresentationFormat>Widescreen</PresentationFormat>
  <Paragraphs>304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6</cp:revision>
  <dcterms:modified xsi:type="dcterms:W3CDTF">2026-09-30T03:18:09Z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