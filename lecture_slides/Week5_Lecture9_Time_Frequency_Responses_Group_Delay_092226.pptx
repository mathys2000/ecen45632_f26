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9, 9-22-26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620" y="58797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2133</TotalTime>
  <Words>1491</Words>
  <Application>Microsoft Office PowerPoint</Application>
  <PresentationFormat>Widescreen</PresentationFormat>
  <Paragraphs>193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14</cp:revision>
  <cp:lastPrinted>2026-09-21T23:22:00Z</cp:lastPrinted>
  <dcterms:modified xsi:type="dcterms:W3CDTF">2026-09-22T04:25:17Z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