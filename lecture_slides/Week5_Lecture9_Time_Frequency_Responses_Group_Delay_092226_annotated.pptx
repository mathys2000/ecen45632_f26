
<file path=[Content_Types].xml><?xml version="1.0" encoding="utf-8"?>
<Types xmlns="http://schemas.openxmlformats.org/package/2006/content-types">
  <Default Extension="jp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ink/ink1.xml" ContentType="application/inkml+xml"/>
  <Override PartName="/ppt/ink/ink2.xml" ContentType="application/inkml+xml"/>
  <Override PartName="/ppt/ink/ink3.xml" ContentType="application/inkml+xml"/>
  <Override PartName="/ppt/ink/ink4.xml" ContentType="application/inkml+xml"/>
  <Override PartName="/ppt/ink/ink5.xml" ContentType="application/inkml+xml"/>
  <Override PartName="/ppt/ink/ink6.xml" ContentType="application/inkml+xml"/>
  <Override PartName="/ppt/notesSlides/notesSlide3.xml" ContentType="application/vnd.openxmlformats-officedocument.presentationml.notesSlide+xml"/>
  <Override PartName="/ppt/ink/ink7.xml" ContentType="application/inkml+xml"/>
  <Override PartName="/ppt/ink/ink8.xml" ContentType="application/inkml+xml"/>
  <Override PartName="/ppt/ink/ink9.xml" ContentType="application/inkml+xml"/>
  <Override PartName="/ppt/ink/ink10.xml" ContentType="application/inkml+xml"/>
  <Override PartName="/ppt/ink/ink11.xml" ContentType="application/inkml+xml"/>
  <Override PartName="/ppt/notesSlides/notesSlide4.xml" ContentType="application/vnd.openxmlformats-officedocument.presentationml.notesSlide+xml"/>
  <Override PartName="/ppt/ink/ink12.xml" ContentType="application/inkml+xml"/>
  <Override PartName="/ppt/ink/ink13.xml" ContentType="application/inkml+xml"/>
  <Override PartName="/ppt/ink/ink14.xml" ContentType="application/inkml+xml"/>
  <Override PartName="/ppt/ink/ink15.xml" ContentType="application/inkml+xml"/>
  <Override PartName="/ppt/ink/ink16.xml" ContentType="application/inkml+xml"/>
  <Override PartName="/ppt/ink/ink17.xml" ContentType="application/inkml+xml"/>
  <Override PartName="/ppt/ink/ink18.xml" ContentType="application/inkml+xml"/>
  <Override PartName="/ppt/ink/ink19.xml" ContentType="application/inkml+xml"/>
  <Override PartName="/ppt/ink/ink20.xml" ContentType="application/inkml+xml"/>
  <Override PartName="/ppt/ink/ink21.xml" ContentType="application/inkml+xml"/>
  <Override PartName="/ppt/ink/ink22.xml" ContentType="application/inkml+xml"/>
  <Override PartName="/ppt/ink/ink23.xml" ContentType="application/inkml+xml"/>
  <Override PartName="/ppt/ink/ink24.xml" ContentType="application/inkml+xml"/>
  <Override PartName="/ppt/ink/ink25.xml" ContentType="application/inkml+xml"/>
  <Override PartName="/ppt/ink/ink26.xml" ContentType="application/inkml+xml"/>
  <Override PartName="/ppt/ink/ink27.xml" ContentType="application/inkml+xml"/>
  <Override PartName="/ppt/ink/ink28.xml" ContentType="application/inkml+xml"/>
  <Override PartName="/ppt/ink/ink29.xml" ContentType="application/inkml+xml"/>
  <Override PartName="/ppt/ink/ink30.xml" ContentType="application/inkml+xml"/>
  <Override PartName="/ppt/ink/ink31.xml" ContentType="application/inkml+xml"/>
  <Override PartName="/ppt/ink/ink32.xml" ContentType="application/inkml+xml"/>
  <Override PartName="/ppt/ink/ink33.xml" ContentType="application/inkml+xml"/>
  <Override PartName="/ppt/ink/ink34.xml" ContentType="application/inkml+xml"/>
  <Override PartName="/ppt/ink/ink35.xml" ContentType="application/inkml+xml"/>
  <Override PartName="/ppt/ink/ink36.xml" ContentType="application/inkml+xml"/>
  <Override PartName="/ppt/ink/ink37.xml" ContentType="application/inkml+xml"/>
  <Override PartName="/ppt/ink/ink38.xml" ContentType="application/inkml+xml"/>
  <Override PartName="/ppt/ink/ink39.xml" ContentType="application/inkml+xml"/>
  <Override PartName="/ppt/ink/ink40.xml" ContentType="application/inkml+xml"/>
  <Override PartName="/ppt/ink/ink41.xml" ContentType="application/inkml+xml"/>
  <Override PartName="/ppt/ink/ink42.xml" ContentType="application/inkml+xml"/>
  <Override PartName="/ppt/ink/ink43.xml" ContentType="application/inkml+xml"/>
  <Override PartName="/ppt/ink/ink44.xml" ContentType="application/inkml+xml"/>
  <Override PartName="/ppt/ink/ink45.xml" ContentType="application/inkml+xml"/>
  <Override PartName="/ppt/ink/ink46.xml" ContentType="application/inkml+xml"/>
  <Override PartName="/ppt/ink/ink47.xml" ContentType="application/inkml+xml"/>
  <Override PartName="/ppt/ink/ink48.xml" ContentType="application/inkml+xml"/>
  <Override PartName="/ppt/ink/ink49.xml" ContentType="application/inkml+xml"/>
  <Override PartName="/ppt/ink/ink50.xml" ContentType="application/inkml+xml"/>
  <Override PartName="/ppt/ink/ink51.xml" ContentType="application/inkml+xml"/>
  <Override PartName="/ppt/ink/ink52.xml" ContentType="application/inkml+xml"/>
  <Override PartName="/ppt/ink/ink53.xml" ContentType="application/inkml+xml"/>
  <Override PartName="/ppt/ink/ink54.xml" ContentType="application/inkml+xml"/>
  <Override PartName="/ppt/ink/ink55.xml" ContentType="application/inkml+xml"/>
  <Override PartName="/ppt/ink/ink56.xml" ContentType="application/inkml+xml"/>
  <Override PartName="/ppt/ink/ink57.xml" ContentType="application/inkml+xml"/>
  <Override PartName="/ppt/ink/ink58.xml" ContentType="application/inkml+xml"/>
  <Override PartName="/ppt/ink/ink59.xml" ContentType="application/inkml+xml"/>
  <Override PartName="/ppt/ink/ink60.xml" ContentType="application/inkml+xml"/>
  <Override PartName="/ppt/ink/ink61.xml" ContentType="application/inkml+xml"/>
  <Override PartName="/ppt/ink/ink62.xml" ContentType="application/inkml+xml"/>
  <Override PartName="/ppt/ink/ink63.xml" ContentType="application/inkml+xml"/>
  <Override PartName="/ppt/ink/ink64.xml" ContentType="application/inkml+xml"/>
  <Override PartName="/ppt/ink/ink65.xml" ContentType="application/inkml+xml"/>
  <Override PartName="/ppt/ink/ink66.xml" ContentType="application/inkml+xml"/>
  <Override PartName="/ppt/ink/ink67.xml" ContentType="application/inkml+xml"/>
  <Override PartName="/ppt/ink/ink68.xml" ContentType="application/inkml+xml"/>
  <Override PartName="/ppt/ink/ink69.xml" ContentType="application/inkml+xml"/>
  <Override PartName="/ppt/ink/ink70.xml" ContentType="application/inkml+xml"/>
  <Override PartName="/ppt/ink/ink71.xml" ContentType="application/inkml+xml"/>
  <Override PartName="/ppt/ink/ink72.xml" ContentType="application/inkml+xml"/>
  <Override PartName="/ppt/ink/ink73.xml" ContentType="application/inkml+xml"/>
  <Override PartName="/ppt/ink/ink74.xml" ContentType="application/inkml+xml"/>
  <Override PartName="/ppt/ink/ink75.xml" ContentType="application/inkml+xml"/>
  <Override PartName="/ppt/ink/ink76.xml" ContentType="application/inkml+xml"/>
  <Override PartName="/ppt/ink/ink77.xml" ContentType="application/inkml+xml"/>
  <Override PartName="/ppt/ink/ink78.xml" ContentType="application/inkml+xml"/>
  <Override PartName="/ppt/ink/ink79.xml" ContentType="application/inkml+xml"/>
  <Override PartName="/ppt/ink/ink80.xml" ContentType="application/inkml+xml"/>
  <Override PartName="/ppt/ink/ink81.xml" ContentType="application/inkml+xml"/>
  <Override PartName="/ppt/ink/ink82.xml" ContentType="application/inkml+xml"/>
  <Override PartName="/ppt/ink/ink83.xml" ContentType="application/inkml+xml"/>
  <Override PartName="/ppt/ink/ink84.xml" ContentType="application/inkml+xml"/>
  <Override PartName="/ppt/ink/ink85.xml" ContentType="application/inkml+xml"/>
  <Override PartName="/ppt/ink/ink86.xml" ContentType="application/inkml+xml"/>
  <Override PartName="/ppt/ink/ink87.xml" ContentType="application/inkml+xml"/>
  <Override PartName="/ppt/ink/ink88.xml" ContentType="application/inkml+xml"/>
  <Override PartName="/ppt/ink/ink89.xml" ContentType="application/inkml+xml"/>
  <Override PartName="/ppt/ink/ink90.xml" ContentType="application/inkml+xml"/>
  <Override PartName="/ppt/ink/ink91.xml" ContentType="application/inkml+xml"/>
  <Override PartName="/ppt/ink/ink92.xml" ContentType="application/inkml+xml"/>
  <Override PartName="/ppt/ink/ink93.xml" ContentType="application/inkml+xml"/>
  <Override PartName="/ppt/ink/ink94.xml" ContentType="application/inkml+xml"/>
  <Override PartName="/ppt/ink/ink95.xml" ContentType="application/inkml+xml"/>
  <Override PartName="/ppt/ink/ink96.xml" ContentType="application/inkml+xml"/>
  <Override PartName="/ppt/ink/ink97.xml" ContentType="application/inkml+xml"/>
  <Override PartName="/ppt/ink/ink98.xml" ContentType="application/inkml+xml"/>
  <Override PartName="/ppt/ink/ink99.xml" ContentType="application/inkml+xml"/>
  <Override PartName="/ppt/ink/ink100.xml" ContentType="application/inkml+xml"/>
  <Override PartName="/ppt/ink/ink101.xml" ContentType="application/inkml+xml"/>
  <Override PartName="/ppt/ink/ink102.xml" ContentType="application/inkml+xml"/>
  <Override PartName="/ppt/ink/ink103.xml" ContentType="application/inkml+xml"/>
  <Override PartName="/ppt/ink/ink104.xml" ContentType="application/inkml+xml"/>
  <Override PartName="/ppt/ink/ink105.xml" ContentType="application/inkml+xml"/>
  <Override PartName="/ppt/ink/ink106.xml" ContentType="application/inkml+xml"/>
  <Override PartName="/ppt/ink/ink107.xml" ContentType="application/inkml+xml"/>
  <Override PartName="/ppt/ink/ink108.xml" ContentType="application/inkml+xml"/>
  <Override PartName="/ppt/ink/ink109.xml" ContentType="application/inkml+xml"/>
  <Override PartName="/ppt/ink/ink110.xml" ContentType="application/inkml+xml"/>
  <Override PartName="/ppt/ink/ink111.xml" ContentType="application/inkml+xml"/>
  <Override PartName="/ppt/ink/ink112.xml" ContentType="application/inkml+xml"/>
  <Override PartName="/ppt/ink/ink113.xml" ContentType="application/inkml+xml"/>
  <Override PartName="/ppt/ink/ink114.xml" ContentType="application/inkml+xml"/>
  <Override PartName="/ppt/ink/ink115.xml" ContentType="application/inkml+xml"/>
  <Override PartName="/ppt/ink/ink116.xml" ContentType="application/inkml+xml"/>
  <Override PartName="/ppt/ink/ink117.xml" ContentType="application/inkml+xml"/>
  <Override PartName="/ppt/ink/ink118.xml" ContentType="application/inkml+xml"/>
  <Override PartName="/ppt/ink/ink119.xml" ContentType="application/inkml+xml"/>
  <Override PartName="/ppt/ink/ink120.xml" ContentType="application/inkml+xml"/>
  <Override PartName="/ppt/ink/ink121.xml" ContentType="application/inkml+xml"/>
  <Override PartName="/ppt/ink/ink122.xml" ContentType="application/inkml+xml"/>
  <Override PartName="/ppt/ink/ink123.xml" ContentType="application/inkml+xml"/>
  <Override PartName="/ppt/ink/ink124.xml" ContentType="application/inkml+xml"/>
  <Override PartName="/ppt/ink/ink125.xml" ContentType="application/inkml+xml"/>
  <Override PartName="/ppt/ink/ink126.xml" ContentType="application/inkml+xml"/>
  <Override PartName="/ppt/ink/ink127.xml" ContentType="application/inkml+xml"/>
  <Override PartName="/ppt/ink/ink128.xml" ContentType="application/inkml+xml"/>
  <Override PartName="/ppt/ink/ink129.xml" ContentType="application/inkml+xml"/>
  <Override PartName="/ppt/ink/ink130.xml" ContentType="application/inkml+xml"/>
  <Override PartName="/ppt/ink/ink131.xml" ContentType="application/inkml+xml"/>
  <Override PartName="/ppt/ink/ink132.xml" ContentType="application/inkml+xml"/>
  <Override PartName="/ppt/ink/ink133.xml" ContentType="application/inkml+xml"/>
  <Override PartName="/ppt/ink/ink134.xml" ContentType="application/inkml+xml"/>
  <Override PartName="/ppt/ink/ink135.xml" ContentType="application/inkml+xml"/>
  <Override PartName="/ppt/ink/ink136.xml" ContentType="application/inkml+xml"/>
  <Override PartName="/ppt/ink/ink137.xml" ContentType="application/inkml+xml"/>
  <Override PartName="/ppt/ink/ink138.xml" ContentType="application/inkml+xml"/>
  <Override PartName="/ppt/ink/ink139.xml" ContentType="application/inkml+xml"/>
  <Override PartName="/ppt/ink/ink140.xml" ContentType="application/inkml+xml"/>
  <Override PartName="/ppt/ink/ink141.xml" ContentType="application/inkml+xml"/>
  <Override PartName="/ppt/ink/ink142.xml" ContentType="application/inkml+xml"/>
  <Override PartName="/ppt/ink/ink143.xml" ContentType="application/inkml+xml"/>
  <Override PartName="/ppt/ink/ink144.xml" ContentType="application/inkml+xml"/>
  <Override PartName="/ppt/ink/ink145.xml" ContentType="application/inkml+xml"/>
  <Override PartName="/ppt/ink/ink146.xml" ContentType="application/inkml+xml"/>
  <Override PartName="/ppt/ink/ink147.xml" ContentType="application/inkml+xml"/>
  <Override PartName="/ppt/ink/ink148.xml" ContentType="application/inkml+xml"/>
  <Override PartName="/ppt/ink/ink149.xml" ContentType="application/inkml+xml"/>
  <Override PartName="/ppt/ink/ink150.xml" ContentType="application/inkml+xml"/>
  <Override PartName="/ppt/ink/ink151.xml" ContentType="application/inkml+xml"/>
  <Override PartName="/ppt/ink/ink152.xml" ContentType="application/inkml+xml"/>
  <Override PartName="/ppt/ink/ink153.xml" ContentType="application/inkml+xml"/>
  <Override PartName="/ppt/ink/ink154.xml" ContentType="application/inkml+xml"/>
  <Override PartName="/ppt/ink/ink155.xml" ContentType="application/inkml+xml"/>
  <Override PartName="/ppt/ink/ink156.xml" ContentType="application/inkml+xml"/>
  <Override PartName="/ppt/ink/ink157.xml" ContentType="application/inkml+xml"/>
  <Override PartName="/ppt/ink/ink158.xml" ContentType="application/inkml+xml"/>
  <Override PartName="/ppt/ink/ink159.xml" ContentType="application/inkml+xml"/>
  <Override PartName="/ppt/ink/ink160.xml" ContentType="application/inkml+xml"/>
  <Override PartName="/ppt/ink/ink161.xml" ContentType="application/inkml+xml"/>
  <Override PartName="/ppt/ink/ink162.xml" ContentType="application/inkml+xml"/>
  <Override PartName="/ppt/ink/ink163.xml" ContentType="application/inkml+xml"/>
  <Override PartName="/ppt/ink/ink164.xml" ContentType="application/inkml+xml"/>
  <Override PartName="/ppt/ink/ink165.xml" ContentType="application/inkml+xml"/>
  <Override PartName="/ppt/ink/ink166.xml" ContentType="application/inkml+xml"/>
  <Override PartName="/ppt/ink/ink167.xml" ContentType="application/inkml+xml"/>
  <Override PartName="/ppt/ink/ink168.xml" ContentType="application/inkml+xml"/>
  <Override PartName="/ppt/ink/ink169.xml" ContentType="application/inkml+xml"/>
  <Override PartName="/ppt/ink/ink170.xml" ContentType="application/inkml+xml"/>
  <Override PartName="/ppt/ink/ink171.xml" ContentType="application/inkml+xml"/>
  <Override PartName="/ppt/ink/ink172.xml" ContentType="application/inkml+xml"/>
  <Override PartName="/ppt/ink/ink173.xml" ContentType="application/inkml+xml"/>
  <Override PartName="/ppt/ink/ink174.xml" ContentType="application/inkml+xml"/>
  <Override PartName="/ppt/ink/ink175.xml" ContentType="application/inkml+xml"/>
  <Override PartName="/ppt/ink/ink176.xml" ContentType="application/inkml+xml"/>
  <Override PartName="/ppt/ink/ink177.xml" ContentType="application/inkml+xml"/>
  <Override PartName="/ppt/ink/ink178.xml" ContentType="application/inkml+xml"/>
  <Override PartName="/ppt/ink/ink179.xml" ContentType="application/inkml+xml"/>
  <Override PartName="/ppt/ink/ink180.xml" ContentType="application/inkml+xml"/>
  <Override PartName="/ppt/ink/ink181.xml" ContentType="application/inkml+xml"/>
  <Override PartName="/ppt/ink/ink182.xml" ContentType="application/inkml+xml"/>
  <Override PartName="/ppt/ink/ink183.xml" ContentType="application/inkml+xml"/>
  <Override PartName="/ppt/ink/ink184.xml" ContentType="application/inkml+xml"/>
  <Override PartName="/ppt/ink/ink185.xml" ContentType="application/inkml+xml"/>
  <Override PartName="/ppt/ink/ink186.xml" ContentType="application/inkml+xml"/>
  <Override PartName="/ppt/ink/ink187.xml" ContentType="application/inkml+xml"/>
  <Override PartName="/ppt/ink/ink188.xml" ContentType="application/inkml+xml"/>
  <Override PartName="/ppt/ink/ink189.xml" ContentType="application/inkml+xml"/>
  <Override PartName="/ppt/ink/ink190.xml" ContentType="application/inkml+xml"/>
  <Override PartName="/ppt/ink/ink191.xml" ContentType="application/inkml+xml"/>
  <Override PartName="/ppt/ink/ink192.xml" ContentType="application/inkml+xml"/>
  <Override PartName="/ppt/ink/ink193.xml" ContentType="application/inkml+xml"/>
  <Override PartName="/ppt/ink/ink194.xml" ContentType="application/inkml+xml"/>
  <Override PartName="/ppt/ink/ink195.xml" ContentType="application/inkml+xml"/>
  <Override PartName="/ppt/ink/ink196.xml" ContentType="application/inkml+xml"/>
  <Override PartName="/ppt/ink/ink197.xml" ContentType="application/inkml+xml"/>
  <Override PartName="/ppt/ink/ink198.xml" ContentType="application/inkml+xml"/>
  <Override PartName="/ppt/ink/ink199.xml" ContentType="application/inkml+xml"/>
  <Override PartName="/ppt/ink/ink200.xml" ContentType="application/inkml+xml"/>
  <Override PartName="/ppt/ink/ink201.xml" ContentType="application/inkml+xml"/>
  <Override PartName="/ppt/ink/ink202.xml" ContentType="application/inkml+xml"/>
  <Override PartName="/ppt/ink/ink203.xml" ContentType="application/inkml+xml"/>
  <Override PartName="/ppt/ink/ink204.xml" ContentType="application/inkml+xml"/>
  <Override PartName="/ppt/ink/ink205.xml" ContentType="application/inkml+xml"/>
  <Override PartName="/ppt/ink/ink206.xml" ContentType="application/inkml+xml"/>
  <Override PartName="/ppt/notesSlides/notesSlide5.xml" ContentType="application/vnd.openxmlformats-officedocument.presentationml.notesSlide+xml"/>
  <Override PartName="/ppt/ink/ink207.xml" ContentType="application/inkml+xml"/>
  <Override PartName="/ppt/ink/ink208.xml" ContentType="application/inkml+xml"/>
  <Override PartName="/ppt/ink/ink209.xml" ContentType="application/inkml+xml"/>
  <Override PartName="/ppt/ink/ink210.xml" ContentType="application/inkml+xml"/>
  <Override PartName="/ppt/ink/ink211.xml" ContentType="application/inkml+xml"/>
  <Override PartName="/ppt/ink/ink212.xml" ContentType="application/inkml+xml"/>
  <Override PartName="/ppt/ink/ink213.xml" ContentType="application/inkml+xml"/>
  <Override PartName="/ppt/ink/ink214.xml" ContentType="application/inkml+xml"/>
  <Override PartName="/ppt/ink/ink215.xml" ContentType="application/inkml+xml"/>
  <Override PartName="/ppt/ink/ink216.xml" ContentType="application/inkml+xml"/>
  <Override PartName="/ppt/ink/ink217.xml" ContentType="application/inkml+xml"/>
  <Override PartName="/ppt/ink/ink218.xml" ContentType="application/inkml+xml"/>
  <Override PartName="/ppt/ink/ink219.xml" ContentType="application/inkml+xml"/>
  <Override PartName="/ppt/ink/ink220.xml" ContentType="application/inkml+xml"/>
  <Override PartName="/ppt/ink/ink221.xml" ContentType="application/inkml+xml"/>
  <Override PartName="/ppt/ink/ink222.xml" ContentType="application/inkml+xml"/>
  <Override PartName="/ppt/ink/ink223.xml" ContentType="application/inkml+xml"/>
  <Override PartName="/ppt/ink/ink224.xml" ContentType="application/inkml+xml"/>
  <Override PartName="/ppt/ink/ink225.xml" ContentType="application/inkml+xml"/>
  <Override PartName="/ppt/ink/ink226.xml" ContentType="application/inkml+xml"/>
  <Override PartName="/ppt/ink/ink227.xml" ContentType="application/inkml+xml"/>
  <Override PartName="/ppt/ink/ink228.xml" ContentType="application/inkml+xml"/>
  <Override PartName="/ppt/ink/ink229.xml" ContentType="application/inkml+xml"/>
  <Override PartName="/ppt/ink/ink230.xml" ContentType="application/inkml+xml"/>
  <Override PartName="/ppt/ink/ink231.xml" ContentType="application/inkml+xml"/>
  <Override PartName="/ppt/ink/ink232.xml" ContentType="application/inkml+xml"/>
  <Override PartName="/ppt/ink/ink233.xml" ContentType="application/inkml+xml"/>
  <Override PartName="/ppt/ink/ink234.xml" ContentType="application/inkml+xml"/>
  <Override PartName="/ppt/ink/ink235.xml" ContentType="application/inkml+xml"/>
  <Override PartName="/ppt/ink/ink236.xml" ContentType="application/inkml+xml"/>
  <Override PartName="/ppt/ink/ink237.xml" ContentType="application/inkml+xml"/>
  <Override PartName="/ppt/ink/ink238.xml" ContentType="application/inkml+xml"/>
  <Override PartName="/ppt/ink/ink239.xml" ContentType="application/inkml+xml"/>
  <Override PartName="/ppt/ink/ink240.xml" ContentType="application/inkml+xml"/>
  <Override PartName="/ppt/ink/ink241.xml" ContentType="application/inkml+xml"/>
  <Override PartName="/ppt/ink/ink242.xml" ContentType="application/inkml+xml"/>
  <Override PartName="/ppt/ink/ink243.xml" ContentType="application/inkml+xml"/>
  <Override PartName="/ppt/ink/ink244.xml" ContentType="application/inkml+xml"/>
  <Override PartName="/ppt/ink/ink245.xml" ContentType="application/inkml+xml"/>
  <Override PartName="/ppt/ink/ink246.xml" ContentType="application/inkml+xml"/>
  <Override PartName="/ppt/ink/ink247.xml" ContentType="application/inkml+xml"/>
  <Override PartName="/ppt/ink/ink248.xml" ContentType="application/inkml+xml"/>
  <Override PartName="/ppt/ink/ink249.xml" ContentType="application/inkml+xml"/>
  <Override PartName="/ppt/ink/ink250.xml" ContentType="application/inkml+xml"/>
  <Override PartName="/ppt/ink/ink251.xml" ContentType="application/inkml+xml"/>
  <Override PartName="/ppt/ink/ink252.xml" ContentType="application/inkml+xml"/>
  <Override PartName="/ppt/ink/ink253.xml" ContentType="application/inkml+xml"/>
  <Override PartName="/ppt/ink/ink254.xml" ContentType="application/inkml+xml"/>
  <Override PartName="/ppt/ink/ink255.xml" ContentType="application/inkml+xml"/>
  <Override PartName="/ppt/ink/ink256.xml" ContentType="application/inkml+xml"/>
  <Override PartName="/ppt/ink/ink257.xml" ContentType="application/inkml+xml"/>
  <Override PartName="/ppt/ink/ink258.xml" ContentType="application/inkml+xml"/>
  <Override PartName="/ppt/ink/ink259.xml" ContentType="application/inkml+xml"/>
  <Override PartName="/ppt/ink/ink260.xml" ContentType="application/inkml+xml"/>
  <Override PartName="/ppt/ink/ink261.xml" ContentType="application/inkml+xml"/>
  <Override PartName="/ppt/ink/ink262.xml" ContentType="application/inkml+xml"/>
  <Override PartName="/ppt/ink/ink263.xml" ContentType="application/inkml+xml"/>
  <Override PartName="/ppt/ink/ink264.xml" ContentType="application/inkml+xml"/>
  <Override PartName="/ppt/ink/ink265.xml" ContentType="application/inkml+xml"/>
  <Override PartName="/ppt/ink/ink266.xml" ContentType="application/inkml+xml"/>
  <Override PartName="/ppt/ink/ink267.xml" ContentType="application/inkml+xml"/>
  <Override PartName="/ppt/ink/ink268.xml" ContentType="application/inkml+xml"/>
  <Override PartName="/ppt/ink/ink269.xml" ContentType="application/inkml+xml"/>
  <Override PartName="/ppt/ink/ink270.xml" ContentType="application/inkml+xml"/>
  <Override PartName="/ppt/ink/ink271.xml" ContentType="application/inkml+xml"/>
  <Override PartName="/ppt/ink/ink272.xml" ContentType="application/inkml+xml"/>
  <Override PartName="/ppt/ink/ink273.xml" ContentType="application/inkml+xml"/>
  <Override PartName="/ppt/ink/ink274.xml" ContentType="application/inkml+xml"/>
  <Override PartName="/ppt/ink/ink275.xml" ContentType="application/inkml+xml"/>
  <Override PartName="/ppt/ink/ink276.xml" ContentType="application/inkml+xml"/>
  <Override PartName="/ppt/ink/ink277.xml" ContentType="application/inkml+xml"/>
  <Override PartName="/ppt/ink/ink278.xml" ContentType="application/inkml+xml"/>
  <Override PartName="/ppt/ink/ink279.xml" ContentType="application/inkml+xml"/>
  <Override PartName="/ppt/ink/ink280.xml" ContentType="application/inkml+xml"/>
  <Override PartName="/ppt/ink/ink281.xml" ContentType="application/inkml+xml"/>
  <Override PartName="/ppt/ink/ink282.xml" ContentType="application/inkml+xml"/>
  <Override PartName="/ppt/ink/ink283.xml" ContentType="application/inkml+xml"/>
  <Override PartName="/ppt/ink/ink284.xml" ContentType="application/inkml+xml"/>
  <Override PartName="/ppt/ink/ink285.xml" ContentType="application/inkml+xml"/>
  <Override PartName="/ppt/ink/ink286.xml" ContentType="application/inkml+xml"/>
  <Override PartName="/ppt/ink/ink287.xml" ContentType="application/inkml+xml"/>
  <Override PartName="/ppt/ink/ink288.xml" ContentType="application/inkml+xml"/>
  <Override PartName="/ppt/ink/ink289.xml" ContentType="application/inkml+xml"/>
  <Override PartName="/ppt/ink/ink290.xml" ContentType="application/inkml+xml"/>
  <Override PartName="/ppt/ink/ink291.xml" ContentType="application/inkml+xml"/>
  <Override PartName="/ppt/ink/ink292.xml" ContentType="application/inkml+xml"/>
  <Override PartName="/ppt/ink/ink293.xml" ContentType="application/inkml+xml"/>
  <Override PartName="/ppt/ink/ink294.xml" ContentType="application/inkml+xml"/>
  <Override PartName="/ppt/ink/ink295.xml" ContentType="application/inkml+xml"/>
  <Override PartName="/ppt/ink/ink296.xml" ContentType="application/inkml+xml"/>
  <Override PartName="/ppt/ink/ink297.xml" ContentType="application/inkml+xml"/>
  <Override PartName="/ppt/ink/ink298.xml" ContentType="application/inkml+xml"/>
  <Override PartName="/ppt/ink/ink299.xml" ContentType="application/inkml+xml"/>
  <Override PartName="/ppt/ink/ink300.xml" ContentType="application/inkml+xml"/>
  <Override PartName="/ppt/ink/ink301.xml" ContentType="application/inkml+xml"/>
  <Override PartName="/ppt/ink/ink302.xml" ContentType="application/inkml+xml"/>
  <Override PartName="/ppt/ink/ink303.xml" ContentType="application/inkml+xml"/>
  <Override PartName="/ppt/ink/ink304.xml" ContentType="application/inkml+xml"/>
  <Override PartName="/ppt/ink/ink305.xml" ContentType="application/inkml+xml"/>
  <Override PartName="/ppt/ink/ink306.xml" ContentType="application/inkml+xml"/>
  <Override PartName="/ppt/ink/ink307.xml" ContentType="application/inkml+xml"/>
  <Override PartName="/ppt/ink/ink308.xml" ContentType="application/inkml+xml"/>
  <Override PartName="/ppt/ink/ink309.xml" ContentType="application/inkml+xml"/>
  <Override PartName="/ppt/ink/ink310.xml" ContentType="application/inkml+xml"/>
  <Override PartName="/ppt/ink/ink311.xml" ContentType="application/inkml+xml"/>
  <Override PartName="/ppt/ink/ink312.xml" ContentType="application/inkml+xml"/>
  <Override PartName="/ppt/ink/ink313.xml" ContentType="application/inkml+xml"/>
  <Override PartName="/ppt/ink/ink314.xml" ContentType="application/inkml+xml"/>
  <Override PartName="/ppt/ink/ink315.xml" ContentType="application/inkml+xml"/>
  <Override PartName="/ppt/ink/ink316.xml" ContentType="application/inkml+xml"/>
  <Override PartName="/ppt/ink/ink317.xml" ContentType="application/inkml+xml"/>
  <Override PartName="/ppt/ink/ink318.xml" ContentType="application/inkml+xml"/>
  <Override PartName="/ppt/ink/ink319.xml" ContentType="application/inkml+xml"/>
  <Override PartName="/ppt/ink/ink320.xml" ContentType="application/inkml+xml"/>
  <Override PartName="/ppt/ink/ink321.xml" ContentType="application/inkml+xml"/>
  <Override PartName="/ppt/ink/ink322.xml" ContentType="application/inkml+xml"/>
  <Override PartName="/ppt/ink/ink323.xml" ContentType="application/inkml+xml"/>
  <Override PartName="/ppt/ink/ink324.xml" ContentType="application/inkml+xml"/>
  <Override PartName="/ppt/ink/ink325.xml" ContentType="application/inkml+xml"/>
  <Override PartName="/ppt/ink/ink326.xml" ContentType="application/inkml+xml"/>
  <Override PartName="/ppt/ink/ink327.xml" ContentType="application/inkml+xml"/>
  <Override PartName="/ppt/ink/ink328.xml" ContentType="application/inkml+xml"/>
  <Override PartName="/ppt/ink/ink329.xml" ContentType="application/inkml+xml"/>
  <Override PartName="/ppt/ink/ink330.xml" ContentType="application/inkml+xml"/>
  <Override PartName="/ppt/ink/ink331.xml" ContentType="application/inkml+xml"/>
  <Override PartName="/ppt/ink/ink332.xml" ContentType="application/inkml+xml"/>
  <Override PartName="/ppt/notesSlides/notesSlide6.xml" ContentType="application/vnd.openxmlformats-officedocument.presentationml.notesSlide+xml"/>
  <Override PartName="/ppt/ink/ink333.xml" ContentType="application/inkml+xml"/>
  <Override PartName="/ppt/ink/ink334.xml" ContentType="application/inkml+xml"/>
  <Override PartName="/ppt/ink/ink335.xml" ContentType="application/inkml+xml"/>
  <Override PartName="/ppt/ink/ink336.xml" ContentType="application/inkml+xml"/>
  <Override PartName="/ppt/ink/ink337.xml" ContentType="application/inkml+xml"/>
  <Override PartName="/ppt/ink/ink338.xml" ContentType="application/inkml+xml"/>
  <Override PartName="/ppt/ink/ink339.xml" ContentType="application/inkml+xml"/>
  <Override PartName="/ppt/ink/ink340.xml" ContentType="application/inkml+xml"/>
  <Override PartName="/ppt/ink/ink341.xml" ContentType="application/inkml+xml"/>
  <Override PartName="/ppt/ink/ink342.xml" ContentType="application/inkml+xml"/>
  <Override PartName="/ppt/ink/ink343.xml" ContentType="application/inkml+xml"/>
  <Override PartName="/ppt/ink/ink344.xml" ContentType="application/inkml+xml"/>
  <Override PartName="/ppt/ink/ink345.xml" ContentType="application/inkml+xml"/>
  <Override PartName="/ppt/ink/ink346.xml" ContentType="application/inkml+xml"/>
  <Override PartName="/ppt/ink/ink347.xml" ContentType="application/inkml+xml"/>
  <Override PartName="/ppt/ink/ink348.xml" ContentType="application/inkml+xml"/>
  <Override PartName="/ppt/ink/ink349.xml" ContentType="application/inkml+xml"/>
  <Override PartName="/ppt/ink/ink350.xml" ContentType="application/inkml+xml"/>
  <Override PartName="/ppt/ink/ink351.xml" ContentType="application/inkml+xml"/>
  <Override PartName="/ppt/ink/ink352.xml" ContentType="application/inkml+xml"/>
  <Override PartName="/ppt/ink/ink353.xml" ContentType="application/inkml+xml"/>
  <Override PartName="/ppt/ink/ink354.xml" ContentType="application/inkml+xml"/>
  <Override PartName="/ppt/ink/ink355.xml" ContentType="application/inkml+xml"/>
  <Override PartName="/ppt/ink/ink356.xml" ContentType="application/inkml+xml"/>
  <Override PartName="/ppt/ink/ink357.xml" ContentType="application/inkml+xml"/>
  <Override PartName="/ppt/ink/ink358.xml" ContentType="application/inkml+xml"/>
  <Override PartName="/ppt/ink/ink359.xml" ContentType="application/inkml+xml"/>
  <Override PartName="/ppt/ink/ink360.xml" ContentType="application/inkml+xml"/>
  <Override PartName="/ppt/ink/ink361.xml" ContentType="application/inkml+xml"/>
  <Override PartName="/ppt/ink/ink362.xml" ContentType="application/inkml+xml"/>
  <Override PartName="/ppt/ink/ink363.xml" ContentType="application/inkml+xml"/>
  <Override PartName="/ppt/ink/ink364.xml" ContentType="application/inkml+xml"/>
  <Override PartName="/ppt/ink/ink365.xml" ContentType="application/inkml+xml"/>
  <Override PartName="/ppt/ink/ink366.xml" ContentType="application/inkml+xml"/>
  <Override PartName="/ppt/ink/ink367.xml" ContentType="application/inkml+xml"/>
  <Override PartName="/ppt/ink/ink368.xml" ContentType="application/inkml+xml"/>
  <Override PartName="/ppt/ink/ink369.xml" ContentType="application/inkml+xml"/>
  <Override PartName="/ppt/ink/ink370.xml" ContentType="application/inkml+xml"/>
  <Override PartName="/ppt/ink/ink371.xml" ContentType="application/inkml+xml"/>
  <Override PartName="/ppt/ink/ink372.xml" ContentType="application/inkml+xml"/>
  <Override PartName="/ppt/ink/ink373.xml" ContentType="application/inkml+xml"/>
  <Override PartName="/ppt/ink/ink374.xml" ContentType="application/inkml+xml"/>
  <Override PartName="/ppt/ink/ink375.xml" ContentType="application/inkml+xml"/>
  <Override PartName="/ppt/ink/ink376.xml" ContentType="application/inkml+xml"/>
  <Override PartName="/ppt/ink/ink377.xml" ContentType="application/inkml+xml"/>
  <Override PartName="/ppt/ink/ink378.xml" ContentType="application/inkml+xml"/>
  <Override PartName="/ppt/ink/ink379.xml" ContentType="application/inkml+xml"/>
  <Override PartName="/ppt/ink/ink380.xml" ContentType="application/inkml+xml"/>
  <Override PartName="/ppt/ink/ink381.xml" ContentType="application/inkml+xml"/>
  <Override PartName="/ppt/ink/ink382.xml" ContentType="application/inkml+xml"/>
  <Override PartName="/ppt/ink/ink383.xml" ContentType="application/inkml+xml"/>
  <Override PartName="/ppt/ink/ink384.xml" ContentType="application/inkml+xml"/>
  <Override PartName="/ppt/ink/ink385.xml" ContentType="application/inkml+xml"/>
  <Override PartName="/ppt/ink/ink386.xml" ContentType="application/inkml+xml"/>
  <Override PartName="/ppt/ink/ink387.xml" ContentType="application/inkml+xml"/>
  <Override PartName="/ppt/ink/ink388.xml" ContentType="application/inkml+xml"/>
  <Override PartName="/ppt/ink/ink389.xml" ContentType="application/inkml+xml"/>
  <Override PartName="/ppt/ink/ink390.xml" ContentType="application/inkml+xml"/>
  <Override PartName="/ppt/ink/ink391.xml" ContentType="application/inkml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ink/ink392.xml" ContentType="application/inkml+xml"/>
  <Override PartName="/ppt/ink/ink393.xml" ContentType="application/inkml+xml"/>
  <Override PartName="/ppt/ink/ink394.xml" ContentType="application/inkml+xml"/>
  <Override PartName="/ppt/ink/ink395.xml" ContentType="application/inkml+xml"/>
  <Override PartName="/ppt/ink/ink396.xml" ContentType="application/inkml+xml"/>
  <Override PartName="/ppt/ink/ink397.xml" ContentType="application/inkml+xml"/>
  <Override PartName="/ppt/ink/ink398.xml" ContentType="application/inkml+xml"/>
  <Override PartName="/ppt/ink/ink399.xml" ContentType="application/inkml+xml"/>
  <Override PartName="/ppt/ink/ink400.xml" ContentType="application/inkml+xml"/>
  <Override PartName="/ppt/ink/ink401.xml" ContentType="application/inkml+xml"/>
  <Override PartName="/ppt/ink/ink402.xml" ContentType="application/inkml+xml"/>
  <Override PartName="/ppt/ink/ink403.xml" ContentType="application/inkml+xml"/>
  <Override PartName="/ppt/ink/ink404.xml" ContentType="application/inkml+xml"/>
  <Override PartName="/ppt/ink/ink405.xml" ContentType="application/inkml+xml"/>
  <Override PartName="/ppt/ink/ink406.xml" ContentType="application/inkml+xml"/>
  <Override PartName="/ppt/ink/ink407.xml" ContentType="application/inkml+xml"/>
  <Override PartName="/ppt/ink/ink408.xml" ContentType="application/inkml+xml"/>
  <Override PartName="/ppt/ink/ink409.xml" ContentType="application/inkml+xml"/>
  <Override PartName="/ppt/ink/ink410.xml" ContentType="application/inkml+xml"/>
  <Override PartName="/ppt/ink/ink411.xml" ContentType="application/inkml+xml"/>
  <Override PartName="/ppt/ink/ink412.xml" ContentType="application/inkml+xml"/>
  <Override PartName="/ppt/ink/ink413.xml" ContentType="application/inkml+xml"/>
  <Override PartName="/ppt/ink/ink414.xml" ContentType="application/inkml+xml"/>
  <Override PartName="/ppt/ink/ink415.xml" ContentType="application/inkml+xml"/>
  <Override PartName="/ppt/ink/ink416.xml" ContentType="application/inkml+xml"/>
  <Override PartName="/ppt/ink/ink417.xml" ContentType="application/inkml+xml"/>
  <Override PartName="/ppt/ink/ink418.xml" ContentType="application/inkml+xml"/>
  <Override PartName="/ppt/ink/ink419.xml" ContentType="application/inkml+xml"/>
  <Override PartName="/ppt/ink/ink420.xml" ContentType="application/inkml+xml"/>
  <Override PartName="/ppt/ink/ink421.xml" ContentType="application/inkml+xml"/>
  <Override PartName="/ppt/ink/ink422.xml" ContentType="application/inkml+xml"/>
  <Override PartName="/ppt/ink/ink423.xml" ContentType="application/inkml+xml"/>
  <Override PartName="/ppt/ink/ink424.xml" ContentType="application/inkml+xml"/>
  <Override PartName="/ppt/ink/ink425.xml" ContentType="application/inkml+xml"/>
  <Override PartName="/ppt/ink/ink426.xml" ContentType="application/inkml+xml"/>
  <Override PartName="/ppt/ink/ink427.xml" ContentType="application/inkml+xml"/>
  <Override PartName="/ppt/ink/ink428.xml" ContentType="application/inkml+xml"/>
  <Override PartName="/ppt/ink/ink429.xml" ContentType="application/inkml+xml"/>
  <Override PartName="/ppt/ink/ink430.xml" ContentType="application/inkml+xml"/>
  <Override PartName="/ppt/ink/ink431.xml" ContentType="application/inkml+xml"/>
  <Override PartName="/ppt/ink/ink432.xml" ContentType="application/inkml+xml"/>
  <Override PartName="/ppt/ink/ink433.xml" ContentType="application/inkml+xml"/>
  <Override PartName="/ppt/ink/ink434.xml" ContentType="application/inkml+xml"/>
  <Override PartName="/ppt/ink/ink435.xml" ContentType="application/inkml+xml"/>
  <Override PartName="/ppt/ink/ink436.xml" ContentType="application/inkml+xml"/>
  <Override PartName="/ppt/ink/ink437.xml" ContentType="application/inkml+xml"/>
  <Override PartName="/ppt/ink/ink438.xml" ContentType="application/inkml+xml"/>
  <Override PartName="/ppt/ink/ink439.xml" ContentType="application/inkml+xml"/>
  <Override PartName="/ppt/ink/ink440.xml" ContentType="application/inkml+xml"/>
  <Override PartName="/ppt/ink/ink441.xml" ContentType="application/inkml+xml"/>
  <Override PartName="/ppt/ink/ink442.xml" ContentType="application/inkml+xml"/>
  <Override PartName="/ppt/ink/ink443.xml" ContentType="application/inkml+xml"/>
  <Override PartName="/ppt/ink/ink444.xml" ContentType="application/inkml+xml"/>
  <Override PartName="/ppt/ink/ink445.xml" ContentType="application/inkml+xml"/>
  <Override PartName="/ppt/ink/ink446.xml" ContentType="application/inkml+xml"/>
  <Override PartName="/ppt/ink/ink447.xml" ContentType="application/inkml+xml"/>
  <Override PartName="/ppt/ink/ink448.xml" ContentType="application/inkml+xml"/>
  <Override PartName="/ppt/ink/ink449.xml" ContentType="application/inkml+xml"/>
  <Override PartName="/ppt/ink/ink450.xml" ContentType="application/inkml+xml"/>
  <Override PartName="/ppt/ink/ink451.xml" ContentType="application/inkml+xml"/>
  <Override PartName="/ppt/ink/ink452.xml" ContentType="application/inkml+xml"/>
  <Override PartName="/ppt/ink/ink453.xml" ContentType="application/inkml+xml"/>
  <Override PartName="/ppt/ink/ink454.xml" ContentType="application/inkml+xml"/>
  <Override PartName="/ppt/ink/ink455.xml" ContentType="application/inkml+xml"/>
  <Override PartName="/ppt/ink/ink456.xml" ContentType="application/inkml+xml"/>
  <Override PartName="/ppt/ink/ink457.xml" ContentType="application/inkml+xml"/>
  <Override PartName="/ppt/ink/ink458.xml" ContentType="application/inkml+xml"/>
  <Override PartName="/ppt/ink/ink459.xml" ContentType="application/inkml+xml"/>
  <Override PartName="/ppt/ink/ink460.xml" ContentType="application/inkml+xml"/>
  <Override PartName="/ppt/ink/ink461.xml" ContentType="application/inkml+xml"/>
  <Override PartName="/ppt/ink/ink462.xml" ContentType="application/inkml+xml"/>
  <Override PartName="/ppt/ink/ink463.xml" ContentType="application/inkml+xml"/>
  <Override PartName="/ppt/ink/ink464.xml" ContentType="application/inkml+xml"/>
  <Override PartName="/ppt/ink/ink465.xml" ContentType="application/inkml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ppt/notesSlides/notesSlide19.xml" ContentType="application/vnd.openxmlformats-officedocument.presentationml.notesSlide+xml"/>
  <Override PartName="/ppt/notesSlides/notesSlide20.xml" ContentType="application/vnd.openxmlformats-officedocument.presentationml.notesSlide+xml"/>
  <Override PartName="/ppt/notesSlides/notesSlide21.xml" ContentType="application/vnd.openxmlformats-officedocument.presentationml.notesSlide+xml"/>
  <Override PartName="/ppt/notesSlides/notesSlide22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  <Override PartName="/docProps/core0.xml" ContentType="application/vnd.openxmlformats-package.core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Relationship Id="rId5" Type="http://schemas.openxmlformats.org/officedocument/2006/relationships/metadata/core-properties" Target="docProps/core0.xml"/><Relationship Id="rId4" Type="http://schemas.openxmlformats.org/officeDocument/2006/relationships/custom-properties" Target="docProps/custom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>
  <p:sldMasterIdLst>
    <p:sldMasterId id="2147483648" r:id="rId1"/>
  </p:sldMasterIdLst>
  <p:notesMasterIdLst>
    <p:notesMasterId r:id="rId31"/>
  </p:notesMasterIdLst>
  <p:sldIdLst>
    <p:sldId id="294" r:id="rId2"/>
    <p:sldId id="300" r:id="rId3"/>
    <p:sldId id="256" r:id="rId4"/>
    <p:sldId id="257" r:id="rId5"/>
    <p:sldId id="258" r:id="rId6"/>
    <p:sldId id="259" r:id="rId7"/>
    <p:sldId id="260" r:id="rId8"/>
    <p:sldId id="261" r:id="rId9"/>
    <p:sldId id="296" r:id="rId10"/>
    <p:sldId id="297" r:id="rId11"/>
    <p:sldId id="298" r:id="rId12"/>
    <p:sldId id="262" r:id="rId13"/>
    <p:sldId id="295" r:id="rId14"/>
    <p:sldId id="263" r:id="rId15"/>
    <p:sldId id="264" r:id="rId16"/>
    <p:sldId id="265" r:id="rId17"/>
    <p:sldId id="266" r:id="rId18"/>
    <p:sldId id="267" r:id="rId19"/>
    <p:sldId id="301" r:id="rId20"/>
    <p:sldId id="302" r:id="rId21"/>
    <p:sldId id="268" r:id="rId22"/>
    <p:sldId id="269" r:id="rId23"/>
    <p:sldId id="271" r:id="rId24"/>
    <p:sldId id="272" r:id="rId25"/>
    <p:sldId id="273" r:id="rId26"/>
    <p:sldId id="274" r:id="rId27"/>
    <p:sldId id="275" r:id="rId28"/>
    <p:sldId id="276" r:id="rId29"/>
    <p:sldId id="277" r:id="rId30"/>
  </p:sldIdLst>
  <p:sldSz cx="12192000" cy="6858000"/>
  <p:notesSz cx="6858000" cy="12192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 snapToGrid="0">
      <p:cViewPr>
        <p:scale>
          <a:sx n="90" d="100"/>
          <a:sy n="90" d="100"/>
        </p:scale>
        <p:origin x="147" y="3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slide" Target="slides/slide25.xml"/><Relationship Id="rId3" Type="http://schemas.openxmlformats.org/officeDocument/2006/relationships/slide" Target="slides/slide2.xml"/><Relationship Id="rId21" Type="http://schemas.openxmlformats.org/officeDocument/2006/relationships/slide" Target="slides/slide20.xml"/><Relationship Id="rId34" Type="http://schemas.openxmlformats.org/officeDocument/2006/relationships/theme" Target="theme/theme1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slide" Target="slides/slide24.xml"/><Relationship Id="rId33" Type="http://schemas.openxmlformats.org/officeDocument/2006/relationships/viewProps" Target="viewProps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slide" Target="slides/slide19.xml"/><Relationship Id="rId29" Type="http://schemas.openxmlformats.org/officeDocument/2006/relationships/slide" Target="slides/slide28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slide" Target="slides/slide23.xml"/><Relationship Id="rId32" Type="http://schemas.openxmlformats.org/officeDocument/2006/relationships/presProps" Target="presProps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slide" Target="slides/slide27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31" Type="http://schemas.openxmlformats.org/officeDocument/2006/relationships/notesMaster" Target="notesMasters/notesMaster1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slide" Target="slides/slide26.xml"/><Relationship Id="rId30" Type="http://schemas.openxmlformats.org/officeDocument/2006/relationships/slide" Target="slides/slide29.xml"/><Relationship Id="rId35" Type="http://schemas.openxmlformats.org/officeDocument/2006/relationships/tableStyles" Target="tableStyles.xml"/><Relationship Id="rId8" Type="http://schemas.openxmlformats.org/officeDocument/2006/relationships/slide" Target="slides/slide7.xml"/></Relationships>
</file>

<file path=ppt/ink/ink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9-22T16:06:36.627"/>
    </inkml:context>
    <inkml:brush xml:id="br0">
      <inkml:brushProperty name="width" value="0.05" units="cm"/>
      <inkml:brushProperty name="height" value="0.05" units="cm"/>
      <inkml:brushProperty name="color" value="#FF0066"/>
    </inkml:brush>
  </inkml:definitions>
  <inkml:trace contextRef="#ctx0" brushRef="#br0">1575 60 24575,'51'-4'0,"-21"2"0,56-12 0,-85 14 0,-1 0 0,1 0 0,0-1 0,0 1 0,0 0 0,0 0 0,0-1 0,-1 1 0,1 0 0,0-1 0,0 1 0,0-1 0,-1 1 0,2-2 0,-11-1 0,-22 2 0,9 0 0,-33-6 0,15 1 0,-4 0 0,16 2 0,-30-1 0,-228 5 0,258 1 0,-28 6 0,-23 0 0,-411-6 0,238-2 0,199 2 0,-59-2 0,63-7 0,32 5 0,-28-1 0,226 4 0,160 6 0,-250 1 0,548 25 0,-599-34 0,-1-2 0,51-11 0,-73 11 0,77-11 0,-89 14 0,-2 0 0,0 1 0,-1-1 0,1 1 0,0 0 0,0-1 0,0 1 0,-1 0 0,1 1 0,4 0 0,-7-1 0,1 0 0,-1 0 0,0 0 0,0 0 0,0 0 0,0 0 0,0 0 0,0 0 0,0 0 0,0 0 0,0 0 0,0 0 0,1 0 0,-1 0 0,0 0 0,0 0 0,0 1 0,0-1 0,0 0 0,0 0 0,0 0 0,0 0 0,0 0 0,0 0 0,0 0 0,0 0 0,0 0 0,0 0 0,0 0 0,0 1 0,0-1 0,0 0 0,0 0 0,0 0 0,0 0 0,0 0 0,0 0 0,0 0 0,0 0 0,0 0 0,0 1 0,0-1 0,0 0 0,0 0 0,0 0 0,0 0 0,0 0 0,0 0 0,0 0 0,0 0 0,0 0 0,0 0 0,-7 5 0,-8 3 0,-8-2 0,0-1 0,0 0 0,0-2 0,-28 1 0,43-4 0,-269 4 0,165-5 0,-82-7 0,3 0 0,86 9 0,-82-2 0,104-6 0,-26-1 0,51 9-1365,46-1-5461</inkml:trace>
</inkml:ink>
</file>

<file path=ppt/ink/ink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9-22T16:06:52.168"/>
    </inkml:context>
    <inkml:brush xml:id="br0">
      <inkml:brushProperty name="width" value="0.05" units="cm"/>
      <inkml:brushProperty name="height" value="0.05" units="cm"/>
      <inkml:brushProperty name="color" value="#FF0066"/>
    </inkml:brush>
  </inkml:definitions>
  <inkml:trace contextRef="#ctx0" brushRef="#br0">2146 54 24575,'-182'1'0,"-198"-3"0,234-5 0,-46 0 0,-428 6 0,294 2 0,302-2 0,0-2 0,-40-8 0,41 6 0,-1 1 0,-39-2 0,52 6-119,3 0-88,0 0-1,0 0 0,0-1 0,0 0 1,-9-3-1,8 1-6618</inkml:trace>
</inkml:ink>
</file>

<file path=ppt/ink/ink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9-22T16:06:53.559"/>
    </inkml:context>
    <inkml:brush xml:id="br0">
      <inkml:brushProperty name="width" value="0.05" units="cm"/>
      <inkml:brushProperty name="height" value="0.05" units="cm"/>
      <inkml:brushProperty name="color" value="#FF0066"/>
    </inkml:brush>
  </inkml:definitions>
  <inkml:trace contextRef="#ctx0" brushRef="#br0">1624 0 24575,'-113'1'0,"-134"19"0,12 4 0,176-20 0,1 1 0,-76-5 0,-171-16 0,205 11 0,-18 2 0,-75-6 0,148 5-1365,29 2-5461</inkml:trace>
</inkml:ink>
</file>

<file path=ppt/ink/ink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9-22T16:06:54.509"/>
    </inkml:context>
    <inkml:brush xml:id="br0">
      <inkml:brushProperty name="width" value="0.05" units="cm"/>
      <inkml:brushProperty name="height" value="0.05" units="cm"/>
      <inkml:brushProperty name="color" value="#FF0066"/>
    </inkml:brush>
  </inkml:definitions>
  <inkml:trace contextRef="#ctx0" brushRef="#br0">2438 72 24575,'0'-1'0,"0"0"0,-1 1 0,1-1 0,0 1 0,-1-1 0,1 1 0,0-1 0,-1 1 0,1-1 0,-1 1 0,1-1 0,-1 1 0,1-1 0,-1 1 0,1 0 0,-1-1 0,1 1 0,-1 0 0,1-1 0,-1 1 0,0 0 0,1 0 0,-1 0 0,1-1 0,-1 1 0,0 0 0,1 0 0,-1 0 0,-1 0 0,-21 0 0,-252 11 0,139-4 0,21 0 0,-60 1 0,-37 0 0,-396-23 0,579 13 0,-717-66 0,657 54-1365,75 11-5461</inkml:trace>
</inkml:ink>
</file>

<file path=ppt/ink/ink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9-22T16:06:59.091"/>
    </inkml:context>
    <inkml:brush xml:id="br0">
      <inkml:brushProperty name="width" value="0.05" units="cm"/>
      <inkml:brushProperty name="height" value="0.05" units="cm"/>
      <inkml:brushProperty name="color" value="#FF0066"/>
    </inkml:brush>
  </inkml:definitions>
  <inkml:trace contextRef="#ctx0" brushRef="#br0">4400 46 24575,'32'-4'0,"13"-1"0,50 0 0,-90 5 0,0 0 0,0 1 0,-1 0 0,9 2 0,-12-3 0,0 0 0,0 0 0,-1 1 0,1-1 0,0 0 0,0 0 0,-1 1 0,1-1 0,0 1 0,0-1 0,-1 1 0,1-1 0,-1 1 0,1-1 0,0 1 0,-1-1 0,1 1 0,-1 0 0,1-1 0,-1 1 0,0 0 0,1-1 0,-1 1 0,0 0 0,1 0 0,-1 0 0,0-1 0,0 1 0,0 0 0,1 0 0,-1 0 0,0-1 0,0 1 0,0 0 0,-1 1 0,1-1 0,0 0 0,-1-1 0,1 1 0,-1 0 0,0 0 0,1 0 0,-1 0 0,1-1 0,-1 1 0,0 0 0,0-1 0,1 1 0,-1-1 0,0 1 0,0 0 0,0-1 0,0 0 0,0 1 0,1-1 0,-1 0 0,0 1 0,-2-1 0,-24 4 0,18-4 0,-32 5 0,11-1 0,-37 1 0,6-5 0,-64-1 0,71-6 0,33 3 0,-31 0 0,-82 5 0,-88-2 0,139-6 0,-38-1 0,105 8 0,-1 1 0,0 0 0,-25 7 0,5-1 0,0-1 0,-1-2 0,-69 0 0,75-5 0,1 0 0,-37-7 0,30 1 0,-13-3 0,0 2 0,-77-3 0,28 4 0,2 0 0,95 7 0,-26 0 0,1-2 0,-37-5 0,34 3 0,-1 1 0,-59 3 0,54 1 0,-62-6 0,14-3 0,-135 5 0,116 5 0,-201-2 0,280 1 0,-31 5 0,-19 2 0,-265-8 0,163-1 0,149 3 0,-29 4 0,-26 2 0,-395-9 0,458 0 0,-32-5 0,-15-2 0,20 8-1365,34 0-5461</inkml:trace>
</inkml:ink>
</file>

<file path=ppt/ink/ink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9-22T16:07:00.187"/>
    </inkml:context>
    <inkml:brush xml:id="br0">
      <inkml:brushProperty name="width" value="0.05" units="cm"/>
      <inkml:brushProperty name="height" value="0.05" units="cm"/>
      <inkml:brushProperty name="color" value="#FF0066"/>
    </inkml:brush>
  </inkml:definitions>
  <inkml:trace contextRef="#ctx0" brushRef="#br0">0 2 24575,'91'-1'0,"101"2"0,-3 22 0,-57-4 0,63 7 0,-90-10 0,154 4 0,160-21 0,-291-6 0,-2-1 0,-82 8 0,170-8 0,-37-8 0,-108 9 0,88-12 0,-94 9 0,115-4 0,-77 7 0,-9 0 0,276 6 0,-175 2 0,-84 6 0,-8 1 0,-86-8 0,133 9 0,-80-4 0,110-3 0,-85-4 0,-8 1 0,92 3 0,-108 5 0,28 1 0,-84-8-341,0 0 0,0 1-1,14 3 1,-14-1-6485</inkml:trace>
</inkml:ink>
</file>

<file path=ppt/ink/ink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9-22T16:07:55.220"/>
    </inkml:context>
    <inkml:brush xml:id="br0">
      <inkml:brushProperty name="width" value="0.05" units="cm"/>
      <inkml:brushProperty name="height" value="0.05" units="cm"/>
      <inkml:brushProperty name="color" value="#FF0066"/>
    </inkml:brush>
  </inkml:definitions>
  <inkml:trace contextRef="#ctx0" brushRef="#br0">6437 46 24575,'45'2'0,"-1"2"0,61 14 0,-98-17 0,-1-1 0,1 0 0,-1 0 0,0-1 0,1 1 0,-1-1 0,0-1 0,11-3 0,-53 3 0,-176 2 0,198 1 0,0 0 0,-18 5 0,16-3 0,-25 1 0,-26-4 0,-29 0 0,56 8 0,33-6 0,1-1 0,-1 1 0,0-1 0,1 0 0,-1-1 0,0 0 0,0 0 0,1 0 0,-9-2 0,-9-3 0,1 1 0,-42-2 0,-50 7 0,43 0 0,53-1 0,-13 1 0,1-2 0,-49-8 0,51 5 0,0 2 0,-47 0 0,46 3 0,0-2 0,-42-6 0,49 4 0,-1 1 0,-29 1 0,29 2 0,1-2 0,-28-4 0,-1-2 0,0 3 0,-85 4 0,54 2 0,-484-2 0,469-8 0,9 1 0,-492 6 0,282 2 0,232 0 0,-75-2 0,84-6 0,-15-1 0,-149 8 0,104 0 0,104 1 0,-1 0 0,-17 5 0,17-3 0,-26 1 0,-33-4 0,-30 0 0,6 15 0,59-10 0,-90 5 0,42-2 0,-1-1 0,45-7 0,-1-1 0,-45-8 0,45 4 0,0 2 0,-65 4 0,34 1 0,34-3 0,-21 1 0,-86 9 0,113-5 0,-60-3 0,-9 1 0,51 5 0,29-4 0,-31 2 0,36-6 0,-37-6 0,35 3 0,-31 0 0,39 3 0,-1-1 0,-19-4 0,5 0 0,-3 0 0,19 3 0,0 1 0,-22-2 0,-194 4 94,105 1-1553,107-1-5367</inkml:trace>
</inkml:ink>
</file>

<file path=ppt/ink/ink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9-22T16:07:58.775"/>
    </inkml:context>
    <inkml:brush xml:id="br0">
      <inkml:brushProperty name="width" value="0.05" units="cm"/>
      <inkml:brushProperty name="height" value="0.05" units="cm"/>
      <inkml:brushProperty name="color" value="#FF0066"/>
    </inkml:brush>
  </inkml:definitions>
  <inkml:trace contextRef="#ctx0" brushRef="#br0">4453 134 24575,'21'0'0,"-17"0"0,-14 0 0,-515 0 0,506-1 0,-33-6 0,32 4 0,-30-1 0,-229 4 0,257-1 0,-32-5 0,32 2 0,-30 0 0,25 4 0,-14 0 0,-65-8 0,66 3 0,-1 3 0,-51 3 0,-36-2 0,73-6 0,32 4 0,-29-2 0,7 6 0,13-1 0,1 0 0,-53-9 0,50 5 0,0 1 0,0 1 0,-36 4 0,6-1 0,54-1 0,-21 1 0,1-2 0,-47-8 0,59 7 0,-1 0 0,-23 1 0,24 1 0,1-1 0,-31-4 0,29 1 0,1 1 0,-1 2 0,1 0 0,-1 0 0,0 2 0,0 0 0,-28 7 0,-85 13 0,87-14 0,25-4 0,-33 2 0,14-5 0,-70-1 0,60-6 0,30 3 0,-31 0 0,-59 5 0,-75-2 0,126-6 0,34 3 0,-30 0 0,38 3 0,-28-5 0,27 3 0,-24-2 0,25 5 0,-10 0 0,-50-8 0,51 4 0,0 2 0,-1 1 0,-26 2 0,-41-1 0,43-7 0,32 3 0,-32 0 0,-246 4 0,270 3-1365,16 0-5461</inkml:trace>
</inkml:ink>
</file>

<file path=ppt/ink/ink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9-22T16:08:00.253"/>
    </inkml:context>
    <inkml:brush xml:id="br0">
      <inkml:brushProperty name="width" value="0.05" units="cm"/>
      <inkml:brushProperty name="height" value="0.05" units="cm"/>
      <inkml:brushProperty name="color" value="#FF0066"/>
    </inkml:brush>
  </inkml:definitions>
  <inkml:trace contextRef="#ctx0" brushRef="#br0">1990 1 24575,'52'1'0,"77"10"0,-127-10 0,-4-1 0,-15 2 0,-25-2 0,-598 0 0,347 0 0,133-8 0,3 1 0,-302 7 0,354 8 0,3 0 0,79-8-195,0 1 0,1 1 0,-1 1 0,1 2 0,-1 0 0,-21 8 0,28-7-6631</inkml:trace>
</inkml:ink>
</file>

<file path=ppt/ink/ink1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9-22T16:08:05.605"/>
    </inkml:context>
    <inkml:brush xml:id="br0">
      <inkml:brushProperty name="width" value="0.05" units="cm"/>
      <inkml:brushProperty name="height" value="0.05" units="cm"/>
      <inkml:brushProperty name="color" value="#FF0066"/>
    </inkml:brush>
  </inkml:definitions>
  <inkml:trace contextRef="#ctx0" brushRef="#br0">4413 17 24575,'-357'16'0,"-1"-16"0,146-1 0,204 1 0,-405-9 0,206 3 0,-12 0 0,-363-4 0,380 11 0,41-2 0,-176 2 0,215 7 0,-40-1 0,-22 2 0,104-3 0,-128-7 0,133-6 0,-21-1 0,-60 0 0,-55 2-294,165 6-777,29 0-5755</inkml:trace>
</inkml:ink>
</file>

<file path=ppt/ink/ink1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9-22T16:08:07.776"/>
    </inkml:context>
    <inkml:brush xml:id="br0">
      <inkml:brushProperty name="width" value="0.05" units="cm"/>
      <inkml:brushProperty name="height" value="0.05" units="cm"/>
      <inkml:brushProperty name="color" value="#FF0066"/>
    </inkml:brush>
  </inkml:definitions>
  <inkml:trace contextRef="#ctx0" brushRef="#br0">4179 45 24575,'257'16'0,"-253"-16"0,1 1 0,-1 0 0,1 0 0,-1 0 0,9 4 0,-11-3 0,-6-1 0,-7 1 0,-51-2 0,-77-8 0,90 4 0,-35 2 0,-105 10 0,146-6 0,-160 3 0,-13 0 0,-377 5 0,388-11 0,-381 1 0,485-8 0,8 0 0,84 8 0,-201-8 0,-159 1 0,228 8 0,102-1 0,-23 1 0,-83-11 0,56-5 0,-25-3 0,-131 1 0,227 18 0,0 1 0,0 1 0,1 1 0,-1 0 0,-16 7 0,-11 3 0,26-11 0,1 0 0,0-1 0,0-1 0,-37-3 0,8 0 0,30 2-227,1 1-1,-1 1 1,1 0-1,0 1 1,-18 5-1,22-3-6598</inkml:trace>
</inkml:ink>
</file>

<file path=ppt/ink/ink1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9-22T16:08:31.138"/>
    </inkml:context>
    <inkml:brush xml:id="br0">
      <inkml:brushProperty name="width" value="0.05" units="cm"/>
      <inkml:brushProperty name="height" value="0.05" units="cm"/>
      <inkml:brushProperty name="color" value="#00A0D7"/>
    </inkml:brush>
  </inkml:definitions>
  <inkml:trace contextRef="#ctx0" brushRef="#br0">44 64 24575,'-2'-2'0,"1"1"0,0-1 0,-1 1 0,1-1 0,0 1 0,0-1 0,0 0 0,0 1 0,0-1 0,1 0 0,-1 0 0,0 0 0,1 1 0,-1-1 0,1 0 0,0 0 0,0 0 0,0-3 0,0 4 0,0-1 0,1 1 0,-1 0 0,1 0 0,-1 0 0,1-1 0,-1 1 0,1 0 0,0 0 0,0 0 0,-1 0 0,1 0 0,0 0 0,0 0 0,0 1 0,0-1 0,0 0 0,0 0 0,1 1 0,-1-1 0,0 1 0,0-1 0,0 1 0,0-1 0,1 1 0,-1 0 0,0 0 0,3-1 0,6 0 0,-1 0 0,1 0 0,0 1 0,0 0 0,10 1 0,-17 0 0,0-1 0,1 1 0,-1 0 0,0 0 0,1 0 0,-1 0 0,0 1 0,0-1 0,0 1 0,0 0 0,0-1 0,-1 2 0,1-1 0,-1 0 0,1 0 0,-1 1 0,4 5 0,-1-1 0,-2 1 0,1 0 0,-1 0 0,-1 1 0,1-1 0,-2 0 0,1 1 0,0 16 0,4 17 0,-5-39 0,-1 0 0,1 0 0,-1 0 0,0 0 0,0 0 0,0 0 0,0 0 0,0 0 0,-1 0 0,1 0 0,-1 0 0,0 0 0,0 0 0,0 0 0,-1 0 0,1-1 0,0 1 0,-1 0 0,0-1 0,0 0 0,0 1 0,0-1 0,0 0 0,0 0 0,0 0 0,-1 0 0,1 0 0,-1 0 0,1-1 0,-1 1 0,0-1 0,0 0 0,0 0 0,1 0 0,-1 0 0,0 0 0,0-1 0,0 1 0,0-1 0,-1 0 0,1 0 0,0 0 0,0 0 0,0 0 0,0-1 0,-5-1 0,0-1 0,1 0 0,0 0 0,0-1 0,0 1 0,0-2 0,1 1 0,0-1 0,0 0 0,0 0 0,0-1 0,1 0 0,0 0 0,0 0 0,0 0 0,1-1 0,0 0 0,0 0 0,1 0 0,0 0 0,0-1 0,1 1 0,0-1 0,0 1 0,1-1 0,0 0 0,-1-14 0,3 18-105,-1 1 0,0 0 0,1 0 0,0 0 0,0 0 0,0 0 0,0 0 0,0 0 0,0 0 0,1 0 0,0 1 0,2-5 0</inkml:trace>
</inkml:ink>
</file>

<file path=ppt/ink/ink1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9-22T16:08:31.493"/>
    </inkml:context>
    <inkml:brush xml:id="br0">
      <inkml:brushProperty name="width" value="0.05" units="cm"/>
      <inkml:brushProperty name="height" value="0.05" units="cm"/>
      <inkml:brushProperty name="color" value="#00A0D7"/>
    </inkml:brush>
  </inkml:definitions>
  <inkml:trace contextRef="#ctx0" brushRef="#br0">13 1 24575,'-3'0'0,"0"2"0,-3 2 0</inkml:trace>
</inkml:ink>
</file>

<file path=ppt/ink/ink1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9-22T16:08:32.243"/>
    </inkml:context>
    <inkml:brush xml:id="br0">
      <inkml:brushProperty name="width" value="0.05" units="cm"/>
      <inkml:brushProperty name="height" value="0.05" units="cm"/>
      <inkml:brushProperty name="color" value="#00A0D7"/>
    </inkml:brush>
  </inkml:definitions>
  <inkml:trace contextRef="#ctx0" brushRef="#br0">62 9 24575,'3'-2'0,"0"1"0,1 0 0,0-1 0,-1 1 0,1 1 0,0-1 0,-1 1 0,1-1 0,0 1 0,0 0 0,0 0 0,-1 1 0,1-1 0,0 1 0,-1 0 0,1 0 0,0 0 0,5 3 0,-6-3 0,0 1 0,-1-1 0,1 1 0,0 0 0,-1 0 0,1 0 0,-1 0 0,0 0 0,1 1 0,-1-1 0,0 1 0,-1-1 0,1 1 0,0 0 0,-1 0 0,1 0 0,-1 0 0,0 0 0,0 0 0,0 0 0,0 6 0,0-4 0,-1-1 0,0 0 0,0 0 0,0 1 0,-1-1 0,1 0 0,-1 0 0,0 1 0,0-1 0,-1 0 0,1 0 0,-3 4 0,3-6 0,-1 1 0,1-1 0,-1 0 0,0 0 0,0 0 0,0 0 0,0-1 0,0 1 0,0 0 0,0-1 0,0 0 0,-1 1 0,1-1 0,0 0 0,-1 0 0,1 0 0,-1-1 0,0 1 0,1 0 0,-6-1 0,-2 1 0,-1 0 0,1-1 0,-1 0 0,-18-3 0,27 3 0,-1-1 0,1 1 0,0-1 0,0 1 0,-1-1 0,1 0 0,0 0 0,0 0 0,0 0 0,0-1 0,0 1 0,0 0 0,0-1 0,0 1 0,1-1 0,-1 0 0,1 0 0,-1 1 0,1-1 0,-1 0 0,1 0 0,0 0 0,0-1 0,0 1 0,0 0 0,1 0 0,-2-3 0,2 0 0,0 0 0,-1 0 0,2 0 0,-1 1 0,1-1 0,-1 0 0,1 0 0,3-6 0,2-17 0,-6 18-1365,-2 1-5461</inkml:trace>
</inkml:ink>
</file>

<file path=ppt/ink/ink1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9-22T16:08:32.897"/>
    </inkml:context>
    <inkml:brush xml:id="br0">
      <inkml:brushProperty name="width" value="0.05" units="cm"/>
      <inkml:brushProperty name="height" value="0.05" units="cm"/>
      <inkml:brushProperty name="color" value="#00A0D7"/>
    </inkml:brush>
  </inkml:definitions>
  <inkml:trace contextRef="#ctx0" brushRef="#br0">77 30 24575,'0'-1'0,"0"0"0,0 1 0,1-1 0,-1 1 0,0-1 0,0 0 0,1 1 0,-1-1 0,1 1 0,-1-1 0,0 1 0,1-1 0,-1 1 0,1-1 0,-1 1 0,1 0 0,-1-1 0,1 1 0,0 0 0,-1-1 0,1 1 0,-1 0 0,1 0 0,0 0 0,-1-1 0,1 1 0,-1 0 0,1 0 0,0 0 0,-1 0 0,1 0 0,0 0 0,-1 0 0,2 0 0,22 3 0,-20-1 0,1 0 0,-1 0 0,0 0 0,1 1 0,-1-1 0,0 1 0,-1 0 0,1 0 0,-1 0 0,1 1 0,-1-1 0,0 1 0,0 0 0,4 7 0,-2-2 0,-1-1 0,1 1 0,-2 0 0,1 0 0,-2 1 0,4 12 0,-6-20 0,1 1 0,-1-1 0,0 1 0,1-1 0,-1 1 0,-1 0 0,1-1 0,0 1 0,0-1 0,-1 1 0,0-1 0,1 1 0,-1-1 0,0 0 0,0 1 0,0-1 0,-1 0 0,1 0 0,0 0 0,-1 0 0,0 0 0,1 0 0,-1 0 0,0 0 0,0 0 0,0-1 0,-3 2 0,2-1 0,1-1 0,-2 0 0,1 0 0,0 0 0,0 0 0,0 0 0,0-1 0,-1 1 0,1-1 0,0 0 0,0 0 0,-1 0 0,1 0 0,0-1 0,0 1 0,-1-1 0,1 0 0,0 0 0,0 0 0,-6-3 0,1-1 0,-1 0 0,1-1 0,-1 0 0,2 0 0,-1-1 0,1 0 0,0 0 0,0-1 0,-6-10 0,10 14 0,-1-1 0,2 0 0,-1 0 0,1 0 0,-1 0 0,1 0 0,1 0 0,-1-1 0,1 1 0,0-1 0,0 1 0,1-1 0,-1 1 0,1-1 0,1 1 0,-1-1 0,1 0 0,1-5 0,-2 10-80,1-1 0,-1 0-1,1 0 1,0 1 0,-1-1-1,1 0 1,0 1 0,0-1-1,0 1 1,0-1 0,1 1 0,-1 0-1,0-1 1,1 1 0,-1 0-1,2-1 1,6-3-6746</inkml:trace>
</inkml:ink>
</file>

<file path=ppt/ink/ink1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9-22T16:08:34.911"/>
    </inkml:context>
    <inkml:brush xml:id="br0">
      <inkml:brushProperty name="width" value="0.05" units="cm"/>
      <inkml:brushProperty name="height" value="0.05" units="cm"/>
      <inkml:brushProperty name="color" value="#00A0D7"/>
    </inkml:brush>
  </inkml:definitions>
  <inkml:trace contextRef="#ctx0" brushRef="#br0">1 176 24575,'25'-17'0,"11"-9"0,4 0 0,-2 2 0,-5 6 0,-3 2 0,-5 5 0,0 1 0,-3 3 0,-3 0 0,-1 0 0,-4 0 0</inkml:trace>
</inkml:ink>
</file>

<file path=ppt/ink/ink1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9-22T16:08:36.034"/>
    </inkml:context>
    <inkml:brush xml:id="br0">
      <inkml:brushProperty name="width" value="0.05" units="cm"/>
      <inkml:brushProperty name="height" value="0.05" units="cm"/>
      <inkml:brushProperty name="color" value="#00A0D7"/>
    </inkml:brush>
  </inkml:definitions>
  <inkml:trace contextRef="#ctx0" brushRef="#br0">1 9 24575,'26'-3'0,"43"-2"0,-63 5 0,1 0 0,-1 1 0,1 0 0,-1 0 0,0 0 0,1 1 0,11 4 0,-17-5 0,1 0 0,0-1 0,-1 1 0,1 0 0,-1 0 0,0 0 0,1 0 0,-1 1 0,0-1 0,1 0 0,-1 0 0,0 1 0,0-1 0,0 1 0,0-1 0,0 1 0,-1 0 0,1-1 0,0 1 0,-1 0 0,1-1 0,-1 1 0,0 0 0,1-1 0,-1 4 0,0 1 0,-1 0 0,0 1 0,-1-1 0,1 0 0,-5 11 0,-2 13 0,4-11 0,-1 0 0,-1-1 0,0 1 0,-1-1 0,-12 20 0,19-37 0,-1 0 0,1-1 0,0 1 0,-1 0 0,1-1 0,0 1 0,0 0 0,-1 0 0,1-1 0,0 1 0,0 0 0,0 0 0,0-1 0,0 1 0,0 0 0,0 0 0,0-1 0,0 1 0,0 0 0,1-1 0,-1 1 0,0 0 0,0 0 0,1 0 0,0 0 0,0 0 0,0 0 0,0 0 0,0 0 0,0-1 0,0 1 0,0 0 0,0-1 0,1 1 0,-1-1 0,0 0 0,0 1 0,2-1 0,6 2 0,0-1 0,0-1 0,13 0 0,-14-1 0,10 2 0,34 5 0,-36-3 0,1-1 0,30 0 0,-35-4-1365,-3-1-5461</inkml:trace>
</inkml:ink>
</file>

<file path=ppt/ink/ink1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9-22T16:08:36.802"/>
    </inkml:context>
    <inkml:brush xml:id="br0">
      <inkml:brushProperty name="width" value="0.05" units="cm"/>
      <inkml:brushProperty name="height" value="0.05" units="cm"/>
      <inkml:brushProperty name="color" value="#00A0D7"/>
    </inkml:brush>
  </inkml:definitions>
  <inkml:trace contextRef="#ctx0" brushRef="#br0">1 147 24575,'38'4'0,"39"4"0,142-5 0,-211-3 0,0-1 0,0 0 0,0-1 0,0 0 0,-1 0 0,1 0 0,7-5 0,-12 6 0,0-1 0,0 0 0,-1 1 0,1-1 0,-1 0 0,0 0 0,1 0 0,-1-1 0,0 1 0,0-1 0,-1 1 0,1-1 0,0 1 0,-1-1 0,0 0 0,1 0 0,-1 0 0,0 0 0,0 0 0,0-5 0,0 4 0,-1-1 0,0 1 0,0 0 0,0 0 0,0 0 0,-1 0 0,1 0 0,-1 0 0,0 0 0,-1 0 0,1 0 0,-3-5 0,3 8 0,1 0 0,-1 0 0,0-1 0,0 1 0,0 0 0,0 0 0,0 0 0,0 0 0,-1 0 0,1 0 0,0 1 0,0-1 0,-1 0 0,1 1 0,-1-1 0,1 0 0,0 1 0,-1 0 0,1-1 0,-1 1 0,1 0 0,-1 0 0,1 0 0,-1 0 0,1 0 0,-1 0 0,1 0 0,-1 0 0,1 1 0,-1-1 0,1 0 0,0 1 0,-1 0 0,1-1 0,0 1 0,-3 1 0,0 0 0,0 0 0,0 1 0,0 0 0,1-1 0,-1 1 0,1 0 0,-1 1 0,1-1 0,0 1 0,0-1 0,1 1 0,-1 0 0,1 0 0,0 0 0,0 0 0,0 1 0,0-1 0,-1 8 0,2-9 0,1 1 0,-1 0 0,1-1 0,0 1 0,0 0 0,0-1 0,1 1 0,-1 0 0,1-1 0,0 1 0,0 0 0,0-1 0,0 1 0,1-1 0,-1 0 0,1 1 0,0-1 0,0 0 0,0 0 0,1 0 0,-1 0 0,1-1 0,3 5 0,9 4 0,1 0 0,0-1 0,0-1 0,1-1 0,0 0 0,0-1 0,22 6 0,-13-6 0,0-1 0,1-1 0,0-2 0,37 1 0,-59-4 0,-1 0 0,1 0 0,-1-1 0,1 1 0,0-1 0,-1-1 0,1 1 0,-1 0 0,0-1 0,8-4 0,-11 5 0,0 1 0,0-1 0,0 0 0,0 0 0,0 0 0,0 0 0,0 0 0,0-1 0,0 1 0,0 0 0,-1 0 0,1 0 0,-1-1 0,1 1 0,0-3 0,-1 2 0,1 0 0,-1 1 0,0-1 0,-1 0 0,1 0 0,0 0 0,0 0 0,-1 0 0,1 1 0,-1-1 0,0 0 0,1 0 0,-1 1 0,0-1 0,-1-1 0,-5-6 0,1 0 0,-2 0 0,1 1 0,-1 0 0,-14-10 0,13 11 0,1-1 0,-1 0 0,1 0 0,-12-18 0,18 24 0,1 1 0,0-1 0,0 0 0,0 0 0,0 0 0,1 0 0,-1 0 0,0 0 0,1 0 0,-1 0 0,1 0 0,0 0 0,0 0 0,0 0 0,0 0 0,0 0 0,0 0 0,0 0 0,1 0 0,0-4 0,1 4 0,-1-1 0,1 0 0,0 1 0,-1-1 0,1 1 0,1 0 0,-1 0 0,0-1 0,0 1 0,1 1 0,-1-1 0,1 0 0,3-1 0,0-1 10,1 1 0,0 0 0,0 1 0,-1-1 0,1 1 0,0 1 0,1-1 0,-1 1 0,0 1 0,0-1 0,8 1 0,-5 1-222,1 1 0,-1-1 0,1 2-1,-1-1 1,0 1 0,19 9 0,-14-5-6614</inkml:trace>
</inkml:ink>
</file>

<file path=ppt/ink/ink1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9-22T16:08:37.237"/>
    </inkml:context>
    <inkml:brush xml:id="br0">
      <inkml:brushProperty name="width" value="0.05" units="cm"/>
      <inkml:brushProperty name="height" value="0.05" units="cm"/>
      <inkml:brushProperty name="color" value="#00A0D7"/>
    </inkml:brush>
  </inkml:definitions>
  <inkml:trace contextRef="#ctx0" brushRef="#br0">108 73 24575,'-2'-1'0,"-40"-24"0,39 24 0,1 0 0,-1 0 0,1 0 0,-1 0 0,0 0 0,0 0 0,0 1 0,1-1 0,-1 1 0,0 0 0,0 0 0,0 0 0,0 0 0,-3 1 0,5 0 0,0-1 0,0 0 0,0 1 0,0-1 0,0 1 0,0-1 0,1 1 0,-1 0 0,0-1 0,0 1 0,0 0 0,1-1 0,-1 1 0,0 0 0,1 0 0,-1 0 0,1 0 0,-1 0 0,1 0 0,-1 0 0,0 1 0,1 0 0,-1 0 0,1 1 0,0-1 0,0 0 0,0 1 0,0-1 0,0 1 0,0-1 0,1 3 0,1 1 0,-1 0 0,1-1 0,0 1 0,1 0 0,-1-1 0,7 9 0,-2-5 0,0-1 0,1 1 0,0-1 0,0-1 0,1 0 0,0 0 0,0 0 0,0-1 0,1-1 0,0 1 0,0-2 0,1 1 0,-1-2 0,1 1 0,12 1 0,-21-4 0,0-1 0,0 0 0,0 0 0,0 0 0,0 0 0,0 0 0,0 0 0,0-1 0,0 1 0,0-1 0,0 1 0,-1-1 0,1 0 0,0 1 0,0-1 0,0 0 0,-1 0 0,1 0 0,-1-1 0,1 1 0,-1 0 0,1-1 0,-1 1 0,0-1 0,1 1 0,-1-1 0,0 1 0,0-1 0,0 0 0,0 0 0,-1 0 0,1 1 0,0-1 0,-1 0 0,1-3 0,1-6 0,0-1 0,0 1 0,-2-1 0,0-18 0,0 25 0,0 0-49,0 0 1,0 1-1,-1-1 0,1 0 0,-1 1 1,0-1-1,-1 0 0,1 1 0,-1 0 1,0-1-1,0 1 0,0 0 0,-1 0 1,1 0-1,-1 0 0,0 0 0,0 1 1,0-1-1,-1 1 0,1 0 0,-1 0 1,0 0-1,0 1 0,0-1 0,0 1 0,0 0 1,-7-3-1,-2 1-6777</inkml:trace>
</inkml:ink>
</file>

<file path=ppt/ink/ink2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9-22T16:08:23.525"/>
    </inkml:context>
    <inkml:brush xml:id="br0">
      <inkml:brushProperty name="width" value="0.05" units="cm"/>
      <inkml:brushProperty name="height" value="0.05" units="cm"/>
      <inkml:brushProperty name="color" value="#FF0066"/>
    </inkml:brush>
  </inkml:definitions>
  <inkml:trace contextRef="#ctx0" brushRef="#br0">1 60 24575,'0'-2'0,"0"-1"0,0 1 0,0-1 0,0 1 0,1 0 0,-1-1 0,1 1 0,0 0 0,-1 0 0,1-1 0,0 1 0,0 0 0,1 0 0,-1 0 0,0 0 0,1 0 0,-1 0 0,3-2 0,-1 2 0,0 1 0,-1-1 0,1 0 0,0 1 0,0 0 0,0-1 0,0 1 0,0 1 0,0-1 0,0 0 0,0 1 0,5-1 0,-1 1 0,-1 0 0,1 0 0,-1 1 0,1 0 0,0 0 0,-1 1 0,0-1 0,1 1 0,-1 1 0,0-1 0,0 1 0,10 7 0,-11-6 0,0-1 0,-1 1 0,1 0 0,-1 1 0,0-1 0,-1 1 0,1 0 0,-1 0 0,0 0 0,4 8 0,-5-8 0,-1-1 0,0 1 0,0-1 0,0 1 0,0 0 0,-1-1 0,0 1 0,0 0 0,0-1 0,0 1 0,-1 0 0,0-1 0,-2 9 0,-4 14 0,5-19 0,0 1 0,0-1 0,-1 0 0,-6 13 0,8-19 0,0 0 0,-1 0 0,1 0 0,-1 0 0,1 0 0,-1 0 0,0-1 0,0 1 0,0-1 0,0 1 0,0-1 0,0 0 0,0 0 0,0 1 0,0-1 0,-1-1 0,1 1 0,0 0 0,-1-1 0,-4 1 0,3 0 0,0-1 0,0 0 0,0 0 0,0 0 0,0 0 0,-1-1 0,1 0 0,0 0 0,0 0 0,0 0 0,1-1 0,-1 1 0,-6-4 0,5 1 0,0 0 0,0 0 0,0 0 0,1-1 0,-1 0 0,1 1 0,0-2 0,-4-5 0,5 5 0,-1 1 0,1-1 0,0 0 0,0 0 0,1 0 0,0-1 0,-3-9 0,5 13 0,0 0 0,-1 0 0,1 0 0,0 0 0,1-1 0,-1 1 0,0 0 0,1 0 0,0 0 0,0 0 0,0 0 0,0 0 0,0 0 0,1 0 0,-1 1 0,1-1 0,3-4 0,4-4-1365,-1 1-5461</inkml:trace>
</inkml:ink>
</file>

<file path=ppt/ink/ink2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9-22T16:08:23.946"/>
    </inkml:context>
    <inkml:brush xml:id="br0">
      <inkml:brushProperty name="width" value="0.05" units="cm"/>
      <inkml:brushProperty name="height" value="0.05" units="cm"/>
      <inkml:brushProperty name="color" value="#FF0066"/>
    </inkml:brush>
  </inkml:definitions>
  <inkml:trace contextRef="#ctx0" brushRef="#br0">0 4 24575,'0'-2'0,"0"1"0,3 1 0,0 3 0,3 1 0,0 3 0,1-1 0,0 2 0,-4-1 0</inkml:trace>
</inkml:ink>
</file>

<file path=ppt/ink/ink2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9-22T16:08:24.617"/>
    </inkml:context>
    <inkml:brush xml:id="br0">
      <inkml:brushProperty name="width" value="0.05" units="cm"/>
      <inkml:brushProperty name="height" value="0.05" units="cm"/>
      <inkml:brushProperty name="color" value="#FF0066"/>
    </inkml:brush>
  </inkml:definitions>
  <inkml:trace contextRef="#ctx0" brushRef="#br0">7 1 24575,'-1'1'0,"0"1"0,0-1 0,1 1 0,-1 0 0,0-1 0,1 1 0,-1 0 0,1 0 0,0-1 0,-1 1 0,1 0 0,0 0 0,0-1 0,0 1 0,0 0 0,0 0 0,1-1 0,-1 1 0,1 0 0,-1-1 0,1 1 0,-1 0 0,2 1 0,1 5 0,1 0 0,0-1 0,7 11 0,-6-12 0,0 0 0,0-1 0,1 0 0,0 0 0,0 0 0,0-1 0,0 1 0,1-2 0,0 1 0,0-1 0,0 0 0,0 0 0,0-1 0,1 0 0,10 2 0,-5-3 0,-6-1 0,0 1 0,0 0 0,10 3 0,-14-3 0,-1 0 0,0 0 0,1 0 0,-1 0 0,0 1 0,0-1 0,0 1 0,0-1 0,0 1 0,0 0 0,0 0 0,0 0 0,1 3 0,0-1 0,0 1 0,0 1 0,0-1 0,-1 0 0,0 1 0,0-1 0,-1 1 0,0-1 0,0 1 0,0 0 0,0-1 0,-1 10 0,0-12 0,0 0 0,-1 0 0,1-1 0,-1 1 0,1 0 0,-1 0 0,0-1 0,0 1 0,0 0 0,0-1 0,-1 1 0,1-1 0,-1 0 0,1 1 0,-1-1 0,0 0 0,0 0 0,0 0 0,0 0 0,0 0 0,0-1 0,-1 1 0,1-1 0,-1 1 0,1-1 0,-1 0 0,-2 1 0,-6 1-49,0-1 0,0-1 0,1 0 1,-1-1-1,-21-1 0,13 1-1023,6-1-5754</inkml:trace>
</inkml:ink>
</file>

<file path=ppt/ink/ink2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9-22T16:08:24.931"/>
    </inkml:context>
    <inkml:brush xml:id="br0">
      <inkml:brushProperty name="width" value="0.05" units="cm"/>
      <inkml:brushProperty name="height" value="0.05" units="cm"/>
      <inkml:brushProperty name="color" value="#FF0066"/>
    </inkml:brush>
  </inkml:definitions>
  <inkml:trace contextRef="#ctx0" brushRef="#br0">1 61 24575,'30'-8'0,"13"-2"0,1 1 0,-4 1 0,-7 3 0,-6-1 0,-5 1 0,-4 1 0,-5-1 0</inkml:trace>
</inkml:ink>
</file>

<file path=ppt/ink/ink2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9-22T16:08:42.095"/>
    </inkml:context>
    <inkml:brush xml:id="br0">
      <inkml:brushProperty name="width" value="0.05" units="cm"/>
      <inkml:brushProperty name="height" value="0.05" units="cm"/>
      <inkml:brushProperty name="color" value="#FF0066"/>
    </inkml:brush>
  </inkml:definitions>
  <inkml:trace contextRef="#ctx0" brushRef="#br0">901 0 24575,'-1'1'0,"1"0"0,0-1 0,-1 1 0,1-1 0,0 1 0,-1 0 0,1-1 0,-1 1 0,1-1 0,-1 1 0,1-1 0,-1 1 0,1-1 0,-1 1 0,0-1 0,1 0 0,-1 1 0,0-1 0,-1 1 0,-18 7 0,15-7 0,-27 10 0,-1-3 0,0-1 0,-53 6 0,45-9 0,-70 19 0,88-16 0,0 2 0,0 0 0,1 1 0,0 2 0,-33 23 0,30-17 0,1 2 0,2 1 0,0 1 0,-20 25 0,-4 10-94,-6 8-542,-60 57 1,98-110-6191</inkml:trace>
</inkml:ink>
</file>

<file path=ppt/ink/ink2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9-22T16:08:43.218"/>
    </inkml:context>
    <inkml:brush xml:id="br0">
      <inkml:brushProperty name="width" value="0.05" units="cm"/>
      <inkml:brushProperty name="height" value="0.05" units="cm"/>
      <inkml:brushProperty name="color" value="#FF0066"/>
    </inkml:brush>
  </inkml:definitions>
  <inkml:trace contextRef="#ctx0" brushRef="#br0">92 93 24575,'-3'45'0,"4"81"0,1-101 0,2-2 0,0 1 0,1 0 0,1-1 0,11 25 0,-16-47 0,-1-1 0,0 1 0,1 0 0,-1-1 0,0 1 0,0 0 0,1-1 0,-1 1 0,0 0 0,0 0 0,0-1 0,0 1 0,0 0 0,0-1 0,0 1 0,0 0 0,0 0 0,0-1 0,0 2 0,-1-2 0,1 0 0,-1 0 0,1 0 0,-1 0 0,1-1 0,-1 1 0,1 0 0,-1 0 0,1 0 0,-1-1 0,1 1 0,-1 0 0,1 0 0,-1-1 0,1 1 0,0-1 0,-1 1 0,0-1 0,-22-24 0,13 12 0,2 0 0,0 0 0,0-1 0,-10-28 0,-14-63 0,28 86 0,0 0 0,-1-38 0,4 51 0,1 0 0,1-1 0,-1 1 0,1-1 0,0 1 0,0 0 0,1-1 0,0 1 0,0 0 0,0 0 0,1 0 0,6-9 0,-8 13 0,2-1 0,-1 1 0,0 0 0,0 0 0,1-1 0,-1 2 0,1-1 0,-1 0 0,1 0 0,0 1 0,0 0 0,0-1 0,0 1 0,3-1 0,-1 1 0,0 0 0,0 1 0,0-1 0,1 1 0,-1 0 0,0 1 0,0-1 0,6 2 0,-2 0 0,1 1 0,-1 0 0,0 0 0,0 1 0,0 0 0,-1 1 0,1 0 0,12 11 0,-16-13 0,-1 1 0,0 0 0,0 0 0,-1 0 0,1 1 0,-1-1 0,0 1 0,0 0 0,4 10 0,-6-14 0,-1 1 0,1 0 0,-1 0 0,1 0 0,-1-1 0,0 1 0,0 0 0,0 0 0,0 0 0,0 0 0,0 0 0,-1 0 0,1-1 0,-1 1 0,1 0 0,-1 0 0,1 0 0,-1-1 0,0 1 0,0 0 0,0-1 0,0 1 0,0-1 0,-1 1 0,1-1 0,0 0 0,0 1 0,-1-1 0,1 0 0,-1 0 0,0 0 0,-2 1 0,-6 3 0,-1 0 0,1-1 0,-1 0 0,0-1 0,-1-1 0,1 0 0,0 0 0,0-1 0,-1 0 0,1-1 0,-19-2 0,17 0-1365,4-2-5461</inkml:trace>
</inkml:ink>
</file>

<file path=ppt/ink/ink2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9-22T16:08:43.621"/>
    </inkml:context>
    <inkml:brush xml:id="br0">
      <inkml:brushProperty name="width" value="0.05" units="cm"/>
      <inkml:brushProperty name="height" value="0.05" units="cm"/>
      <inkml:brushProperty name="color" value="#FF0066"/>
    </inkml:brush>
  </inkml:definitions>
  <inkml:trace contextRef="#ctx0" brushRef="#br0">88 133 24575,'-5'-5'0,"1"1"0,0 1 0,0-1 0,0 1 0,0 0 0,0 0 0,-1 1 0,0-1 0,1 1 0,-1 0 0,0 0 0,0 1 0,-6-2 0,11 3 0,-1 0 0,0 0 0,1 0 0,-1 0 0,0 0 0,0 0 0,1 0 0,-1 0 0,0 0 0,1 0 0,-1 0 0,0 1 0,1-1 0,-1 0 0,0 0 0,1 1 0,-1-1 0,1 0 0,-1 1 0,0-1 0,1 1 0,-1-1 0,1 1 0,-1-1 0,1 1 0,0-1 0,-1 2 0,0-1 0,1 0 0,0 0 0,0 1 0,-1-1 0,1 0 0,0 1 0,0-1 0,0 0 0,1 0 0,-1 1 0,0-1 0,0 0 0,1 2 0,2 4 0,-1-1 0,1 0 0,0 0 0,6 8 0,-3-6 0,-1-1 0,1 1 0,1-1 0,0 0 0,7 5 0,-12-10 0,0 0 0,1-1 0,-1 1 0,0-1 0,1 0 0,-1 1 0,1-1 0,-1 0 0,1-1 0,-1 1 0,1 0 0,0-1 0,-1 0 0,1 1 0,0-1 0,-1 0 0,1 0 0,0-1 0,-1 1 0,1 0 0,0-1 0,3-1 0,-4 1 0,-1 0 0,1 0 0,-1 1 0,0-1 0,1-1 0,-1 1 0,0 0 0,0 0 0,0 0 0,0-1 0,0 1 0,0-1 0,0 1 0,0 0 0,-1-1 0,1 0 0,-1 1 0,1-1 0,-1 1 0,1-1 0,-1 0 0,0 1 0,0-1 0,0 0 0,0 1 0,0-1 0,0 0 0,0 1 0,-1-3 0,0-4 0,-1 0 0,0 0 0,0 0 0,-6-11 0,3 7 0,-1 1 0,0 0 0,-1 1 0,0-1 0,-1 1 0,0 1 0,0-1 0,-20-15 0,5 13-1365,12 8-5461</inkml:trace>
</inkml:ink>
</file>

<file path=ppt/ink/ink2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9-22T16:08:44.470"/>
    </inkml:context>
    <inkml:brush xml:id="br0">
      <inkml:brushProperty name="width" value="0.05" units="cm"/>
      <inkml:brushProperty name="height" value="0.05" units="cm"/>
      <inkml:brushProperty name="color" value="#FF0066"/>
    </inkml:brush>
  </inkml:definitions>
  <inkml:trace contextRef="#ctx0" brushRef="#br0">5 1 24575,'-1'1'0,"0"1"0,1 0 0,-1 0 0,1 0 0,-1 0 0,1-1 0,0 1 0,-1 0 0,1 0 0,0 0 0,0 0 0,1 0 0,-1 0 0,1 2 0,-1 4 0,2 12 0,0 0 0,2 0 0,0 0 0,1 0 0,1-1 0,1 0 0,0 0 0,1-1 0,2 1 0,20 30 0,-33-54 0,1 0 0,-1-1 0,1 1 0,-2-8 0,4 12 0,-1 0 0,1 0 0,0 1 0,0-1 0,0 0 0,0 0 0,0 0 0,0 1 0,0-1 0,0 0 0,0 0 0,0 0 0,0 0 0,1 1 0,-1-1 0,0 0 0,1 0 0,-1 1 0,1-2 0,0 1 0,-1 1 0,1 0 0,0-1 0,0 1 0,0 0 0,0 0 0,0 0 0,-1-1 0,1 1 0,0 0 0,0 0 0,0 0 0,0 0 0,0 1 0,0-1 0,-1 0 0,1 0 0,0 0 0,0 1 0,0-1 0,0 0 0,-1 1 0,1-1 0,1 1 0,10 4 0,0-1 0,1 0 0,-1-1 0,1-1 0,0 0 0,0 0 0,21-1 0,-28-1 0,0-1 0,0 1 0,0-1 0,0 0 0,0 0 0,0-1 0,0 0 0,0 0 0,-1 0 0,1-1 0,-1 1 0,1-1 0,-1-1 0,0 1 0,-1-1 0,1 0 0,0 0 0,5-7 0,-7 7 0,-1-1 0,1 1 0,-1-1 0,-1 0 0,1 0 0,0 0 0,-1 0 0,0 0 0,0 0 0,-1-1 0,0-5 0,0 8 0,0 0 0,0 1 0,0-1 0,-1 0 0,1 0 0,-1 0 0,0 1 0,0-1 0,-2-5 0,2 7 0,0 0 0,0 0 0,0-1 0,0 1 0,0 0 0,0 0 0,0 0 0,0 0 0,0 0 0,-1 0 0,1 1 0,0-1 0,-1 0 0,1 1 0,0-1 0,-1 1 0,1-1 0,-1 1 0,-1-1 0,1 1 0,1 0 0,0 0 0,-1 0 0,1 0 0,-1 0 0,1 0 0,0 0 0,-1 0 0,1 0 0,0 1 0,-1-1 0,1 1 0,0-1 0,-1 1 0,1-1 0,0 1 0,0 0 0,0-1 0,-2 3 0,1-2 0,1 1 0,0 0 0,-1 0 0,1 0 0,0 0 0,0 0 0,0 0 0,0 0 0,0 0 0,-1 5 0,1 3 0,-1 1 0,1-1 0,1 1 0,1 11 0,-1-18 0,0 1 0,0-1 0,1 1 0,-1-1 0,1 1 0,0-1 0,1 1 0,-1-1 0,1 0 0,0 1 0,0-1 0,0 0 0,0 0 0,1 0 0,3 4 0,-1-3 0,0-1 0,0 1 0,1-1 0,0 0 0,0 0 0,0 0 0,0-1 0,11 4 0,-2-1 0,1 0 0,0-2 0,18 4 0,-26-6 0,1-1 0,0-1 0,0 1 0,0-1 0,0-1 0,0 0 0,13-2 0,-20 2-170,0 1-1,0-1 0,1 0 1,-1 0-1,0 0 0,0 0 1,3-3-1</inkml:trace>
</inkml:ink>
</file>

<file path=ppt/ink/ink2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9-22T16:08:50.361"/>
    </inkml:context>
    <inkml:brush xml:id="br0">
      <inkml:brushProperty name="width" value="0.05" units="cm"/>
      <inkml:brushProperty name="height" value="0.05" units="cm"/>
      <inkml:brushProperty name="color" value="#AB008B"/>
    </inkml:brush>
  </inkml:definitions>
  <inkml:trace contextRef="#ctx0" brushRef="#br0">762 1251 24575,'-1'-8'0,"-1"0"0,0-1 0,0 1 0,-1 0 0,0 1 0,0-1 0,-1 0 0,-5-8 0,3 5 0,-24-41 0,-57-77 0,-49-41 0,26 35 0,56 64-134,4-3-1,3-2 1,3-2 0,-38-95-1,6-2-1118,65 149-5013</inkml:trace>
</inkml:ink>
</file>

<file path=ppt/ink/ink2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9-22T16:08:51.983"/>
    </inkml:context>
    <inkml:brush xml:id="br0">
      <inkml:brushProperty name="width" value="0.05" units="cm"/>
      <inkml:brushProperty name="height" value="0.05" units="cm"/>
      <inkml:brushProperty name="color" value="#AB008B"/>
    </inkml:brush>
  </inkml:definitions>
  <inkml:trace contextRef="#ctx0" brushRef="#br0">0 146 24575,'209'0'0,"-206"0"0,-1 0 0,1 0 0,0 0 0,-1 0 0,1-1 0,0 1 0,-1-1 0,1 0 0,-1 1 0,1-1 0,-1 0 0,1-1 0,-1 1 0,0 0 0,4-4 0,-4 3 0,0 0 0,-1 0 0,1 0 0,-1 0 0,0-1 0,0 1 0,0-1 0,0 1 0,0-1 0,0 1 0,-1-1 0,1 1 0,-1-1 0,0 0 0,0 1 0,0-4 0,1 0 0,-1 1 0,-1-1 0,1 0 0,-1 0 0,-2-9 0,2 13 0,1 0 0,-1 0 0,0 1 0,0-1 0,0 0 0,0 0 0,0 0 0,-1 1 0,1-1 0,0 1 0,-1-1 0,1 1 0,-1 0 0,0-1 0,1 1 0,-1 0 0,0 0 0,0 0 0,-2-1 0,-2 0 0,-1 0 0,1 0 0,-1 0 0,0 0 0,0 1 0,0 0 0,0 1 0,0 0 0,0 0 0,-13 2 0,16-2 0,1 1 0,-1 0 0,1 0 0,0 0 0,-1 1 0,1-1 0,0 1 0,0 0 0,0 0 0,0 0 0,0 0 0,0 0 0,1 1 0,-1-1 0,1 1 0,-1-1 0,1 1 0,0 0 0,0 0 0,1 0 0,-1 0 0,0 1 0,0 2 0,-3 8 0,0 0 0,1 0 0,1 0 0,1 0 0,0 0 0,-1 21 0,3-29 0,1-1 0,-1 1 0,1 0 0,0 0 0,0 0 0,0-1 0,5 12 0,-4-14 0,0 1 0,0-1 0,1 1 0,-1-1 0,1 0 0,-1 0 0,1 0 0,0 0 0,0-1 0,1 1 0,-1-1 0,5 3 0,10 5 0,1-2 0,-1 0 0,1-1 0,22 5 0,80 13 0,-99-21 0,-17-3-95,0 0 141,0-1-1,0 1 0,1-1 1,4 1-1,-8-2-107,-1 1-1,0 0 1,0 0 0,0 0-1,0-1 1,0 1-1,1 0 1,-1-1 0,0 1-1,0-1 1,0 1 0,0-1-1,0 0 1,0 1-1,0-1 1,-1 0 0,1 0-1,0 0 1,0 1-1,0-1 1,-1 0 0,1 0-1,0-2 1,3-6-6764</inkml:trace>
</inkml:ink>
</file>

<file path=ppt/ink/ink3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9-22T16:08:52.700"/>
    </inkml:context>
    <inkml:brush xml:id="br0">
      <inkml:brushProperty name="width" value="0.05" units="cm"/>
      <inkml:brushProperty name="height" value="0.05" units="cm"/>
      <inkml:brushProperty name="color" value="#AB008B"/>
    </inkml:brush>
  </inkml:definitions>
  <inkml:trace contextRef="#ctx0" brushRef="#br0">11 1 24575,'-1'0'0,"1"0"0,-1 0 0,1 1 0,-1-1 0,1 0 0,-1 0 0,1 0 0,-1 1 0,1-1 0,-1 0 0,1 1 0,0-1 0,-1 0 0,1 1 0,0-1 0,-1 1 0,1-1 0,0 0 0,-1 1 0,1-1 0,0 1 0,0-1 0,-1 1 0,1-1 0,0 1 0,0-1 0,0 1 0,0-1 0,0 1 0,0-1 0,0 2 0,-1 17 0,4 6 0,2 0 0,0 0 0,14 36 0,33 70 0,-7-40 0,-28-61 0,-1 1 0,21 65 0,-36-90 0,1 0 0,-1 0 0,0 0 0,0 1 0,-1 9 0,0-15 0,0 0 0,0 0 0,0 0 0,0 0 0,0-1 0,0 1 0,-1 0 0,1 0 0,0 0 0,0 0 0,-1 0 0,1-1 0,-1 1 0,1 0 0,0 0 0,-1-1 0,1 1 0,-1 0 0,0-1 0,1 1 0,-1 0 0,0-1 0,1 1 0,-1-1 0,0 1 0,1-1 0,-1 0 0,0 1 0,0-1 0,0 0 0,0 1 0,1-1 0,-1 0 0,0 0 0,0 0 0,0 0 0,0 0 0,0 0 0,1 0 0,-1 0 0,0 0 0,0 0 0,0 0 0,0 0 0,0-1 0,1 1 0,-1 0 0,-2-1 0,-5-3 0,-1 0 0,1 0 0,0-1 0,0 0 0,0 0 0,1-1 0,0 0 0,0 0 0,0-1 0,-8-10 0,4 3 0,1-1 0,0 1 0,1-2 0,-11-26 0,18 38 0,0-1 0,1 1 0,-1 0 0,1 0 0,0-1 0,1 1 0,-1 0 0,1-1 0,0 1 0,0-1 0,1-4 0,-1 7 0,1 0 0,-1 1 0,1-1 0,0 0 0,-1 1 0,1-1 0,0 0 0,0 1 0,0-1 0,0 1 0,1-1 0,-1 1 0,0 0 0,0-1 0,1 1 0,-1 0 0,1 0 0,-1 0 0,1 0 0,0 0 0,-1 1 0,1-1 0,0 0 0,0 1 0,-1-1 0,1 1 0,0 0 0,3-1 0,9 0 0,1 0 0,0 1 0,15 2 0,-19 0 0,-1-1 0,1-1 0,0 0 0,0-1 0,-1 0 0,1 0 0,12-4 0,-12 0-1365,-3-1-5461</inkml:trace>
</inkml:ink>
</file>

<file path=ppt/ink/ink3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9-22T16:08:52.951"/>
    </inkml:context>
    <inkml:brush xml:id="br0">
      <inkml:brushProperty name="width" value="0.05" units="cm"/>
      <inkml:brushProperty name="height" value="0.05" units="cm"/>
      <inkml:brushProperty name="color" value="#AB008B"/>
    </inkml:brush>
  </inkml:definitions>
  <inkml:trace contextRef="#ctx0" brushRef="#br0">15 30 24575,'-5'-10'0,"0"-1"0,2 4 0,1 6 0</inkml:trace>
</inkml:ink>
</file>

<file path=ppt/ink/ink3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9-22T16:08:53.595"/>
    </inkml:context>
    <inkml:brush xml:id="br0">
      <inkml:brushProperty name="width" value="0.05" units="cm"/>
      <inkml:brushProperty name="height" value="0.05" units="cm"/>
      <inkml:brushProperty name="color" value="#AB008B"/>
    </inkml:brush>
  </inkml:definitions>
  <inkml:trace contextRef="#ctx0" brushRef="#br0">9 124 24575,'0'0'0,"-1"0"0,1 0 0,0 0 0,-1 0 0,1 0 0,0 0 0,-1 0 0,1 0 0,0 0 0,-1 0 0,1 0 0,0 0 0,-1 0 0,1 1 0,0-1 0,-1 0 0,1 0 0,0 0 0,0 1 0,-1-1 0,1 0 0,0 0 0,0 1 0,-1-1 0,1 0 0,0 1 0,0-1 0,0 0 0,0 1 0,-1-1 0,1 0 0,0 1 0,2 13 0,10 11 0,-5-18 0,-1 0 0,1 0 0,0 0 0,0-1 0,1 0 0,0 0 0,0-1 0,10 4 0,-13-6 0,0-1 0,1 1 0,0-2 0,-1 1 0,1-1 0,0 1 0,0-2 0,0 1 0,0-1 0,0 0 0,0 0 0,0 0 0,0-1 0,7-2 0,-10 2 0,0 0 0,-1 0 0,1-1 0,-1 1 0,1-1 0,-1 0 0,1 0 0,-1 1 0,0-2 0,0 1 0,0 0 0,-1 0 0,1-1 0,0 1 0,-1-1 0,1 1 0,-1-1 0,0 0 0,0 1 0,1-5 0,0 2 0,-1 0 0,0 0 0,0 0 0,0 0 0,-1 0 0,0-1 0,0 1 0,0 0 0,0 0 0,-3-10 0,0 8 0,1 14 0,4 14 0,0-15 0,0 0 0,0 0 0,1 0 0,0 0 0,0-1 0,1 1 0,-1-1 0,1 0 0,0 0 0,0 0 0,1-1 0,0 0 0,0 1 0,0-1 0,0-1 0,0 1 0,1-1 0,0 0 0,9 3 0,-8-3 0,0 0 0,1-1 0,-1 0 0,0 0 0,1-1 0,-1 0 0,1-1 0,0 1 0,-1-2 0,1 1 0,-1-1 0,1 0 0,-1 0 0,1-1 0,-1 0 0,10-4 0,-12 4 0,-1-1 0,0 1 0,-1-1 0,1 0 0,0 0 0,-1 0 0,0 0 0,1 0 0,-1-1 0,-1 0 0,1 1 0,0-1 0,-1 0 0,0 0 0,0-1 0,0 1 0,0 0 0,-1-1 0,0 1 0,0-1 0,0 1 0,0-1 0,-1 1 0,0-8 0,0 6 0,0-1 0,-1 1 0,0 0 0,0-1 0,0 1 0,-1 0 0,0 0 0,0 0 0,-1 0 0,1 0 0,-1 0 0,-1 1 0,1-1 0,-1 1 0,0 0 0,0 0 0,-6-5 0,-26-15-1365,21 15-5461</inkml:trace>
</inkml:ink>
</file>

<file path=ppt/ink/ink3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9-22T16:09:00.089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42 40 24575,'-3'-5'0,"-11"-18"0,14 22 0,-1 1 0,0-1 0,1 0 0,-1 0 0,0 0 0,1 1 0,-1-1 0,0 0 0,0 1 0,0-1 0,0 0 0,1 1 0,-1-1 0,0 1 0,0 0 0,0-1 0,0 1 0,-2-1 0,2 2 0,1-1 0,-1 0 0,1 1 0,-1-1 0,1 0 0,-1 1 0,1-1 0,0 1 0,-1-1 0,1 0 0,0 1 0,-1-1 0,1 1 0,0-1 0,0 1 0,-1-1 0,1 1 0,0-1 0,0 1 0,0 0 0,0-1 0,0 1 0,0-1 0,0 1 0,0-1 0,0 1 0,0 0 0,0-1 0,0 2 0,2 19 0,-2-19 0,9 42 0,3-1 0,1 0 0,24 53 0,-28-73 0,108 261 0,-100-234 0,-16-46 0,0 0 0,0-1 0,-1 1 0,1 0 0,-1 0 0,0 0 0,0 0 0,0 0 0,0 0 0,-2 7 0,1-11 3,1 1 0,0 0 0,0-1-1,-1 1 1,1 0 0,0-1 0,-1 1 0,1-1-1,-1 1 1,1-1 0,-1 1 0,1-1-1,-1 1 1,1-1 0,-1 1 0,1-1 0,-1 0-1,1 1 1,-1-1 0,0 0 0,1 0-1,-1 1 1,0-1 0,1 0 0,-1 0 0,0 0-1,1 0 1,-1 0 0,0 0 0,1 0 0,-1 0-1,0 0 1,1 0 0,-1 0 0,0 0-1,1 0 1,-1-1 0,0 1 0,1 0 0,-2-1-1,-2-1-261,0 0-1,0 0 1,0-1 0,-5-3-1,8 5 78,-9-7-6644</inkml:trace>
</inkml:ink>
</file>

<file path=ppt/ink/ink3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9-22T16:09:00.324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1 115 24575,'33'-3'0,"15"0"0,3 0 0,-3 0 0,-7 2 0,-5-1 0,-7-1 0,-5 0 0,-5 0 0,-5-2 0,-2 0 0,-4-2 0,-3-2 0,-2-2 0,-2-2 0,-1-1 0,-3 0 0,-1 1-8191</inkml:trace>
</inkml:ink>
</file>

<file path=ppt/ink/ink3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9-22T16:09:00.574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9 0 24575,'0'0'0,"-1"0"0,1 0 0,-1 0 0,1 1 0,0-1 0,-1 0 0,1 0 0,0 0 0,-1 0 0,1 1 0,0-1 0,-1 0 0,1 0 0,0 1 0,-1-1 0,1 0 0,0 1 0,0-1 0,-1 0 0,1 1 0,0-1 0,0 0 0,-1 1 0,1-1 0,0 0 0,0 1 0,0-1 0,0 1 0,0-1 0,0 0 0,0 2 0,-1 13 0,1-13 0,2 19 0,1-1 0,0 1 0,2-1 0,0 0 0,13 29 0,49 95 0,-54-117 0,75 133 0,-59-110 0,-26-44-120,0-1-191,0 1 0,1-1-1,6 9 1</inkml:trace>
</inkml:ink>
</file>

<file path=ppt/ink/ink3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9-22T16:09:01.070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3 18 24575,'14'-16'0,"-7"14"0,-7 3 0,0-1 0,1 0 0,-1 0 0,0 1 0,0-1 0,1 1 0,-1-1 0,0 0 0,0 1 0,0-1 0,0 1 0,1-1 0,-1 0 0,0 1 0,0-1 0,0 1 0,0-1 0,0 1 0,0-1 0,0 0 0,0 2 0,-2 40 0,-8 45 0,1-2 0,4-6 0,9 134 0,-2-194 0,1-1 0,1 0 0,0 0 0,2 0 0,0 0 0,0-1 0,2 1 0,0-2 0,1 1 0,1-1 0,0-1 0,1 0 0,1 0 0,0-1 0,18 15 0,-18-18-117,0 1-91,0 0 0,1-1 0,0-1 0,1 0 0,20 10 0,-22-14-6618</inkml:trace>
</inkml:ink>
</file>

<file path=ppt/ink/ink3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9-22T16:09:01.835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0 21 24575,'8'-3'0,"-1"-1"0,1 1 0,0 1 0,0-1 0,0 1 0,0 1 0,0 0 0,0 0 0,16 0 0,-11 2 0,-1 1 0,0 0 0,1 1 0,-1 0 0,22 10 0,-21-8 0,0 1 0,0 0 0,0 1 0,15 11 0,-25-15 0,1 0 0,-1 0 0,0 0 0,0 0 0,0 1 0,0-1 0,-1 1 0,1 0 0,-1-1 0,0 1 0,0 0 0,0 1 0,-1-1 0,1 0 0,-1 0 0,0 1 0,0 8 0,0 1 0,-1 1 0,-1-1 0,0 0 0,-1 0 0,-1 0 0,0 0 0,-1 0 0,0-1 0,-1 1 0,0-1 0,-1 0 0,-9 12 0,11-17 0,0 0 0,0 1 0,1-1 0,0 1 0,0-1 0,1 1 0,-2 15 0,4-22 0,-1 0 0,1 1 0,0-1 0,0 0 0,0 1 0,1-1 0,-1 1 0,1-1 0,-1 0 0,1 0 0,0 1 0,0-1 0,0 0 0,0 0 0,0 0 0,0 0 0,0 0 0,1 0 0,-1 0 0,1 0 0,0 0 0,-1-1 0,1 1 0,0-1 0,0 1 0,0-1 0,0 0 0,0 0 0,0 0 0,0 0 0,1 0 0,-1 0 0,0-1 0,3 1 0,25 6 0,49 4 0,-64-10 0,1-1 0,-1 0 0,0-1 0,0-1 0,19-4 0,-29 5-273,0-1 0,1 0 0,-1 0 0,7-5 0,1-1-6553</inkml:trace>
</inkml:ink>
</file>

<file path=ppt/ink/ink3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9-22T16:09:02.052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0 1 24575,'28'5'0,"14"1"0,2 3 0,-1 0 0,-3-2 0,-3-3 0,-3-1 0,-5-1 0,-2-1 0,-3-1 0,-4-1 0,-2-1 0,-2-5 0,-3 0-8191</inkml:trace>
</inkml:ink>
</file>

<file path=ppt/ink/ink3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9-22T16:09:02.473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0 0 24575,'28'14'0,"0"0"0,-2 2 0,0 1 0,-1 1 0,-1 1 0,0 1 0,-2 1 0,0 1 0,-1 1 0,-2 1 0,0 1 0,-2 0 0,21 39 0,-3 5 0,-4 2 0,33 103 0,-58-158 0,-2 1 0,0 0 0,-1 0 0,-1 0 0,0 0 0,-2 33 0,0-48 7,-1 0-1,1 1 0,-1-1 0,1 0 1,-1 1-1,0-1 0,0 0 1,0 0-1,0 1 0,0-1 1,-1 0-1,1 0 0,0 0 0,-1-1 1,0 1-1,1 0 0,-1 0 1,-3 1-1,1 0-155,0-1 1,1 0-1,-1-1 1,-1 1-1,1-1 1,0 1-1,0-1 1,0 0-1,-6 0 1,-5 0-6678</inkml:trace>
</inkml:ink>
</file>

<file path=ppt/ink/ink4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9-22T16:09:02.877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326 77 24575,'-30'-10'0,"-13"-3"0,-1-3 0,4 3 0,7 2 0,6 4 0,5 3 0,4 2 0,2 1 0,2 2 0,0-1 0,1 1 0,2-1-8191</inkml:trace>
</inkml:ink>
</file>

<file path=ppt/ink/ink4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9-22T16:09:03.094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327 45 24575,'-28'-8'0,"-14"-2"0,-2 1 0,4 1 0,5 2 0,5 3 0,4 4 0,5 1 0,3 4 0,1 0 0,3 0 0,2-2-8191</inkml:trace>
</inkml:ink>
</file>

<file path=ppt/ink/ink4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9-22T16:09:03.957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12 9 24575,'0'-1'0,"0"0"0,-1 1 0,1-1 0,0 1 0,0-1 0,-1 1 0,1 0 0,0-1 0,-1 1 0,1-1 0,0 1 0,-1-1 0,1 1 0,-1 0 0,1-1 0,-1 1 0,0-1 0,1 1 0,0 0 0,-1 1 0,1-1 0,0 0 0,0 0 0,-1 0 0,1 0 0,0 0 0,0 0 0,0 1 0,0-1 0,-1 0 0,1 0 0,0 0 0,0 1 0,0-1 0,0 0 0,0 0 0,0 0 0,-1 1 0,1-1 0,0 0 0,0 0 0,0 1 0,0-1 0,0 0 0,0 1 0,-1 21 0,4-2 0,1-1 0,1 0 0,13 32 0,29 54 0,-26-63 0,-10-18 0,1-1 0,2 0 0,31 41 0,-37-54-455,0 1 0,6 12 0,-9-14-6371</inkml:trace>
</inkml:ink>
</file>

<file path=ppt/ink/ink4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9-22T16:09:04.582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225 10 24575,'-25'-3'0,"-11"0"0,-2 0 0,6 2 0,5 3 0,6 0 0,3 2 0,2 1 0,4 0-8191</inkml:trace>
</inkml:ink>
</file>

<file path=ppt/ink/ink4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9-22T16:09:06.890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3 45 24575,'2'-3'0,"1"-1"0,-1 1 0,1 0 0,0 0 0,0 0 0,0 0 0,0 1 0,0-1 0,0 1 0,1 0 0,-1 0 0,1 0 0,0 0 0,-1 1 0,6-2 0,-4 2 0,1 0 0,-1 0 0,1 1 0,0 0 0,-1 0 0,1 0 0,-1 1 0,1 0 0,10 3 0,-1 1 0,0 1 0,0 1 0,0 0 0,-1 1 0,0 1 0,20 15 0,-19-12 0,-1 0 0,0 1 0,-1 0 0,-1 1 0,0 1 0,11 17 0,-19-25 0,0 0 0,-1 0 0,0 0 0,0 0 0,-1 1 0,1-1 0,0 13 0,-2-15 0,-1 0 0,0 1 0,0-1 0,0 0 0,-1 1 0,1-1 0,-2 0 0,1 0 0,0 1 0,-1-1 0,0 0 0,-3 5 0,3-5 0,-1-1 0,-1 1 0,1 0 0,-1-1 0,1 0 0,-1 0 0,0 0 0,-1 0 0,1-1 0,-1 0 0,1 1 0,-1-2 0,0 1 0,0 0 0,0-1 0,-1 0 0,1 0 0,-1-1 0,1 0 0,-7 1 0,1 0 0,-1-2 0,0 1 0,0-1 0,0-1 0,0 0 0,1-1 0,-1 0 0,-17-6 0,16 4 0,-1-1 0,1 0 0,0-1 0,1-1 0,-24-15 0,33 20 0,0 0 0,0-1 0,1 1 0,-1-1 0,0 0 0,1 0 0,0 0 0,0 0 0,0 0 0,0 0 0,0 0 0,0-1 0,1 1 0,0-1 0,-1 1 0,1-1 0,1 0 0,-1 1 0,1-1 0,-1 0 0,1 1 0,0-1 0,0 0 0,0 0 0,1 1 0,0-1 0,1-5 0,1 3-151,-1-1-1,2 1 0,-1 0 0,1 0 1,0 1-1,0-1 0,1 1 1,7-8-1,0 1-6674</inkml:trace>
</inkml:ink>
</file>

<file path=ppt/ink/ink4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9-22T16:09:07.185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12 1 24575,'-2'0'0,"-2"2"0,-1 1 0</inkml:trace>
</inkml:ink>
</file>

<file path=ppt/ink/ink4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9-22T16:09:07.851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88 4 24575,'10'-2'0,"0"1"0,0 0 0,0 1 0,1 0 0,-1 1 0,0 0 0,0 0 0,0 1 0,0 1 0,-1-1 0,1 2 0,-1-1 0,1 1 0,-1 1 0,0 0 0,-1 0 0,1 0 0,-1 1 0,15 14 0,-20-17 0,0 1 0,0-1 0,0 1 0,-1 0 0,1 0 0,-1 0 0,0 0 0,0 1 0,0-1 0,-1 1 0,1-1 0,-1 1 0,0-1 0,0 1 0,0 9 0,-1-11 0,0-1 0,0 1 0,-1 0 0,1 0 0,-1-1 0,1 1 0,-1-1 0,0 1 0,0 0 0,0-1 0,0 1 0,0-1 0,-1 0 0,1 1 0,-1-1 0,0 0 0,1 0 0,-1 0 0,0 0 0,0 0 0,0-1 0,0 1 0,-1 0 0,1-1 0,0 0 0,-1 1 0,1-1 0,-4 1 0,-3 0 0,1 0 0,-1-1 0,0 0 0,1 0 0,-1-1 0,0 0 0,1 0 0,-1-1 0,0 0 0,1-1 0,-1 0 0,-8-3 0,-2-1 0,1-2 0,0 0 0,1-1 0,-22-14 0,34 19 0,0 1 0,1-1 0,0 0 0,0 0 0,0 0 0,0 0 0,1-1 0,-1 1 0,-2-8 0,5 11 0,0 0 0,1-1 0,-1 1 0,0 0 0,1-1 0,0 1 0,-1 0 0,1-1 0,0 1 0,0 0 0,0-1 0,0 1 0,0-1 0,0 1 0,0 0 0,0-1 0,0 1 0,1 0 0,-1-1 0,0 1 0,1 0 0,0-1 0,-1 1 0,1 0 0,0 0 0,-1 0 0,1-1 0,0 1 0,0 0 0,0 0 0,0 0 0,0 0 0,0 1 0,0-1 0,0 0 0,0 0 0,1 1 0,-1-1 0,0 0 0,1 1 0,-1-1 0,0 1 0,2-1 0,10-2-1365,0 1-5461</inkml:trace>
</inkml:ink>
</file>

<file path=ppt/ink/ink4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9-22T16:09:08.316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17 1 24575,'3'1'0,"0"0"0,0 0 0,0 1 0,-1-1 0,1 1 0,-1 0 0,1 0 0,-1 0 0,0 0 0,3 3 0,-1-1 0,45 35 0,-37-30 0,0 0 0,-1 1 0,1 0 0,-2 0 0,15 19 0,-23-26 0,-1-1 0,1 1 0,-1-1 0,0 1 0,1 0 0,-1 0 0,-1-1 0,1 1 0,0 0 0,-1 0 0,1 0 0,-1 0 0,0 0 0,0 0 0,0 0 0,0 0 0,-2 6 0,1-7 0,1 0 0,-1 0 0,0 0 0,0 1 0,0-2 0,-1 1 0,1 0 0,0 0 0,-1 0 0,1-1 0,-1 1 0,0 0 0,0-1 0,1 0 0,-1 1 0,0-1 0,0 0 0,0 0 0,0 0 0,0 0 0,-1 0 0,1-1 0,-4 2 0,-4 0 0,0-1 0,0 0 0,-1 0 0,1-1 0,-12-2 0,18 2 0,-1 0 0,1-1 0,-1 0 0,1 0 0,0 0 0,-1-1 0,1 1 0,0-1 0,0 0 0,0 0 0,0-1 0,1 1 0,-1-1 0,-4-4 0,7 6 7,0-1 0,-1 0 0,1 0 0,0 0 0,0 0 1,0-1-1,0 1 0,0 0 0,0 0 0,1 0 0,-1-1 0,1 1 0,0 0 0,0-1 0,-1 1 0,2-4 0,0-2-378,0 0-1,1 0 1,3-11 0,-2 9-6455</inkml:trace>
</inkml:ink>
</file>

<file path=ppt/ink/ink4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9-22T16:09:08.991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0 58 24575,'23'-12'0,"40"-17"0,-54 26 0,0-1 0,1 2 0,0-1 0,-1 2 0,1-1 0,0 1 0,15 0 0,-21 2 0,0-1 0,-1 1 0,1 0 0,0 0 0,0 0 0,0 0 0,0 1 0,-1-1 0,1 1 0,-1 0 0,1 0 0,-1 0 0,0 1 0,4 2 0,-3-1 0,-1 1 0,1-1 0,0 1 0,-1 0 0,0-1 0,0 2 0,-1-1 0,5 11 0,-4-6 0,0 0 0,-1 0 0,0 1 0,-1-1 0,0 1 0,-1-1 0,0 1 0,0 0 0,-1-1 0,-3 14 0,-1-4 0,-2 31 0,6-45 0,1 1 0,0-1 0,0 1 0,0-1 0,1 1 0,0-1 0,0 0 0,1 1 0,2 5 0,-3-9 0,1-1 0,0 0 0,-1 0 0,1 0 0,0 0 0,0 0 0,0 0 0,1 0 0,-1-1 0,0 1 0,0-1 0,1 0 0,-1 1 0,1-1 0,-1 0 0,1-1 0,4 2 0,0 0 0,0-1 0,1 1 0,-1-2 0,1 1 0,9-1 0,-15 0-114,1-1 1,0 1-1,-1-1 0,1 1 0,0-1 1,-1 0-1,1 0 0,-1 0 0,1 0 1,-1 0-1,3-3 0</inkml:trace>
</inkml:ink>
</file>

<file path=ppt/ink/ink4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9-22T16:09:09.161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240 15 24575,'-28'-2'0,"-11"-1"0,-2-1 0,4 2 0,5 0 0,6 1 0,5 0 0,6 1-8191</inkml:trace>
</inkml:ink>
</file>

<file path=ppt/ink/ink5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9-22T16:09:09.518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208 0 24575,'-22'0'0,"-11"0"0,-1 0 0,2 0 0,4 3 0,4 0 0,4 1 0,5-2-8191</inkml:trace>
</inkml:ink>
</file>

<file path=ppt/ink/ink5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9-22T16:09:09.876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0 1 24575,'5'13'0,"5"8"0,-1 4 0,2 3 0,1-1 0,-1-1 0,-1 1 0,2-1 0,0-4 0,-1 1 0,-1-2 0,-1-5-8191</inkml:trace>
</inkml:ink>
</file>

<file path=ppt/ink/ink5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9-22T16:09:11.872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3115 30 24575,'22'2'0,"53"8"0,-73-10 0,-5 1 0,-10 0 0,-20-2 0,-8-6 0,-99-14 0,88 15 0,-64-3 0,-531 10 0,628 0 0,-32 5 0,31-2 0,-23 0 0,23-3 0,-21 5 0,22-3 0,-25 2 0,-6-5 0,19-1 0,1 2 0,-45 7 0,40-3 0,0-2 0,-67-4 0,38 0 0,-468 1 0,514 1 0,-32 6 0,30-4 0,-23 1 0,-269-3 0,150-2 0,147 0 0,1 0 0,-18-5 0,16 3 0,-25-1 0,23 3 0,-8 1 0,-49-8 0,65 6-170,0 0-1,-1 1 0,1 1 1,0-1-1,-1 1 0,1 1 1,-21 4-1,19-2-6655</inkml:trace>
</inkml:ink>
</file>

<file path=ppt/ink/ink5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9-22T16:09:12.809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7 9 24575,'-6'-8'0,"5"14"0,5 16 0,20 42 0,32 62 0,-43-99 0,100 209 0,-109-227 0,-2-5 0,0 0 0,0 0 0,0 0 0,0 0 0,1 0 0,0 0 0,6 6 0,-6-10-1365</inkml:trace>
</inkml:ink>
</file>

<file path=ppt/ink/ink5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9-22T16:09:13.106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279 42 24575,'-27'-8'0,"-13"-2"0,0 0 0,2 3 0,7 1 0,5 5 0,4 5 0,5 2 0,1 0 0,5 1 0,0 0 0</inkml:trace>
</inkml:ink>
</file>

<file path=ppt/ink/ink5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9-22T16:09:13.837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1 41 24575,'10'-6'0,"0"0"0,0 1 0,1 0 0,-1 1 0,1 0 0,0 1 0,20-4 0,-25 7 0,0-1 0,0 1 0,0 0 0,1 1 0,-1 0 0,0 0 0,0 0 0,0 0 0,0 1 0,0 0 0,-1 1 0,1-1 0,0 1 0,-1 0 0,0 0 0,5 5 0,31 21 0,-18-14 0,40 37 0,-57-46 0,0 0 0,0 1 0,-1 0 0,0 0 0,0 0 0,-1 0 0,1 1 0,-2 0 0,1 0 0,3 12 0,-7-17 0,1 0 0,-1-1 0,0 1 0,0-1 0,0 1 0,0 0 0,0-1 0,-1 1 0,1-1 0,-1 1 0,0-1 0,1 1 0,-1-1 0,0 1 0,0-1 0,-1 0 0,1 0 0,0 1 0,-1-1 0,0 0 0,1 0 0,-1 0 0,0-1 0,0 1 0,0 0 0,0-1 0,0 1 0,0-1 0,-5 2 0,1 0 0,0 0 0,0 0 0,0-1 0,0 0 0,0 0 0,0-1 0,-1 0 0,1 0 0,-1 0 0,1-1 0,-8 0 0,-3-2 0,0-1 0,0-1 0,0 0 0,1-1 0,-1-1 0,1 0 0,1-2 0,-1 0 0,1 0 0,-18-14 0,30 19-32,0 0-1,0 0 1,0 0-1,0-1 1,1 1-1,-1-1 1,1 0-1,0 1 1,0-1-1,0 0 1,1 0-1,-1 0 1,1 0-1,0-1 1,0 1-1,1 0 1,-1 0-1,1-1 1,0 1-1,0 0 1,0-1-1,1 1 1,-1 0-1,1-1 1,0 1-1,0 0 1,1 0-1,-1 0 1,1 0-1,0 0 1,0 0-1,0 1 1,1-1-1,-1 1 1,1-1-1,0 1 1,0 0-1,0 0 0,0 0 1,0 0-1,6-3 1,2 1-6794</inkml:trace>
</inkml:ink>
</file>

<file path=ppt/ink/ink5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9-22T16:09:14.183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0 1 24575,'0'2'0,"0"4"0,3 3 0,0 3 0,3-1 0,0 0 0,-1-2-8191</inkml:trace>
</inkml:ink>
</file>

<file path=ppt/ink/ink5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9-22T16:09:14.810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17 1 24575,'-4'14'0,"0"1"0,1-1 0,1 1 0,0 0 0,1 0 0,1 0 0,1 15 0,-1-29 0,0 0 0,0 0 0,0 0 0,0 0 0,1 0 0,-1 0 0,0 1 0,1-1 0,-1 0 0,1-1 0,-1 1 0,1 0 0,-1 0 0,1 0 0,0 0 0,-1 0 0,1 0 0,0-1 0,0 1 0,-1 0 0,1-1 0,0 1 0,0 0 0,0-1 0,0 1 0,0-1 0,0 0 0,0 1 0,0-1 0,0 0 0,0 1 0,0-1 0,2 0 0,3 0 0,0 0 0,0 0 0,1-1 0,11-3 0,3 1 0,-11 2 0,1 1 0,-1 1 0,0 0 0,0 0 0,1 1 0,-1 0 0,0 1 0,-1 0 0,1 0 0,18 10 0,-23-10 0,0 0 0,0 0 0,0 0 0,0 1 0,-1-1 0,1 1 0,-1 0 0,0 0 0,0 1 0,0-1 0,-1 1 0,1 0 0,-1 0 0,0 0 0,-1 1 0,1-1 0,-1 1 0,0-1 0,-1 1 0,2 7 0,-2-10-4,-1-1-1,0 0 0,0 1 0,0-1 1,0 0-1,-1 1 0,1-1 0,-1 0 1,1 1-1,-1-1 0,0 0 0,0 0 1,0 0-1,0 0 0,0 0 1,-3 3-1,2-2 23,0-1 0,-1 1 0,1-1 1,-1 0-1,0 0 0,0 0 0,0-1 0,0 1 1,0 0-1,-4 0 0,-3 1-266,-1 0 1,0-1-1,1 0 1,-1-1-1,-21 0 1,19-1-6579</inkml:trace>
</inkml:ink>
</file>

<file path=ppt/ink/ink5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9-22T16:09:15.073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1 59 24575,'30'-10'0,"12"-4"0,3 2 0,-6 1 0,-5 4 0,-7 2 0,-5 6 0,-4 1 0,-5 1-8191</inkml:trace>
</inkml:ink>
</file>

<file path=ppt/ink/ink5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9-22T16:09:15.931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3 73 24575,'-1'-3'0,"0"-1"0,1 1 0,-1-1 0,1 0 0,0 1 0,0-1 0,1 1 0,-1-1 0,1 0 0,0 1 0,0-1 0,0 1 0,2-4 0,-3 6 0,1-1 0,0 1 0,0 0 0,0-1 0,0 1 0,1 0 0,-1 0 0,0 0 0,0 0 0,1 0 0,-1 0 0,0 0 0,1 0 0,-1 0 0,1 1 0,-1-1 0,1 1 0,0-1 0,-1 1 0,1 0 0,-1-1 0,1 1 0,0 0 0,-1 0 0,1 0 0,0 0 0,-1 1 0,1-1 0,-1 0 0,4 1 0,84 25 0,-52-15 0,-33-10 0,-1 0 0,0 1 0,1-1 0,-1 0 0,0 1 0,0 0 0,0 0 0,0 0 0,0 0 0,-1 0 0,1 1 0,-1-1 0,1 1 0,-1 0 0,0 0 0,0-1 0,0 1 0,0 1 0,1 3 0,-1-2 0,-1-1 0,0 1 0,0-1 0,0 1 0,-1 0 0,0 0 0,1-1 0,-2 1 0,1 0 0,0-1 0,-1 1 0,0 0 0,0-1 0,-3 6 0,-1 4 0,-2 1 0,-11 18 0,9-19 0,1 1 0,-7 18 0,13-29 0,1 1 0,-1 0 0,1-1 0,0 1 0,1 0 0,-1 0 0,1 0 0,0 0 0,0 0 0,0 0 0,2 8 0,0-10 0,-1-1 0,0 1 0,1 0 0,-1 0 0,1-1 0,0 1 0,0-1 0,0 1 0,0-1 0,1 0 0,-1 0 0,1 0 0,-1 0 0,1 0 0,-1 0 0,1-1 0,0 1 0,0-1 0,5 2 0,3 0 0,-1 1 0,1-2 0,0 1 0,16 0 0,-26-3-34,5 1-156,1 0 0,0-1-1,-1 0 1,1 0 0,-1-1 0,8-1 0,-4-1-6636</inkml:trace>
</inkml:ink>
</file>

<file path=ppt/ink/ink6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9-22T16:09:16.150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222 10 24575,'-27'-3'0,"-13"0"0,-1 0 0,4 3 0,6 1 0,5 1 0,7 0-8191</inkml:trace>
</inkml:ink>
</file>

<file path=ppt/ink/ink6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9-22T16:09:16.649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154 18 24575,'-30'-5'0,"-12"-2"0,-2 3 0,6 2-8191</inkml:trace>
</inkml:ink>
</file>

<file path=ppt/ink/ink6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9-22T16:09:17.118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0 0 24575,'0'3'0,"3"2"0,0 5 0,3 1 0,0 3 0,1 0 0,0 4 0,1 1 0,2-1 0,2 2 0,-2 1 0,0-2 0,-1-1 0,-2-1 0,0-1 0,-2-1 0,-1-2-8191</inkml:trace>
</inkml:ink>
</file>

<file path=ppt/ink/ink6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9-22T16:09:25.921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4978 91 24575,'48'0'0,"-10"-1"0,48 5 0,-66 1 0,-20-5 0,0 0 0,0 0 0,1 0 0,-1 0 0,0 0 0,0 0 0,0 0 0,0 0 0,0 0 0,0 0 0,0 1 0,0-1 0,0 0 0,0 0 0,0 0 0,0 0 0,0 0 0,0 0 0,0 0 0,1 0 0,-1 0 0,0 0 0,0 0 0,0 0 0,0 0 0,0 0 0,0 0 0,0 0 0,0 1 0,0-1 0,0 0 0,0 0 0,0 0 0,0 0 0,0 0 0,0 0 0,0 0 0,0 0 0,0 0 0,0 0 0,0 0 0,0 0 0,0 1 0,0-1 0,0 0 0,0 0 0,0 0 0,-1 0 0,1 0 0,0 0 0,0 0 0,0 0 0,0 0 0,0 0 0,0 0 0,0 0 0,0 0 0,0 0 0,-11 3 0,-125 7 0,-165-9 0,-120-16-901,262 11 891,-530-1-1511,142 4 568,185-15 953,96 3 0,-236-2 0,288 9 0,-289-3 0,236 10 0,-233-2 0,369-7 546,-30 1 2293,171 8-2839,0 1 0,0 0 0,13 5 0,23 5 0,256 23 0,2-19 0,-168-10 0,294 6-1337,-177-6 1358,598-1-1688,-206-5 1265,-360 7-177,96 1 128,-380-8 451,624-9 644,-512 4 1137,145 12 0,-158 0-1572,-87-4-209,-13-2 0,0-1 0,0 0 0,0 0 0,0 0 0,0 0 0,0 0 0,0 0 0,0 0 0,0 0 0,1 0 0,-1 0 0,0 0 0,0 0 0,0 0 0,0 1 0,0-1 0,0 0 0,0 0 0,0 0 0,0 0 0,0 0 0,0 0 0,0 0 0,0 0 0,0 0 0,0 1 0,0-1 0,0 0 0,0 0 0,0 0 0,0 0 0,0 0 0,0 0 0,0 0 0,0 0 0,0 0 0,-1 1 0,1-1 0,0 0 0,0 0 0,0 0 0,0 0 0,0 0 0,0 0 0,0 0 0,0 0 0,0 0 0,0 0 0,0 0 0,0 0 0,-1 0 0,1 0 0,0 0 0,-2 1 0,0 0 0,0 0 0,0 0 0,-1 0 0,1-1 0,0 1 0,-4-1 0,-70 3 0,-106-11 0,25 0 0,-5 6-316,-130-2-448,-506-20-55,-289-11-483,811 26 1115,-565-26-852,684 25 1575,-87-4 1074,229 14-1465,9-1-76,-1 0-1,1 1 0,-1 0 0,1 0 1,-1 1-1,1 0 0,0 0 0,-1 0 1,-10 4-1,7 2-6806</inkml:trace>
</inkml:ink>
</file>

<file path=ppt/ink/ink6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9-22T16:09:37.578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1 46 24575,'29'-12'0,"57"-13"0,-75 22 0,0 1 0,0 1 0,0 0 0,0 0 0,0 1 0,0 0 0,0 1 0,20 4 0,-28-4 0,1 0 0,-1 0 0,1 1 0,-1-1 0,0 1 0,0 0 0,0 0 0,0 0 0,0 0 0,0 0 0,-1 1 0,1-1 0,-1 1 0,1-1 0,-1 1 0,0 0 0,0 0 0,0 0 0,0 0 0,-1 1 0,3 6 0,-3-5 0,0 1 0,0-1 0,0 1 0,-1 0 0,0-1 0,0 1 0,0 0 0,0-1 0,-1 1 0,0-1 0,-1 1 0,1-1 0,-4 8 0,-2 0 0,0 0 0,0-1 0,-2 0 0,1-1 0,-2 1 0,1-2 0,-13 11 0,8-7 0,0 1 0,-20 29 0,33-43 0,0 0 0,0 1 0,0-1 0,0 0 0,1 1 0,-1-1 0,1 0 0,-1 1 0,1-1 0,0 1 0,-1-1 0,1 1 0,0-1 0,0 1 0,0-1 0,0 1 0,0-1 0,0 1 0,1-1 0,-1 1 0,1 1 0,0-1 0,0 0 0,1 0 0,-1 0 0,0-1 0,1 1 0,-1 0 0,1-1 0,0 1 0,-1-1 0,1 0 0,0 0 0,0 1 0,2 0 0,6 2 0,0 0 0,0-1 0,0 0 0,20 2 0,-3 0-118,-15-2 180,1-1 1,-1 0-1,22 0 0,-31-2-133,0-1 0,0 1-1,0 0 1,0-1 0,0 0 0,0 0-1,0 0 1,0 0 0,-1 0 0,1 0-1,0-1 1,-1 1 0,1-1 0,0 0-1,-1 0 1,0 0 0,1 0 0,-1 0-1,0 0 1,2-3 0,2-6-6755</inkml:trace>
</inkml:ink>
</file>

<file path=ppt/ink/ink6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9-22T16:09:38.157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0 180 24575,'83'-12'0,"44"-8"0,-104 15 0,-1-1 0,1-1 0,29-13 0,-46 17 0,0 0 0,0 0 0,-1-1 0,10-7 0,-14 11 0,-1-1 0,1 1 0,0-1 0,-1 1 0,1-1 0,-1 0 0,1 1 0,-1-1 0,1 0 0,-1 1 0,1-1 0,-1 0 0,0 0 0,1 1 0,-1-1 0,0 0 0,0 0 0,0 0 0,1 1 0,-1-1 0,0 0 0,0 0 0,0 0 0,0 0 0,-1 1 0,1-1 0,0 0 0,0 0 0,0 0 0,-1 0 0,1 1 0,0-1 0,-1 0 0,1 0 0,0 1 0,-1-1 0,1 0 0,-1 1 0,0-1 0,1 0 0,-1 1 0,1-1 0,-1 1 0,0-1 0,1 1 0,-1-1 0,-1 1 0,-4-4 0,1 1 0,-1 0 0,0 1 0,0-1 0,-1 1 0,1 1 0,0-1 0,-1 1 0,-8-1 0,10 1 0,0 1 0,0 0 0,0 0 0,0 0 0,1 1 0,-1-1 0,0 1 0,0 0 0,0 1 0,1-1 0,-1 1 0,0 0 0,-4 3 0,8-4 0,-1 0 0,0 0 0,1 1 0,0-1 0,-1 1 0,1 0 0,0-1 0,0 1 0,-1 0 0,1-1 0,1 1 0,-1 0 0,0 0 0,0 0 0,1 0 0,-1 0 0,1 0 0,0 0 0,-1 0 0,1 0 0,0 0 0,0 0 0,0 0 0,0 0 0,1 1 0,-1-1 0,2 3 0,-1 0 0,1 0 0,0 0 0,0-1 0,1 1 0,-1-1 0,1 1 0,0-1 0,0 0 0,0 0 0,4 4 0,11 6 0,-1-1 0,2 0 0,0-2 0,0 0 0,1-1 0,0-1 0,1 0 0,23 5 0,-20-8 0,1-2 0,-1 0 0,1-2 0,0 0 0,0-2 0,34-4 0,-53 4 0,1-1 0,-1 0 0,1-1 0,-1 1 0,1-1 0,-1 0 0,0-1 0,0 0 0,9-5 0,-13 7 0,-1 0 0,1-1 0,0 1 0,0-1 0,-1 1 0,1-1 0,-1 0 0,0 1 0,1-1 0,-1 0 0,0 0 0,0 0 0,0 0 0,0 0 0,0 0 0,-1 0 0,1-1 0,-1 1 0,1 0 0,-1 0 0,0 0 0,0-1 0,0 1 0,0 0 0,0 0 0,0-1 0,0 1 0,-1 0 0,0 0 0,1 0 0,-2-3 0,-3-5 0,0 1 0,0-1 0,-1 1 0,0 0 0,-13-14 0,-7-9 0,23 28 0,0-1 0,1 1 0,-1-1 0,1 1 0,0-1 0,0 0 0,-1-6 0,3 9 0,-1 1 0,1 0 0,0 0 0,0 0 0,0 0 0,0 0 0,0 0 0,0 0 0,0-1 0,0 1 0,1 0 0,-1 0 0,0 0 0,0 0 0,1 0 0,-1 0 0,1 0 0,-1 0 0,1 0 0,0 0 0,-1 0 0,1 0 0,0 1 0,0-1 0,-1 0 0,1 0 0,0 1 0,0-1 0,0 0 0,0 1 0,0-1 0,0 1 0,0-1 0,0 1 0,0 0 0,0-1 0,0 1 0,2 0 0,1-1-124,1 0 0,-1 1 0,0 0 0,0 0 0,1 0 0,-1 0-1,0 1 1,0 0 0,0 0 0,7 2 0,-1 1-6702</inkml:trace>
</inkml:ink>
</file>

<file path=ppt/ink/ink6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9-22T16:09:38.591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164 4 24575,'-4'-1'0,"-18"-1"0,-30 1 0,46 1 0,0 1 0,0-1 0,1 1 0,-1 1 0,0-1 0,1 1 0,-1 0 0,1 0 0,-1 0 0,-5 5 0,9-7 0,1 1 0,0 0 0,0 0 0,0 0 0,0 0 0,0 0 0,0 0 0,0 0 0,0 0 0,0 0 0,0 0 0,1 0 0,-1 1 0,0-1 0,1 0 0,-1 0 0,1 1 0,-1-1 0,1 1 0,0-1 0,0 0 0,-1 3 0,2-1 0,-1-1 0,1 1 0,0-1 0,-1 0 0,1 1 0,0-1 0,0 0 0,1 0 0,-1 0 0,0 1 0,1-2 0,1 4 0,6 4 0,0 0 0,0-1 0,21 14 0,-29-22 0,11 8 0,1 0 0,0-1 0,0 0 0,22 6 0,-28-10 0,-1-1 0,1-1 0,-1 1 0,1-1 0,0 0 0,0-1 0,-1 0 0,1 0 0,0 0 0,0-1 0,-1 0 0,9-2 0,-12 2 0,-1 0 0,1 0 0,-1 0 0,0-1 0,1 1 0,-1 0 0,0-1 0,0 0 0,0 0 0,0 1 0,0-1 0,0 0 0,-1-1 0,1 1 0,-1 0 0,1 0 0,-1-1 0,0 1 0,0-1 0,0 1 0,0-1 0,0 1 0,-1-1 0,1 0 0,-1 1 0,0-1 0,0 0 0,0-2 0,0 0 0,0 0 0,-1 0 0,1 0 0,-1 0 0,-1 1 0,1-1 0,-1 0 0,1 1 0,-1-1 0,-1 1 0,1 0 0,0 0 0,-1 0 0,-6-7 0,5 7-97,1 1-1,-1-1 1,0 1-1,-1 0 1,1 0-1,-1 1 1,1-1-1,-1 1 1,0 0-1,0 0 1,1 0-1,-1 1 0,-11-2 1,3 2-6729</inkml:trace>
</inkml:ink>
</file>

<file path=ppt/ink/ink6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9-22T16:09:39.573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4 59 24575,'-1'-2'0,"0"0"0,1 0 0,0 0 0,-1 0 0,1 0 0,0 0 0,0 0 0,0 0 0,0 0 0,0 0 0,1 0 0,-1 0 0,0 0 0,1 0 0,0 0 0,-1 0 0,1 0 0,0 0 0,0 1 0,0-1 0,2-2 0,-2 3 0,1-1 0,0 1 0,0 0 0,0 0 0,0-1 0,0 1 0,0 0 0,0 1 0,1-1 0,-1 0 0,0 1 0,0-1 0,1 1 0,-1-1 0,0 1 0,1 0 0,-1 0 0,3 1 0,11 0 0,-1 2 0,0 0 0,1 0 0,20 9 0,58 28 0,-80-34 0,0 1 0,0 1 0,-1 1 0,0-1 0,0 2 0,18 18 0,-29-26 0,0 0 0,-1 0 0,1 0 0,-1 0 0,0 0 0,1 1 0,-1-1 0,0 0 0,0 1 0,-1-1 0,1 1 0,-1 0 0,1-1 0,-1 1 0,0-1 0,1 1 0,-2 0 0,1-1 0,0 1 0,0-1 0,-1 1 0,1 0 0,-1-1 0,0 1 0,0-1 0,0 1 0,0-1 0,0 0 0,-1 0 0,1 1 0,-4 3 0,-4 5 0,-1-1 0,0 1 0,0-1 0,-20 13 0,16-12 0,4-4 0,0 1 0,1 0 0,0 1 0,0 0 0,1 0 0,0 1 0,0 0 0,-9 17 0,16-25 0,1-1 0,-1 0 0,1 1 0,-1-1 0,1 0 0,0 1 0,0-1 0,-1 1 0,1-1 0,0 0 0,0 1 0,1-1 0,-1 1 0,0-1 0,0 0 0,1 1 0,-1-1 0,1 3 0,1-2 0,-1 0 0,0 1 0,1-1 0,0 0 0,-1 0 0,1 0 0,0 0 0,0 0 0,3 1 0,4 4 0,1-2 0,0 1 0,18 6 0,-25-11 0,15 7 0,0-1 0,1 0 0,0-2 0,0 0 0,1-2 0,31 3 0,-48-6-72,0 0 1,1 0-1,-1-1 0,0 1 0,1-1 0,-1 0 0,0 1 0,0-2 1,0 1-1,0 0 0,0-1 0,0 1 0,0-1 0,0 0 0,-1 0 1,1 0-1,0 0 0,3-5 0</inkml:trace>
</inkml:ink>
</file>

<file path=ppt/ink/ink6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9-22T16:09:39.762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300 46 24575,'-28'-5'0,"-11"-4"0,-5-1 0,4 2 0,2 2 0,6 2 0,6 2 0,5 0 0,3 2 0,5 0-8191</inkml:trace>
</inkml:ink>
</file>

<file path=ppt/ink/ink6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9-22T16:09:40.090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400 31 24575,'-30'-5'0,"-15"-1"0,-5-1 0,1 2 0,6 2 0,6 0 0,7 2 0,5 1 0,5 0 0,3 0 0,2 0 0,1 3 0,1 0 0,2 1-8191</inkml:trace>
</inkml:ink>
</file>

<file path=ppt/ink/ink7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9-22T16:09:40.339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239 0 24575,'-30'0'0,"-12"0"0,-2 3 0,1 0 0,9 3 0,7 0 0,8-1-8191</inkml:trace>
</inkml:ink>
</file>

<file path=ppt/ink/ink7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9-22T16:09:41.105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227 42 24575,'-23'-8'0,"-54"-16"0,66 21 0,-1 1 0,1 0 0,-1 1 0,-19 0 0,29 1 0,0 0 0,0 0 0,0 0 0,0 0 0,0 1 0,0-1 0,0 1 0,0-1 0,0 1 0,0 0 0,0 0 0,1 0 0,-1 0 0,0 0 0,0 0 0,1 0 0,-1 1 0,1-1 0,-1 1 0,1-1 0,0 1 0,-1-1 0,1 1 0,0 0 0,0 0 0,0-1 0,0 1 0,0 0 0,1 0 0,-1 0 0,1 0 0,-1 0 0,1 0 0,0 0 0,-1 0 0,1 0 0,0 0 0,0 0 0,1 3 0,0 5 0,1 0 0,0-1 0,0 1 0,1-1 0,0 1 0,8 16 0,-5-16 0,0 0 0,1 0 0,0-1 0,0 0 0,1 0 0,0-1 0,15 13 0,-8-10 0,0 0 0,1 0 0,34 15 0,-46-24 0,1-1 0,-1 1 0,0-1 0,1 0 0,0 0 0,-1 0 0,1-1 0,0 0 0,-1 0 0,1 0 0,0 0 0,-1-1 0,1 1 0,-1-1 0,1 0 0,-1-1 0,1 1 0,-1-1 0,0 0 0,9-5 0,-10 5 0,-1 0 0,1 0 0,0-1 0,0 1 0,-1-1 0,0 0 0,1 1 0,-1-1 0,0 0 0,0-1 0,-1 1 0,1 0 0,-1 0 0,1-1 0,-1 1 0,0-1 0,0 1 0,-1-1 0,1 0 0,-1 1 0,0-1 0,0 0 0,0 1 0,0-1 0,-1 1 0,1-1 0,-2-4 0,-1-1 11,0 1 0,0-1 0,-1 0 0,0 1 0,-1 0 0,0 0-1,0 1 1,-1-1 0,0 1 0,-7-7 0,2 3-259,0 1 1,-1 0-1,-1 1 1,1 0-1,-19-8 1,18 10-6579</inkml:trace>
</inkml:ink>
</file>

<file path=ppt/ink/ink7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9-22T16:09:41.468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0 1 24575,'5'2'0,"5"2"0,-1 2 0,0 2 0</inkml:trace>
</inkml:ink>
</file>

<file path=ppt/ink/ink7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9-22T16:09:41.989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60 33 24575,'-4'2'0,"0"0"0,0 0 0,0 1 0,1 0 0,-1 0 0,1 0 0,-1 0 0,1 0 0,0 1 0,1-1 0,-1 1 0,0 0 0,1 0 0,0 0 0,0 0 0,0 0 0,1 0 0,-1 1 0,1-1 0,0 1 0,0-1 0,0 1 0,1-1 0,0 1 0,0-1 0,0 1 0,0 0 0,2 5 0,-1-5 0,0 1 0,0-1 0,1 1 0,0-1 0,0 0 0,1 0 0,-1 0 0,1 0 0,0 0 0,1 0 0,-1-1 0,1 0 0,-1 1 0,1-1 0,1-1 0,-1 1 0,1-1 0,-1 1 0,1-1 0,0-1 0,0 1 0,10 3 0,-6-3 0,1 0 0,0 0 0,0-2 0,0 1 0,0-1 0,0 0 0,15-1 0,-21-1 0,0 1 0,0-1 0,0 0 0,0 0 0,0 0 0,-1-1 0,1 1 0,0-1 0,-1 0 0,1 0 0,-1 0 0,0-1 0,0 1 0,0-1 0,0 1 0,0-1 0,0 0 0,-1 0 0,0 0 0,1-1 0,-1 1 0,2-4 0,-2 2 0,0-1 0,0 1 0,-1 0 0,0 0 0,0-1 0,0 1 0,0 0 0,-1-1 0,0 1 0,0-1 0,-1 1 0,1-1 0,-1 1 0,0 0 0,-1-1 0,1 1 0,-1 0 0,0 0 0,0 0 0,-1 0 0,-4-7 0,2 4 0,0 2 0,0-1 0,0 0 0,-1 1 0,0 0 0,0 1 0,-1-1 0,1 1 0,-1 0 0,-1 1 0,1 0 0,0 0 0,-13-4 0,11 5-133,-1 1 0,0 1 0,0 0-1,0 0 1,-20 2 0,24-1-433,-9 1-6260</inkml:trace>
</inkml:ink>
</file>

<file path=ppt/ink/ink7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9-22T16:09:42.694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48 8 24575,'-2'0'0,"0"0"0,1 0 0,-1 1 0,0-1 0,1 0 0,-1 1 0,0-1 0,1 1 0,-1-1 0,1 1 0,-1 0 0,1-1 0,-1 1 0,1 0 0,-1 0 0,1 0 0,0 0 0,-2 2 0,1 0 0,0-1 0,1 1 0,-1-1 0,1 1 0,0 0 0,0 0 0,0 0 0,0-1 0,-1 6 0,1 3 0,0 1 0,0-1 0,1 0 0,3 17 0,-3-23 0,1-1 0,1 0 0,-1 0 0,1 0 0,-1 0 0,1 0 0,0-1 0,1 1 0,-1-1 0,1 1 0,-1-1 0,1 0 0,0 0 0,0 0 0,0 0 0,1 0 0,-1-1 0,1 1 0,-1-1 0,6 2 0,2 2 0,1-1 0,-1-1 0,1 0 0,0 0 0,22 3 0,-31-7 0,0 1 0,0-1 0,0 0 0,1 0 0,-1 0 0,0 0 0,0 0 0,0-1 0,-1 0 0,1 1 0,0-1 0,0 0 0,0 0 0,0-1 0,-1 1 0,1-1 0,4-2 0,-5 1 0,1 1 0,0-1 0,-1 0 0,1 0 0,-1-1 0,0 1 0,0 0 0,0-1 0,-1 1 0,1-1 0,-1 1 0,1-6 0,0 1 0,0 0 0,-1 1 0,-1-1 0,1 0 0,-1 0 0,-1 0 0,1 0 0,-1 1 0,-1-1 0,0 0 0,0 1 0,0-1 0,-4-7 0,3 9-195,0 1 0,0 0 0,0 0 0,-1 0 0,0 0 0,-7-6 0,0 1-6631</inkml:trace>
</inkml:ink>
</file>

<file path=ppt/ink/ink7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9-22T16:09:43.998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92 29 24575,'-2'31'0,"2"1"0,0-1 0,2 0 0,11 51 0,-7-57 0,1 0 0,1-1 0,1 0 0,1 0 0,1-1 0,16 24 0,-24-43 0,6 10 0,-8-12 0,-6-7 0,-41-45 0,-21-25 0,57 61 0,1 1 0,0-1 0,1 0 0,-8-19 0,11 19 0,0 0 0,0-1 0,-3-25 0,7 34 0,0-1 0,0 0 0,1 0 0,0 0 0,1 0 0,0 0 0,0 1 0,0-1 0,1 0 0,3-9 0,-3 13 0,0-1 0,0 0 0,1 1 0,0 0 0,0-1 0,0 1 0,0 0 0,0 1 0,0-1 0,1 0 0,0 1 0,-1 0 0,1 0 0,0 0 0,0 0 0,7-2 0,1 1 0,-1 0 0,1 0 0,0 1 0,21-1 0,-19 3 0,-1 0 0,0 1 0,0 0 0,0 1 0,0 1 0,0 0 0,0 0 0,0 1 0,-1 1 0,0 0 0,13 8 0,-23-12 0,-1 0 0,1 0 0,-1 0 0,1 0 0,-1 0 0,0 1 0,1-1 0,-1 0 0,0 1 0,0-1 0,0 1 0,0-1 0,0 1 0,0 0 0,0-1 0,-1 1 0,1 2 0,0-2 0,-1-1 0,0 1 0,-1-1 0,1 1 0,0-1 0,0 1 0,0-1 0,-1 0 0,1 1 0,-1-1 0,1 1 0,-1-1 0,0 0 0,0 0 0,1 1 0,-1-1 0,-1 1 0,-2 3 0,-1-1 0,1 0 0,-1-1 0,0 1 0,0-1 0,0 0 0,0 0 0,-1 0 0,-6 2 0,-15 4 0,-1-2 0,0 0 0,-44 4 0,59-9-1365,3 1-5461</inkml:trace>
</inkml:ink>
</file>

<file path=ppt/ink/ink7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9-22T16:09:44.324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241 40 24575,'-21'-5'0,"-8"-3"0,0 1 0,-1 2 0,-49-3 0,75 8 0,1 0 0,0 0 0,-1 0 0,1 1 0,0-1 0,0 1 0,-1 0 0,1 0 0,0 1 0,-5 1 0,7-2 0,0 0 0,0-1 0,1 1 0,-1 0 0,0 0 0,0 0 0,1-1 0,-1 1 0,1 0 0,-1 0 0,1 0 0,-1 0 0,1 0 0,-1 0 0,1 0 0,0 0 0,-1 0 0,1 0 0,0 0 0,0 0 0,0 1 0,0-1 0,0 0 0,0 0 0,0 0 0,0 0 0,1 0 0,-1 0 0,0 0 0,1 0 0,-1 0 0,1 0 0,-1 0 0,1 0 0,0 1 0,3 5 0,1 0 0,0-1 0,0 1 0,1-1 0,-1 0 0,1-1 0,0 0 0,1 0 0,-1 0 0,1 0 0,0-1 0,0 0 0,1-1 0,10 4 0,-2-1 0,1-1 0,-1 0 0,1-2 0,0 0 0,32 1 0,-38-3 0,-1-2 0,0 1 0,1-1 0,19-5 0,-28 5 0,0 1 0,1-1 0,-1 0 0,0 0 0,0 0 0,0 0 0,0-1 0,0 1 0,0-1 0,0 1 0,-1-1 0,3-2 0,-3 3 0,0-1 0,0 1 0,-1-1 0,1 1 0,0-1 0,-1 0 0,1 1 0,-1-1 0,0 0 0,0 1 0,1-1 0,-1 0 0,0 1 0,0-1 0,0 0 0,-1 0 0,1 1 0,-1-4 0,-1 0 8,0 1-1,0 0 1,0 0-1,0 0 1,0 0 0,-1 1-1,0-1 1,0 0-1,0 1 1,0 0-1,-1 0 1,1 0 0,-1 0-1,-5-3 1,-8-4-646,-33-16 0,46 25 435,-10-5-6623</inkml:trace>
</inkml:ink>
</file>

<file path=ppt/ink/ink7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9-22T16:09:44.587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1 0 24575,'10'28'0,"5"13"0,4 6 0,0-3 0,0-2 0,-1-2 0,-1-6 0,-1-4 0,0-2 0,-4-2 0,0-5 0,-1-2 0,-1-5-8191</inkml:trace>
</inkml:ink>
</file>

<file path=ppt/ink/ink7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9-22T16:09:44.965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1 166 24575,'31'1'0,"-8"-1"0,0 0 0,42-6 0,-58 5 0,-1-1 0,0 1 0,0-1 0,1-1 0,-1 1 0,-1-1 0,1 0 0,0 0 0,-1-1 0,1 1 0,-1-1 0,0-1 0,-1 1 0,9-10 0,-11 11 0,1-1 0,-1 1 0,0-1 0,-1 0 0,1 0 0,0 0 0,-1 0 0,0 0 0,0 0 0,-1 0 0,1 0 0,0-8 0,-1 10 0,0 0 0,0 1 0,-1-1 0,1 0 0,0 0 0,-1 0 0,1 0 0,-1 1 0,1-1 0,-1 0 0,0 0 0,0 1 0,0-1 0,0 0 0,0 1 0,0-1 0,0 1 0,0 0 0,-1-1 0,1 1 0,-1 0 0,1 0 0,-1-1 0,1 1 0,-1 1 0,0-1 0,1 0 0,-1 0 0,0 0 0,-2 0 0,1 0 0,-1 1 0,0-1 0,0 0 0,0 1 0,0 0 0,0 0 0,0 0 0,0 1 0,0-1 0,0 1 0,0 0 0,0 0 0,0 0 0,0 0 0,1 1 0,-1 0 0,0 0 0,-4 3 0,6-3 0,-1 0 0,1 0 0,0 0 0,0 1 0,0-1 0,0 1 0,1-1 0,-1 1 0,1 0 0,-1 0 0,1 0 0,0-1 0,0 1 0,0 0 0,1 0 0,-1 0 0,1 1 0,0-1 0,-1 0 0,1 0 0,1 0 0,-1 0 0,0 0 0,2 4 0,-1-1 0,0-1 0,1 1 0,0-1 0,0 0 0,0 0 0,1 0 0,0 0 0,0 0 0,0-1 0,0 1 0,7 5 0,-4-4 0,1 0 0,-1-1 0,1 0 0,0 0 0,1-1 0,15 7 0,-7-5 0,0-1 0,1 0 0,0-1 0,0-1 0,0-1 0,33 1 0,-17-6-1365,-20-1-5461</inkml:trace>
</inkml:ink>
</file>

<file path=ppt/ink/ink7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9-22T16:09:45.621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0 37 24575,'18'-5'0,"66"-20"0,-74 22 0,-1 2 0,1-1 0,0 1 0,0 1 0,0 0 0,16 2 0,-23-1 0,1-1 0,-1 1 0,1 0 0,-1 0 0,1 1 0,-1-1 0,0 1 0,0-1 0,0 1 0,0 0 0,0 0 0,0 1 0,0-1 0,-1 1 0,1-1 0,2 4 0,-2-1 0,0-1 0,-1 1 0,1 0 0,-1 0 0,0 0 0,-1 0 0,1 0 0,-1 1 0,2 9 0,-2-3 0,-1 0 0,0 0 0,-1 1 0,0-1 0,-1 0 0,0 0 0,-1 0 0,-8 21 0,-6 7 0,-10 23 0,24-56 0,1-1 0,1 1 0,-1 1 0,1-1 0,1 0 0,-1 0 0,1 9 0,1-13 0,-1-1 0,0 0 0,1 1 0,0-1 0,-1 0 0,1 1 0,0-1 0,0 0 0,0 0 0,1 0 0,-1 0 0,0 0 0,1 0 0,0 0 0,2 2 0,-1-1 0,1 0 0,0 0 0,0-1 0,0 1 0,0-1 0,1 0 0,5 2 0,4 0 0,-1-1 0,1 0 0,0-1 0,18 1 0,-23-3-273,1 0 0,-1 0 0,1-1 0,17-3 0,-14 0-6553</inkml:trace>
</inkml:ink>
</file>

<file path=ppt/ink/ink8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9-22T16:09:45.791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234 0 24575,'-28'3'0,"-11"0"0,-2 0 0,4 2 0,5 0 0,6 0 0,8 0 0,6 1-8191</inkml:trace>
</inkml:ink>
</file>

<file path=ppt/ink/ink8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9-22T16:09:46.194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281 40 24575,'-23'-3'0,"-9"0"0,-3 0 0,3 0 0,4-1 0,5 0 0,0 0 0,2 1 0,3 1 0,1-1 0,1-1 0,3 0-8191</inkml:trace>
</inkml:ink>
</file>

<file path=ppt/ink/ink8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9-22T16:09:46.523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240 7 24575,'-28'-2'0,"-11"-2"0,-2 4 0,4 1 0,5 2 0,6 2 0,5 0 0,6-2-8191</inkml:trace>
</inkml:ink>
</file>

<file path=ppt/ink/ink8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9-22T16:09:48.117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56 3 24575,'11'-2'0,"-1"1"0,1 1 0,0 0 0,0 1 0,-1 0 0,1 0 0,0 1 0,-1 0 0,0 1 0,1 1 0,-1-1 0,0 2 0,-1-1 0,1 1 0,-1 1 0,0-1 0,0 2 0,-1-1 0,1 1 0,-1 1 0,-1-1 0,0 1 0,0 0 0,0 1 0,-1 0 0,-1 0 0,1 0 0,-1 1 0,-1 0 0,0 0 0,3 11 0,-6-19 0,0 0 0,0 1 0,-1-1 0,1 0 0,-1 1 0,0-1 0,0 1 0,1-1 0,-2 1 0,1-1 0,0 1 0,0-1 0,-1 1 0,1-1 0,-1 0 0,0 1 0,0-1 0,0 0 0,0 0 0,0 1 0,0-1 0,-1 0 0,1 0 0,-1 0 0,1 0 0,-1-1 0,0 1 0,0 0 0,0-1 0,-3 3 0,-1-1 0,1 0 0,-2 0 0,1-1 0,0 0 0,0 0 0,-1 0 0,1-1 0,-1 0 0,1 0 0,-10 0 0,2-1 0,-1-1 0,1 0 0,0-1 0,1-1 0,-1 0 0,0-1 0,1 0 0,-16-7 0,23 8 0,0 0 0,1 0 0,-1 0 0,1 0 0,0-1 0,0 0 0,0 0 0,1 0 0,-1-1 0,1 0 0,0 1 0,0-2 0,1 1 0,0 0 0,0-1 0,0 1 0,0-1 0,1 0 0,0 0 0,-3-10 0,5 13-54,0-1-1,0 1 0,0 0 1,1-1-1,-1 1 1,1 0-1,0-1 0,-1 1 1,1 0-1,1 0 1,-1 0-1,0 0 0,1 0 1,0 0-1,0 0 0,0 0 1,0 1-1,0-1 1,0 1-1,1-1 0,-1 1 1,1 0-1,-1 0 1,6-3-1,4-2-6771</inkml:trace>
</inkml:ink>
</file>

<file path=ppt/ink/ink8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9-22T16:09:48.365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21 0 24575,'-3'3'0,"0"3"0,-3 3 0,-2 0 0</inkml:trace>
</inkml:ink>
</file>

<file path=ppt/ink/ink8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9-22T16:09:48.862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45 1 24575,'-6'8'0,"0"0"0,0 1 0,0-1 0,1 1 0,-5 13 0,9-20 0,0 1 0,0-1 0,1 1 0,-1-1 0,1 1 0,-1-1 0,1 1 0,0-1 0,0 1 0,0-1 0,0 1 0,0 0 0,0-1 0,1 1 0,0-1 0,-1 1 0,1-1 0,0 0 0,0 1 0,0-1 0,0 0 0,1 0 0,-1 1 0,1-1 0,-1 0 0,4 3 0,4 2 0,-1 0 0,2-1 0,-1 0 0,0 0 0,12 4 0,53 18 0,-55-22 0,0 1 0,-1 0 0,0 1 0,25 17 0,-39-23 0,-2 0 0,1 0 0,0 1 0,0-1 0,-1 1 0,1 0 0,-1 0 0,0 0 0,0 0 0,0 0 0,2 5 0,-4-7 0,1 1 0,-1-1 0,0 1 0,1-1 0,-1 1 0,0-1 0,0 0 0,0 1 0,0-1 0,0 1 0,0-1 0,-1 1 0,1-1 0,0 0 0,-1 1 0,1-1 0,-1 0 0,1 1 0,-1-1 0,0 0 0,1 1 0,-1-1 0,0 0 0,0 0 0,0 0 0,0 0 0,0 0 0,0 0 0,0 0 0,-1 0 0,-1 1 0,-3 1 0,0 1 0,-1-2 0,1 1 0,-1-1 0,1 1 0,-1-2 0,0 1 0,0-1 0,-10 1 0,-10-1 0,-31-3 0,15 0 0,17 0-1365,17-2-5461</inkml:trace>
</inkml:ink>
</file>

<file path=ppt/ink/ink8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9-22T16:09:49.127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0 59 24575,'31'-8'0,"14"-5"0,5 1 0,-2 1 0,-2 3 0,-6 2 0,-6 6 0,-7 2 0,-7 1-8191</inkml:trace>
</inkml:ink>
</file>

<file path=ppt/ink/ink8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9-22T16:11:48.666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24 12 24575,'0'-5'0,"-3"1"0,-3 1 0,0 4 0,-2 1 0</inkml:trace>
</inkml:ink>
</file>

<file path=ppt/ink/ink8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9-22T16:11:45.916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1 1 24575,'-1'25'0,"2"1"0,1-1 0,1 0 0,1 0 0,2 0 0,9 31 0,4-5 0,49 95 0,-46-106 0,-1 1 0,17 52 0,-38-91 14,1 0-1,0 1 0,-1-1 0,1 1 1,-1-1-1,0 1 0,0-1 1,0 4-1,0-5-43,0-1-1,-1 1 1,1-1 0,0 1-1,0-1 1,0 1 0,0-1 0,-1 1-1,1-1 1,0 0 0,0 1-1,-1-1 1,1 1 0,0-1-1,-1 0 1,1 1 0,-1-1-1,1 0 1,0 0 0,-1 1 0,1-1-1,-1 0 1,1 0 0,-1 1-1,1-1 1,-1 0 0,1 0-1,0 0 1,-1 0 0,1 0 0,-1 0-1,1 0 1,-1 0 0,1 0-1,-1 0 1,1 0 0,-1 0-1,1 0 1,-1 0 0,1 0-1,-1-1 1,1 1 0,-1 0 0,1 0-1,-1 0 1,1-1 0,0 1-1,-1-1 1,-7-3-6796</inkml:trace>
</inkml:ink>
</file>

<file path=ppt/ink/ink8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9-22T16:11:46.134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0 51 24575,'28'-3'0,"11"0"0,2-3 0,-4 0 0,-5 1 0,-9-1 0,-5 0 0,-6-1 0,-5-2 0</inkml:trace>
</inkml:ink>
</file>

<file path=ppt/ink/ink9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9-22T16:11:46.430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0 0 24575,'9'11'0,"0"1"0,-1 0 0,0 0 0,-1 1 0,-1 0 0,10 26 0,-6-14 0,24 55 0,72 161 0,-95-218 0,22 54 0,-31-68-1365</inkml:trace>
</inkml:ink>
</file>

<file path=ppt/ink/ink9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9-22T16:11:47.323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63 18 24575,'2'-2'0,"0"0"0,0 1 0,0-1 0,1 0 0,-1 1 0,1 0 0,-1-1 0,5 0 0,-6 1 0,0 1 0,-1 0 0,1 0 0,0-1 0,0 1 0,0 0 0,0 0 0,0 0 0,0 0 0,0 0 0,0 0 0,0 0 0,0 0 0,0 1 0,0-1 0,-1 0 0,1 0 0,0 1 0,0-1 0,0 1 0,0-1 0,0 1 0,-1-1 0,1 1 0,0-1 0,-1 1 0,1 0 0,0 0 0,0 0 0,-1-1 0,0 1 0,0 0 0,1-1 0,-1 1 0,0-1 0,0 1 0,0 0 0,0-1 0,0 1 0,0 0 0,0-1 0,0 1 0,0 0 0,0-1 0,0 1 0,-1-1 0,1 1 0,0 0 0,0-1 0,-1 1 0,1-1 0,0 1 0,0-1 0,-1 1 0,1-1 0,-1 1 0,1-1 0,-1 1 0,0 0 0,-19 16 0,12-11 0,2 0 0,1 1 0,-1-1 0,1 2 0,0-1 0,1 0 0,0 1 0,0 0 0,0 0 0,1 0 0,-4 15 0,0 9 0,-5 48 0,12-79 0,-5 47 0,3 0 0,1 0 0,9 78 0,-6-112 0,1 0 0,1 0 0,0 0 0,0-1 0,2 0 0,-1 0 0,2 0 0,0 0 0,0-1 0,13 15 0,-7-12 0,0 0 0,1-1 0,1-1 0,0-1 0,1 0 0,33 19 0,-24-16-341,0-2 0,1-1-1,50 17 1,-58-25-6485</inkml:trace>
</inkml:ink>
</file>

<file path=ppt/ink/ink9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9-22T16:11:47.836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1 252 24575,'31'-4'0,"78"-11"0,-96 12 0,-1 0 0,0-1 0,0 0 0,0-1 0,0-1 0,16-9 0,-25 12 0,0 1 0,0 0 0,0-1 0,0 0 0,0 1 0,-1-1 0,1 0 0,-1 0 0,0-1 0,0 1 0,0 0 0,0-1 0,-1 1 0,1-1 0,-1 1 0,0-1 0,0 0 0,0 0 0,-1 1 0,1-1 0,-1 0 0,0-7 0,-1 7 0,1-1 0,-1 1 0,0-1 0,-1 1 0,1-1 0,-1 1 0,0 0 0,0-1 0,0 1 0,0 0 0,-1 0 0,1 1 0,-1-1 0,0 0 0,-1 1 0,1 0 0,0 0 0,-6-4 0,2 3 0,1 0 0,-1 0 0,1 1 0,-1 0 0,0 0 0,0 0 0,-1 1 0,1 1 0,0-1 0,-1 1 0,1 0 0,-1 1 0,-9 0 0,13 0 0,-1 0 0,1 1 0,0 0 0,0 0 0,-1 0 0,1 1 0,0-1 0,0 1 0,0 0 0,1 0 0,-1 0 0,0 1 0,1-1 0,-1 1 0,1 0 0,0 0 0,0 0 0,0 0 0,1 1 0,-1-1 0,1 1 0,-1-1 0,1 1 0,-2 5 0,2-3 0,0-1 0,0 1 0,0 0 0,1 0 0,0 0 0,0 0 0,1 0 0,-1 0 0,1 0 0,1 0 0,-1 1 0,3 9 0,-1-8 0,1 0 0,0 0 0,0 0 0,1 0 0,0-1 0,0 1 0,1-1 0,6 8 0,7 5 0,1-1 0,1 0 0,1-2 0,36 25 0,-31-25 0,1 0 0,47 21 0,-62-33 0,1 0 0,0 0 0,0-2 0,1 1 0,-1-2 0,1 0 0,-1 0 0,23-1 0,-34-1 6,0-1 0,0 1 0,0 0 0,0 0 0,0-1 0,-1 1 0,1-1 0,0 0 0,0 0 0,0 1 0,0-1 0,-1 0 0,1-1 0,-1 1 0,1 0 0,0 0 0,-1-1 0,0 1 0,2-3 0,-1 2-130,-1-1 0,1 0 1,-1 0-1,0 0 0,0 0 0,0 0 1,0 0-1,-1 0 0,1 0 0,-1 0 1,0-5-1,0-5-6702</inkml:trace>
</inkml:ink>
</file>

<file path=ppt/ink/ink9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9-22T16:11:48.418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0 1 24575,'53'109'0,"53"161"0,-96-238 0,2 0 0,1-1 0,1 0 0,25 40 0,-38-70 0,0 1 0,0 0 0,0-1 0,0 1 0,0 0 0,0 0 0,-1-1 0,1 1 0,-1 0 0,1 2 0,-1-4 0,0 1 0,0-1 0,0 0 0,0 1 0,0-1 0,0 0 0,0 0 0,0 1 0,0-1 0,0 0 0,-1 1 0,1-1 0,0 0 0,0 0 0,0 1 0,0-1 0,-1 0 0,1 0 0,0 1 0,0-1 0,0 0 0,-1 0 0,1 0 0,-1 1 0,0-1 0,0 0 0,0 1 0,0-1 0,0 0 0,1 0 0,-1 0 0,0 0 0,0 0 0,0 0 0,0 0 0,0 0 0,-1 0 0,-12-4 0,1 0 0,0-1 0,0 0 0,-17-9 0,-2-1 0,22 11 0,0-1 0,1 0 0,-1 0 0,1-1 0,-14-12 0,20 15 0,-1-1 0,1 0 0,0 0 0,0 0 0,0 0 0,0 0 0,1-1 0,0 1 0,0-1 0,0 0 0,0 0 0,1 0 0,0 0 0,-1-6 0,1 5 9,0-1 1,1 1-1,0-1 0,1 1 0,-1-1 1,1 1-1,0 0 0,1-1 0,-1 1 0,1 0 1,1 0-1,5-11 0,-3 8-195,1 0 1,0 1-1,0 0 0,1 0 1,0 1-1,0 0 1,12-9-1,-9 9-6640</inkml:trace>
</inkml:ink>
</file>

<file path=ppt/ink/ink9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9-22T16:11:49.128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28 69 24575,'-2'-1'0,"1"1"0,-1-1 0,1 1 0,-1 0 0,0 0 0,1-1 0,-1 1 0,0 0 0,1 0 0,-1 0 0,0 1 0,-1-1 0,3 0 0,0 0 0,-1 1 0,1-1 0,0 0 0,0 0 0,-1 0 0,1 0 0,0 1 0,0-1 0,-1 0 0,1 0 0,0 0 0,0 1 0,0-1 0,-1 0 0,1 0 0,0 1 0,0-1 0,0 0 0,0 0 0,0 1 0,0-1 0,0 0 0,-1 1 0,1-1 0,5 13 0,2-4 0,0-1 0,1 1 0,0-1 0,1-1 0,14 11 0,11 10 0,-26-20 0,1-1 0,-1 0 0,1 0 0,0-1 0,1 0 0,-1-1 0,1 0 0,0 0 0,1-1 0,-1 0 0,17 3 0,-26-7 0,0 0 0,0 1 0,1-1 0,-1 0 0,0 0 0,0 0 0,1 0 0,-1 0 0,0 0 0,1-1 0,-1 1 0,0 0 0,0-1 0,0 1 0,1-1 0,-1 1 0,0-1 0,0 0 0,0 1 0,0-1 0,0 0 0,1-1 0,-1 1 0,0-1 0,0 1 0,0-1 0,-1 1 0,1-1 0,0 0 0,-1 1 0,0-1 0,1 0 0,-1 1 0,0-1 0,0 0 0,0 1 0,0-4 0,-1-4 0,-1 0 0,0 0 0,0 1 0,-1-1 0,-4-8 0,-16-43 0,21 52 0,0 1 0,1-1 0,0 0 0,0 1 0,1-1 0,0-9 0,0 16 0,0 0 0,0 0 0,0 0 0,0 0 0,0 0 0,0 0 0,1 0 0,-1 0 0,0 0 0,1 0 0,-1 0 0,0 0 0,1 0 0,0 0 0,-1 0 0,1 0 0,-1 0 0,1 0 0,0 0 0,0 1 0,-1-1 0,1 0 0,2 0 0,-2 0 0,0 1 0,1 0 0,-1-1 0,1 1 0,-1 0 0,0 0 0,1 0 0,-1 0 0,1 1 0,-1-1 0,0 0 0,1 0 0,-1 1 0,0-1 0,3 2 0,5 2 0,0 1 0,-1 1 0,16 11 0,-21-15 0,16 12-430,0-1-1,23 10 1,-41-23 356,10 6-6752</inkml:trace>
</inkml:ink>
</file>

<file path=ppt/ink/ink9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9-22T16:11:49.884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1 1 24575,'2'7'0,"4"6"0,1 2 0,1 4 0,2 4 0,0 1 0,0 0 0,1 0 0,-2 0 0,1-1 0,-1-2 0,-3-5-8191</inkml:trace>
</inkml:ink>
</file>

<file path=ppt/ink/ink9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9-22T16:11:50.814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0 0 24575,'48'81'-378,"-3"1"0,49 129 1,-83-181 458,-1 1 1,-1 1 0,-2-1 0,-1 1 0,-2 1 0,-1-1-1,-1 40 1,-3-62-162,0 0-1,-1 0 0,0 0 1,-1-1-1,0 1 1,0-1-1,-1 0 1,-1 1-1,1-2 1,-10 14-1,5-8-6745</inkml:trace>
</inkml:ink>
</file>

<file path=ppt/ink/ink9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9-22T16:11:51.366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47 5 24575,'0'-1'0,"-1"1"0,1 0 0,0-1 0,0 1 0,-1 0 0,1-1 0,0 1 0,-1 0 0,1 0 0,-1-1 0,1 1 0,0 0 0,-1 0 0,1 0 0,-1 0 0,1 0 0,0-1 0,-1 1 0,1 0 0,-1 0 0,1 0 0,-1 0 0,1 0 0,-1 0 0,1 0 0,0 0 0,-1 1 0,1-1 0,-1 0 0,0 0 0,0 1 0,0 0 0,0 0 0,1-1 0,-1 1 0,0 0 0,0 0 0,1 0 0,-1 0 0,0 0 0,1 0 0,-1 2 0,-9 34 0,10-37 0,-8 54 0,4 0 0,2 85 0,2-92 0,28 293 0,-15-238 0,-7 55-1365,-6-140-5461</inkml:trace>
</inkml:ink>
</file>

<file path=ppt/ink/ink9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9-22T16:11:52.105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31 14 24575,'0'-5'0,"0"-3"0,0 11 0,-3 16 0,-10 84 0,3 0 0,6 1 0,10 140 0,22-74 0,-2-16 0,-13-65-1365,-12-74-5461</inkml:trace>
</inkml:ink>
</file>

<file path=ppt/ink/ink9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9-22T16:11:53.028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428 8 24575,'-356'15'0,"350"-15"-151,0-1-1,0 0 0,0 0 0,1 0 1,-1-1-1,0 0 0,0 0 1,-8-5-1,3 2-6674</inkml:trace>
</inkml:ink>
</file>

<file path=ppt/ink/ink10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9-22T16:11:53.323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190 42 24575,'-15'-10'0,"-7"-3"0,-1 3 0,2 3 0,4 5 0,3 4 0,1 3 0,0 1 0,0 2 0,0 0 0,-1-2 0,2-2-8191</inkml:trace>
</inkml:ink>
</file>

<file path=ppt/ink/ink10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9-22T16:11:55.915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13 19 24575,'-7'-15'0,"3"12"0,2 10 0,3 6 0,1-1 0,0 1 0,1-1 0,0 0 0,1 0 0,6 13 0,-5-11 0,13 35 0,1-1 0,42 70 0,-49-94-1365,-8-12-5461</inkml:trace>
</inkml:ink>
</file>

<file path=ppt/ink/ink10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9-22T16:11:56.428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240 14 24575,'-25'-3'0,"-11"0"0,-2 0 0,3 0 0,5 1 0,6 4 0,3 0 0,4 1 0,4 2 0</inkml:trace>
</inkml:ink>
</file>

<file path=ppt/ink/ink10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9-22T16:11:57.162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116 41 24575,'13'4'0,"-1"1"0,0-1 0,0 2 0,0 0 0,-1 0 0,0 1 0,0 1 0,18 16 0,-22-17 0,0 0 0,-1 0 0,0 1 0,0-1 0,-1 1 0,0 1 0,0-1 0,-1 1 0,0-1 0,-1 1 0,1 1 0,2 16 0,-5-24 0,-1-1 0,0 1 0,0-1 0,0 1 0,1-1 0,-1 1 0,0-1 0,-1 1 0,1-1 0,0 1 0,0-1 0,-1 1 0,1-1 0,-1 1 0,1-1 0,-1 1 0,0-1 0,1 0 0,-1 1 0,0-1 0,0 0 0,0 0 0,0 0 0,0 0 0,-2 2 0,0-1 0,0-1 0,0 0 0,1 0 0,-1 0 0,0 0 0,0-1 0,0 1 0,0-1 0,0 1 0,0-1 0,0 0 0,-6-1 0,-9-2 0,-1-2 0,1 0 0,0 0 0,0-2 0,-29-15 0,40 19 0,-2-2 0,0 0 0,0 0 0,1-1 0,-1 0 0,-9-11 0,13 13 0,1-1 0,-1 0 0,1 0 0,0-1 0,0 1 0,1-1 0,0 0 0,0 0 0,-3-8 0,5 11 0,0 0 0,1 0 0,0 0 0,-1 0 0,1 0 0,0 1 0,0-1 0,1 0 0,-1 0 0,1 0 0,-1 0 0,1 0 0,0 0 0,0 0 0,0 1 0,1-1 0,-1 0 0,0 1 0,1-1 0,0 1 0,0 0 0,0-1 0,0 1 0,0 0 0,4-3 0,1 0 0,0 0 0,0 0 0,0 0 0,1 1 0,0 0 0,0 1 0,13-4 0,3-2-1365,-14 6-5461</inkml:trace>
</inkml:ink>
</file>

<file path=ppt/ink/ink10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9-22T16:11:57.566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1 1 24575,'12'10'0,"5"6"0,-1 2 0,-6-1 0,-4-7 0,-6-6 0</inkml:trace>
</inkml:ink>
</file>

<file path=ppt/ink/ink10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9-22T16:11:58.098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49 88 24575,'-2'-1'0,"0"0"0,0 1 0,1 0 0,-1-1 0,0 1 0,0 0 0,0 0 0,0 0 0,0 0 0,0 0 0,0 1 0,0-1 0,1 0 0,-1 1 0,0 0 0,0-1 0,0 1 0,1 0 0,-3 1 0,3-1 0,0 0 0,0 1 0,0-1 0,0 0 0,1 0 0,-1 1 0,0-1 0,1 1 0,-1-1 0,1 0 0,-1 1 0,1-1 0,0 1 0,-1 0 0,1-1 0,0 1 0,0-1 0,0 1 0,0-1 0,1 1 0,-1-1 0,0 1 0,1-1 0,0 3 0,1 4 0,1 0 0,0 0 0,0 0 0,1 0 0,0 0 0,0-1 0,1 1 0,0-1 0,0 0 0,1-1 0,0 1 0,0-1 0,0 0 0,1-1 0,0 1 0,0-1 0,0-1 0,1 1 0,-1-1 0,1-1 0,0 1 0,1-1 0,-1-1 0,0 0 0,1 0 0,-1 0 0,1-1 0,13 0 0,-17-1 0,1 0 0,-1 0 0,0-1 0,0 1 0,1-1 0,-1 0 0,6-3 0,-9 4 0,0-1 0,-1 0 0,1 0 0,-1-1 0,1 1 0,0 0 0,-1 0 0,0-1 0,1 1 0,-1-1 0,0 1 0,0-1 0,0 1 0,0-1 0,0 0 0,0 0 0,0 1 0,-1-1 0,1 0 0,-1 0 0,1 0 0,0-3 0,-1 0 0,0 0 0,0 0 0,0 0 0,-1-1 0,1 1 0,-1 0 0,-1 0 0,1 1 0,0-1 0,-1 0 0,0 0 0,0 1 0,-4-7 0,-6-6 0,-24-31 0,28 38 0,-1-2 0,-2 1 0,-18-17 0,23 23 0,0 1 0,-1-1 0,1 1 0,-1 1 0,1-1 0,-1 1 0,-11-3 0,17 5-49,-1 1 1,1 0-1,-1-1 0,1 1 0,-1 0 1,1 0-1,-1 0 0,0 0 0,1 0 1,-1 0-1,1 1 0,-1-1 0,1 0 1,-1 1-1,1-1 0,-1 1 0,1 0 1,-1 0-1,1-1 0,0 1 0,-1 0 1,1 0-1,0 0 0,0 0 0,0 0 0,0 0 1,-1 2-1,-5 6-6777</inkml:trace>
</inkml:ink>
</file>

<file path=ppt/ink/ink10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9-22T16:11:58.503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54 1 24575,'-9'14'0,"0"1"0,1 0 0,1 0 0,-7 21 0,12-31 0,1 0 0,0-1 0,0 1 0,1 0 0,-1 0 0,1 0 0,0 0 0,0-1 0,1 1 0,-1 0 0,1 0 0,0 0 0,0-1 0,1 1 0,-1 0 0,1-1 0,0 0 0,0 1 0,5 5 0,2 3 0,1 0 0,0-1 0,19 17 0,-25-25 0,0-1 0,1 0 0,-1 1 0,1-2 0,0 1 0,-1 0 0,1-1 0,0 0 0,1 0 0,-1 0 0,0-1 0,0 0 0,1 0 0,5 0 0,-9-1 0,0 0 0,0 0 0,-1 0 0,1 0 0,0 0 0,0-1 0,-1 1 0,1-1 0,0 1 0,-1-1 0,1 0 0,0 0 0,-1 1 0,1-1 0,-1 0 0,0-1 0,1 1 0,-1 0 0,0 0 0,2-2 0,-1 0 0,-1 1 0,1-1 0,-1 1 0,0-1 0,0 0 0,0 0 0,0 1 0,-1-1 0,1 0 0,-1 0 0,1-4 0,-1-2 0,-1-1 0,1 1 0,-2-1 0,1 1 0,-1 0 0,-6-16 0,3 10-227,-2 1-1,1 0 1,-2 0-1,0 1 1,-15-20-1,14 24-6598</inkml:trace>
</inkml:ink>
</file>

<file path=ppt/ink/ink10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9-22T16:11:59.254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0 149 24575,'15'3'0,"26"6"0,0-2 0,0-1 0,66-1 0,-103-5 0,0 0 0,0-1 0,-1 1 0,1-1 0,0 0 0,-1-1 0,1 1 0,0 0 0,-1-1 0,0 0 0,1 0 0,-1 0 0,0 0 0,0-1 0,0 1 0,0-1 0,0 0 0,-1 1 0,1-1 0,3-7 0,-5 8 0,1-1 0,-1 0 0,0 0 0,0 0 0,0 0 0,0 0 0,0 0 0,-1 0 0,0-1 0,1 1 0,-1 0 0,0 0 0,-1 0 0,1 0 0,0-1 0,-1 1 0,0 0 0,0 0 0,0 0 0,0 0 0,0 0 0,-1 0 0,1 1 0,-1-1 0,-2-4 0,-1 2 0,1 1 0,-1-1 0,0 1 0,0 0 0,-1 0 0,1 0 0,-1 1 0,0-1 0,0 1 0,0 1 0,0-1 0,-1 1 0,1 0 0,-1 1 0,-8-2 0,12 3 0,-1 0 0,0 0 0,1 0 0,-1 0 0,1 0 0,-1 1 0,1-1 0,-1 1 0,1 0 0,-1 0 0,1 0 0,-7 4 0,8-4 0,0 1 0,0 0 0,0 0 0,0 0 0,0 0 0,0 0 0,0 0 0,1 0 0,-1 1 0,1-1 0,-1 0 0,1 1 0,0-1 0,0 1 0,0 0 0,1-1 0,-1 1 0,0 4 0,0 1 0,1-1 0,0 1 0,0-1 0,1 0 0,-1 1 0,2-1 0,-1 0 0,1 1 0,0-1 0,1 0 0,0 0 0,0-1 0,0 1 0,1 0 0,0-1 0,0 0 0,0 0 0,1 0 0,7 6 0,3 3 0,1-2 0,0 1 0,1-2 0,1 0 0,30 15 0,-30-18 0,1 0 0,35 10 0,-42-16 0,0 0 0,0-1 0,0-1 0,0 0 0,0 0 0,14-2 0,-13-1-1365,-3-2-5461</inkml:trace>
</inkml:ink>
</file>

<file path=ppt/ink/ink10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9-22T16:11:59.631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253 1 24575,'-22'0'0,"-11"2"0,-2 1 0,3 1 0,4 1 0,5 0 0,3-1 0,2 2 0,3-1 0,0 0 0,4-2-8191</inkml:trace>
</inkml:ink>
</file>

<file path=ppt/ink/ink10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9-22T16:12:00.161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102 1 24575,'15'74'0,"4"1"0,41 102 0,-46-147 0,5 16 0,-19-46 0,0 1 0,0-1 0,0 0 0,0 0 0,1 1 0,-1-1 0,0 0 0,0 0 0,0 1 0,0-1 0,0 0 0,0 1 0,0-1 0,0 0 0,0 1 0,0-1 0,0 0 0,0 0 0,0 1 0,0-1 0,0 0 0,0 1 0,0-1 0,-1 0 0,1 0 0,0 1 0,0-1 0,0 0 0,0 0 0,-1 1 0,1-1 0,0 0 0,0 0 0,0 1 0,-1-1 0,1 0 0,-12-3 0,-17-16 0,27 17 0,-77-49 0,28 20 0,44 26 0,0 0 0,0-1 0,-7-7 0,12 12 0,0-1 0,1 1 0,-1-1 0,1 0 0,-1 0 0,1 0 0,0 0 0,0 0 0,0 0 0,0 0 0,0 0 0,1 0 0,-1 0 0,1-1 0,-1 1 0,1 0 0,-1-4 0,2 6 0,-1-1 0,0 0 0,0 0 0,1 0 0,-1 0 0,1 0 0,-1 1 0,1-1 0,-1 0 0,1 0 0,-1 1 0,1-1 0,0 0 0,-1 1 0,1-1 0,0 1 0,-1-1 0,1 1 0,0-1 0,0 1 0,0-1 0,-1 1 0,1 0 0,0 0 0,0-1 0,0 1 0,0 0 0,0 0 0,1 0 0,3-1 0,-1 1 0,1-1 0,0 2 0,5-1 0,9 3 28,-2 1 0,1 0-1,18 7 1,-20-5-397,1-1 0,-1-1 0,31 4 0,-34-7-6457</inkml:trace>
</inkml:ink>
</file>

<file path=ppt/ink/ink11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9-22T16:12:00.380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3 38 24575,'0'-13'0,"0"-1"0,-2 4 0</inkml:trace>
</inkml:ink>
</file>

<file path=ppt/ink/ink11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9-22T16:12:00.915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0 19 24575,'21'33'0,"2"-2"0,0 0 0,38 36 0,-58-64 0,0 0 0,0 0 0,0-1 0,1 1 0,-1-1 0,1 0 0,0 0 0,-1 0 0,1-1 0,0 1 0,0-1 0,0 0 0,0 0 0,6 1 0,-8-2 0,0 0 0,0 0 0,0-1 0,0 1 0,-1 0 0,1-1 0,0 1 0,0-1 0,-1 0 0,1 1 0,0-1 0,-1 0 0,1 0 0,-1 0 0,1 0 0,-1 0 0,1 0 0,-1-1 0,0 1 0,1 0 0,-1-1 0,0 1 0,0-1 0,0 1 0,0-1 0,-1 0 0,1 1 0,0-1 0,-1 0 0,1 0 0,-1 1 0,1-1 0,-1 0 0,0-3 0,1-3 0,-1 1 0,0-1 0,-1 0 0,0 0 0,0 0 0,0 0 0,-1 0 0,-1 1 0,1-1 0,-1 1 0,-6-12 0,17 32 0,0-1 0,1 0 0,0-1 0,15 14 0,-20-20 0,1-1 0,0 0 0,0 0 0,0-1 0,1 1 0,-1-1 0,1 0 0,0-1 0,0 1 0,0-1 0,0 0 0,0-1 0,10 2 0,-14-3 0,-1 0 0,1 0 0,0 0 0,0 0 0,-1 0 0,1 0 0,0 0 0,0-1 0,-1 1 0,1-1 0,0 1 0,-1-1 0,1 1 0,-1-1 0,1 0 0,-1 0 0,1 0 0,-1 0 0,3-3 0,-3 3 0,1-1 0,-1 0 0,0 0 0,0 0 0,0 0 0,-1 0 0,1 0 0,0 0 0,-1 0 0,1 0 0,-1 0 0,0-1 0,0-3 0,0-2 0,-1 0 0,0-1 0,-1 1 0,0 0 0,0 0 0,-1 1 0,-4-11 0,4 12-151,0 0-1,-1 1 0,0-1 0,0 1 1,0-1-1,-1 1 0,1 0 1,-7-4-1,-1-1-6674</inkml:trace>
</inkml:ink>
</file>

<file path=ppt/ink/ink11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9-22T16:12:02.005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2348 105 24575,'19'-2'0,"-6"0"0,0 0 0,16-4 0,-60 0 0,-145-11 0,39 6 0,-184-15 0,-41 23 0,-21-2 0,-370-19 0,685 23 0,-66 3 0,90 6-1365,32-5-5461</inkml:trace>
</inkml:ink>
</file>

<file path=ppt/ink/ink11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9-22T16:12:02.631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34 0 24575,'-1'1'0,"-1"-1"0,0 1 0,0 0 0,0 0 0,1 0 0,-1 0 0,0 0 0,1 0 0,-1 0 0,1 1 0,-1-1 0,1 0 0,0 1 0,-1-1 0,1 1 0,0 0 0,0-1 0,-1 4 0,1-1 0,0-1 0,0 0 0,1 0 0,-1 0 0,1 0 0,0 1 0,0-1 0,0 0 0,0 0 0,2 6 0,1 4 0,1 0 0,1 0 0,0-1 0,10 17 0,7 11 0,2-1 0,1-1 0,2-1 0,33 34 0,-48-53 120,-9-7-321,-3-11 164,0 0 1,0 0-1,0 1 0,0-1 1,0 0-1,0 0 0,-1 0 0,1 1 1,0-1-1,0 0 0,0 0 1,0 0-1,0 1 0,-1-1 1,1 0-1,0 0 0,0 0 1,0 0-1,0 1 0,-1-1 1,1 0-1,0 0 0,0 0 1,-1 0-1,1 0 0,0 0 0,0 0 1,0 0-1,-1 0 0,1 0 1,0 0-1,0 0 0,-1 0 1,1 0-1</inkml:trace>
</inkml:ink>
</file>

<file path=ppt/ink/ink11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9-22T16:12:03.004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162 3 24575,'-12'-2'0,"-5"1"0,-2 1 0,1 1 0,0 0 0,3 2 0,2 1 0,0-1 0,1 0 0,-2-1 0,3-1-8191</inkml:trace>
</inkml:ink>
</file>

<file path=ppt/ink/ink11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9-22T16:12:03.628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87 44 24575,'3'-2'0,"0"0"0,0 0 0,1 1 0,-1-1 0,0 1 0,1 0 0,-1 0 0,0 0 0,1 0 0,-1 1 0,1-1 0,-1 1 0,1 0 0,-1 0 0,7 1 0,-5 0 0,0 0 0,0 1 0,0 0 0,-1 0 0,1 0 0,-1 0 0,1 1 0,-1-1 0,0 1 0,5 4 0,-1 0 0,-1 1 0,0 0 0,0 0 0,-1 1 0,1-1 0,-2 1 0,0 1 0,0-1 0,7 20 0,-11-27 0,0 0 0,-1-1 0,1 1 0,-1 0 0,0 0 0,1 0 0,-1 0 0,0 0 0,0 0 0,0 0 0,0 0 0,0 0 0,-1 0 0,1 0 0,-1 0 0,1-1 0,-1 1 0,0 0 0,0 0 0,1 0 0,-1-1 0,-2 3 0,1-3 0,1 1 0,-1 0 0,-1-1 0,1 1 0,0-1 0,0 0 0,-1 0 0,1 0 0,0 0 0,-1 0 0,1 0 0,-1-1 0,1 1 0,-1-1 0,1 0 0,-5 1 0,-1-1 0,0-1 0,-1 0 0,1 0 0,0 0 0,0-1 0,0-1 0,-14-5 0,7 2 0,1-1 0,1-1 0,-17-10 0,23 12 0,0 0 0,0 0 0,1-1 0,0 0 0,0 0 0,-5-8 0,8 11 0,1 0 0,-1 0 0,1 0 0,0 0 0,0 0 0,1-1 0,-1 1 0,1-1 0,0 1 0,0-1 0,0 1 0,1-1 0,0-7 0,0 10 7,0 1-1,1-1 0,-1 0 0,1 0 1,0 1-1,-1-1 0,1 1 1,0-1-1,0 1 0,0-1 1,0 1-1,0-1 0,0 1 0,0 0 1,1 0-1,-1-1 0,0 1 1,4-2-1,-1 1-254,1 0 1,0 0-1,-1 0 1,1 0-1,7-1 1,1 0-6579</inkml:trace>
</inkml:ink>
</file>

<file path=ppt/ink/ink11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9-22T16:12:03.893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0 1 24575,'0'2'0,"0"4"0,0 3 0</inkml:trace>
</inkml:ink>
</file>

<file path=ppt/ink/ink11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9-22T16:12:04.421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28 1 24575,'-3'5'0,"-1"0"0,1 0 0,0 0 0,0 0 0,0 1 0,1-1 0,-3 9 0,5-11 0,-1 0 0,1-1 0,0 1 0,0 0 0,0-1 0,0 1 0,0 0 0,0-1 0,1 1 0,-1 0 0,1-1 0,0 1 0,0-1 0,0 1 0,0-1 0,0 1 0,1-1 0,-1 0 0,2 3 0,3 1 0,-1 1 0,1-1 0,0-1 0,1 1 0,0-1 0,-1 0 0,11 5 0,56 23 0,-50-23 0,28 15 0,-50-25 0,7 5 0,1 0 0,-1 1 0,0 0 0,14 13 0,-21-18 0,1 0 0,-1 1 0,0-1 0,0 0 0,0 1 0,0-1 0,0 1 0,0 0 0,-1-1 0,1 1 0,0-1 0,-1 1 0,1 0 0,-1 0 0,0-1 0,0 1 0,1 0 0,-1-1 0,0 1 0,-1 0 0,1 0 0,0 0 0,0-1 0,-1 1 0,1 0 0,-1-1 0,1 1 0,-1 0 0,0-1 0,0 1 0,1-1 0,-1 1 0,0-1 0,-1 1 0,-1 1 0,-1 1 0,-1 0 0,1 0 0,-1-1 0,0 0 0,0 0 0,0 0 0,0-1 0,0 0 0,0 1 0,-9 0 0,-1 1 0,-1 0 0,-25 1 0,38-5-91,-1 0 0,1 0 0,-1-1 0,1 1 0,-1-1 0,1 1 0,0-1 0,-1 0 0,1-1 0,0 1 0,0 0 0,-1-1 0,1 0 0,-4-3 0</inkml:trace>
</inkml:ink>
</file>

<file path=ppt/ink/ink11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9-22T16:12:04.670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1 43 24575,'22'-10'0,"11"-1"0,2 2 0,-3 2 0,-4 2 0,-5 5 0,-5 2-8191</inkml:trace>
</inkml:ink>
</file>

<file path=ppt/ink/ink11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9-22T16:12:05.483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0 148 24575,'36'8'0,"-19"-4"0,0 0 0,1-1 0,0-1 0,-1 0 0,1-1 0,22-2 0,-38 1 0,0-1 0,0 1 0,-1 0 0,1-1 0,0 1 0,0-1 0,-1 1 0,1-1 0,0 0 0,-1 1 0,1-1 0,-1 0 0,1 0 0,-1 0 0,0-1 0,1 1 0,-1 0 0,0 0 0,0-1 0,0 1 0,0-1 0,0 1 0,0-1 0,0 1 0,0-1 0,0 0 0,-1 1 0,1-1 0,-1 0 0,1 1 0,-1-1 0,0 0 0,0-2 0,0-1 0,0 1 0,-1-1 0,0 1 0,0 0 0,0 0 0,0 0 0,-1-1 0,0 1 0,1 0 0,-1 1 0,-1-1 0,-3-5 0,0 2 0,0 0 0,0 1 0,-1 0 0,0 0 0,0 0 0,-15-9 0,17 13 0,1-1 0,-1 1 0,1 0 0,-1 0 0,0 1 0,0-1 0,0 1 0,0 0 0,0 0 0,0 1 0,0-1 0,0 1 0,-10 1 0,13 0 0,0-1 0,0 1 0,0 0 0,-1 0 0,1-1 0,0 1 0,0 1 0,0-1 0,1 0 0,-1 0 0,0 1 0,0-1 0,1 1 0,-1 0 0,1-1 0,-2 3 0,1-1 0,0 1 0,0-1 0,1 0 0,0 1 0,-1-1 0,1 1 0,1-1 0,-1 1 0,0 4 0,0 1 0,1 0 0,0-1 0,1 1 0,0 0 0,0-1 0,1 1 0,4 13 0,-2-13 0,-1 0 0,1 0 0,0 0 0,1-1 0,0 0 0,0 0 0,1 0 0,0 0 0,0-1 0,1 0 0,0 0 0,0-1 0,1 0 0,-1 0 0,1-1 0,1 0 0,-1 0 0,1-1 0,0 0 0,17 5 0,5 0 0,1-1 0,-1-2 0,1-1 0,34 0 0,-62-4-273,0-1 0,0 0 0,0-1 0,8-1 0,-2-1-6553</inkml:trace>
</inkml:ink>
</file>

<file path=ppt/ink/ink12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9-22T16:12:05.890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134 1 24575,'-20'0'0,"-9"0"0,-2 2 0,1 2 0,6-1-8191</inkml:trace>
</inkml:ink>
</file>

<file path=ppt/ink/ink12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9-22T16:12:06.475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1 1 24575,'14'37'0,"130"310"0,-142-342 0,1-1 0,-1 1 0,0 0 0,0 0 0,1 8 0,-3-12 0,0 0 0,0 0 0,0-1 0,0 1 0,0 0 0,0 0 0,0 0 0,0 0 0,0-1 0,0 1 0,-1 0 0,1 0 0,0 0 0,-1-1 0,1 1 0,0 0 0,-1 0 0,1-1 0,-1 1 0,1 0 0,-1-1 0,1 1 0,-1-1 0,0 1 0,1 0 0,-1-1 0,0 1 0,1-1 0,-1 0 0,0 1 0,0-1 0,1 0 0,-1 1 0,0-1 0,0 0 0,0 0 0,1 0 0,-1 1 0,0-1 0,0 0 0,0 0 0,0 0 0,0-1 0,-6 1 0,1-1 0,0 1 0,-1-2 0,1 1 0,0-1 0,0 0 0,0 0 0,-8-4 0,2 0 0,0-1 0,-21-15 0,31 20 0,0 1 0,0-1 0,0 0 0,0 1 0,1-1 0,-1 0 0,1 0 0,-1 0 0,1 0 0,0-1 0,-1 1 0,1 0 0,0-1 0,0 1 0,1 0 0,-1-1 0,1 1 0,-1-1 0,1 1 0,0-1 0,-1 1 0,2-5 0,-1 4 0,1 1 0,0-1 0,0 0 0,0 0 0,0 1 0,1-1 0,-1 1 0,1-1 0,-1 1 0,1 0 0,0-1 0,0 1 0,0 0 0,0 0 0,0 0 0,0 1 0,1-1 0,-1 0 0,5-1 0,64-28-1365,-61 26-5461</inkml:trace>
</inkml:ink>
</file>

<file path=ppt/ink/ink12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9-22T16:12:06.688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1 28 24575,'0'-10'0,"0"-1"0,0 4 0</inkml:trace>
</inkml:ink>
</file>

<file path=ppt/ink/ink12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9-22T16:12:07.230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8 51 24575,'0'0'0,"0"-1"0,0 1 0,0 0 0,0 0 0,-1 0 0,1 0 0,0 0 0,0-1 0,0 1 0,0 0 0,0 0 0,0 0 0,0 0 0,-1 0 0,1 0 0,0-1 0,0 1 0,0 0 0,0 0 0,0 0 0,-1 0 0,1 0 0,0 0 0,0 0 0,0 0 0,0 0 0,-1 0 0,1 0 0,0 0 0,0 0 0,0 0 0,-1 0 0,1 0 0,0 0 0,0 0 0,0 0 0,0 0 0,-1 0 0,1 0 0,0 0 0,0 0 0,0 0 0,0 1 0,0-1 0,-1 0 0,1 10 0,4 12 0,-2-16 0,0 0 0,1 0 0,0 0 0,0-1 0,0 1 0,1-1 0,0 0 0,0 0 0,8 8 0,-4-5 0,1 0 0,1-1 0,-1 0 0,15 7 0,-18-10 0,1-1 0,-1 0 0,1-1 0,0 1 0,0-1 0,0-1 0,0 1 0,14 0 0,-18-2 0,-1 0 0,1 0 0,-1 0 0,1-1 0,-1 1 0,1-1 0,-1 1 0,1-1 0,-1 0 0,0 0 0,1 0 0,-1 0 0,0-1 0,0 1 0,0-1 0,0 1 0,0-1 0,0 1 0,0-1 0,0 0 0,-1 0 0,1 0 0,-1 0 0,1 0 0,-1-1 0,0 1 0,0 0 0,1-4 0,0 1 0,-1-1 0,0 0 0,0 1 0,0-12 0,2-14 0,-2 30 0,-1 0 0,0 1 0,1-1 0,-1 0 0,0 1 0,1-1 0,-1 1 0,1-1 0,-1 1 0,1-1 0,-1 1 0,1-1 0,-1 1 0,1-1 0,-1 1 0,1 0 0,0-1 0,-1 1 0,1 0 0,0-1 0,-1 1 0,1 0 0,0 0 0,-1 0 0,1 0 0,0 0 0,0 0 0,1 0 0,24 3 0,-16-2 0,-9-1 0,7 1 0,1 0 0,-1-1 0,1 0 0,14-2 0,-22 2 0,1 0 0,-1-1 0,1 1 0,-1 0 0,0-1 0,1 1 0,-1-1 0,0 1 0,1-1 0,-1 0 0,0 0 0,0 1 0,0-1 0,0 0 0,0 0 0,0 0 0,0 0 0,0 0 0,0 0 0,0-1 0,0 1 0,0 0 0,-1 0 0,1-1 0,-1 1 0,1 0 0,-1-1 0,1 1 0,-1 0 0,0-1 0,0 1 0,1-1 0,-1 1 0,0-1 0,0 1 0,-1 0 0,1-2 0,-1-1-136,0 0-1,0 0 1,0 0-1,-1 0 1,1 0-1,-1 0 1,0 1-1,0-1 0,-4-3 1,-2-4-6690</inkml:trace>
</inkml:ink>
</file>

<file path=ppt/ink/ink12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9-22T16:12:08.011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1 47 24575,'383'-43'0,"-306"40"-455,1 2 0,144 19 0,-197-13-6371</inkml:trace>
</inkml:ink>
</file>

<file path=ppt/ink/ink12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9-22T16:12:09.292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342 76 24575,'-30'-8'0,"-15"-2"0,-3-2 0,5 1 0,5 3 0,5 2 0,7-1 0,5 2 0,4 1 0,1 2 0,2 1 0,3 0-8191</inkml:trace>
</inkml:ink>
</file>

<file path=ppt/ink/ink12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9-22T16:12:09.558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202 7 24575,'-28'-2'0,"-11"-1"0,1 2 0,4 2 0,5 0 0,9 3 0,6 0-8191</inkml:trace>
</inkml:ink>
</file>

<file path=ppt/ink/ink12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9-22T16:12:29.457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45 6 24575,'0'0'0,"0"0"0,0 0 0,0 0 0,0 0 0,0 0 0,0-1 0,0 1 0,0 0 0,0 0 0,0 0 0,0 0 0,0 0 0,0-1 0,0 1 0,0 0 0,0 0 0,0 0 0,0 0 0,0-1 0,0 1 0,0 0 0,0 0 0,0 0 0,0 0 0,0 0 0,0-1 0,0 1 0,0 0 0,0 0 0,1 0 0,-1 0 0,0 0 0,0 0 0,0 0 0,0-1 0,0 1 0,0 0 0,1 0 0,-1 0 0,0 0 0,0 0 0,0 0 0,0 0 0,0 0 0,1 0 0,-1 0 0,0 0 0,0 0 0,0 0 0,0 0 0,0 0 0,1 0 0,-1 0 0,0 0 0,0 0 0,0 0 0,0 0 0,1 0 0,-1 0 0,0 0 0,0 0 0,0 0 0,0 1 0,7 8 0,-5 2 0,0 0 0,-1 0 0,0 0 0,-1 0 0,-1 20 0,-15 57 0,11-63 0,0 0 0,-1 43 0,6-27 0,1-10 0,-2 1 0,-7 56 0,5-66 0,1 0 0,0 1 0,3 22 0,-2 35 0,-6-31 0,4-31 0,-2 33 0,5-30 0,1 0 0,0 1 0,1-1 0,2 0 0,5 20 0,-5-27-341,-1-1 0,0 1-1,1 19 1,-4-20-6485</inkml:trace>
</inkml:ink>
</file>

<file path=ppt/ink/ink12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9-22T16:12:30.596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0 0 24575,'1'25'0,"6"31"0,-4-32 0,2 34 0,-6 364 0,4-361 0,4 0 0,22 101 0,-15-96 0,-11-47 40,0 1 0,0 22 0,-2-35-175,-1-1 0,-1 0 0,1 1 0,-1-1 0,0 0 0,-1 0 0,1 0 0,-1 0 0,-1 0 0,-4 10 0</inkml:trace>
</inkml:ink>
</file>

<file path=ppt/ink/ink12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9-22T16:12:14.025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1 204 24575,'2'-2'0,"0"1"0,0-1 0,0 1 0,1 0 0,-1 0 0,1 0 0,-1 0 0,1 0 0,-1 0 0,1 0 0,-1 1 0,5-1 0,34 0 0,-30 1 0,1 0 0,3 0 0,0 0 0,1-1 0,-1-1 0,0 0 0,15-5 0,-27 6 0,1 0 0,-1 0 0,1-1 0,-1 1 0,0-1 0,0 0 0,0 0 0,0 0 0,0 0 0,0-1 0,-1 1 0,1-1 0,-1 0 0,1 1 0,-1-1 0,0 0 0,0 0 0,-1-1 0,1 1 0,-1 0 0,1-1 0,-1 1 0,0-1 0,0 1 0,0-1 0,0-5 0,-1 4 0,0 1 0,0 0 0,0-1 0,0 1 0,-1 0 0,0-1 0,1 1 0,-2 0 0,1 0 0,0 0 0,-1 0 0,-2-5 0,3 7 0,-1 0 0,1 0 0,-1 0 0,0-1 0,0 1 0,0 1 0,0-1 0,0 0 0,0 0 0,0 1 0,0-1 0,-1 1 0,1 0 0,0 0 0,-1 0 0,0 0 0,1 0 0,-1 0 0,1 0 0,-5 1 0,-81-8 0,83 7 0,0 0 0,0 1 0,1 0 0,-1 0 0,0 0 0,0 0 0,1 1 0,-1 0 0,0 0 0,1 0 0,-8 3 0,10-3 0,-1 1 0,1-1 0,-1 1 0,1-1 0,-1 1 0,1 0 0,0 0 0,0 0 0,0 0 0,0 1 0,0-1 0,1 1 0,-1-1 0,1 1 0,-1-1 0,1 1 0,0 0 0,0-1 0,0 1 0,0 3 0,-1 1 0,1 0 0,0 0 0,0 0 0,1 1 0,0-1 0,0 0 0,1 0 0,0 0 0,0 0 0,0 0 0,1 0 0,0 0 0,1 0 0,-1 0 0,1-1 0,1 0 0,-1 1 0,1-1 0,0 0 0,0-1 0,1 1 0,0-1 0,0 0 0,0 0 0,0 0 0,1-1 0,0 0 0,0 0 0,0 0 0,1-1 0,9 5 0,14 3 0,0 0 0,1-2 0,1-2 0,-1 0 0,1-2 0,0-2 0,0-1 0,49-2 0,-75-1-195,0 1 0,0-1 0,0 0 0,0-1 0,0 1 0,9-5 0,-5 0-6631</inkml:trace>
</inkml:ink>
</file>

<file path=ppt/ink/ink13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9-22T16:12:14.636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18 1 24575,'1'11'0,"0"-1"0,0 1 0,1 0 0,1-1 0,0 1 0,6 14 0,30 57 0,-17-41 0,6 12 0,65 95 0,-92-147 0,0 1 0,0 0 0,1-1 0,-1 1 0,0 0 0,-1 0 0,1 0 0,0 0 0,0 3 0,-1-4 0,0-1 0,0 0 0,0 1 0,0-1 0,0 0 0,0 1 0,0-1 0,0 0 0,0 0 0,0 1 0,0-1 0,0 0 0,0 1 0,0-1 0,-1 0 0,1 0 0,0 1 0,0-1 0,0 0 0,-1 0 0,1 1 0,0-1 0,0 0 0,-1 0 0,1 1 0,-1-1 0,0 0 0,0 1 0,0-1 0,0 0 0,0 0 0,0 0 0,0 0 0,0 0 0,0 0 0,0 0 0,0 0 0,-1-1 0,-8-1 0,0-1 0,0-1 0,1 0 0,-1 0 0,1-1 0,-14-9 0,-1-1 0,11 8 0,1 0 0,0-1 0,1-1 0,-18-16 0,26 21 0,-1 0 0,1 0 0,0 0 0,0-1 0,0 1 0,1-1 0,-3-5 0,4 8 0,0-1 0,1 0 0,-1 0 0,1 1 0,-1-1 0,1 0 0,0 0 0,0 0 0,0 0 0,0 1 0,0-1 0,1 0 0,1-5 0,-1 5 5,1 0 0,-1 1 0,1-1 0,-1 1 0,1 0 1,0-1-1,0 1 0,0 0 0,0 0 0,0 0 0,1 0 0,-1 0 0,1 1 0,-1-1 0,1 1 0,0 0 0,-1-1 0,1 1 0,0 0 0,0 1 0,0-1 0,3 0 0,8-1-344,0 0 0,0 1-1,16 1 1,-28 0 215,13 0-6702</inkml:trace>
</inkml:ink>
</file>

<file path=ppt/ink/ink13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9-22T16:12:14.838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12 10 24575,'-5'-5'0,"1"1"0,1 3 0</inkml:trace>
</inkml:ink>
</file>

<file path=ppt/ink/ink13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9-22T16:12:15.402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1 114 24575,'4'13'0,"0"-1"0,1 0 0,1 0 0,0 0 0,1 0 0,0-1 0,0 0 0,1-1 0,14 15 0,-19-22 0,0 0 0,0-1 0,0 1 0,1-1 0,-1 1 0,1-1 0,-1 0 0,1 0 0,-1-1 0,1 1 0,0-1 0,0 0 0,4 1 0,-6-1 0,0-1 0,0 0 0,0 0 0,0 0 0,0 0 0,0-1 0,0 1 0,0 0 0,0-1 0,0 0 0,0 1 0,-1-1 0,1 0 0,0 0 0,0 0 0,-1 0 0,1 0 0,0 0 0,-1 0 0,0-1 0,1 1 0,-1 0 0,0-1 0,1 0 0,-1 1 0,0-1 0,0 0 0,1-2 0,0 0 0,0 0 0,-1 0 0,1 0 0,-1-1 0,0 1 0,0 0 0,-1-1 0,1 1 0,-1-1 0,0 1 0,0-1 0,0 1 0,-2-6 0,2 10 0,0 0 0,0 0 0,0 0 0,0 0 0,0 0 0,0-1 0,0 1 0,0 0 0,0 0 0,0 0 0,0 0 0,0 0 0,0-1 0,0 1 0,0 0 0,0 0 0,0 0 0,0 0 0,0 0 0,0-1 0,0 1 0,0 0 0,0 0 0,1 0 0,-1 0 0,0 0 0,0 0 0,0 0 0,0-1 0,0 1 0,0 0 0,0 0 0,0 0 0,1 0 0,-1 0 0,0 0 0,0 0 0,0 0 0,0 0 0,0 0 0,1 0 0,-1 0 0,0 0 0,0 0 0,0 0 0,0 0 0,1 0 0,9 3 0,16 13 0,-22-13 0,5 3 0,0-1 0,0 0 0,1-1 0,0 0 0,17 4 0,-21-6 0,1-1 0,-1 0 0,1 0 0,0-1 0,-1 1 0,1-1 0,0-1 0,-1 0 0,1 0 0,7-2 0,-12 3 0,1-1 0,-1 0 0,1 0 0,-1 0 0,0-1 0,1 1 0,-1-1 0,0 1 0,0-1 0,0 0 0,0 0 0,0 1 0,0-1 0,-1-1 0,1 1 0,-1 0 0,3-4 0,-3 2 0,1 0 0,-1 0 0,0-1 0,0 1 0,0-1 0,0 1 0,-1 0 0,0-1 0,0-8 0,-1 4 0,-1 0 0,1 1 0,-1-1 0,-1 0 0,0 0 0,0 1 0,-1 0 0,0 0 0,-9-15 0,8 17-195,-1 1 0,1 0 0,-1 0 0,1 0 0,-1 1 0,-11-6 0,8 5-6631</inkml:trace>
</inkml:ink>
</file>

<file path=ppt/ink/ink13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9-22T16:12:16.224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274 32 24575,'-22'-2'0,"0"0"0,-32-8 0,28 4 0,0 1 0,-32 0 0,48 4-118,4 1-90,0 0 0,-1 0 1,1 0-1,-1 1 0,-7 2 0,5 0-6618</inkml:trace>
</inkml:ink>
</file>

<file path=ppt/ink/ink13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9-22T16:12:17.054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36 20 24575,'3'-3'0,"0"1"0,0 0 0,0 0 0,1 0 0,-1 1 0,1-1 0,-1 1 0,1 0 0,0 0 0,-1 0 0,1 0 0,0 1 0,0-1 0,-1 1 0,1 0 0,0 0 0,0 0 0,0 1 0,-1 0 0,1-1 0,0 1 0,-1 0 0,1 1 0,0-1 0,-1 1 0,0-1 0,1 1 0,2 3 0,9 5 0,-2 1 0,1 1 0,-2 0 0,21 26 0,-12-14 0,-5-6 0,-1 0 0,21 34 0,-32-45 0,0 1 0,0-1 0,-1 1 0,1-1 0,-2 1 0,1 0 0,-1 0 0,-1 0 0,1 1 0,-1-1 0,-1 11 0,0-17 0,0 0 0,0-1 0,0 1 0,-1 0 0,1 0 0,-1 0 0,1 0 0,-1-1 0,0 1 0,1 0 0,-1-1 0,0 1 0,0 0 0,0-1 0,-1 1 0,1-1 0,0 0 0,0 1 0,-1-1 0,-2 2 0,1-1 0,0-1 0,0 0 0,0 0 0,0 1 0,0-2 0,0 1 0,-1 0 0,1-1 0,0 1 0,-7-1 0,-3-1 0,0-1 0,0 0 0,0 0 0,-23-8 0,20 4 0,1 1 0,-1-2 0,1 0 0,0-1 0,1-1 0,0 0 0,0 0 0,1-2 0,0 0 0,-17-18 0,27 24 0,0 1 0,1-1 0,-1 0 0,1-1 0,0 1 0,0 0 0,0-1 0,1 1 0,0-1 0,0 1 0,0-1 0,1 1 0,0-1 0,0 0 0,1-8 0,0 8 0,0-1 0,0 0 0,0 0 0,1 1 0,0-1 0,1 1 0,-1-1 0,1 1 0,1 0 0,-1 0 0,1 0 0,6-7 0,-9 12-114,1-1 1,0 0-1,0 1 0,0 0 0,0-1 1,0 1-1,0 0 0,1 0 0,-1 0 1,0 0-1,5 0 0,3-1-6712</inkml:trace>
</inkml:ink>
</file>

<file path=ppt/ink/ink13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9-22T16:12:17.337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14 0 24575,'-2'3'0,"-2"3"0,1 3 0,1 2 0,0 0-8191</inkml:trace>
</inkml:ink>
</file>

<file path=ppt/ink/ink13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9-22T16:12:18.055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204 31 24575,'3'1'0,"1"-1"0,-1 0 0,1 1 0,-1 0 0,1 0 0,-1 0 0,0 0 0,1 0 0,-1 1 0,0-1 0,0 1 0,0 0 0,0 0 0,0 0 0,-1 0 0,1 1 0,-1-1 0,1 1 0,-1-1 0,0 1 0,0 0 0,0 0 0,2 5 0,2 3 0,-1 0 0,-1 1 0,0 0 0,-1-1 0,3 19 0,-5-28 0,-1-1 0,1 1 0,-1 0 0,0-1 0,0 1 0,0 0 0,0 0 0,0 0 0,0-1 0,-1 1 0,1 0 0,0-1 0,-1 1 0,0 0 0,1-1 0,-1 1 0,0-1 0,-1 3 0,1-3 0,-1 1 0,1-1 0,-1 0 0,1 0 0,-1 0 0,0 0 0,1 0 0,-1-1 0,0 1 0,0 0 0,0-1 0,0 0 0,1 1 0,-1-1 0,0 0 0,-4 0 0,-5 0 0,0 0 0,0-1 0,1-1 0,-1 0 0,0 0 0,1-1 0,-17-6 0,4-1 0,0-1 0,-25-16 0,41 22 0,-1 0 0,1-1 0,0 1 0,0-1 0,-8-11 0,13 15 0,0 0 0,0 0 0,1-1 0,-1 1 0,1 0 0,0-1 0,-1 1 0,1-1 0,0 0 0,1 1 0,-1-1 0,0 0 0,1 1 0,0-1 0,-1 0 0,1 0 0,0 0 0,0 1 0,1-1 0,-1 0 0,2-5 0,-1 6 0,0 0 0,1 0 0,-1 0 0,0 0 0,1 0 0,-1 0 0,1 0 0,0 1 0,0-1 0,0 1 0,0-1 0,0 1 0,0 0 0,0 0 0,0 0 0,0 0 0,0 0 0,1 0 0,-1 0 0,4 0 0,5-1 0,-1 0 0,1 1 0,12 0 0,-16 1-195,-1 0 0,1 0 0,-1 0 0,1 1 0,0 0 0,7 3 0,-4 0-6631</inkml:trace>
</inkml:ink>
</file>

<file path=ppt/ink/ink13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9-22T16:12:18.540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33 3 24575,'6'-1'0,"0"0"0,0 1 0,1-1 0,-1 1 0,0 1 0,0-1 0,0 1 0,0 0 0,0 0 0,0 1 0,0 0 0,0 0 0,-1 0 0,6 4 0,0 0 0,0 0 0,-1 1 0,0 0 0,-1 0 0,1 1 0,8 10 0,-15-14 0,1 0 0,-2 0 0,1 0 0,0 0 0,-1 0 0,0 1 0,1-1 0,-2 1 0,1 0 0,-1-1 0,2 9 0,-3-11 0,1 0 0,-1 0 0,0 0 0,0 0 0,0 0 0,0 0 0,-1 0 0,1 0 0,-1 0 0,1 0 0,-1 0 0,0 0 0,1 0 0,-1 0 0,0 0 0,0 0 0,0-1 0,-1 1 0,1 0 0,0-1 0,-1 1 0,1-1 0,-1 0 0,1 1 0,-1-1 0,0 0 0,1 0 0,-1 0 0,0 0 0,-2 1 0,-2 0 0,0 0 0,-1-1 0,1 0 0,0 0 0,0 0 0,0-1 0,-1 0 0,1 0 0,0 0 0,-11-3 0,5 1 0,0-1 0,0-1 0,1 0 0,-19-8 0,27 10 8,-1 0 0,1-1 0,-1 1 0,1-1 0,0 1 0,0-1 0,0 0 0,0 0 0,0 0 0,1 0 0,0-1 0,-1 1 0,1-1 0,-1-3 0,2 4-67,0 1-1,0 0 1,1-1-1,-1 1 1,1 0 0,-1-1-1,1 1 1,0-1-1,0 1 1,0-1 0,0 1-1,1 0 1,-1-1-1,1 1 1,-1 0 0,1-1-1,0 1 1,0 0-1,0 0 1,0-1 0,0 1-1,0 0 1,1 0-1,2-3 1</inkml:trace>
</inkml:ink>
</file>

<file path=ppt/ink/ink13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9-22T16:12:31.594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16 1 24575,'0'15'0,"-2"0"0,-3 17 0,2-16 0,-2 27 0,5-7 0,1 1 0,2 0 0,2-1 0,1 0 0,14 47 0,-18-78-105,0 1 0,-1-1 0,1 1 0,-1 0 0,-1 0 0,1 0 0,-1-1 0,0 1 0,0 0 0,-1 0 0,1 0 0,-3 6 0,0-2-6721</inkml:trace>
</inkml:ink>
</file>

<file path=ppt/ink/ink13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9-22T16:12:32.514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16 8 24575,'-5'-7'0,"2"7"0,-2 13 0,3 23 0,2-36 0,-1 30 0,2 1 0,2-1 0,0 1 0,2-1 0,2-1 0,0 1 0,2-1 0,13 30 0,-18-50-455,0 0 0,4 18 0,-6-15-6371</inkml:trace>
</inkml:ink>
</file>

<file path=ppt/ink/ink14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9-22T16:12:20.409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2707 15 24575,'-140'-11'0,"-179"8"0,242 9 0,-26 2 0,-342-7 0,213-2 0,113 10 0,72-3 0,-3 0 0,-71 3 0,51-10 0,-84 2 0,105 6 0,31-4 0,-32 2 0,-30 2 0,54-3 0,-31 0 0,33-6 0,1 0 0,-40-10 0,40 7 0,-1 1 0,-40-2 0,-217 6 0,276 1-227,-1-1-1,1 0 1,-1 1-1,1 0 1,-6 2-1,2 0-6598</inkml:trace>
</inkml:ink>
</file>

<file path=ppt/ink/ink14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9-22T16:12:21.875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0 181 24575,'37'-3'0,"47"-5"0,-72 6 0,-1 0 0,0-1 0,1 0 0,-1-1 0,10-6 0,-18 9 0,0 0 0,-1-1 0,1 1 0,-1-1 0,1 0 0,-1 0 0,0 0 0,0 0 0,0 0 0,0-1 0,0 1 0,0-1 0,-1 1 0,1-1 0,-1 1 0,3-6 0,-4 5 0,1 1 0,-1-1 0,0 1 0,0 0 0,0-1 0,0 1 0,0 0 0,0-1 0,-1 1 0,1-1 0,-1 1 0,0 0 0,1 0 0,-1-1 0,0 1 0,0 0 0,-1 0 0,1 0 0,0 0 0,-1 0 0,-1-2 0,-2-1 0,-1 0 0,1 0 0,-1 0 0,0 1 0,0 0 0,-1 0 0,1 1 0,-1 0 0,1 0 0,-1 0 0,0 1 0,0 0 0,-1 0 0,1 1 0,0 0 0,0 0 0,-1 1 0,1 0 0,0 0 0,-11 2 0,15-2 0,0 0 0,0 1 0,0 0 0,0-1 0,0 1 0,1 0 0,-1 0 0,0 1 0,1-1 0,-1 1 0,1-1 0,-1 1 0,1 0 0,0 0 0,-1 0 0,1 0 0,-2 3 0,1-2 0,1 1 0,0 0 0,0 0 0,0 0 0,1 0 0,-1 0 0,1 0 0,0 1 0,0-1 0,0 8 0,0-2 0,1 0 0,1 0 0,-1 1 0,2-1 0,-1 0 0,2 0 0,-1 0 0,1-1 0,6 14 0,-3-12 0,0 1 0,1-1 0,0 0 0,1-1 0,0 1 0,0-2 0,1 1 0,19 14 0,-22-20 0,0 0 0,1-1 0,-1 0 0,1-1 0,0 1 0,12 2 0,47 4 0,-37-6 0,-16-1-115,41 3 364,-50-5-385,1 0-1,-1 0 1,0 0 0,0-1 0,0 0-1,0 0 1,0 0 0,0 0 0,0 0-1,5-3 1,0-3-6690</inkml:trace>
</inkml:ink>
</file>

<file path=ppt/ink/ink14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9-22T16:12:22.374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0 1 24575,'37'78'0,"4"-2"0,88 125 0,-122-191 0,-4-7 0,-1-1 0,0 1 0,0 0 0,-1 0 0,1 0 0,2 4 0,-4-7 0,0 0 0,0 1 0,0-1 0,0 0 0,0 0 0,0 0 0,0 0 0,0 0 0,0 0 0,0 0 0,0 0 0,0 0 0,0 0 0,0 0 0,0 0 0,0 1 0,0-1 0,0 0 0,0 0 0,0 0 0,0 0 0,0 0 0,0 0 0,0 0 0,0 0 0,0 0 0,0 0 0,0 0 0,0 1 0,0-1 0,0 0 0,-1 0 0,1 0 0,0 0 0,0 0 0,0 0 0,0 0 0,0 0 0,0 0 0,0 0 0,0 0 0,0 0 0,0 0 0,0 0 0,0 0 0,0 0 0,-1 0 0,1 0 0,0 0 0,-6-1 0,-7-6 0,12 7 0,-27-16 0,6 6 0,1-2 0,1-1 0,0 0 0,-28-25 0,46 35-227,0 1-1,0-1 1,-1 0-1,2 0 1,-4-5-1,1-2-6598</inkml:trace>
</inkml:ink>
</file>

<file path=ppt/ink/ink14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9-22T16:12:22.607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0 0 24575,'13'10'0,"4"6"0,1 3 0,-2 0 0,-3-3-8191</inkml:trace>
</inkml:ink>
</file>

<file path=ppt/ink/ink14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9-22T16:12:23.161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5 93 24575,'-1'2'0,"0"1"0,0-1 0,1 1 0,-1-1 0,1 1 0,-1 0 0,1-1 0,0 1 0,0 0 0,1-1 0,-1 1 0,0 0 0,1-1 0,0 1 0,-1-1 0,1 1 0,0-1 0,0 1 0,1-1 0,-1 0 0,0 1 0,1-1 0,2 2 0,0 2 0,1 0 0,0 0 0,0-1 0,1 0 0,0 0 0,12 8 0,-7-6 0,1-2 0,-1 1 0,1-1 0,0-1 0,22 5 0,-29-7 0,0-1 0,0-1 0,1 1 0,-1-1 0,1 0 0,-1 0 0,0-1 0,1 1 0,-1-1 0,0 0 0,0-1 0,0 1 0,0-1 0,0 0 0,0 0 0,5-4 0,-8 5 0,-1 0 0,1 0 0,-1-1 0,1 1 0,-1 0 0,0-1 0,0 1 0,0-1 0,0 1 0,0-1 0,0 0 0,0 1 0,0-1 0,-1 0 0,1 0 0,0-2 0,0-1 0,-1 0 0,0 0 0,0 0 0,-1-8 0,2 13 0,-1 0 0,0-1 0,0 1 0,0 0 0,0 0 0,1 0 0,-1 0 0,0 0 0,0 0 0,0 0 0,1 0 0,-1 0 0,0 0 0,0 0 0,0 0 0,0 0 0,1 0 0,-1 0 0,0 0 0,0 0 0,0 0 0,1 0 0,-1 0 0,0 0 0,0 0 0,0 0 0,0 0 0,1 0 0,-1 0 0,0 1 0,0-1 0,0 0 0,0 0 0,0 0 0,1 0 0,-1 0 0,0 1 0,0-1 0,0 0 0,0 0 0,0 0 0,15 11 0,-5-3 0,-3-5 0,-1-1 0,1 1 0,0-1 0,-1 0 0,1 0 0,0-1 0,0 0 0,0 0 0,0-1 0,0 0 0,0 0 0,0-1 0,0 1 0,0-2 0,0 1 0,9-4 0,-13 4 0,-1 0 0,0 0 0,0 0 0,0 0 0,0-1 0,0 1 0,0-1 0,-1 0 0,1 1 0,0-1 0,-1 0 0,0 0 0,1 0 0,-1 0 0,0 0 0,2-5 0,-2 4 0,0 0 0,-1 0 0,1-1 0,-1 1 0,0-1 0,0 1 0,0 0 0,0-1 0,0 1 0,-2-7 0,-1 2 0,1 0 0,-1 0 0,-1 0 0,0 1 0,0-1 0,0 1 0,-1 0 0,-8-11 0,-12-7-1365,16 15-5461</inkml:trace>
</inkml:ink>
</file>

<file path=ppt/ink/ink14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9-22T16:12:23.647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254 14 24575,'-25'-3'0,"-11"0"0,-2 0 0,4 0 0,4 1 0,5 4 0,5 1 0,2 2 0,3 1 0,3-1-8191</inkml:trace>
</inkml:ink>
</file>

<file path=ppt/ink/ink14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9-22T16:12:25.291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1 1 24575,'14'0'0,"7"0"0,0 0 0,0 1 0,0 1 0,22 6 0,-37-7 0,0 1 0,0 0 0,-1 1 0,1-1 0,0 1 0,-1 0 0,0 1 0,0-1 0,0 1 0,0 0 0,0 0 0,-1 0 0,0 1 0,0 0 0,0 0 0,0 0 0,-1 0 0,4 8 0,-2-4 0,-1 0 0,0 0 0,0 0 0,-1 1 0,0-1 0,-1 1 0,0 0 0,0 0 0,-1 0 0,-1 14 0,0-22 0,0-1 0,0 1 0,0-1 0,-1 0 0,1 0 0,-1 1 0,1-1 0,-1 0 0,1 1 0,-1-1 0,0 0 0,1 0 0,-1 0 0,0 0 0,0 0 0,0 0 0,0 0 0,0 0 0,-2 1 0,1 0 0,0-1 0,0 0 0,-1-1 0,1 1 0,0 0 0,0-1 0,-1 1 0,1-1 0,0 1 0,-5-1 0,1 0 0,-1-1 0,1 0 0,0 0 0,-1 0 0,1-1 0,0 0 0,-11-4 0,5-1 15,0 1 0,1-2 0,0 0 0,0 0 0,0-1 0,1 0 0,-11-14 0,17 19-86,1 0 1,-1-1-1,1 1 0,0-1 0,0 0 1,1 0-1,-1 0 0,1 0 1,0-1-1,1 1 0,-1 0 0,1-1 1,0 0-1,0 1 0,1-1 1,0 1-1,0-1 0,0 0 0,1 1 1,1-7-1,1 2-6755</inkml:trace>
</inkml:ink>
</file>

<file path=ppt/ink/ink14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9-22T16:12:25.663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6 0 24575,'-2'3'0,"-1"2"0</inkml:trace>
</inkml:ink>
</file>

<file path=ppt/ink/ink14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9-22T16:12:26.291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1 17 24575,'0'-1'0,"0"0"0,1 0 0,-1 0 0,0 0 0,1 0 0,-1 1 0,1-1 0,-1 0 0,1 0 0,0 0 0,-1 0 0,1 1 0,0-1 0,-1 0 0,1 1 0,0-1 0,0 0 0,0 1 0,1-1 0,-1 1 0,-1 0 0,1 0 0,0 0 0,0 0 0,0 0 0,-1 0 0,1 0 0,0 0 0,0 0 0,0 1 0,-1-1 0,1 0 0,0 1 0,-1-1 0,1 1 0,0-1 0,0 1 0,-1-1 0,1 1 0,-1-1 0,1 1 0,-1-1 0,1 1 0,-1 0 0,2 1 0,0 2 0,1 0 0,-1 0 0,0 1 0,0-1 0,2 9 0,-2-9 0,-1 1 0,1-1 0,0 1 0,4 6 0,-4-9 0,-1-1 0,0 1 0,0-1 0,0 0 0,1 0 0,-1 1 0,1-1 0,-1 0 0,1-1 0,-1 1 0,1 0 0,0 0 0,-1 0 0,1-1 0,0 1 0,3 0 0,18 2 0,-17-3 0,0 1 0,0 0 0,0 0 0,0 0 0,0 1 0,0 0 0,0 0 0,-1 0 0,1 1 0,-1 0 0,1 0 0,4 4 0,-4-2 0,-1 1 0,1-1 0,-1 1 0,0 1 0,-1-1 0,1 1 0,-1 0 0,-1 0 0,1 0 0,3 11 0,-6-15 0,-1 0 0,1-1 0,-1 1 0,1 0 0,-1 0 0,0 0 0,0 0 0,0 0 0,0 0 0,-1 0 0,1 0 0,-1-1 0,-1 5 0,1-5 0,0 1 0,0-1 0,-1 0 0,1 0 0,-1 0 0,1-1 0,-1 1 0,0 0 0,0-1 0,0 1 0,0-1 0,0 1 0,0-1 0,0 0 0,0 0 0,0 0 0,-1 0 0,-2 1 0,-3 0 12,1-1-1,0 1 1,-1-1-1,1 0 1,-1-1-1,0 0 1,1 0-1,-14-3 1,-1-1-524,-35-13 1,47 14 65,0 0-6380</inkml:trace>
</inkml:ink>
</file>

<file path=ppt/ink/ink14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9-22T16:12:26.648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1 31 24575,'30'-5'0,"12"-2"0,2 1 0,-4 1 0,-4 1 0,-5 2 0,-6 1 0,-5 0 0,-3 1 0,-1 0 0,-2 1 0,0-1 0,-3 0-8191</inkml:trace>
</inkml:ink>
</file>

<file path=ppt/ink/ink15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9-22T16:12:33.951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59 85 24575,'-2'-7'0,"1"0"0,-1 0 0,0 0 0,-1 0 0,0 0 0,0 0 0,0 1 0,-1-1 0,1 1 0,-9-9 0,12 15 0,0 0 0,-1-1 0,1 1 0,0 0 0,0 0 0,0 0 0,-1 0 0,1 0 0,0 0 0,0 0 0,-1 0 0,1 0 0,0 0 0,0 0 0,-1 0 0,1 0 0,0 0 0,0 0 0,0 0 0,-1 0 0,1 0 0,0 0 0,0 0 0,0 0 0,-1 0 0,1 0 0,0 1 0,0-1 0,0 0 0,-1 0 0,1 0 0,0 0 0,0 0 0,0 1 0,0-1 0,-1 0 0,1 0 0,0 0 0,0 1 0,0-1 0,0 0 0,0 0 0,0 0 0,0 1 0,0-1 0,0 0 0,0 0 0,-1 1 0,1-1 0,0 0 0,1 1 0,-7 14 0,6-14 0,-2 10 0,0 0 0,1 0 0,0 0 0,0 0 0,1 0 0,1 0 0,2 16 0,22 78 0,-20-85 0,7 19 0,-5-19 0,-2-1 0,0 1 0,3 27 0,-8-44-124,0 0 0,0 0 0,-1-1 0,1 1 0,-1 0 0,1 0-1,-1-1 1,0 1 0,0-1 0,-2 6 0,-3 1-6702</inkml:trace>
</inkml:ink>
</file>

<file path=ppt/ink/ink15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9-22T16:12:34.811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49 10 24575,'0'0'0,"-1"-1"0,1 0 0,0 1 0,0 0 0,0-1 0,-1 1 0,1-1 0,0 1 0,-1-1 0,1 1 0,0-1 0,-1 1 0,1 0 0,0-1 0,-1 1 0,1 0 0,-1-1 0,1 1 0,-1 0 0,1 0 0,0-1 0,-1 1 0,1 0 0,-1 0 0,1 0 0,-1 0 0,0 0 0,1-1 0,-1 1 0,1 0 0,-1 0 0,1 0 0,-1 1 0,1-1 0,-1 0 0,1 0 0,-1 0 0,1 0 0,-1 0 0,1 1 0,-1-1 0,1 0 0,-1 0 0,1 1 0,-1-1 0,1 0 0,0 1 0,-1-1 0,1 0 0,0 1 0,-1-1 0,1 1 0,0-1 0,-1 0 0,1 1 0,0 0 0,-3 2 0,1 1 0,0-1 0,0 1 0,0-1 0,0 1 0,-1 4 0,0 10 0,0 0 0,1 0 0,1 0 0,0 0 0,3 27 0,0 1 0,-1-31 18,0 0 1,1-1-1,0 1 0,6 15 0,21 55-803,-22-67 114,-2-5-6155</inkml:trace>
</inkml:ink>
</file>

<file path=ppt/ink/ink15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9-22T16:12:36.012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404 13 24575,'1'0'0,"-1"0"0,1 0 0,-1-1 0,1 1 0,-1 0 0,0 0 0,1 0 0,-1-1 0,1 1 0,-1 0 0,0 0 0,1-1 0,-1 1 0,0 0 0,1-1 0,-1 1 0,0-1 0,1 1 0,-1 0 0,0-1 0,0 1 0,0-1 0,1 1 0,-1-1 0,0 1 0,-1-1 0,1 1 0,0 0 0,-1-1 0,1 1 0,0 0 0,-1-1 0,1 1 0,-1 0 0,1 0 0,0 0 0,-1 0 0,1-1 0,-1 1 0,1 0 0,-1 0 0,1 0 0,-1 0 0,0 0 0,-26-1 0,-205 27 87,111-15-1539,97-8-5374</inkml:trace>
</inkml:ink>
</file>

<file path=ppt/ink/ink15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9-22T16:12:36.824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283 30 24575,'-30'-5'0,"-13"-1"0,-4-1 0,4 2 0,7 2 0,6 0 0,6 2 0,8 3 0,3 1 0</inkml:trace>
</inkml:ink>
</file>

<file path=ppt/ink/ink15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9-22T16:13:07.560"/>
    </inkml:context>
    <inkml:brush xml:id="br0">
      <inkml:brushProperty name="width" value="0.05" units="cm"/>
      <inkml:brushProperty name="height" value="0.05" units="cm"/>
      <inkml:brushProperty name="color" value="#00A0D7"/>
    </inkml:brush>
  </inkml:definitions>
  <inkml:trace contextRef="#ctx0" brushRef="#br0">131 82 24575,'-49'-30'0,"49"30"0,0 0 0,0 0 0,0 0 0,0 0 0,1 0 0,-1 0 0,0 0 0,0 0 0,0 0 0,0 0 0,0 0 0,0 0 0,0 0 0,0 0 0,0 0 0,0 0 0,0 0 0,0 0 0,0-1 0,0 1 0,0 0 0,0 0 0,0 0 0,0 0 0,0 0 0,0 0 0,0 0 0,0 0 0,0 0 0,0 0 0,0 0 0,0 0 0,0 0 0,0 0 0,0 0 0,0 0 0,-1-1 0,1 1 0,0 0 0,0 0 0,0 0 0,0 0 0,0 0 0,0 0 0,0 0 0,0 0 0,0 0 0,0 0 0,0 0 0,0 0 0,0 0 0,0 0 0,0 0 0,0 0 0,0 0 0,-1 0 0,1 0 0,0 0 0,0 0 0,0 0 0,0 0 0,8 1 0,10 3 0,43 16 0,271 98 0,-328-116 0,18 8 0,-21-10 0,-1 1 0,1-1 0,0 1 0,0-1 0,0 1 0,0-1 0,-1 1 0,1 0 0,0 0 0,-1-1 0,1 1 0,-1 0 0,1 0 0,0 0 0,-1-1 0,0 1 0,1 2 0,-1-2 0,0-1 0,0 1 0,0-1 0,-1 1 0,1-1 0,0 1 0,-1-1 0,1 1 0,0-1 0,-1 1 0,1-1 0,0 0 0,-1 1 0,1-1 0,-1 0 0,1 1 0,-1-1 0,1 0 0,-1 1 0,1-1 0,-1 0 0,1 0 0,-1 0 0,0 0 0,1 1 0,-1-1 0,1 0 0,-1 0 0,-1 0 0,-18 1 0,7-2 0,0-1 0,0 0 0,0-1 0,0-1 0,1 1 0,-13-7 0,-72-39 0,31 15 0,-14-12 0,71 41 0,0 0 0,0 1 0,-1 1 0,-12-4 0,19 6 0,0-1 0,-1 1 0,1-1 0,1 1 0,-1-1 0,0 0 0,0 0 0,1 0 0,-1-1 0,1 1 0,-3-4 0,3 4 0,0 0 0,0 0 0,0-1 0,0 1 0,0 1 0,-1-1 0,1 0 0,-1 1 0,1-1 0,-1 1 0,0-1 0,1 1 0,-1 0 0,-4 0 0,7 0 0,-1 1 0,0 0 0,0 0 0,0 0 0,1 0 0,-1 0 0,0 1 0,0-1 0,0 0 0,0 0 0,1 0 0,-1 1 0,0-1 0,0 0 0,1 1 0,-1-1 0,0 1 0,1-1 0,-1 0 0,0 1 0,1 0 0,-2 0 0,1 1 0,1-1 0,-1 0 0,0 1 0,1-1 0,-1 1 0,1-1 0,-1 1 0,1-1 0,0 1 0,0-1 0,-1 3 0,1 3 0,1 1 0,0-1 0,3 14 0,-4-20 0,3 11 0,1 0 0,1 0 0,0 0 0,0 0 0,1-1 0,15 21 0,-7-13 0,1-1 0,32 31 0,-22-28 47,-14-13-753,16 17 0,-21-17-6120</inkml:trace>
</inkml:ink>
</file>

<file path=ppt/ink/ink15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9-22T16:13:08.871"/>
    </inkml:context>
    <inkml:brush xml:id="br0">
      <inkml:brushProperty name="width" value="0.05" units="cm"/>
      <inkml:brushProperty name="height" value="0.05" units="cm"/>
      <inkml:brushProperty name="color" value="#00A0D7"/>
    </inkml:brush>
  </inkml:definitions>
  <inkml:trace contextRef="#ctx0" brushRef="#br0">10 721 24575,'-2'-6'0,"0"0"0,0 0 0,1 0 0,0 0 0,0-1 0,1 1 0,-1 0 0,1-1 0,1 1 0,-1 0 0,1-1 0,0 1 0,1 0 0,-1 0 0,1 0 0,1 0 0,-1 0 0,1 0 0,0 0 0,0 1 0,0 0 0,1-1 0,0 1 0,5-5 0,29-28 0,0 2 0,3 1 0,77-50 0,146-67 0,-84 59-449,51-28-940,-219 114-4964</inkml:trace>
</inkml:ink>
</file>

<file path=ppt/ink/ink15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9-22T16:13:10.809"/>
    </inkml:context>
    <inkml:brush xml:id="br0">
      <inkml:brushProperty name="width" value="0.05" units="cm"/>
      <inkml:brushProperty name="height" value="0.05" units="cm"/>
      <inkml:brushProperty name="color" value="#00A0D7"/>
    </inkml:brush>
  </inkml:definitions>
  <inkml:trace contextRef="#ctx0" brushRef="#br0">3 223 24575,'0'1'0,"1"0"0,-1-1 0,0 1 0,0-1 0,1 1 0,-1-1 0,0 1 0,0 0 0,1-1 0,-1 1 0,1-1 0,-1 0 0,0 1 0,1-1 0,-1 1 0,1-1 0,-1 0 0,1 1 0,-1-1 0,1 0 0,0 1 0,-1-1 0,1 0 0,-1 0 0,1 0 0,0 1 0,-1-1 0,1 0 0,-1 0 0,1 0 0,0 0 0,-1 0 0,1 0 0,1-1 0,22-1 0,-23 2 0,31-5 0,0-2 0,-1-1 0,39-16 0,-67 23 0,1-1 0,-1 0 0,1 0 0,-1 0 0,0 0 0,0 0 0,0-1 0,0 0 0,0 1 0,0-1 0,-1 0 0,1 0 0,-1-1 0,0 1 0,0 0 0,0-1 0,0 1 0,-1-1 0,0 0 0,1 1 0,-1-1 0,0 0 0,-1 0 0,1 0 0,-1 0 0,0 0 0,0 0 0,0 0 0,0 0 0,-1 1 0,1-1 0,-1 0 0,0 0 0,0 0 0,-1 1 0,1-1 0,-1 0 0,0 1 0,0-1 0,0 1 0,0 0 0,-5-6 0,4 5 0,0 1 0,-1-1 0,1 1 0,0 0 0,-1 0 0,0 1 0,1-1 0,-1 1 0,0-1 0,-1 1 0,1 0 0,0 1 0,0-1 0,-1 1 0,1 0 0,-1 0 0,1 0 0,-1 1 0,0-1 0,1 1 0,-1 0 0,1 0 0,-1 1 0,1 0 0,-1-1 0,1 2 0,-7 1 0,-2 1 0,1 0 0,-1 1 0,1 1 0,-14 8 0,23-12 0,-1 1 0,1-1 0,0 0 0,0 1 0,1 0 0,-1 0 0,0 0 0,1 0 0,0 0 0,-1 0 0,1 0 0,1 1 0,-1-1 0,0 1 0,1 0 0,0-1 0,0 1 0,-1 7 0,0 15 0,1 1 0,5 38 0,-4-61 0,1 1 0,0-1 0,0 0 0,0 1 0,1-1 0,0 0 0,0 0 0,0 0 0,0 0 0,0 0 0,4 4 0,-1-2 0,0-1 0,1 1 0,0-1 0,-1-1 0,1 1 0,8 4 0,3 0 0,0-1 0,1-1 0,0 0 0,26 6 0,-18-6 0,1-1 0,0-1 0,0-2 0,1-1 0,36-1 0,-63-1-114,1 0 1,0 0-1,0-1 0,0 1 0,0-1 1,-1 1-1,1-1 0,0 1 0,-1-1 1,1 0-1,3-2 0</inkml:trace>
</inkml:ink>
</file>

<file path=ppt/ink/ink15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9-22T16:13:11.634"/>
    </inkml:context>
    <inkml:brush xml:id="br0">
      <inkml:brushProperty name="width" value="0.05" units="cm"/>
      <inkml:brushProperty name="height" value="0.05" units="cm"/>
      <inkml:brushProperty name="color" value="#00A0D7"/>
    </inkml:brush>
  </inkml:definitions>
  <inkml:trace contextRef="#ctx0" brushRef="#br0">0 1 24575,'1'16'0,"0"1"0,0-1 0,2 0 0,0 0 0,1 0 0,0 0 0,1-1 0,1 1 0,1-1 0,0-1 0,10 17 0,6 4 0,1-1 0,1 0 0,46 45 0,-70-78 0,0 0 0,0 0 0,0 0 0,0 1 0,0-1 0,-1 0 0,1 0 0,0 1 0,0 1 0,-1-3 0,0 1 0,0-1 0,0 0 0,1 1 0,-1-1 0,0 0 0,0 1 0,0-1 0,0 1 0,0-1 0,-1 0 0,1 1 0,0-1 0,0 1 0,0-1 0,0 0 0,0 1 0,0-1 0,-1 0 0,1 1 0,0-1 0,0 0 0,-1 1 0,0 0 0,-1 0 0,1 0 0,-1-1 0,1 1 0,-1-1 0,0 1 0,1-1 0,-1 1 0,1-1 0,-1 0 0,0 0 0,1 0 0,-1 0 0,0 0 0,-2 0 0,-8-1 0,0-1 0,0 0 0,-1-1 0,1-1 0,-17-6 0,22 7 0,-1-1 0,1 0 0,0 0 0,0 0 0,1-1 0,-1 0 0,1 0 0,0 0 0,-8-10 0,13 14 0,0 0 0,0-1 0,0 1 0,0-1 0,0 1 0,1 0 0,-1-1 0,0 0 0,1 1 0,-1-1 0,1 1 0,-1-1 0,1 0 0,0 1 0,0-1 0,0 1 0,0-1 0,0 0 0,0 1 0,0-1 0,0 0 0,1 1 0,-1-1 0,1-1 0,0 1 0,1 0 0,-1 0 0,0 0 0,1 0 0,0 1 0,-1-1 0,1 0 0,0 1 0,0 0 0,0-1 0,0 1 0,0 0 0,0 0 0,0 0 0,0 0 0,5-1 0,7-1-127,1 0 0,0 2 0,0-1 0,-1 2-1,17 0 1,-21 0-475,6 1-6224</inkml:trace>
</inkml:ink>
</file>

<file path=ppt/ink/ink15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9-22T16:13:11.838"/>
    </inkml:context>
    <inkml:brush xml:id="br0">
      <inkml:brushProperty name="width" value="0.05" units="cm"/>
      <inkml:brushProperty name="height" value="0.05" units="cm"/>
      <inkml:brushProperty name="color" value="#00A0D7"/>
    </inkml:brush>
  </inkml:definitions>
  <inkml:trace contextRef="#ctx0" brushRef="#br0">0 0 24575,'0'5'0,"0"7"0,0 4 0,0-2-8191</inkml:trace>
</inkml:ink>
</file>

<file path=ppt/ink/ink15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9-22T16:13:12.443"/>
    </inkml:context>
    <inkml:brush xml:id="br0">
      <inkml:brushProperty name="width" value="0.05" units="cm"/>
      <inkml:brushProperty name="height" value="0.05" units="cm"/>
      <inkml:brushProperty name="color" value="#00A0D7"/>
    </inkml:brush>
  </inkml:definitions>
  <inkml:trace contextRef="#ctx0" brushRef="#br0">0 219 24575,'1'5'0,"-1"0"0,1 0 0,0 0 0,0 0 0,1-1 0,-1 1 0,1 0 0,0-1 0,1 0 0,-1 1 0,1-1 0,-1 0 0,1 0 0,0 0 0,5 3 0,-2 0 0,1-1 0,-1 0 0,2-1 0,-1 0 0,1 0 0,-1 0 0,12 4 0,-13-6 0,0-1 0,1 0 0,-1-1 0,0 1 0,1-1 0,-1 0 0,1-1 0,-1 1 0,9-2 0,-13 1 0,0 0 0,1-1 0,-1 1 0,0-1 0,0 1 0,0-1 0,0 0 0,0 0 0,0 0 0,0 0 0,0 0 0,0 0 0,0 0 0,-1-1 0,1 1 0,-1-1 0,1 1 0,-1-1 0,1 0 0,-1 1 0,0-1 0,0 0 0,1 0 0,-1 0 0,-1 0 0,1 0 0,0 0 0,0 0 0,-1 0 0,1-3 0,-1 1 0,1-1 0,-1 1 0,-1-1 0,0-5 0,0-11 0,18 33 0,-6-5 0,0-1 0,1 0 0,-1-1 0,1 0 0,0 0 0,0-2 0,1 1 0,-1-2 0,1 1 0,0-2 0,0 0 0,-1 0 0,1-1 0,0-1 0,13-2 0,-21 2 0,-1 0 0,0 0 0,1 0 0,-1-1 0,0 0 0,0 0 0,0 0 0,0 0 0,-1-1 0,1 1 0,-1-1 0,1 0 0,-1 0 0,0 0 0,0 0 0,0-1 0,-1 1 0,1-1 0,-1 0 0,0 0 0,0 0 0,0 0 0,0 0 0,1-6 0,-1 3 0,-1-1 0,0 1 0,-1 0 0,1 0 0,-1-1 0,-1 1 0,1 0 0,-1-1 0,0 1 0,-1 0 0,0 0 0,0 0 0,-1 0 0,-4-8 0,3 5-91,-1 1 0,-1 0 0,0 0 0,0 0 0,-1 1 0,0 0 0,0 1 0,-1-1 0,0 1 0,0 1 0,0-1 0,-1 1 0,0 1 0,-13-6 0,4 4-6735</inkml:trace>
</inkml:ink>
</file>

<file path=ppt/ink/ink16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9-22T16:13:14.865"/>
    </inkml:context>
    <inkml:brush xml:id="br0">
      <inkml:brushProperty name="width" value="0.05" units="cm"/>
      <inkml:brushProperty name="height" value="0.05" units="cm"/>
      <inkml:brushProperty name="color" value="#00A0D7"/>
    </inkml:brush>
  </inkml:definitions>
  <inkml:trace contextRef="#ctx0" brushRef="#br0">353 16 24575,'-52'1'0,"-59"-2"0,60-6 0,33 3 0,-32 0 0,-8 4-1365,45 0-5461</inkml:trace>
</inkml:ink>
</file>

<file path=ppt/ink/ink16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9-22T16:13:15.940"/>
    </inkml:context>
    <inkml:brush xml:id="br0">
      <inkml:brushProperty name="width" value="0.05" units="cm"/>
      <inkml:brushProperty name="height" value="0.05" units="cm"/>
      <inkml:brushProperty name="color" value="#00A0D7"/>
    </inkml:brush>
  </inkml:definitions>
  <inkml:trace contextRef="#ctx0" brushRef="#br0">100 26 24575,'2'-3'0,"1"1"0,-1 0 0,0 0 0,1 0 0,-1 0 0,1 0 0,0 1 0,0-1 0,-1 1 0,1 0 0,0 0 0,0 0 0,0 0 0,0 0 0,1 1 0,-1-1 0,0 1 0,0 0 0,0 0 0,0 0 0,0 0 0,1 0 0,-1 1 0,0 0 0,0-1 0,0 1 0,0 0 0,0 1 0,0-1 0,0 0 0,-1 1 0,1-1 0,0 1 0,-1 0 0,1 0 0,-1 0 0,3 3 0,10 10 0,-1 1 0,0 0 0,16 25 0,-24-32 0,-1 0 0,0 1 0,-1-1 0,0 1 0,0 0 0,-1 0 0,0 0 0,3 19 0,-6-26 0,0 0 0,0-1 0,0 1 0,0-1 0,0 1 0,-1 0 0,1-1 0,-1 1 0,1-1 0,-1 1 0,0-1 0,0 1 0,0-1 0,0 0 0,-1 1 0,1-1 0,-1 0 0,-1 3 0,0-3 0,0 1 0,0-1 0,0 0 0,-1 0 0,1 0 0,0 0 0,-1-1 0,1 1 0,-1-1 0,1 0 0,-6 1 0,-4 0 0,-1-1 0,1 0 0,0-1 0,-1 0 0,1-1 0,-16-3 0,14 1 0,0-1 0,-23-8 0,31 10 0,-1-2 0,1 1 0,0-1 0,0 0 0,1 0 0,-12-10 0,16 11 4,-1 1 1,1 0-1,0-1 0,0 0 0,0 1 0,0-1 0,1 0 0,-1 0 0,1 0 1,-1 0-1,1-1 0,0 1 0,1 0 0,-1 0 0,0-1 0,1 1 0,0 0 1,-1-1-1,2 1 0,-1 0 0,0-1 0,0 1 0,1 0 0,0-1 0,0 1 1,0 0-1,0 0 0,3-5 0,-2 3-97,1 0 0,1 0 1,-1 0-1,1 0 0,0 0 0,0 1 0,0 0 0,0 0 1,1 0-1,0 0 0,0 1 0,0-1 0,0 1 1,0 1-1,7-3 0,1 0-6733</inkml:trace>
</inkml:ink>
</file>

<file path=ppt/ink/ink16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9-22T16:13:16.251"/>
    </inkml:context>
    <inkml:brush xml:id="br0">
      <inkml:brushProperty name="width" value="0.05" units="cm"/>
      <inkml:brushProperty name="height" value="0.05" units="cm"/>
      <inkml:brushProperty name="color" value="#00A0D7"/>
    </inkml:brush>
  </inkml:definitions>
  <inkml:trace contextRef="#ctx0" brushRef="#br0">9 0 24575,'-3'3'0,"-3"0"0</inkml:trace>
</inkml:ink>
</file>

<file path=ppt/ink/ink16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9-22T16:13:16.816"/>
    </inkml:context>
    <inkml:brush xml:id="br0">
      <inkml:brushProperty name="width" value="0.05" units="cm"/>
      <inkml:brushProperty name="height" value="0.05" units="cm"/>
      <inkml:brushProperty name="color" value="#00A0D7"/>
    </inkml:brush>
  </inkml:definitions>
  <inkml:trace contextRef="#ctx0" brushRef="#br0">88 5 24575,'10'-2'0,"1"0"0,0 2 0,0-1 0,0 1 0,-1 1 0,1 0 0,19 4 0,-22-3 0,-1 1 0,1 0 0,-1 0 0,0 1 0,0-1 0,0 2 0,-1-1 0,1 1 0,-1 0 0,0 0 0,7 8 0,-8-7 0,0-1 0,0 1 0,-1 0 0,0 0 0,0 0 0,-1 1 0,1-1 0,2 10 0,-6-14 0,1 0 0,-1 0 0,1 1 0,-1-1 0,0 0 0,0 0 0,0 1 0,0-1 0,0 0 0,-1 1 0,1-1 0,-1 0 0,1 0 0,-1 1 0,0-1 0,0 0 0,0 0 0,0 0 0,0 0 0,0 0 0,-1 0 0,1 0 0,-1-1 0,1 1 0,-1 0 0,0-1 0,0 1 0,1-1 0,-5 2 0,-1 1 0,0 0 0,0-1 0,0 0 0,0 0 0,-1-1 0,1 0 0,-1-1 0,1 1 0,-1-1 0,0-1 0,0 1 0,1-2 0,-16-1 0,5 0 0,1-2 0,0 0 0,0-1 0,0 0 0,-17-10 0,30 14 0,0-1 0,1-1 0,-1 1 0,1 0 0,-1-1 0,1 0 0,0 0 0,0 0 0,1 0 0,-1 0 0,0-1 0,1 1 0,0-1 0,0 1 0,0-1 0,0 0 0,1 0 0,-1 0 0,1 0 0,-1-6 0,2 7 0,-1 0 0,1 0 0,0 0 0,0 0 0,0 0 0,0 0 0,1 0 0,0 0 0,-1 0 0,1 0 0,0 0 0,0 0 0,0 0 0,1 0 0,-1 1 0,1-1 0,0 0 0,-1 1 0,1-1 0,0 1 0,1 0 0,-1 0 0,0 0 0,1 0 0,-1 0 0,1 0 0,4-2 0,7-2-1365,0 2-5461</inkml:trace>
</inkml:ink>
</file>

<file path=ppt/ink/ink16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9-22T16:13:17.312"/>
    </inkml:context>
    <inkml:brush xml:id="br0">
      <inkml:brushProperty name="width" value="0.05" units="cm"/>
      <inkml:brushProperty name="height" value="0.05" units="cm"/>
      <inkml:brushProperty name="color" value="#00A0D7"/>
    </inkml:brush>
  </inkml:definitions>
  <inkml:trace contextRef="#ctx0" brushRef="#br0">151 61 24575,'4'-1'0,"0"1"0,0 0 0,0 0 0,0 0 0,0 1 0,0 0 0,0 0 0,0 0 0,0 0 0,0 0 0,0 1 0,0-1 0,-1 1 0,1 0 0,-1 0 0,0 1 0,1-1 0,-1 1 0,0-1 0,3 5 0,-1-2 0,-1 1 0,0 0 0,0 0 0,0 0 0,-1 0 0,0 1 0,5 13 0,-7-18 0,-1 0 0,1 0 0,-1 1 0,0-1 0,1 0 0,-1 0 0,0 1 0,0-1 0,-1 0 0,1 0 0,0 1 0,-2 3 0,1-5 0,0 1 0,1-1 0,-1 0 0,0 1 0,0-1 0,0 0 0,0 0 0,-1 0 0,1 0 0,0 0 0,0 0 0,-1 0 0,1 0 0,-1 0 0,1 0 0,0-1 0,-1 1 0,1-1 0,-1 1 0,-2 0 0,-5 0 0,-1 1 0,1-1 0,-1-1 0,1 0 0,-1 0 0,1-1 0,-1 0 0,1-1 0,-12-3 0,9 2 0,-1-1 0,1-1 0,0 0 0,1-1 0,-1 0 0,-13-10 0,22 13 0,0 0 0,0-1 0,0 0 0,0 0 0,0 1 0,1-1 0,-1-1 0,1 1 0,0 0 0,0-1 0,1 1 0,0-1 0,-1 1 0,1-1 0,1 0 0,-1 1 0,1-1 0,0 0 0,0 0 0,0 1 0,1-1 0,-1 0 0,1 1 0,0-1 0,4-8 0,-4 10-72,1 1 1,0-1-1,1 0 0,-1 1 0,0 0 0,1 0 0,-1 0 0,1 0 1,0 0-1,0 0 0,0 0 0,0 1 0,0 0 0,0 0 0,0-1 1,0 2-1,0-1 0,5-1 0,3 1-6754</inkml:trace>
</inkml:ink>
</file>

<file path=ppt/ink/ink16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9-22T16:13:18.342"/>
    </inkml:context>
    <inkml:brush xml:id="br0">
      <inkml:brushProperty name="width" value="0.05" units="cm"/>
      <inkml:brushProperty name="height" value="0.05" units="cm"/>
      <inkml:brushProperty name="color" value="#00A0D7"/>
    </inkml:brush>
  </inkml:definitions>
  <inkml:trace contextRef="#ctx0" brushRef="#br0">24 4 24575,'0'0'0,"-1"-1"0,1 1 0,-1 0 0,1-1 0,-1 1 0,1 0 0,-1 0 0,0-1 0,1 1 0,-1 0 0,1 0 0,-1 0 0,0 0 0,1 0 0,-1 0 0,1 0 0,-1 0 0,0 0 0,1 0 0,-1 0 0,0 0 0,1 1 0,-1-1 0,1 0 0,-1 0 0,1 1 0,-1-1 0,0 0 0,1 1 0,-1 0 0,0 0 0,0 0 0,1 0 0,-1 0 0,1 1 0,-1-1 0,1 0 0,-1 1 0,1-1 0,0 0 0,0 1 0,0-1 0,0 0 0,0 2 0,0 6 0,1 0 0,0-1 0,4 12 0,6 30 0,6 64 0,-4-20 0,-10-72-455,-1 1 0,-1 23 0,-2-34-6371</inkml:trace>
</inkml:ink>
</file>

<file path=ppt/ink/ink16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9-22T16:13:19.029"/>
    </inkml:context>
    <inkml:brush xml:id="br0">
      <inkml:brushProperty name="width" value="0.05" units="cm"/>
      <inkml:brushProperty name="height" value="0.05" units="cm"/>
      <inkml:brushProperty name="color" value="#00A0D7"/>
    </inkml:brush>
  </inkml:definitions>
  <inkml:trace contextRef="#ctx0" brushRef="#br0">15 1 24575,'0'0'0,"-1"0"0,1 1 0,-1-1 0,0 0 0,1 1 0,-1-1 0,0 0 0,1 1 0,-1-1 0,1 1 0,-1-1 0,1 1 0,-1-1 0,1 1 0,0-1 0,-1 1 0,1 0 0,0-1 0,-1 1 0,1 0 0,0-1 0,0 1 0,-1 0 0,1-1 0,0 1 0,0 0 0,0 1 0,-3 22 0,3-21 0,0 48 0,1 1 0,3-1 0,15 72 0,22 72-1365,-37-180-5461</inkml:trace>
</inkml:ink>
</file>

<file path=ppt/ink/ink16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9-22T16:13:30.071"/>
    </inkml:context>
    <inkml:brush xml:id="br0">
      <inkml:brushProperty name="width" value="0.05" units="cm"/>
      <inkml:brushProperty name="height" value="0.05" units="cm"/>
      <inkml:brushProperty name="color" value="#FF0066"/>
    </inkml:brush>
  </inkml:definitions>
  <inkml:trace contextRef="#ctx0" brushRef="#br0">1117 7 24575,'-32'-1'0,"23"0"0,-1 0 0,0 1 0,0 0 0,0 1 0,0 0 0,0 1 0,0 0 0,0 0 0,-9 4 0,5 0 0,0 0 0,0-2 0,-1 0 0,0 0 0,-28 2 0,-78-2 0,91-4 0,-283-12 0,0-16 0,266 22-1365,9 1-5461</inkml:trace>
</inkml:ink>
</file>

<file path=ppt/ink/ink16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9-22T16:13:32.289"/>
    </inkml:context>
    <inkml:brush xml:id="br0">
      <inkml:brushProperty name="width" value="0.05" units="cm"/>
      <inkml:brushProperty name="height" value="0.05" units="cm"/>
      <inkml:brushProperty name="color" value="#FF0066"/>
    </inkml:brush>
  </inkml:definitions>
  <inkml:trace contextRef="#ctx0" brushRef="#br0">17 188 24575,'41'-3'0,"0"-2"0,-1-1 0,49-14 0,-86 19 0,-1 0 0,1 0 0,0 0 0,-1-1 0,1 1 0,-1 0 0,0-1 0,1 0 0,-1 0 0,0 1 0,0-1 0,0 0 0,0-1 0,0 1 0,-1 0 0,3-5 0,-3 5 0,0 0 0,0 0 0,-1 0 0,1-1 0,-1 1 0,1 0 0,-1 0 0,0-1 0,0 1 0,0 0 0,0 0 0,-1-1 0,1 1 0,-1 0 0,1 0 0,-1 0 0,0 0 0,0-1 0,0 1 0,0 0 0,-1-2 0,-2-1 0,1 0 0,-1 1 0,0-1 0,0 1 0,0 0 0,-1 0 0,-8-5 0,1 1 0,0 2 0,-16-7 0,26 12 0,0 0 0,0 1 0,0-1 0,-1 1 0,1 0 0,0-1 0,-1 1 0,1 0 0,0 0 0,0 0 0,-1 1 0,1-1 0,0 1 0,0-1 0,0 1 0,-1 0 0,-1 0 0,-4 3 0,0 1 0,0 0 0,-7 6 0,-14 8 0,24-17 0,0 1 0,0 0 0,0 0 0,0 0 0,1 0 0,-1 1 0,-4 5 0,7-6 0,0 0 0,0 0 0,0 0 0,1-1 0,-1 2 0,1-1 0,0 0 0,0 0 0,0 0 0,1 0 0,-1 1 0,1-1 0,-1 6 0,1-4 0,1 74 0,-1-71 0,1-1 0,0 1 0,1 0 0,0-1 0,0 1 0,1-1 0,6 14 0,-5-16 0,0 0 0,0 0 0,0-1 0,0 0 0,1 1 0,-1-1 0,1-1 0,0 1 0,0-1 0,1 0 0,10 5 0,4 0 0,40 11 0,-56-18 0,22 6 0,0-1 0,0 0 0,0-2 0,39 1 0,-64-5-105,1 0 0,0-1 0,0 1 0,-1 0 0,1-1 0,0 1 0,0-1 0,-1 1 0,1-1 0,-1 0 0,1 1 0,2-3 0</inkml:trace>
</inkml:ink>
</file>

<file path=ppt/ink/ink16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9-22T16:13:32.821"/>
    </inkml:context>
    <inkml:brush xml:id="br0">
      <inkml:brushProperty name="width" value="0.05" units="cm"/>
      <inkml:brushProperty name="height" value="0.05" units="cm"/>
      <inkml:brushProperty name="color" value="#FF0066"/>
    </inkml:brush>
  </inkml:definitions>
  <inkml:trace contextRef="#ctx0" brushRef="#br0">1 1 24575,'1'6'0,"0"1"0,1 0 0,0-1 0,0 1 0,1-1 0,-1 0 0,2 0 0,-1 0 0,5 7 0,6 11 0,115 207 0,-69-127 0,-58-101 0,0 1 0,0-1 0,-1 1 0,1 0 0,-1-1 0,1 5 0,-2-7 0,0-1 0,0 1 0,0 0 0,0-1 0,0 1 0,0-1 0,0 1 0,0 0 0,0-1 0,0 1 0,-1-1 0,1 1 0,0 0 0,0-1 0,-1 1 0,1-1 0,0 1 0,-1-1 0,1 1 0,-1 0 0,0-1 0,1 0 0,-1 1 0,0-1 0,1 0 0,-1 0 0,0 1 0,1-1 0,-1 0 0,0 0 0,0 0 0,1 0 0,-1 0 0,0 0 0,0 0 0,1 0 0,-1 0 0,0 0 0,0 0 0,0-1 0,-5-1 0,0 0 0,0 0 0,0-1 0,0 1 0,1-1 0,-1-1 0,-7-5 0,-34-31 0,43 36 0,-9-8 0,1-1 0,-18-23 0,26 30 0,0 0 0,0 0 0,0-1 0,1 0 0,0 0 0,1 0 0,-1 0 0,-1-14 0,3 20-4,1-1 0,0 0 0,0 0 0,0 0 0,0 0 0,0 0 0,0 1 0,0-1 0,1 0 0,-1 0 0,1 0 0,-1 1 0,1-1 0,0 0 0,0 1 0,0-1 0,0 0 0,0 1 0,2-3 0,-1 2 22,0 0 0,1 0 0,-1 0 1,1 0-1,0 1 0,0-1 0,0 1 0,-1 0 1,1 0-1,5-1 0,5-1-315,0 1 0,0 1 0,1 0 0,14 1 0,-12 1-6529</inkml:trace>
</inkml:ink>
</file>

<file path=ppt/ink/ink17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9-22T16:13:33.023"/>
    </inkml:context>
    <inkml:brush xml:id="br0">
      <inkml:brushProperty name="width" value="0.05" units="cm"/>
      <inkml:brushProperty name="height" value="0.05" units="cm"/>
      <inkml:brushProperty name="color" value="#FF0066"/>
    </inkml:brush>
  </inkml:definitions>
  <inkml:trace contextRef="#ctx0" brushRef="#br0">0 1 24575,'0'2'0,"0"4"0</inkml:trace>
</inkml:ink>
</file>

<file path=ppt/ink/ink17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9-22T16:13:33.650"/>
    </inkml:context>
    <inkml:brush xml:id="br0">
      <inkml:brushProperty name="width" value="0.05" units="cm"/>
      <inkml:brushProperty name="height" value="0.05" units="cm"/>
      <inkml:brushProperty name="color" value="#FF0066"/>
    </inkml:brush>
  </inkml:definitions>
  <inkml:trace contextRef="#ctx0" brushRef="#br0">0 127 24575,'1'2'0,"0"1"0,0-1 0,0 0 0,0 1 0,0-1 0,1 0 0,-1 1 0,4 2 0,-1 1 0,2 4 0,1-1 0,-1-1 0,2 1 0,-1-1 0,1-1 0,18 14 0,-21-17 0,1 0 0,0-1 0,0 0 0,0 0 0,1 0 0,-1-1 0,1 0 0,-1 0 0,1-1 0,0 1 0,0-1 0,9-1 0,-14 1 0,0-1 0,0-1 0,0 1 0,0 0 0,0 0 0,0-1 0,0 1 0,0-1 0,0 1 0,0-1 0,0 0 0,0 0 0,-1 0 0,1 0 0,0 0 0,0-1 0,-1 1 0,1 0 0,-1-1 0,1 1 0,-1-1 0,0 1 0,2-4 0,0 0 0,-1-1 0,0 1 0,0-1 0,-1 0 0,1 0 0,-1-8 0,5-14 0,-6 28 0,0 0 0,0-1 0,0 1 0,0 0 0,0-1 0,0 1 0,0 0 0,0 0 0,1 0 0,-1-1 0,0 1 0,0 0 0,0 0 0,0-1 0,0 1 0,0 0 0,1 0 0,-1 0 0,0-1 0,0 1 0,0 0 0,1 0 0,-1 0 0,0 0 0,0 0 0,1-1 0,-1 1 0,0 0 0,0 0 0,1 0 0,-1 0 0,0 0 0,0 0 0,1 0 0,-1 0 0,0 0 0,0 0 0,1 0 0,-1 0 0,0 0 0,0 0 0,1 0 0,-1 0 0,0 0 0,0 0 0,1 1 0,-1-1 0,0 0 0,0 0 0,1 0 0,-1 0 0,0 0 0,0 1 0,0-1 0,0 0 0,1 0 0,-1 0 0,0 1 0,14 16 0,-8-9 0,-5-7 0,8 9 0,1-1 0,20 16 0,-26-23 0,1 1 0,-1-1 0,1 1 0,-1-2 0,1 1 0,0 0 0,0-1 0,0 0 0,0 0 0,0 0 0,5-1 0,-5 1 0,0-1 0,0 0 0,-1 0 0,1-1 0,0 0 0,0 0 0,-1 0 0,7-2 0,-10 2 0,1 0 0,0 0 0,0 0 0,-1 0 0,1 0 0,-1-1 0,1 1 0,-1 0 0,1-1 0,-1 0 0,0 1 0,0-1 0,0 0 0,0 1 0,0-1 0,0 0 0,0 0 0,-1 0 0,1 0 0,-1 0 0,1 0 0,-1-2 0,2-17 0,-1-1 0,-1 1 0,-4-35 0,3 51-85,0 0 0,0 1-1,0-1 1,-1 0 0,0 1-1,0 0 1,0-1 0,0 1-1,-1 0 1,0 0 0,0 0-1,0 1 1,0-1 0,0 1-1,-7-6 1,-2 0-6741</inkml:trace>
</inkml:ink>
</file>

<file path=ppt/ink/ink17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9-22T16:13:34.798"/>
    </inkml:context>
    <inkml:brush xml:id="br0">
      <inkml:brushProperty name="width" value="0.05" units="cm"/>
      <inkml:brushProperty name="height" value="0.05" units="cm"/>
      <inkml:brushProperty name="color" value="#FF0066"/>
    </inkml:brush>
  </inkml:definitions>
  <inkml:trace contextRef="#ctx0" brushRef="#br0">248 1 24575,'-3'0'0,"-3"0"0,0 2 0,-3 2 0,-1-1 0,-2-1 0,-1 0 0,-1-1 0,-1 0 0,-3-1 0,0 0 0,-3 0 0,0 0 0,-2 0 0,1 0 0,2 0 0,4 0-8191</inkml:trace>
</inkml:ink>
</file>

<file path=ppt/ink/ink17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9-22T16:13:35.579"/>
    </inkml:context>
    <inkml:brush xml:id="br0">
      <inkml:brushProperty name="width" value="0.05" units="cm"/>
      <inkml:brushProperty name="height" value="0.05" units="cm"/>
      <inkml:brushProperty name="color" value="#FF0066"/>
    </inkml:brush>
  </inkml:definitions>
  <inkml:trace contextRef="#ctx0" brushRef="#br0">33 28 24575,'3'-3'0,"0"0"0,0 0 0,0 1 0,1-1 0,-1 1 0,1 0 0,-1 0 0,1 0 0,6-2 0,-8 4 0,-1-1 0,1 1 0,0 0 0,0 0 0,0 0 0,0 0 0,0 0 0,0 0 0,0 0 0,0 0 0,-1 1 0,1-1 0,0 1 0,0 0 0,0-1 0,-1 1 0,1 0 0,0 0 0,-1 0 0,1 0 0,-1 0 0,3 3 0,10 10 0,0 1 0,-2 0 0,0 1 0,16 27 0,31 74 0,-56-113 0,-1 1 0,-1 0 0,1-1 0,0 1 0,-1 0 0,0 0 0,0 10 0,-1-13 0,0-1 0,0 1 0,0 0 0,0-1 0,-1 1 0,1-1 0,-1 1 0,1-1 0,-1 1 0,1 0 0,-1-1 0,0 0 0,0 1 0,0-1 0,0 0 0,0 1 0,0-1 0,0 0 0,0 0 0,-1 0 0,1 0 0,0 0 0,-1 0 0,1 0 0,0 0 0,-1-1 0,-2 2 0,-3 0 0,1-1 0,0 1 0,-1-1 0,1-1 0,0 1 0,-1-1 0,1 0 0,-1-1 0,1 0 0,0 0 0,-1 0 0,1 0 0,0-1 0,0 0 0,0-1 0,0 1 0,0-1 0,-7-5 0,4 2 0,0 0 0,1 0 0,0 0 0,0-1 0,1 0 0,0-1 0,0 1 0,1-1 0,0-1 0,-10-16 0,12 15 0,0 0 0,0-1 0,1 0 0,0 1 0,1-1 0,0 0 0,0 0 0,2 0 0,-1 0 0,1 0 0,1 0 0,4-22 0,-5 31-170,1 0-1,0-1 0,0 1 1,0 0-1,0 0 0,0 0 1,2-3-1</inkml:trace>
</inkml:ink>
</file>

<file path=ppt/ink/ink17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9-22T16:13:35.842"/>
    </inkml:context>
    <inkml:brush xml:id="br0">
      <inkml:brushProperty name="width" value="0.05" units="cm"/>
      <inkml:brushProperty name="height" value="0.05" units="cm"/>
      <inkml:brushProperty name="color" value="#FF0066"/>
    </inkml:brush>
  </inkml:definitions>
  <inkml:trace contextRef="#ctx0" brushRef="#br0">3 1 24575,'0'2'0,"0"4"0,-2 1 0</inkml:trace>
</inkml:ink>
</file>

<file path=ppt/ink/ink17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9-22T16:13:36.405"/>
    </inkml:context>
    <inkml:brush xml:id="br0">
      <inkml:brushProperty name="width" value="0.05" units="cm"/>
      <inkml:brushProperty name="height" value="0.05" units="cm"/>
      <inkml:brushProperty name="color" value="#FF0066"/>
    </inkml:brush>
  </inkml:definitions>
  <inkml:trace contextRef="#ctx0" brushRef="#br0">1 1 24575,'0'10'0,"-1"4"0,2 1 0,3 23 0,-3-32 0,0-1 0,1 0 0,0 0 0,0 1 0,0-1 0,1-1 0,0 1 0,0 0 0,0-1 0,5 7 0,-3-6 0,-1-1 0,1 0 0,0 1 0,0-2 0,0 1 0,0-1 0,1 1 0,0-2 0,-1 1 0,10 2 0,-1-1 0,1 0 0,-1-2 0,20 2 0,-31-4 0,-1 0 0,1 1 0,-1 0 0,1-1 0,-1 1 0,1 0 0,-1 0 0,1 1 0,-1-1 0,0 0 0,0 1 0,0-1 0,0 1 0,0 0 0,0-1 0,0 1 0,0 0 0,-1 0 0,1 1 0,-1-1 0,1 0 0,0 3 0,0-1 0,0 0 0,-1 0 0,1 0 0,-1 0 0,-1 1 0,1-1 0,0 0 0,-1 1 0,0-1 0,0 0 0,0 1 0,-2 7 0,2-10 0,-1 0 0,1 1 0,-1-1 0,0 0 0,0 0 0,0 0 0,0 0 0,0 0 0,0 0 0,-1 0 0,1 0 0,-1 0 0,1-1 0,-1 1 0,0-1 0,-3 4 0,2-4 0,-1 1 0,1-1 0,-1 1 0,1-1 0,0 0 0,-1 0 0,0 0 0,1-1 0,-8 1 0,2-1 0,-1-1 0,0 0 0,1 0 0,-1-1 0,1 0 0,-1-1 0,-10-4 0,5 0-1365,3 0-5461</inkml:trace>
</inkml:ink>
</file>

<file path=ppt/ink/ink17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9-22T16:13:36.640"/>
    </inkml:context>
    <inkml:brush xml:id="br0">
      <inkml:brushProperty name="width" value="0.05" units="cm"/>
      <inkml:brushProperty name="height" value="0.05" units="cm"/>
      <inkml:brushProperty name="color" value="#FF0066"/>
    </inkml:brush>
  </inkml:definitions>
  <inkml:trace contextRef="#ctx0" brushRef="#br0">0 59 24575,'28'-10'0,"11"-4"0,4 2 0,0 1 0,-4 4 0,-8 3 0,-3 4 0,-4 2 0,-6 1-8191</inkml:trace>
</inkml:ink>
</file>

<file path=ppt/ink/ink17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9-22T16:13:37.408"/>
    </inkml:context>
    <inkml:brush xml:id="br0">
      <inkml:brushProperty name="width" value="0.05" units="cm"/>
      <inkml:brushProperty name="height" value="0.05" units="cm"/>
      <inkml:brushProperty name="color" value="#FF0066"/>
    </inkml:brush>
  </inkml:definitions>
  <inkml:trace contextRef="#ctx0" brushRef="#br0">1 1 24575,'-1'38'0,"5"146"0,0-153 0,1-1 0,12 35 0,25 57 0,-36-105 0,-3-8-273,0-1 0,-1 1 0,0 0 0,1 17 0,-3-14-6553</inkml:trace>
</inkml:ink>
</file>

<file path=ppt/ink/ink17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9-22T16:13:38.255"/>
    </inkml:context>
    <inkml:brush xml:id="br0">
      <inkml:brushProperty name="width" value="0.05" units="cm"/>
      <inkml:brushProperty name="height" value="0.05" units="cm"/>
      <inkml:brushProperty name="color" value="#FF0066"/>
    </inkml:brush>
  </inkml:definitions>
  <inkml:trace contextRef="#ctx0" brushRef="#br0">1 1 24575,'11'30'0,"-3"12"0,3 63 0,-10-58 0,3 1 0,2-1 0,1 0 0,22 71 0,-12-77-3,-12-31-224,-1 0 0,0 1 0,-1-1 0,0 1 0,3 19 0,-5-18-6599</inkml:trace>
</inkml:ink>
</file>

<file path=ppt/ink/ink17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9-22T16:13:39.617"/>
    </inkml:context>
    <inkml:brush xml:id="br0">
      <inkml:brushProperty name="width" value="0.05" units="cm"/>
      <inkml:brushProperty name="height" value="0.05" units="cm"/>
      <inkml:brushProperty name="color" value="#FF0066"/>
    </inkml:brush>
  </inkml:definitions>
  <inkml:trace contextRef="#ctx0" brushRef="#br0">3 11 24575,'0'-1'0,"0"1"0,0-1 0,0 1 0,0-1 0,0 1 0,1-1 0,-1 1 0,0-1 0,0 1 0,1 0 0,-1-1 0,0 1 0,0-1 0,1 1 0,-1 0 0,1-1 0,-1 1 0,0 0 0,1-1 0,-1 1 0,1 0 0,-1 0 0,0 0 0,1-1 0,-1 1 0,1 0 0,-1 0 0,1 0 0,-1 0 0,1 0 0,-1 0 0,1 0 0,-1 0 0,1 0 0,-1 0 0,1 0 0,-1 0 0,1 0 0,-1 0 0,1 0 0,-1 0 0,0 1 0,2-1 0,22 9 0,-22-9 0,40 21 0,0 2 0,43 32 0,-11-7 0,-42-29 0,59 40 0,-91-58 0,1-1 0,0 1 0,0-1 0,-1 1 0,1 0 0,0-1 0,0 1 0,-1 0 0,1-1 0,-1 1 0,1 0 0,-1 0 0,1 0 0,-1-1 0,1 1 0,-1 0 0,0 0 0,0 0 0,1 0 0,-1 1 0,0-2 0,0 1 0,0-1 0,0 0 0,0 0 0,-1 0 0,1 1 0,0-1 0,0 0 0,0 0 0,0 0 0,-1 1 0,1-1 0,0 0 0,0 0 0,0 0 0,-1 0 0,1 1 0,0-1 0,0 0 0,0 0 0,-1 0 0,1 0 0,0 0 0,0 0 0,-1 0 0,-13-1 0,-11-6 0,1-1 0,-1-1 0,-34-18 0,-66-46 0,104 60 0,8 6 0,1-1 0,0-1 0,0 0 0,1-1 0,1 0 0,-15-17 0,24 25 0,0 1 0,-1-1 0,1 1 0,0-1 0,-1 1 0,1 0 0,-1 0 0,1 0 0,-4-2 0,5 3 0,0 0 0,0 0 0,-1 0 0,1 0 0,0 0 0,0-1 0,-1 1 0,1 0 0,0 0 0,-1 0 0,1 1 0,0-1 0,0 0 0,-1 0 0,1 0 0,0 0 0,0 0 0,-1 0 0,1 0 0,0 0 0,0 0 0,-1 1 0,1-1 0,0 0 0,0 0 0,-1 1 0,-3 11 0,3-2 0,1 0 0,-1 0 0,2 0 0,0 0 0,0-1 0,0 1 0,2 0 0,-1 0 0,1-1 0,0 1 0,1-1 0,0 0 0,10 16 0,-8-15-195,0-1 0,-1 2 0,0-1 0,0 0 0,-1 1 0,3 16 0,-5-14-6631</inkml:trace>
</inkml:ink>
</file>

<file path=ppt/ink/ink18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9-22T16:13:52.998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279 1 24575,'-4'0'0,"-1"1"0,0-1 0,1 1 0,-10 3 0,-13 3 0,-88-5 0,67-3 0,40 1-341,-1-1 0,1 0-1,-11-2 1,6-1-6485</inkml:trace>
</inkml:ink>
</file>

<file path=ppt/ink/ink18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9-22T16:13:53.354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220 4 24575,'-10'-3'0,"-3"2"0,-2 1 0,-2 1 0,1 0 0,0 0 0,0-1 0,1 0 0,-1 1 0,1-1 0,1 0 0,-1 0 0,0 0 0,0 0 0,3 0-8191</inkml:trace>
</inkml:ink>
</file>

<file path=ppt/ink/ink18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9-22T16:13:58.596"/>
    </inkml:context>
    <inkml:brush xml:id="br0">
      <inkml:brushProperty name="width" value="0.05" units="cm"/>
      <inkml:brushProperty name="height" value="0.05" units="cm"/>
      <inkml:brushProperty name="color" value="#00A0D7"/>
    </inkml:brush>
  </inkml:definitions>
  <inkml:trace contextRef="#ctx0" brushRef="#br0">1 178 24575,'39'-6'0,"0"-2"0,0-1 0,-1-2 0,46-20 0,-83 31 0,10-6 0,0 1 0,12-8 0,-20 11 0,0 0 0,-1-1 0,1 1 0,0 0 0,-1-1 0,0 1 0,1-1 0,-1 0 0,0 0 0,-1 0 0,1 0 0,2-5 0,-4 7 0,0 0 0,1 0 0,-1 0 0,0 1 0,0-1 0,0 0 0,0 0 0,0 0 0,0 0 0,0 0 0,0 0 0,0 0 0,0 0 0,-1 0 0,1 0 0,0 0 0,-1 1 0,1-1 0,-1 0 0,1 0 0,0 0 0,-1 0 0,0 0 0,-1-1 0,0 0 0,0 0 0,0 1 0,0-1 0,-1 1 0,1 0 0,0-1 0,-4 0 0,-3-1 0,1 0 0,0 1 0,-1 0 0,-11 0 0,11 1 0,0 2 0,1-1 0,-1 1 0,1 0 0,0 1 0,-1 0 0,-8 4 0,-1 0 0,0 2 0,-17 10 0,31-16 0,1 0 0,0 1 0,-1-1 0,1 1 0,1 0 0,-1-1 0,0 1 0,1 1 0,-1-1 0,1 0 0,0 0 0,0 1 0,0 0 0,1-1 0,-1 1 0,1 0 0,0-1 0,0 1 0,0 0 0,0 0 0,1 0 0,-1 0 0,1 0 0,0 0 0,1 0 0,-1 0 0,1 0 0,0 4 0,1-1 0,-1-1 0,1 1 0,1-1 0,-1 0 0,1 0 0,0 0 0,0 0 0,1 0 0,-1-1 0,1 1 0,1-1 0,-1 0 0,1-1 0,-1 1 0,2-1 0,5 5 0,19 9 0,35 16 0,-53-29 0,1 0 0,-1-1 0,1-1 0,0 1 0,27 1 0,-26-4 0,-6 0 0,0 0 0,0 0 0,0-1 0,0-1 0,0 1 0,0-1 0,12-3 0,-11-2-1365</inkml:trace>
</inkml:ink>
</file>

<file path=ppt/ink/ink18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9-22T16:13:59.156"/>
    </inkml:context>
    <inkml:brush xml:id="br0">
      <inkml:brushProperty name="width" value="0.05" units="cm"/>
      <inkml:brushProperty name="height" value="0.05" units="cm"/>
      <inkml:brushProperty name="color" value="#00A0D7"/>
    </inkml:brush>
  </inkml:definitions>
  <inkml:trace contextRef="#ctx0" brushRef="#br0">4 0 24575,'105'203'0,"-32"-59"0,-64-127 0,-3-8 0,-1 1 0,0-1 0,-1 1 0,0 0 0,-1 0 0,4 13 0,-7-22 0,0 1 0,0-1 0,0 0 0,0 0 0,0 0 0,0 0 0,0 0 0,0 0 0,0 0 0,0 0 0,-1 0 0,1 0 0,0 0 0,-1 0 0,1 0 0,0 0 0,-1 0 0,0-1 0,1 1 0,-1 0 0,1 0 0,-2 1 0,0-1 0,1 0 0,0-1 0,-1 1 0,1-1 0,0 1 0,-1-1 0,1 0 0,-1 1 0,1-1 0,0 0 0,-1 0 0,1 0 0,-1 0 0,-1 0 0,-3-1 0,-1 0 0,1-1 0,0 0 0,0 0 0,1 0 0,-9-5 0,-1-1 0,1-1 0,0 0 0,0-2 0,1 1 0,-23-26 0,31 31 0,1-1 0,0 0 0,0-1 0,0 1 0,0-1 0,1 1 0,-2-9 0,3 11 0,1-1 0,0 0 0,0 0 0,1 1 0,0-1 0,-1 0 0,1 0 0,1 0 0,-1 0 0,1 0 0,2-8 0,-2 10 5,0 0 1,1 0-1,-1 0 0,1 0 0,0 0 0,0 0 1,0 0-1,0 0 0,0 1 0,1-1 1,-1 1-1,1 0 0,-1 0 0,1-1 0,0 2 1,0-1-1,0 0 0,0 1 0,0-1 0,1 1 1,-1 0-1,6-1 0,4-1-302,0 1 0,0 1 0,1 0 0,19 1 0,-19 1-6529</inkml:trace>
</inkml:ink>
</file>

<file path=ppt/ink/ink18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9-22T16:13:59.375"/>
    </inkml:context>
    <inkml:brush xml:id="br0">
      <inkml:brushProperty name="width" value="0.05" units="cm"/>
      <inkml:brushProperty name="height" value="0.05" units="cm"/>
      <inkml:brushProperty name="color" value="#00A0D7"/>
    </inkml:brush>
  </inkml:definitions>
  <inkml:trace contextRef="#ctx0" brushRef="#br0">0 19 24575,'5'-8'0,"2"1"0,0 3 0,0 5 0,0 6 0,-1 5 0,-3 4 0,0-1-8191</inkml:trace>
</inkml:ink>
</file>

<file path=ppt/ink/ink18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9-22T16:13:59.918"/>
    </inkml:context>
    <inkml:brush xml:id="br0">
      <inkml:brushProperty name="width" value="0.05" units="cm"/>
      <inkml:brushProperty name="height" value="0.05" units="cm"/>
      <inkml:brushProperty name="color" value="#00A0D7"/>
    </inkml:brush>
  </inkml:definitions>
  <inkml:trace contextRef="#ctx0" brushRef="#br0">16 156 24575,'0'0'0,"-1"0"0,0 0 0,1 0 0,-1 0 0,1 0 0,-1 0 0,1 0 0,-1 0 0,0 0 0,1 1 0,-1-1 0,1 0 0,-1 0 0,1 0 0,-1 1 0,1-1 0,-1 0 0,1 1 0,-1-1 0,1 0 0,0 1 0,-1-1 0,1 1 0,-1-1 0,1 1 0,0-1 0,-1 1 0,1-1 0,-1 1 0,1 1 0,0-1 0,0 0 0,0 1 0,0-1 0,0 1 0,0-1 0,0 0 0,1 1 0,-1-1 0,0 0 0,1 0 0,0 2 0,2 4 0,1 0 0,0 0 0,6 9 0,-2-6 0,0-1 0,0 1 0,1-1 0,0 0 0,1-1 0,0 0 0,0-1 0,0 0 0,1 0 0,0-1 0,1-1 0,-1 0 0,16 5 0,-25-10 0,0 1 0,-1-1 0,1 0 0,0 0 0,0 1 0,-1-1 0,1 0 0,0 0 0,-1-1 0,1 1 0,0 0 0,-1-1 0,1 1 0,0 0 0,-1-1 0,1 0 0,0 1 0,-1-1 0,1 0 0,-1 0 0,0 0 0,1 0 0,-1 0 0,2-2 0,-1 1 0,0-1 0,-1 0 0,1 0 0,0 0 0,-1 0 0,0-1 0,1 1 0,-1 0 0,-1 0 0,1-1 0,0-4 0,0 5 0,-1 0 0,0-1 0,1 1 0,0 0 0,0 0 0,0 0 0,0 0 0,1 0 0,1-4 0,-2 6 0,1 0 0,-1-1 0,0 1 0,1 0 0,-1 0 0,1 0 0,-1 0 0,1 0 0,-1 0 0,1 1 0,0-1 0,-1 1 0,1-1 0,0 1 0,0-1 0,-1 1 0,1 0 0,3 0 0,6 0 0,0 0 0,0 1 0,0 0 0,12 4 0,-11-3 0,0 0 0,20 1 0,-27-3 0,-1-1 0,1 1 0,-1-1 0,1 0 0,-1 0 0,0 0 0,1 0 0,-1-1 0,0 0 0,0 0 0,4-3 0,-4 3 0,-1 0 0,0 0 0,0-1 0,0 1 0,-1-1 0,1 0 0,0 0 0,-1 0 0,0 0 0,0 0 0,0 0 0,0-1 0,0 1 0,-1-1 0,0 1 0,1-1 0,-1 0 0,-1 0 0,1 1 0,0-1 0,-1 0 0,0 0 0,0-7 0,-1 5 0,0 0 0,0 0 0,-1 0 0,0 0 0,0 0 0,0 0 0,-1 1 0,0-1 0,0 1 0,0 0 0,-1 0 0,1 0 0,-1 0 0,-7-6 0,-2 0-682,-27-20-1,25 22-6143</inkml:trace>
</inkml:ink>
</file>

<file path=ppt/ink/ink18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9-22T16:14:00.715"/>
    </inkml:context>
    <inkml:brush xml:id="br0">
      <inkml:brushProperty name="width" value="0.05" units="cm"/>
      <inkml:brushProperty name="height" value="0.05" units="cm"/>
      <inkml:brushProperty name="color" value="#00A0D7"/>
    </inkml:brush>
  </inkml:definitions>
  <inkml:trace contextRef="#ctx0" brushRef="#br0">250 1 24575,'-5'0'0,"-5"0"0,-2 0 0,-2 0 0,-1 0 0,-1 0 0,0 0 0,1 0 0,-3 2 0,-1 2 0,1-1 0,-2-1 0,0 3 0,1-1 0,1 0 0,4-1-8191</inkml:trace>
</inkml:ink>
</file>

<file path=ppt/ink/ink18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9-22T16:14:01.307"/>
    </inkml:context>
    <inkml:brush xml:id="br0">
      <inkml:brushProperty name="width" value="0.05" units="cm"/>
      <inkml:brushProperty name="height" value="0.05" units="cm"/>
      <inkml:brushProperty name="color" value="#00A0D7"/>
    </inkml:brush>
  </inkml:definitions>
  <inkml:trace contextRef="#ctx0" brushRef="#br0">163 1 24575,'25'6'0,"0"2"0,-1 1 0,0 0 0,0 2 0,37 24 0,-54-30 0,1 1 0,-1-1 0,1 2 0,-2-1 0,1 1 0,-1 0 0,0 0 0,0 1 0,-1 0 0,0 0 0,0 0 0,-1 1 0,0-1 0,-1 1 0,0 0 0,0 0 0,-1 0 0,3 18 0,-5-19 0,1 0 0,-1 0 0,0 0 0,0-1 0,-1 1 0,-2 11 0,2-17 0,0 0 0,1 0 0,-1 0 0,0 0 0,0-1 0,0 1 0,0 0 0,-1-1 0,1 1 0,0 0 0,-1-1 0,1 0 0,-1 1 0,1-1 0,-1 0 0,0 0 0,1 1 0,-1-2 0,0 1 0,0 0 0,0 0 0,0 0 0,0-1 0,0 1 0,0-1 0,0 0 0,0 1 0,0-1 0,-2 0 0,-9-1 0,1 1 0,0-2 0,0 0 0,0 0 0,0-1 0,0 0 0,-13-7 0,-77-38 0,97 45 0,0 1 0,-23-13 0,-43-30 0,64 40 0,1 0 0,-1 0 0,1 0 0,1-1 0,-1 0 0,1 0 0,0-1 0,1 1 0,-1-1 0,1 0 0,1 0 0,-4-9 0,6 14 0,0 0 0,1 0 0,-1 0 0,1 0 0,0 0 0,0-1 0,0 1 0,0 0 0,0 0 0,0 0 0,0 0 0,1 0 0,-1 0 0,1 0 0,-1 0 0,1 0 0,0 0 0,0 0 0,1-2 0,0 2 0,0-1 0,0 1 0,1-1 0,-1 1 0,1 0 0,-1 0 0,1 0 0,0 0 0,0 0 0,6-2 0,2 0 0,-1 1 0,1 0 0,0 1 0,1 0 0,-1 0 0,12 1 0,19 4-1365,-25 0-5461</inkml:trace>
</inkml:ink>
</file>

<file path=ppt/ink/ink18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9-22T16:14:01.588"/>
    </inkml:context>
    <inkml:brush xml:id="br0">
      <inkml:brushProperty name="width" value="0.05" units="cm"/>
      <inkml:brushProperty name="height" value="0.05" units="cm"/>
      <inkml:brushProperty name="color" value="#00A0D7"/>
    </inkml:brush>
  </inkml:definitions>
  <inkml:trace contextRef="#ctx0" brushRef="#br0">3 1 24575,'0'2'0,"0"4"0,-3 1 0</inkml:trace>
</inkml:ink>
</file>

<file path=ppt/ink/ink18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9-22T16:14:02.148"/>
    </inkml:context>
    <inkml:brush xml:id="br0">
      <inkml:brushProperty name="width" value="0.05" units="cm"/>
      <inkml:brushProperty name="height" value="0.05" units="cm"/>
      <inkml:brushProperty name="color" value="#00A0D7"/>
    </inkml:brush>
  </inkml:definitions>
  <inkml:trace contextRef="#ctx0" brushRef="#br0">62 18 24575,'7'-1'0,"13"-3"0,1 0 0,-1 2 0,1 0 0,40 3 0,-56-1 0,0 1 0,-1-1 0,1 1 0,-1 0 0,1 1 0,-1-1 0,0 1 0,0 0 0,1 0 0,-1 0 0,0 1 0,-1-1 0,1 1 0,0 0 0,-1 0 0,0 0 0,1 1 0,-1-1 0,-1 1 0,1 0 0,0-1 0,-1 1 0,0 1 0,0-1 0,0 0 0,0 0 0,-1 1 0,2 7 0,-2-7 0,0 1 0,0 0 0,0-1 0,-1 1 0,0 0 0,0 0 0,0-1 0,-1 1 0,0 0 0,0-1 0,-2 7 0,2-9 0,0-1 0,-1 1 0,1-1 0,-1 1 0,1-1 0,-1 0 0,0 1 0,0-1 0,0 0 0,0 0 0,0 0 0,-1-1 0,1 1 0,0-1 0,-1 1 0,1-1 0,-1 0 0,0 1 0,1-1 0,-1-1 0,0 1 0,0 0 0,-5 0 0,-1 0 0,0-1 0,0 0 0,0-1 0,0 1 0,1-2 0,-1 1 0,0-1 0,0-1 0,-11-4 0,-7-5 0,-38-22 0,60 32 0,0-1 0,1-1 0,-1 1 0,1-1 0,0 0 0,0 0 0,0 0 0,0 0 0,1-1 0,0 1 0,-6-10 0,8 11 0,0 1 0,0-1 0,1 1 0,-1-1 0,0 1 0,1-1 0,-1 1 0,1-1 0,0 0 0,0 1 0,0-1 0,0 0 0,1 1 0,-1-1 0,1 1 0,-1-1 0,1 1 0,0-1 0,0 1 0,0-1 0,0 1 0,1 0 0,-1 0 0,0-1 0,1 1 0,0 0 0,3-3 0,-2 3-91,0 0 0,0-1 0,0 2 0,0-1 0,0 0 0,0 1 0,1-1 0,-1 1 0,1 0 0,-1 0 0,1 0 0,0 1 0,-1-1 0,6 1 0,4-1-6735</inkml:trace>
</inkml:ink>
</file>

<file path=ppt/ink/ink19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9-22T16:14:02.569"/>
    </inkml:context>
    <inkml:brush xml:id="br0">
      <inkml:brushProperty name="width" value="0.05" units="cm"/>
      <inkml:brushProperty name="height" value="0.05" units="cm"/>
      <inkml:brushProperty name="color" value="#00A0D7"/>
    </inkml:brush>
  </inkml:definitions>
  <inkml:trace contextRef="#ctx0" brushRef="#br0">134 1 24575,'14'7'0,"-1"1"0,1 1 0,-1 0 0,-1 0 0,0 1 0,0 1 0,-1 0 0,0 1 0,-1 0 0,-1 1 0,12 18 0,-20-30 0,-1 0 0,1 0 0,0 0 0,-1 0 0,1 0 0,-1 0 0,1 0 0,-1 0 0,0 1 0,1-1 0,-1 0 0,0 0 0,0 0 0,0 1 0,0-1 0,0 0 0,0 0 0,0 0 0,0 1 0,0-1 0,-1 0 0,1 0 0,0 0 0,-1 1 0,1-1 0,-1 0 0,0 0 0,1 0 0,-1 0 0,0 0 0,1 0 0,-1 0 0,0 0 0,0-1 0,0 1 0,0 0 0,0 0 0,0-1 0,0 1 0,0 0 0,0-1 0,0 1 0,0-1 0,0 1 0,-1-1 0,0 0 0,-5 2 0,-1 0 0,1-1 0,-1 0 0,1 0 0,-1-1 0,-9 0 0,5-1 0,0-1 0,0 0 0,0-1 0,0 0 0,1-1 0,-14-6 0,8 2 0,1-1 0,-1-1 0,-18-14 0,33 23 0,0-1 0,0 1 0,0-1 0,0 0 0,1 0 0,-1 0 0,1 0 0,-1 0 0,1 0 0,0 0 0,0 0 0,0 0 0,0 0 0,0-1 0,0 1 0,0-1 0,1 1 0,-1 0 0,1-1 0,0 1 0,0-1 0,0 1 0,0-1 0,0 1 0,1-1 0,-1 1 0,1 0 0,-1-1 0,1 1 0,0 0 0,0-1 0,0 1 0,0 0 0,0 0 0,0 0 0,1 0 0,-1 0 0,1 0 0,0 0 0,-1 0 0,1 1 0,0-1 0,0 1 0,0-1 0,0 1 0,0 0 0,1-1 0,-1 1 0,0 0 0,0 1 0,5-2 0,6 0-1365,-1 0-5461</inkml:trace>
</inkml:ink>
</file>

<file path=ppt/ink/ink19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9-22T16:14:03.708"/>
    </inkml:context>
    <inkml:brush xml:id="br0">
      <inkml:brushProperty name="width" value="0.05" units="cm"/>
      <inkml:brushProperty name="height" value="0.05" units="cm"/>
      <inkml:brushProperty name="color" value="#00A0D7"/>
    </inkml:brush>
  </inkml:definitions>
  <inkml:trace contextRef="#ctx0" brushRef="#br0">1 3 24575,'-1'0'0,"1"0"0,0 0 0,0 0 0,0 0 0,0 0 0,0-1 0,0 1 0,0 0 0,0 0 0,0 0 0,0 0 0,0 0 0,0 0 0,0 0 0,0 0 0,0 0 0,0 0 0,0 0 0,0 0 0,0 0 0,0 0 0,0-1 0,0 1 0,0 0 0,0 0 0,0 0 0,0 0 0,0 0 0,0 0 0,1 0 0,-1 0 0,0 0 0,0 0 0,0 0 0,0 0 0,0 0 0,0 0 0,0 0 0,0 0 0,0 0 0,0 0 0,0 0 0,0 0 0,0 0 0,0-1 0,0 1 0,0 0 0,0 0 0,1 0 0,-1 0 0,0 0 0,0 0 0,0 0 0,0 0 0,0 0 0,0 0 0,0 1 0,0-1 0,0 0 0,0 0 0,0 0 0,0 0 0,0 0 0,1 0 0,3 5 0,4 8 0,2 13 0,-2 1 0,0 0 0,-2 0 0,-1 1 0,2 28 0,-1-15 0,11 48 0,2-27-62,-11-42-155,-2 1 0,0 0 0,-1 0-1,-2 0 1,3 39 0,-6-48-6609</inkml:trace>
</inkml:ink>
</file>

<file path=ppt/ink/ink19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9-22T16:14:04.346"/>
    </inkml:context>
    <inkml:brush xml:id="br0">
      <inkml:brushProperty name="width" value="0.05" units="cm"/>
      <inkml:brushProperty name="height" value="0.05" units="cm"/>
      <inkml:brushProperty name="color" value="#00A0D7"/>
    </inkml:brush>
  </inkml:definitions>
  <inkml:trace contextRef="#ctx0" brushRef="#br0">0 1 24575,'3'25'0,"0"13"0,3 6 0,2 0 0,3-3 0,2-3 0,1-3 0,1-2 0,0-2 0,0-1 0,1-4 0,-4-3 0,0 0 0,-3-2 0,0-3 0,-2 0 0,-1-2 0,-3-3-8191</inkml:trace>
</inkml:ink>
</file>

<file path=ppt/ink/ink19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9-22T16:14:09.633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3419 75 24575,'0'-2'0,"0"1"0,0 0 0,-1 0 0,1 0 0,-1 0 0,1 0 0,-1 0 0,1-1 0,-1 1 0,1 0 0,-1 0 0,0 1 0,0-1 0,0 0 0,1 0 0,-1 0 0,0 0 0,0 1 0,0-1 0,0 0 0,0 1 0,0-1 0,-1 1 0,1-1 0,0 1 0,0 0 0,-1-1 0,-4-1 0,0 1 0,0 0 0,-11-1 0,-44-5 0,35 3 0,-31 0 0,32 3 0,-26-5 0,-22-2 0,-23 1 0,-10-1 0,62 9 0,1 2 0,-67 13 0,61-9 0,-52 1 0,25-3 0,-276 2 0,215-9 0,119 3 0,-33 6 0,33-4 0,-32 1 0,-497-4 0,430 7 0,10 1 0,-274-8 0,183 0 0,175-1 0,-31-6 0,32 4 0,-30-2 0,-228 6 0,253 2-1365,18 0-5461</inkml:trace>
</inkml:ink>
</file>

<file path=ppt/ink/ink19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9-22T16:14:15.788"/>
    </inkml:context>
    <inkml:brush xml:id="br0">
      <inkml:brushProperty name="width" value="0.05" units="cm"/>
      <inkml:brushProperty name="height" value="0.05" units="cm"/>
      <inkml:brushProperty name="color" value="#FF0066"/>
    </inkml:brush>
  </inkml:definitions>
  <inkml:trace contextRef="#ctx0" brushRef="#br0">1 195 24575,'24'1'0,"0"-2"0,1 0 0,-1-2 0,31-7 0,-37 5 0,3 0 0,34-14 0,-51 17 0,1 0 0,-1 0 0,1 0 0,-1-1 0,0 0 0,0 0 0,0 0 0,-1 0 0,1 0 0,-1-1 0,1 0 0,-1 0 0,2-4 0,-4 6 0,0 1 0,0-1 0,0 0 0,-1 1 0,1-1 0,-1 0 0,1 1 0,-1-1 0,0 0 0,1 0 0,-1 0 0,0 1 0,0-1 0,0 0 0,-1 0 0,1 0 0,0 1 0,-1-1 0,0-2 0,0 2 0,-1-1 0,1 1 0,-1 0 0,1-1 0,-1 1 0,0 0 0,0 0 0,0 0 0,0 1 0,0-1 0,-4-2 0,-5-2 0,0 1 0,0-1 0,-1 2 0,-16-5 0,27 9 0,-8-3 0,-1 0 0,0 1 0,1 1 0,-1 0 0,-13 0 0,20 0 0,1 1 0,-1 1 0,0-1 0,0 0 0,1 1 0,-1-1 0,0 1 0,1 0 0,-1 0 0,1 0 0,-1 0 0,1 0 0,0 1 0,-1-1 0,1 1 0,0 0 0,0-1 0,0 1 0,0 0 0,0 0 0,0 0 0,1 0 0,-3 4 0,-7 19 0,-11 36 0,16-41 0,3-13 0,1 0 0,1 0 0,-1 0 0,1 0 0,0 0 0,1 0 0,0 14 0,0-19 0,1 1 0,-1 0 0,1 0 0,0-1 0,-1 1 0,1 0 0,1-1 0,-1 1 0,0-1 0,1 1 0,-1-1 0,1 0 0,-1 0 0,1 0 0,0 0 0,0 0 0,0 0 0,0 0 0,1 0 0,-1-1 0,0 1 0,5 1 0,22 8 0,-1-1 0,1-1 0,1-2 0,-1-1 0,1-2 0,0 0 0,54-2 0,-80-2-151,1 0-1,-1-1 0,0 1 0,1-1 1,-1 0-1,1 0 0,-1-1 1,5-1-1,3-4-6674</inkml:trace>
</inkml:ink>
</file>

<file path=ppt/ink/ink19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9-22T16:14:16.274"/>
    </inkml:context>
    <inkml:brush xml:id="br0">
      <inkml:brushProperty name="width" value="0.05" units="cm"/>
      <inkml:brushProperty name="height" value="0.05" units="cm"/>
      <inkml:brushProperty name="color" value="#FF0066"/>
    </inkml:brush>
  </inkml:definitions>
  <inkml:trace contextRef="#ctx0" brushRef="#br0">77 0 24575,'94'218'0,"-77"-181"0,9 21 0,-23-51 0,-1-1 0,0 1 0,-1 0 0,0 0 0,0 0 0,0 11 0,-1-17 0,0 0 0,0 0 0,0 0 0,0 0 0,0 0 0,0 1 0,-1-1 0,1 0 0,-1 0 0,1 0 0,0 0 0,-1 0 0,0 0 0,1 0 0,-1 0 0,0 0 0,1-1 0,-1 1 0,0 0 0,0 0 0,0-1 0,1 1 0,-1 0 0,0-1 0,0 1 0,0-1 0,0 1 0,0-1 0,0 1 0,-1-1 0,1 0 0,0 1 0,0-1 0,0 0 0,0 0 0,0 0 0,0 0 0,0 0 0,-1 0 0,1 0 0,-2-1 0,-3 0 0,0 0 0,0-1 0,0 0 0,1 0 0,-1 0 0,-8-5 0,-1-1 24,0-1 0,0-1 0,1 0 0,-23-23 0,33 28-117,-1 0 0,1 0 1,0 0-1,0-1 0,0 0 0,1 1 0,0-1 0,0-1 1,0 1-1,1 0 0,0-1 0,0 1 0,1-1 1,0 0-1,-1-8 0,2 2-6733</inkml:trace>
</inkml:ink>
</file>

<file path=ppt/ink/ink19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9-22T16:14:16.480"/>
    </inkml:context>
    <inkml:brush xml:id="br0">
      <inkml:brushProperty name="width" value="0.05" units="cm"/>
      <inkml:brushProperty name="height" value="0.05" units="cm"/>
      <inkml:brushProperty name="color" value="#FF0066"/>
    </inkml:brush>
  </inkml:definitions>
  <inkml:trace contextRef="#ctx0" brushRef="#br0">0 4 24575,'3'-2'0,"0"1"0,3 4 0,0 3 0,-1 4 0,-2 0-8191</inkml:trace>
</inkml:ink>
</file>

<file path=ppt/ink/ink19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9-22T16:14:17.054"/>
    </inkml:context>
    <inkml:brush xml:id="br0">
      <inkml:brushProperty name="width" value="0.05" units="cm"/>
      <inkml:brushProperty name="height" value="0.05" units="cm"/>
      <inkml:brushProperty name="color" value="#FF0066"/>
    </inkml:brush>
  </inkml:definitions>
  <inkml:trace contextRef="#ctx0" brushRef="#br0">0 179 24575,'1'5'0,"-1"-1"0,1 1 0,0 0 0,1-1 0,-1 1 0,1-1 0,0 0 0,0 0 0,0 1 0,0-1 0,1 0 0,-1-1 0,1 1 0,7 6 0,0 0 0,1 0 0,0-1 0,20 13 0,-28-20 0,-1-1 0,1 1 0,-1-1 0,1 1 0,0-1 0,0 0 0,-1 0 0,1 0 0,0-1 0,0 1 0,0-1 0,0 0 0,0 1 0,0-1 0,0 0 0,0-1 0,0 1 0,0-1 0,0 1 0,0-1 0,-1 0 0,1 0 0,0 0 0,0 0 0,-1 0 0,1-1 0,-1 1 0,1-1 0,3-3 0,-3 2 0,0 0 0,0 0 0,0 1 0,1-1 0,-1 1 0,1 0 0,0 0 0,-1 0 0,1 1 0,0-1 0,0 1 0,0 0 0,0 0 0,0 0 0,7 0 0,6-2 0,-11 2 0,1-1 0,-1 0 0,0 0 0,0-1 0,0 0 0,0 0 0,0 0 0,0-1 0,-1 0 0,1 0 0,-1 0 0,0-1 0,4-5 0,-7 8 0,1-1 0,-1 0 0,0 0 0,0 0 0,-1 0 0,1 0 0,-1-1 0,1 1 0,-1 0 0,0-1 0,0 1 0,-1-1 0,1 1 0,-1-1 0,0 1 0,0-1 0,0 1 0,0-1 0,0 1 0,-1-1 0,0 1 0,1-1 0,-1 1 0,-1 0 0,1-1 0,-3-3 0,-1-3-80,-1 1 0,-1 0-1,0 1 1,0 0 0,-1 0-1,1 0 1,-2 1 0,1 0-1,-1 1 1,0 0 0,-1 0 0,1 1-1,-1 0 1,0 1 0,0 0-1,-14-3 1,10 4-6746</inkml:trace>
</inkml:ink>
</file>

<file path=ppt/ink/ink19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9-22T16:14:17.600"/>
    </inkml:context>
    <inkml:brush xml:id="br0">
      <inkml:brushProperty name="width" value="0.05" units="cm"/>
      <inkml:brushProperty name="height" value="0.05" units="cm"/>
      <inkml:brushProperty name="color" value="#FF0066"/>
    </inkml:brush>
  </inkml:definitions>
  <inkml:trace contextRef="#ctx0" brushRef="#br0">201 0 24575,'-5'0'0,"-5"0"0,-2 0 0,-2 0 0,-1 0 0,-1 0 0,-2 0 0,-1 0 0,0 0 0,1 0 0,-1 0 0,0 0 0,3 0-8191</inkml:trace>
</inkml:ink>
</file>

<file path=ppt/ink/ink19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9-22T16:14:18.361"/>
    </inkml:context>
    <inkml:brush xml:id="br0">
      <inkml:brushProperty name="width" value="0.05" units="cm"/>
      <inkml:brushProperty name="height" value="0.05" units="cm"/>
      <inkml:brushProperty name="color" value="#FF0066"/>
    </inkml:brush>
  </inkml:definitions>
  <inkml:trace contextRef="#ctx0" brushRef="#br0">1 3 24575,'9'-1'0,"0"0"0,1 1 0,-1 0 0,0 0 0,1 1 0,-1 0 0,0 1 0,0 0 0,0 1 0,0-1 0,14 8 0,-11-4 0,-1 0 0,1 2 0,-1-1 0,-1 2 0,0-1 0,0 1 0,13 16 0,-6-6 0,22 34 0,-35-47 0,0 1 0,0 0 0,-1 0 0,0 0 0,0 0 0,-1 0 0,0 1 0,0-1 0,1 14 0,-3-19 0,0 0 0,0 0 0,0 0 0,0 0 0,-1-1 0,1 1 0,0 0 0,-1 0 0,0 0 0,1 0 0,-1-1 0,0 1 0,0 0 0,0-1 0,0 1 0,0-1 0,0 1 0,-2 1 0,1-1 0,-1 0 0,1 0 0,-1 0 0,0-1 0,0 1 0,0-1 0,0 1 0,0-1 0,0 0 0,-3 1 0,-2-1 0,0 0 0,1 0 0,-1 0 0,0-1 0,0 0 0,0 0 0,0-1 0,-9-2 0,1-1 0,-1-1 0,-28-13 0,38 15 0,1 0 0,0-1 0,0 0 0,1 0 0,-1 0 0,1 0 0,0-1 0,0 0 0,0 0 0,-4-6 0,7 6 0,0 1 0,0 0 0,0-1 0,1 0 0,0 1 0,-1-1 0,2 0 0,-1 0 0,0 0 0,1 0 0,0-7 0,1 3 0,0 0 0,0 1 0,1-1 0,-1 1 0,6-14 0,-2 12-1365</inkml:trace>
</inkml:ink>
</file>

<file path=ppt/ink/ink20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9-22T16:14:19.188"/>
    </inkml:context>
    <inkml:brush xml:id="br0">
      <inkml:brushProperty name="width" value="0.05" units="cm"/>
      <inkml:brushProperty name="height" value="0.05" units="cm"/>
      <inkml:brushProperty name="color" value="#FF0066"/>
    </inkml:brush>
  </inkml:definitions>
  <inkml:trace contextRef="#ctx0" brushRef="#br0">25 3 24575,'-1'0'0,"1"0"0,-1-1 0,1 1 0,-1 0 0,1-1 0,-1 1 0,1 0 0,-1 0 0,0 0 0,1 0 0,-1-1 0,1 1 0,-1 0 0,0 0 0,1 0 0,-1 0 0,0 0 0,1 0 0,-1 0 0,1 1 0,-1-1 0,1 0 0,-1 0 0,0 0 0,1 1 0,-1-1 0,1 0 0,-1 1 0,1-1 0,-1 0 0,0 1 0,0 1 0,0-1 0,1 0 0,-1 1 0,1-1 0,-1 1 0,1-1 0,0 1 0,-1-1 0,1 1 0,0-1 0,0 1 0,0 2 0,0 1 0,1 1 0,-1 0 0,1 0 0,1 0 0,-1-1 0,3 7 0,-2-9 0,-1-1 0,0-1 0,1 1 0,0 0 0,-1 0 0,1-1 0,0 1 0,0 0 0,0-1 0,0 0 0,0 1 0,0-1 0,0 0 0,4 1 0,36 9 0,-18-5 0,18 4 0,-32-8 0,1 0 0,-1 1 0,1 1 0,-1-1 0,0 2 0,0-1 0,-1 1 0,17 11 0,-15-7 0,0 1 0,15 17 0,-23-24 0,0 1 0,0 0 0,0 0 0,-1 0 0,1 0 0,-1 1 0,0-1 0,0 0 0,-1 1 0,1 0 0,1 6 0,-3-9 0,0-1 0,0 0 0,-1 0 0,1 0 0,0 0 0,0 0 0,-1 1 0,1-1 0,0 0 0,-1 0 0,1 0 0,-1 0 0,1 0 0,-1 0 0,0 0 0,1 0 0,-1 0 0,0-1 0,0 1 0,0 0 0,1 0 0,-1-1 0,0 1 0,0 0 0,0-1 0,0 1 0,0-1 0,-1 1 0,1-1 0,0 0 0,0 1 0,0-1 0,0 0 0,0 0 0,-2 0 0,-6 2 0,0-2 0,1 1 0,-15-2 0,14 0 0,1 1-136,0 0-1,0-1 1,0 0-1,0 0 1,1-1-1,-1 0 1,1 0-1,-1-1 0,-7-4 1,5 2-6690</inkml:trace>
</inkml:ink>
</file>

<file path=ppt/ink/ink20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9-22T16:14:19.453"/>
    </inkml:context>
    <inkml:brush xml:id="br0">
      <inkml:brushProperty name="width" value="0.05" units="cm"/>
      <inkml:brushProperty name="height" value="0.05" units="cm"/>
      <inkml:brushProperty name="color" value="#FF0066"/>
    </inkml:brush>
  </inkml:definitions>
  <inkml:trace contextRef="#ctx0" brushRef="#br0">1 55 24575,'30'-5'0,"12"-4"0,5-1 0,-4 2 0,-6 2 0,-7 2 0,-7 1 0,-4 0 0,-3-1 0,-4 1-8191</inkml:trace>
</inkml:ink>
</file>

<file path=ppt/ink/ink20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9-22T16:14:20.112"/>
    </inkml:context>
    <inkml:brush xml:id="br0">
      <inkml:brushProperty name="width" value="0.05" units="cm"/>
      <inkml:brushProperty name="height" value="0.05" units="cm"/>
      <inkml:brushProperty name="color" value="#FF0066"/>
    </inkml:brush>
  </inkml:definitions>
  <inkml:trace contextRef="#ctx0" brushRef="#br0">29 89 24575,'0'-8'0,"-3"-2"0,0-2 0,0-1 0,-2 1 0,0 0 0,0 0 0,2 4 0,1 7 0</inkml:trace>
</inkml:ink>
</file>

<file path=ppt/ink/ink20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9-22T16:14:20.829"/>
    </inkml:context>
    <inkml:brush xml:id="br0">
      <inkml:brushProperty name="width" value="0.05" units="cm"/>
      <inkml:brushProperty name="height" value="0.05" units="cm"/>
      <inkml:brushProperty name="color" value="#FF0066"/>
    </inkml:brush>
  </inkml:definitions>
  <inkml:trace contextRef="#ctx0" brushRef="#br0">1 0 24575,'9'86'0,"-3"-37"0,6 29-38,25 87 0,-17-84-1251,-18-69-5537</inkml:trace>
</inkml:ink>
</file>

<file path=ppt/ink/ink20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9-22T16:14:21.779"/>
    </inkml:context>
    <inkml:brush xml:id="br0">
      <inkml:brushProperty name="width" value="0.05" units="cm"/>
      <inkml:brushProperty name="height" value="0.05" units="cm"/>
      <inkml:brushProperty name="color" value="#FF0066"/>
    </inkml:brush>
  </inkml:definitions>
  <inkml:trace contextRef="#ctx0" brushRef="#br0">3 16 24575,'0'-1'0,"1"-1"0,-1 1 0,1 0 0,-1 0 0,1 0 0,-1-1 0,1 1 0,0 0 0,-1 0 0,1 0 0,1-1 0,0 5 0,-3 8 0,-5 26 0,3 0 0,1 0 0,4 66 0,0-85 0,0 0 0,2 0 0,9 33 0,26 49 0,-21-59 0,-9-11-1365,-7-18-5461</inkml:trace>
</inkml:ink>
</file>

<file path=ppt/ink/ink20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9-22T16:14:22.774"/>
    </inkml:context>
    <inkml:brush xml:id="br0">
      <inkml:brushProperty name="width" value="0.05" units="cm"/>
      <inkml:brushProperty name="height" value="0.05" units="cm"/>
      <inkml:brushProperty name="color" value="#FF0066"/>
    </inkml:brush>
  </inkml:definitions>
  <inkml:trace contextRef="#ctx0" brushRef="#br0">46 39 24575,'0'3'0,"3"0"0,0-2 0,0-4 0,-3-5 0,-4 0 0,-1-1 0,-3 0 0,-2 3 0,1 3 0,1 6 0,3 0 0,1 1 0,3 4 0</inkml:trace>
</inkml:ink>
</file>

<file path=ppt/ink/ink20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9-22T16:14:23.158"/>
    </inkml:context>
    <inkml:brush xml:id="br0">
      <inkml:brushProperty name="width" value="0.05" units="cm"/>
      <inkml:brushProperty name="height" value="0.05" units="cm"/>
      <inkml:brushProperty name="color" value="#FF0066"/>
    </inkml:brush>
  </inkml:definitions>
  <inkml:trace contextRef="#ctx0" brushRef="#br0">6 4 24575,'-2'-2'0,"-2"1"0</inkml:trace>
</inkml:ink>
</file>

<file path=ppt/ink/ink20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9-22T16:20:37.415"/>
    </inkml:context>
    <inkml:brush xml:id="br0">
      <inkml:brushProperty name="width" value="0.05" units="cm"/>
      <inkml:brushProperty name="height" value="0.05" units="cm"/>
      <inkml:brushProperty name="color" value="#AB008B"/>
    </inkml:brush>
  </inkml:definitions>
  <inkml:trace contextRef="#ctx0" brushRef="#br0">976 1062 24575,'-26'-23'57,"-10"-12"-5767,13 9 5110,-76-88 388,-6 4 6677,-44-43-6854,-131-176-1,239 275 376,-39-50-12,63 85 64,-1 1 0,-1 0-1,-21-16 1,10 15-751,18 13-6097</inkml:trace>
</inkml:ink>
</file>

<file path=ppt/ink/ink20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9-22T16:20:38.521"/>
    </inkml:context>
    <inkml:brush xml:id="br0">
      <inkml:brushProperty name="width" value="0.05" units="cm"/>
      <inkml:brushProperty name="height" value="0.05" units="cm"/>
      <inkml:brushProperty name="color" value="#AB008B"/>
    </inkml:brush>
  </inkml:definitions>
  <inkml:trace contextRef="#ctx0" brushRef="#br0">33 175 24575,'27'2'0,"32"-1"0,-50-2 0,-1 1 0,1-1 0,-1-1 0,1 0 0,-1 0 0,1-1 0,12-5 0,-19 7 0,0 0 0,0-1 0,0 1 0,0 0 0,0-1 0,-1 1 0,1-1 0,0 1 0,-1-1 0,1 0 0,-1 1 0,0-1 0,1 0 0,-1 0 0,0 0 0,0 0 0,0-1 0,-1 1 0,1 0 0,0 0 0,-1 0 0,1-1 0,-1 1 0,0 0 0,0 0 0,0-1 0,0 1 0,0 0 0,-1-1 0,1 1 0,-1 0 0,1 0 0,-2-3 0,-1-3 0,0 0 0,-1 0 0,0 1 0,0-1 0,-1 1 0,0 0 0,-9-10 0,13 15 0,-1 0 0,0 0 0,1 1 0,-1-1 0,0 1 0,0-1 0,0 1 0,0 0 0,0 0 0,0 0 0,0 0 0,0 0 0,-1 0 0,1 1 0,0-1 0,0 1 0,-4-1 0,2 1 0,1 1 0,0-1 0,0 1 0,0-1 0,0 1 0,0 0 0,0 0 0,0 1 0,0-1 0,0 1 0,-4 2 0,-4 5 0,0 0 0,1 1 0,0 0 0,-14 18 0,20-24 0,0 1 0,0 0 0,0 0 0,1 1 0,0-1 0,0 1 0,0 0 0,1-1 0,0 1 0,-3 10 0,5-13 0,-1 1 0,1-1 0,0 0 0,0 1 0,0-1 0,0 1 0,1-1 0,-1 0 0,1 1 0,0-1 0,0 0 0,0 1 0,0-1 0,1 0 0,-1 0 0,1 0 0,0 0 0,0-1 0,3 5 0,3 1 0,0 0 0,1-1 0,0 0 0,0 0 0,0-1 0,1 0 0,0 0 0,1-1 0,11 4 0,16 4 0,48 9 0,-78-20 0,19 4 0,0-2 0,0-1 0,0-1 0,53-2 0,-77-1-170,0 1-1,0-1 0,0 1 1,0-1-1,0 0 0,0 0 1,6-3-1,1-3-6655</inkml:trace>
</inkml:ink>
</file>

<file path=ppt/ink/ink20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9-22T16:20:39.064"/>
    </inkml:context>
    <inkml:brush xml:id="br0">
      <inkml:brushProperty name="width" value="0.05" units="cm"/>
      <inkml:brushProperty name="height" value="0.05" units="cm"/>
      <inkml:brushProperty name="color" value="#AB008B"/>
    </inkml:brush>
  </inkml:definitions>
  <inkml:trace contextRef="#ctx0" brushRef="#br0">16 1 24575,'110'263'0,"-47"-119"0,-53-122 0,9 24 0,-18-42 0,0-1 0,0 0 0,0 1 0,-1-1 0,1 1 0,-1-1 0,0 1 0,0-1 0,0 1 0,-2 6 0,2-9 0,0 1 0,-1-1 0,1 0 0,0 1 0,-1-1 0,0 0 0,1 0 0,-1 0 0,0 1 0,0-1 0,0 0 0,1 0 0,-1 0 0,0 0 0,0 0 0,0-1 0,-1 1 0,1 0 0,0 0 0,-2 0 0,1 0 0,0-1 0,0 0 0,0 1 0,0-1 0,0 0 0,0 0 0,0 0 0,0 0 0,0 0 0,0 0 0,0-1 0,-2 0 0,-4-1 0,1-1 0,0 0 0,1 0 0,-1-1 0,1 0 0,-8-6 0,-2-2 0,1-2 0,1 0 0,1 0 0,0-2 0,-20-29 0,31 41 0,0 0 0,0 0 0,0 1 0,0-1 0,1 0 0,0-1 0,0 1 0,0 0 0,0 0 0,1 0 0,-1-1 0,1 1 0,0 0 0,1-6 0,-1 8 0,1-1 0,0 1 0,-1-1 0,1 1 0,0 0 0,0-1 0,1 1 0,-1 0 0,0 0 0,1 0 0,-1 0 0,1 0 0,0 0 0,0 0 0,0 0 0,0 1 0,0-1 0,0 1 0,0-1 0,0 1 0,0 0 0,1 0 0,-1 0 0,5-1 0,6-1-1365,0 1-5461</inkml:trace>
</inkml:ink>
</file>

<file path=ppt/ink/ink21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9-22T16:20:39.255"/>
    </inkml:context>
    <inkml:brush xml:id="br0">
      <inkml:brushProperty name="width" value="0.05" units="cm"/>
      <inkml:brushProperty name="height" value="0.05" units="cm"/>
      <inkml:brushProperty name="color" value="#AB008B"/>
    </inkml:brush>
  </inkml:definitions>
  <inkml:trace contextRef="#ctx0" brushRef="#br0">0 1 24575,'0'0'-8191</inkml:trace>
</inkml:ink>
</file>

<file path=ppt/ink/ink21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9-22T16:20:39.830"/>
    </inkml:context>
    <inkml:brush xml:id="br0">
      <inkml:brushProperty name="width" value="0.05" units="cm"/>
      <inkml:brushProperty name="height" value="0.05" units="cm"/>
      <inkml:brushProperty name="color" value="#AB008B"/>
    </inkml:brush>
  </inkml:definitions>
  <inkml:trace contextRef="#ctx0" brushRef="#br0">0 145 24575,'1'4'0,"-1"0"0,1-1 0,0 1 0,0 0 0,0 0 0,0-1 0,1 1 0,0-1 0,0 1 0,0-1 0,0 1 0,3 2 0,2 4 0,1-2 0,15 15 0,-14-15 0,1-1 0,-1 0 0,1-1 0,1 0 0,16 7 0,-22-10 0,1-1 0,-1-1 0,1 1 0,0-1 0,-1 0 0,1 0 0,0 0 0,0-1 0,-1 0 0,1 0 0,0-1 0,0 1 0,8-3 0,-12 2 0,1 0 0,-1 0 0,0 0 0,1 0 0,-1 0 0,0-1 0,0 1 0,0-1 0,0 1 0,0-1 0,0 0 0,0 0 0,-1 0 0,1 0 0,-1 0 0,1 0 0,1-4 0,-2 2 0,1 0 0,-1-1 0,1 1 0,-1-1 0,0 0 0,-1 1 0,1-1 0,-1-7 0,0 14 0,1 0 0,-1 0 0,0 0 0,1 0 0,0 0 0,0 0 0,-1 0 0,1 0 0,0 0 0,0 0 0,3 3 0,0 0 0,1 0 0,-1 0 0,10 7 0,-7-7 0,0 1 0,1-1 0,0-1 0,0 1 0,0-2 0,14 6 0,-16-7 0,1-1 0,-1 0 0,1 0 0,-1 0 0,1-1 0,-1 1 0,1-2 0,0 1 0,-1-1 0,1 0 0,6-2 0,-9 2 0,-1-1 0,1 1 0,-1-1 0,1 0 0,-1 0 0,1 0 0,-1 0 0,0-1 0,0 1 0,0-1 0,0 0 0,-1 0 0,1 0 0,-1 0 0,0 0 0,0-1 0,0 1 0,0-1 0,2-5 0,-2 3-6,-1 1-1,1 0 0,-1-1 0,0 1 1,-1-1-1,1 0 0,-1 1 1,0-1-1,-1 1 0,1-1 1,-2-6-1,0 3 32,-1 1 0,0 1 0,0-1 0,0 0 0,-1 1 0,0 0 0,-6-8 0,2 5-174,0-1 1,-1 2-1,0-1 1,-1 1-1,0 1 1,0-1-1,-1 2 1,0-1-1,-18-8 1,12 9-6678</inkml:trace>
</inkml:ink>
</file>

<file path=ppt/ink/ink21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9-22T16:20:53.169"/>
    </inkml:context>
    <inkml:brush xml:id="br0">
      <inkml:brushProperty name="width" value="0.05" units="cm"/>
      <inkml:brushProperty name="height" value="0.05" units="cm"/>
      <inkml:brushProperty name="color" value="#00A0D7"/>
    </inkml:brush>
  </inkml:definitions>
  <inkml:trace contextRef="#ctx0" brushRef="#br0">2822 32 24575,'-434'-27'0,"-115"23"0,313 5 0,-206 18 0,360-14 0,-251 10 0,-25-9 0,298-6 0,43 0 0,0 0 0,0-1 0,0-1 0,0 0 0,0-2 0,0 0 0,-22-8 0,30 5 0,8 7 0,1 0 0,0 0 0,0 0 0,0 0 0,0-1 0,0 1 0,0 0 0,0 0 0,0 0 0,0 0 0,0-1 0,-1 1 0,1 0 0,0 0 0,0 0 0,0-1 0,0 1 0,0 0 0,1 0 0,-1 0 0,0-1 0,0 1 0,0 0 0,0 0 0,0 0 0,0 0 0,0-1 0,0 1 0,0 0 0,0 0 0,1-1 0,0 1 0,0-1 0,0 1 0,0-1 0,0 1 0,0-1 0,0 1 0,0 0 0,0-1 0,0 1 0,0 0 0,0 0 0,0 0 0,0 0 0,0 0 0,0 0 0,1 0 0,153 24 0,1212 38-1952,-999-62 2807,-466-6 302,23 0-1217,-77-1 60,-147-4-113,20 4-508,-46-1 676,-297 9 416,511-9-127,17 0-1845,81 8-5325</inkml:trace>
</inkml:ink>
</file>

<file path=ppt/ink/ink21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9-22T16:21:03.523"/>
    </inkml:context>
    <inkml:brush xml:id="br0">
      <inkml:brushProperty name="width" value="0.05" units="cm"/>
      <inkml:brushProperty name="height" value="0.05" units="cm"/>
      <inkml:brushProperty name="color" value="#00A0D7"/>
    </inkml:brush>
  </inkml:definitions>
  <inkml:trace contextRef="#ctx0" brushRef="#br0">15 1 24575,'-2'2'0,"-2"4"0,1 3 0,1 3 0,0 1 0,1-1-8191</inkml:trace>
</inkml:ink>
</file>

<file path=ppt/ink/ink21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9-22T16:20:57.286"/>
    </inkml:context>
    <inkml:brush xml:id="br0">
      <inkml:brushProperty name="width" value="0.05" units="cm"/>
      <inkml:brushProperty name="height" value="0.05" units="cm"/>
      <inkml:brushProperty name="color" value="#00A0D7"/>
    </inkml:brush>
  </inkml:definitions>
  <inkml:trace contextRef="#ctx0" brushRef="#br0">1105 682 24575,'1'0'0,"-1"0"0,1-1 0,0 1 0,-1 0 0,1-1 0,-1 1 0,1 0 0,0-1 0,-1 1 0,1-1 0,-1 1 0,1-1 0,-1 1 0,0-1 0,1 1 0,-1-1 0,1 0 0,-1 1 0,0-1 0,0 0 0,1 1 0,-1-1 0,0 0 0,0 1 0,0-1 0,0 0 0,1 0 0,1-24 0,-2 23 0,1-10 0,-2 0 0,0 0 0,0 0 0,-1 0 0,-1 1 0,0-1 0,-7-19 0,-42-77 0,36 78 0,1 5 0,-1 0 0,-1 0 0,-1 2 0,-37-38 0,47 54 0,-1 0 0,1 1 0,-1 0 0,-16-7 0,1-1 0,-8-5 0,-48-27 0,-76-13 0,120 44 0,29 12 0,-1-1 0,1 2 0,-1-1 0,0 1 0,0 0 0,-14-2 0,1 3 0,5 1 0,-1-1 0,-24-5 0,18 2 0,-1 1 0,1 2 0,-45 2 0,20 0 0,29 0 0,1 1 0,0 0 0,-1 2 0,1 0 0,1 1 0,-21 8 0,11 3-1365</inkml:trace>
</inkml:ink>
</file>

<file path=ppt/ink/ink21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9-22T16:20:58.225"/>
    </inkml:context>
    <inkml:brush xml:id="br0">
      <inkml:brushProperty name="width" value="0.05" units="cm"/>
      <inkml:brushProperty name="height" value="0.05" units="cm"/>
      <inkml:brushProperty name="color" value="#00A0D7"/>
    </inkml:brush>
  </inkml:definitions>
  <inkml:trace contextRef="#ctx0" brushRef="#br0">166 0 24575,'2'0'0,"19"2"0,-21-2 0,0 0 0,0 0 0,0 0 0,0 0 0,1 0 0,-1 0 0,0 0 0,0 1 0,0-1 0,0 0 0,0 0 0,1 0 0,-1 0 0,0 0 0,0 0 0,0 0 0,0 0 0,0 1 0,0-1 0,0 0 0,0 0 0,1 0 0,-1 0 0,0 0 0,0 0 0,0 1 0,0-1 0,0 0 0,0 0 0,0 0 0,0 0 0,0 1 0,0-1 0,0 0 0,0 0 0,0 0 0,-8 9 0,-57 40 0,18-12 0,-17 16 0,64-53 0,-1 0 0,1 0 0,0 0 0,-1 0 0,1 1 0,-1-1 0,1 0 0,0 0 0,-1 1 0,1-1 0,0 0 0,-1 1 0,1-1 0,0 0 0,0 1 0,-1-1 0,1 1 0,0-1 0,0 0 0,0 1 0,-1-1 0,1 1 0,0-1 0,0 0 0,0 1 0,0-1 0,0 1 0,0-1 0,0 1 0,0-1 0,0 1 0,0-1 0,0 0 0,0 1 0,0-1 0,0 1 0,1-1 0,-1 1 0,0-1 0,0 0 0,0 1 0,1-1 0,-1 1 0,0-1 0,0 0 0,1 1 0,-1-1 0,0 0 0,1 0 0,-1 1 0,0-1 0,1 0 0,-1 0 0,1 1 0,-1-1 0,0 0 0,1 0 0,-1 0 0,1 1 0,5 1 0,-1 0 0,1 0 0,8 1 0,-9-2 0,56 13 0,-11-3 0,1 1 0,89 37 0,-136-47-273,1 0 0,-1 1 0,0-1 0,7 7 0,-3-1-6553</inkml:trace>
</inkml:ink>
</file>

<file path=ppt/ink/ink21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9-22T16:20:59.380"/>
    </inkml:context>
    <inkml:brush xml:id="br0">
      <inkml:brushProperty name="width" value="0.05" units="cm"/>
      <inkml:brushProperty name="height" value="0.05" units="cm"/>
      <inkml:brushProperty name="color" value="#00A0D7"/>
    </inkml:brush>
  </inkml:definitions>
  <inkml:trace contextRef="#ctx0" brushRef="#br0">1 149 24575,'0'-4'0,"1"0"0,0 1 0,0-1 0,0 1 0,0-1 0,0 1 0,1 0 0,-1-1 0,1 1 0,0 0 0,0 0 0,1 0 0,-1 0 0,0 1 0,1-1 0,0 1 0,-1-1 0,1 1 0,6-4 0,2-1 0,1 0 0,0 1 0,0 0 0,14-4 0,13-1 0,1 2 0,0 1 0,67-4 0,-62 7 0,-29 4-1365,-3 0-5461</inkml:trace>
</inkml:ink>
</file>

<file path=ppt/ink/ink21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9-22T16:21:00.912"/>
    </inkml:context>
    <inkml:brush xml:id="br0">
      <inkml:brushProperty name="width" value="0.05" units="cm"/>
      <inkml:brushProperty name="height" value="0.05" units="cm"/>
      <inkml:brushProperty name="color" value="#00A0D7"/>
    </inkml:brush>
  </inkml:definitions>
  <inkml:trace contextRef="#ctx0" brushRef="#br0">335 8 24575,'1'-1'0,"0"0"0,1 0 0,-1 0 0,0 1 0,1-1 0,-1 1 0,1-1 0,0 1 0,-1-1 0,1 1 0,-1 0 0,1-1 0,0 1 0,1 0 0,-2 0 0,-1 0 0,0 1 0,1-1 0,-1 0 0,0 0 0,1 0 0,-1 0 0,0 0 0,0 1 0,1-1 0,-1 0 0,0 0 0,0 0 0,1 1 0,-1-1 0,0 0 0,0 0 0,1 1 0,-1-1 0,0 0 0,0 1 0,0-1 0,0 0 0,0 0 0,1 1 0,-1 0 0,0 1 0,0-1 0,0 0 0,0 0 0,0 0 0,-1 0 0,1 0 0,0 0 0,-1 0 0,1 0 0,-1 2 0,-2 2 0,1 0 0,-1 0 0,0-1 0,-1 1 0,1-1 0,-1 0 0,-6 6 0,-35 24 0,16-12 0,-81 74 0,81-68 0,7-6 0,0-1 0,-46 31 0,68-52 0,0 0 0,0 0 0,-1 0 0,1 0 0,0 0 0,-1 0 0,1 0 0,0 1 0,0-1 0,-1 0 0,1 0 0,0 0 0,0 0 0,-1 1 0,1-1 0,0 0 0,0 0 0,0 1 0,-1-1 0,1 0 0,0 0 0,0 1 0,0-1 0,0 0 0,0 1 0,0-1 0,0 0 0,0 0 0,-1 1 0,1-1 0,0 0 0,0 1 0,0-1 0,1 1 0,10 2 0,26-3 0,-30 0 0,256-2-58,-171 3-1249,-79-1-5519</inkml:trace>
</inkml:ink>
</file>

<file path=ppt/ink/ink21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9-22T16:21:02.713"/>
    </inkml:context>
    <inkml:brush xml:id="br0">
      <inkml:brushProperty name="width" value="0.05" units="cm"/>
      <inkml:brushProperty name="height" value="0.05" units="cm"/>
      <inkml:brushProperty name="color" value="#00A0D7"/>
    </inkml:brush>
  </inkml:definitions>
  <inkml:trace contextRef="#ctx0" brushRef="#br0">0 127 24575,'14'1'0,"65"-4"0,-69 1 0,1 1 0,-1-1 0,0-1 0,0 0 0,16-7 0,-25 9 0,1 0 0,-1 1 0,1-1 0,-1 0 0,0 0 0,1 0 0,-1 0 0,0 0 0,0 0 0,0 0 0,0-1 0,0 1 0,0 0 0,0-1 0,0 1 0,-1-1 0,1 1 0,0 0 0,-1-1 0,1 0 0,-1 1 0,0-1 0,1 1 0,-1-1 0,0 1 0,0-1 0,0 0 0,0 1 0,0-1 0,0 1 0,-1-1 0,0-2 0,0 1 0,0 0 0,0-1 0,-1 1 0,1 0 0,-1 0 0,0 1 0,0-1 0,0 0 0,0 1 0,0-1 0,0 1 0,-1-1 0,1 1 0,-5-3 0,4 3 0,1 1 0,0-1 0,-1 1 0,1 0 0,-1 0 0,0 0 0,1 0 0,-1 0 0,0 0 0,1 1 0,-1-1 0,0 1 0,0 0 0,0 0 0,1 0 0,-1 0 0,0 0 0,0 1 0,0-1 0,1 1 0,-1 0 0,0 0 0,1 0 0,-1 0 0,1 0 0,-1 1 0,1-1 0,0 1 0,-1-1 0,-1 3 0,-4 2 0,1-1 0,0 1 0,1 0 0,0 0 0,0 1 0,0-1 0,-8 15 0,12-19 0,1 1 0,-1 0 0,1-1 0,0 1 0,0 0 0,0 0 0,0 0 0,1-1 0,-1 1 0,1 0 0,0 0 0,0 0 0,0 0 0,0 0 0,0 0 0,1 0 0,-1 0 0,1 0 0,0 0 0,0-1 0,0 1 0,0 0 0,0 0 0,1-1 0,-1 1 0,4 3 0,4 4 0,1 0 0,0 0 0,0-1 0,1-1 0,0 0 0,1 0 0,0-1 0,0-1 0,0 0 0,23 7 0,-18-8 0,31 5 0,-47-9-105,1-1 0,-1 0 0,1 0 0,0-1 0,-1 1 0,1 0 0,-1 0 0,1-1 0,-1 1 0,1-1 0,-1 1 0,3-2 0,4-3-6721</inkml:trace>
</inkml:ink>
</file>

<file path=ppt/ink/ink21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9-22T16:21:03.290"/>
    </inkml:context>
    <inkml:brush xml:id="br0">
      <inkml:brushProperty name="width" value="0.05" units="cm"/>
      <inkml:brushProperty name="height" value="0.05" units="cm"/>
      <inkml:brushProperty name="color" value="#00A0D7"/>
    </inkml:brush>
  </inkml:definitions>
  <inkml:trace contextRef="#ctx0" brushRef="#br0">0 1 24575,'24'73'0,"56"121"0,-55-145 0,-14-28 0,0 1 0,-1 0 0,-1 0 0,-1 1 0,5 25 0,-12-46 0,-1-1 0,0 1 0,0 0 0,1-1 0,-1 1 0,0-1 0,0 1 0,-1-1 0,1 1 0,0 0 0,0-1 0,-1 1 0,1-1 0,-1 1 0,1-1 0,-1 1 0,0-1 0,0 0 0,1 1 0,-3 1 0,2-3 0,0 1 0,0 0 0,0-1 0,-1 1 0,1-1 0,0 1 0,0-1 0,-1 0 0,1 1 0,0-1 0,-1 0 0,1 0 0,0 0 0,-1 0 0,1 0 0,0-1 0,-1 1 0,1 0 0,0 0 0,0-1 0,-1 1 0,1-1 0,0 1 0,0-1 0,-2 0 0,-6-4 0,0 1 0,1-2 0,-1 1 0,1-1 0,0 0 0,1-1 0,-1 0 0,1 0 0,0 0 0,1-1 0,0 0 0,0-1 0,1 1 0,0-1 0,0 0 0,1 0 0,1-1 0,-1 1 0,1-1 0,1 0 0,0 1 0,0-1 0,0-20 0,2 26 7,0 0 0,1 0 0,0 1 0,-1-1 0,1 0 1,1 1-1,-1-1 0,0 1 0,1-1 0,0 1 0,0-1 0,0 1 0,0 0 0,0 0 0,1 0 0,2-3 0,-1 3-131,0-1 0,0 1 1,0 0-1,1 0 0,-1 1 0,1-1 1,0 1-1,-1 0 0,1 0 0,0 1 1,6-2-1,3 1-6702</inkml:trace>
</inkml:ink>
</file>

<file path=ppt/ink/ink22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9-22T16:21:04.068"/>
    </inkml:context>
    <inkml:brush xml:id="br0">
      <inkml:brushProperty name="width" value="0.05" units="cm"/>
      <inkml:brushProperty name="height" value="0.05" units="cm"/>
      <inkml:brushProperty name="color" value="#00A0D7"/>
    </inkml:brush>
  </inkml:definitions>
  <inkml:trace contextRef="#ctx0" brushRef="#br0">15 126 24575,'-6'-10'0,"-3"-9"0,9 18 0,1 3 0,8 10 0,6 10 0,1 0 0,36 39 0,-43-53 0,-1 0 0,2-1 0,-1 0 0,1 0 0,0-1 0,0 0 0,1-1 0,-1 0 0,18 5 0,-26-9 0,0-1 0,0 1 0,0-1 0,1 0 0,-1 1 0,0-1 0,0 0 0,1 0 0,-1 0 0,0-1 0,0 1 0,0-1 0,1 1 0,-1-1 0,0 0 0,0 1 0,0-1 0,0 0 0,0-1 0,3-1 0,-3 1 0,0 0 0,1-1 0,-1 1 0,-1-1 0,1 1 0,0-1 0,-1 0 0,1 1 0,-1-1 0,0 0 0,0 0 0,0 0 0,0 0 0,0-5 0,0 6 0,-1-1 0,1 0 0,-1 1 0,1-1 0,0 0 0,0 1 0,2-4 0,-2 5 0,0 0 0,0 0 0,-1 0 0,1 0 0,0 1 0,0-1 0,0 0 0,0 1 0,0-1 0,0 1 0,1-1 0,-1 1 0,0-1 0,0 1 0,0 0 0,0-1 0,0 1 0,1 0 0,-1 0 0,2 0 0,7 0 0,1 0 0,-1-1 0,0-1 0,18-4 0,-24 4 0,0 1 0,-1-1 0,0 1 0,1-1 0,-1 0 0,0-1 0,0 1 0,0 0 0,0-1 0,0 0 0,0 1 0,-1-1 0,0 0 0,1 0 0,-1-1 0,2-4 0,-2 4-45,0 0-1,0-1 1,0 1-1,-1 0 1,0-1-1,0 1 1,0-1-1,-1 0 1,1 1-1,-1-1 1,0 0-1,0 1 1,-1-1-1,1 0 1,-1 1-1,0-1 1,-1 1-1,1-1 1,-1 1-1,0 0 1,0 0-1,0-1 1,0 1-1,-1 0 1,1 1-1,-1-1 0,0 0 1,0 1-1,-5-4 1,-1-1-6781</inkml:trace>
</inkml:ink>
</file>

<file path=ppt/ink/ink22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9-22T16:21:04.876"/>
    </inkml:context>
    <inkml:brush xml:id="br0">
      <inkml:brushProperty name="width" value="0.05" units="cm"/>
      <inkml:brushProperty name="height" value="0.05" units="cm"/>
      <inkml:brushProperty name="color" value="#00A0D7"/>
    </inkml:brush>
  </inkml:definitions>
  <inkml:trace contextRef="#ctx0" brushRef="#br0">309 30 24575,'-31'-11'0,"9"8"0,1 1 0,-28 1 0,23 1 0,-28-3 0,-35-6-1365,73 8-5461</inkml:trace>
</inkml:ink>
</file>

<file path=ppt/ink/ink22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9-22T16:21:06.236"/>
    </inkml:context>
    <inkml:brush xml:id="br0">
      <inkml:brushProperty name="width" value="0.05" units="cm"/>
      <inkml:brushProperty name="height" value="0.05" units="cm"/>
      <inkml:brushProperty name="color" value="#00A0D7"/>
    </inkml:brush>
  </inkml:definitions>
  <inkml:trace contextRef="#ctx0" brushRef="#br0">1 33 24575,'9'-5'0,"0"1"0,0-1 0,0 2 0,1-1 0,0 1 0,-1 1 0,1 0 0,0 0 0,0 1 0,0 0 0,0 1 0,1 0 0,11 2 0,-17-1 0,0 0 0,-1 1 0,1-1 0,0 1 0,-1 0 0,1 1 0,-1-1 0,0 1 0,0-1 0,0 1 0,0 1 0,-1-1 0,1 0 0,-1 1 0,0 0 0,0 0 0,0 0 0,0 0 0,-1 0 0,4 8 0,-2-5 0,-1 1 0,0-1 0,-1 0 0,0 1 0,0-1 0,0 1 0,-1 0 0,0 0 0,-1 0 0,0-1 0,0 1 0,-2 11 0,-2-2 0,-2 0 0,0 0 0,-1-1 0,-1 0 0,-13 21 0,5-9 0,13-22 0,0-1 0,1 1 0,-1 0 0,1 0 0,0 0 0,-1 11 0,2-16 0,1 1 0,0-1 0,0 0 0,0 1 0,0-1 0,0 0 0,0 1 0,1-1 0,-1 0 0,0 1 0,1-1 0,-1 0 0,0 0 0,1 1 0,0-1 0,-1 0 0,1 0 0,0 0 0,0 0 0,-1 0 0,1 0 0,0 0 0,0 0 0,0 0 0,0 0 0,0 0 0,1 0 0,-1-1 0,0 1 0,0-1 0,0 1 0,1-1 0,-1 1 0,0-1 0,0 1 0,3-1 0,-1 1-76,0-1 1,-1 1-1,1-1 0,0 0 0,-1 0 0,1 0 0,0 0 0,-1 0 1,1 0-1,0-1 0,-1 1 0,1-1 0,-1 0 0,1 0 1,-1 0-1,1 0 0,3-3 0</inkml:trace>
</inkml:ink>
</file>

<file path=ppt/ink/ink22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9-22T16:21:06.692"/>
    </inkml:context>
    <inkml:brush xml:id="br0">
      <inkml:brushProperty name="width" value="0.05" units="cm"/>
      <inkml:brushProperty name="height" value="0.05" units="cm"/>
      <inkml:brushProperty name="color" value="#00A0D7"/>
    </inkml:brush>
  </inkml:definitions>
  <inkml:trace contextRef="#ctx0" brushRef="#br0">310 31 24575,'0'-1'0,"0"1"0,0-1 0,-1 0 0,1 1 0,0-1 0,-1 0 0,1 1 0,-1-1 0,1 1 0,-1-1 0,1 1 0,-1-1 0,1 1 0,-1-1 0,1 1 0,-1-1 0,0 1 0,1 0 0,-1-1 0,0 1 0,1 0 0,-1 0 0,0 0 0,1-1 0,-1 1 0,0 0 0,-1 0 0,-24-2 0,23 1 0,-47-1 0,-63-5 0,24 1-1365,76 6-5461</inkml:trace>
</inkml:ink>
</file>

<file path=ppt/ink/ink22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9-22T16:21:07.221"/>
    </inkml:context>
    <inkml:brush xml:id="br0">
      <inkml:brushProperty name="width" value="0.05" units="cm"/>
      <inkml:brushProperty name="height" value="0.05" units="cm"/>
      <inkml:brushProperty name="color" value="#00A0D7"/>
    </inkml:brush>
  </inkml:definitions>
  <inkml:trace contextRef="#ctx0" brushRef="#br0">4 16 24575,'-3'0'0,"3"0"0,2 0 0,5-2 0,2-2 0,4 1 0,1 0 0,1 2 0,0-1 0,1 2 0,-1 0 0,-2 0-8191</inkml:trace>
</inkml:ink>
</file>

<file path=ppt/ink/ink22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9-22T16:21:07.628"/>
    </inkml:context>
    <inkml:brush xml:id="br0">
      <inkml:brushProperty name="width" value="0.05" units="cm"/>
      <inkml:brushProperty name="height" value="0.05" units="cm"/>
      <inkml:brushProperty name="color" value="#00A0D7"/>
    </inkml:brush>
  </inkml:definitions>
  <inkml:trace contextRef="#ctx0" brushRef="#br0">1 4 24575,'0'-3'0,"0"3"0,0 2 0,0 5 0,0 2 0,2 4 0,2 1 0,1 1 0,1 0 0,2 1 0,-1-1 0,1-2 0,-1-1 0</inkml:trace>
</inkml:ink>
</file>

<file path=ppt/ink/ink22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9-22T16:21:07.800"/>
    </inkml:context>
    <inkml:brush xml:id="br0">
      <inkml:brushProperty name="width" value="0.05" units="cm"/>
      <inkml:brushProperty name="height" value="0.05" units="cm"/>
      <inkml:brushProperty name="color" value="#00A0D7"/>
    </inkml:brush>
  </inkml:definitions>
  <inkml:trace contextRef="#ctx0" brushRef="#br0">0 1 24575,'0'0'-8191</inkml:trace>
</inkml:ink>
</file>

<file path=ppt/ink/ink22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9-22T16:21:11.056"/>
    </inkml:context>
    <inkml:brush xml:id="br0">
      <inkml:brushProperty name="width" value="0.05" units="cm"/>
      <inkml:brushProperty name="height" value="0.05" units="cm"/>
      <inkml:brushProperty name="color" value="#00A0D7"/>
    </inkml:brush>
  </inkml:definitions>
  <inkml:trace contextRef="#ctx0" brushRef="#br0">120 16 24575,'0'-1'0,"0"1"0,0-1 0,0 0 0,0 0 0,0 0 0,0 1 0,0-1 0,0 0 0,-1 0 0,1 1 0,0-1 0,-1 0 0,1 0 0,0 1 0,-2-2 0,2 2 0,0-1 0,0 1 0,-1 0 0,1 0 0,0 0 0,-1-1 0,1 1 0,0 0 0,-1 0 0,1 0 0,-1 0 0,1 0 0,0 0 0,-1 0 0,1 0 0,0 0 0,-1 0 0,1 0 0,-1 0 0,1 0 0,0 0 0,-1 0 0,1 0 0,-2 1 0,0 0 0,1 0 0,-1 0 0,0 0 0,1 0 0,-1 0 0,1 0 0,0 0 0,-1 1 0,1-1 0,-2 3 0,-9 17 0,0-1 0,1 2 0,2 0 0,0 0 0,1 1 0,1 0 0,2 0 0,-6 42 0,9-39 0,0 1 0,2-1 0,1 1 0,1-1 0,8 39 0,-6-48 0,1 0 0,0-1 0,2 1 0,0-1 0,0 0 0,1-1 0,1 0 0,1 0 0,14 16 0,-7-12-1365,-2-3-5461</inkml:trace>
</inkml:ink>
</file>

<file path=ppt/ink/ink22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9-22T16:21:11.973"/>
    </inkml:context>
    <inkml:brush xml:id="br0">
      <inkml:brushProperty name="width" value="0.05" units="cm"/>
      <inkml:brushProperty name="height" value="0.05" units="cm"/>
      <inkml:brushProperty name="color" value="#00A0D7"/>
    </inkml:brush>
  </inkml:definitions>
  <inkml:trace contextRef="#ctx0" brushRef="#br0">1 28 24575,'0'-1'0,"0"-1"0,0 1 0,0-1 0,0 1 0,0 0 0,0-1 0,1 1 0,-1-1 0,1 1 0,-1 0 0,1-1 0,-1 1 0,1 0 0,0 0 0,0-1 0,0 0 0,0 2 0,0-1 0,-1 1 0,1-1 0,0 1 0,0 0 0,-1-1 0,1 1 0,0 0 0,0 0 0,0 0 0,-1 0 0,1-1 0,0 1 0,0 0 0,0 0 0,-1 0 0,1 1 0,0-1 0,0 0 0,0 0 0,-1 0 0,1 1 0,0-1 0,0 0 0,-1 1 0,1-1 0,0 0 0,-1 1 0,2 0 0,13 10 0,1 1 0,-2 1 0,0 0 0,19 23 0,-17-18 0,13 16 0,48 73 0,13 45 0,-81-135 0,-1-1 0,0 1 0,9 34 0,-15-45 0,-1 0 0,1 1 0,-2-1 0,1 0 0,-1 0 0,0 1 0,0-1 0,-1 0 0,1 1 0,-1-1 0,-1 0 0,1 0 0,-1 0 0,-5 12 0,0-8-34,1-1-1,-1 1 0,-1-1 1,1 0-1,-19 15 1,8-8-1124,5-3-5668</inkml:trace>
</inkml:ink>
</file>

<file path=ppt/ink/ink22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9-22T16:21:36.901"/>
    </inkml:context>
    <inkml:brush xml:id="br0">
      <inkml:brushProperty name="width" value="0.05" units="cm"/>
      <inkml:brushProperty name="height" value="0.05" units="cm"/>
      <inkml:brushProperty name="color" value="#FF0066"/>
    </inkml:brush>
  </inkml:definitions>
  <inkml:trace contextRef="#ctx0" brushRef="#br0">1 104 24575,'0'-1'0,"0"1"0,0 0 0,0-1 0,0 1 0,0-1 0,0 1 0,0-1 0,0 1 0,0-1 0,0 1 0,0-1 0,0 1 0,0 0 0,0-1 0,0 1 0,1-1 0,-1 1 0,0-1 0,0 1 0,0 0 0,1-1 0,-1 1 0,0 0 0,1-1 0,-1 1 0,0 0 0,1-1 0,-1 1 0,0 0 0,1-1 0,-1 1 0,1 0 0,0 0 0,-1 0 0,1 1 0,-1-1 0,1 0 0,-1 1 0,1-1 0,-1 1 0,0-1 0,1 1 0,-1-1 0,0 1 0,1-1 0,-1 1 0,0-1 0,1 1 0,-1-1 0,0 1 0,0 0 0,0-1 0,0 1 0,1-1 0,-1 1 0,0 0 0,0-1 0,0 2 0,5 39 0,2 0 0,17 54 0,6-4 0,62 126 0,-88-209 0,-2-4 0,-1 0 0,1-1 0,0 0 0,0 1 0,0-1 0,5 5 0,-11-25 0,-85-180 0,35 81 0,47 101 0,1 0 0,1 0 0,1 0 0,0-1 0,1 0 0,0 1 0,0-33 0,3 41 0,1 0 0,0-1 0,0 1 0,0 0 0,1 0 0,0 1 0,0-1 0,6-11 0,-5 13 0,0 1 0,0-1 0,1 1 0,-1 0 0,1 0 0,0 0 0,0 0 0,0 1 0,0-1 0,1 1 0,-1 0 0,9-3 0,-7 3 0,0 1 0,0 0 0,0 0 0,1 0 0,-1 1 0,1 0 0,-1 0 0,1 1 0,-1-1 0,1 2 0,0-1 0,-1 1 0,1 0 0,-1 0 0,0 1 0,1-1 0,-1 1 0,0 1 0,0-1 0,0 1 0,0 1 0,0-1 0,7 6 0,-11-7 0,0 0 0,0-1 0,0 1 0,-1 0 0,1 0 0,0 0 0,-1 1 0,0-1 0,1 0 0,-1 1 0,0-1 0,0 0 0,0 1 0,0-1 0,-1 1 0,1 0 0,-1-1 0,1 1 0,-1-1 0,0 1 0,0 0 0,0-1 0,0 1 0,-1 0 0,1-1 0,-1 1 0,0-1 0,1 1 0,-3 3 0,-1 4 0,-1 0 0,0-1 0,0 1 0,-1-1 0,-13 15 0,2-3-682,-32 30-1,40-43-6143</inkml:trace>
</inkml:ink>
</file>

<file path=ppt/ink/ink23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9-22T16:21:37.431"/>
    </inkml:context>
    <inkml:brush xml:id="br0">
      <inkml:brushProperty name="width" value="0.05" units="cm"/>
      <inkml:brushProperty name="height" value="0.05" units="cm"/>
      <inkml:brushProperty name="color" value="#FF0066"/>
    </inkml:brush>
  </inkml:definitions>
  <inkml:trace contextRef="#ctx0" brushRef="#br0">1 0 24575,'0'5'0,"-1"36"0,2 0 0,2-1 0,11 58 0,21 26 0,-28-102 0,-7-21-74,1 0-2,-1 0 0,0 0 0,1 0 0,-1 0 1,0-1-1,0 1 0,0 0 0,0 0 0,0 0 0,0 0 0,0 0 0,0 0 0,0 0 0,0 0 0,0 0 0,-1 1 0</inkml:trace>
</inkml:ink>
</file>

<file path=ppt/ink/ink23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9-22T16:21:37.778"/>
    </inkml:context>
    <inkml:brush xml:id="br0">
      <inkml:brushProperty name="width" value="0.05" units="cm"/>
      <inkml:brushProperty name="height" value="0.05" units="cm"/>
      <inkml:brushProperty name="color" value="#FF0066"/>
    </inkml:brush>
  </inkml:definitions>
  <inkml:trace contextRef="#ctx0" brushRef="#br0">130 0 24575,'-16'0'0,"-28"4"0,39-3 0,-1 0 0,1 0 0,0 1 0,-1 0 0,1 0 0,0 0 0,0 1 0,-8 5 0,12-8 0,0 1 0,0-1 0,0 1 0,0 0 0,0 0 0,1-1 0,-1 1 0,0 0 0,0 0 0,1 0 0,-1 0 0,1 0 0,-1 0 0,0 0 0,1 0 0,0 0 0,-1 0 0,1 0 0,0 0 0,-1 0 0,1 0 0,0 0 0,0 1 0,0-1 0,0 0 0,0 0 0,0 0 0,0 0 0,1 0 0,-1 0 0,0 1 0,1-1 0,-1 0 0,0 0 0,1 0 0,-1 0 0,1 0 0,0 0 0,-1 0 0,1 0 0,0-1 0,0 1 0,-1 0 0,1 0 0,2 1 0,1 2 0,1-1 0,0 1 0,1-1 0,-1 0 0,0 0 0,1 0 0,7 2 0,18 4 0,0-1 0,1-2 0,-1-1 0,59 2 0,-61-4-1365,-19 0-5461</inkml:trace>
</inkml:ink>
</file>

<file path=ppt/ink/ink23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9-22T16:21:38.322"/>
    </inkml:context>
    <inkml:brush xml:id="br0">
      <inkml:brushProperty name="width" value="0.05" units="cm"/>
      <inkml:brushProperty name="height" value="0.05" units="cm"/>
      <inkml:brushProperty name="color" value="#FF0066"/>
    </inkml:brush>
  </inkml:definitions>
  <inkml:trace contextRef="#ctx0" brushRef="#br0">1 0 24575,'28'7'0,"0"2"0,0 1 0,-1 1 0,0 1 0,-1 1 0,26 18 0,-35-19 0,-2 0 0,1 1 0,-1 0 0,-1 2 0,-1-1 0,0 2 0,-1 0 0,0 0 0,16 33 0,-15-24 0,-1 1 0,-2 0 0,0 1 0,10 52 0,-18-68 0,0-1 0,-1 0 0,-1 1 0,0-1 0,0 1 0,-1-1 0,0 1 0,-1-1 0,0 0 0,-1 0 0,0 0 0,0 0 0,-1 0 0,-1-1 0,0 1 0,-8 12 0,4-10-682,-19 18-1,12-15-6143</inkml:trace>
</inkml:ink>
</file>

<file path=ppt/ink/ink23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9-22T16:21:28.339"/>
    </inkml:context>
    <inkml:brush xml:id="br0">
      <inkml:brushProperty name="width" value="0.05" units="cm"/>
      <inkml:brushProperty name="height" value="0.05" units="cm"/>
      <inkml:brushProperty name="color" value="#FF0066"/>
    </inkml:brush>
  </inkml:definitions>
  <inkml:trace contextRef="#ctx0" brushRef="#br0">873 547 24575,'0'-1'0,"1"1"0,0 0 0,0-1 0,-1 1 0,1 0 0,0-1 0,-1 1 0,1-1 0,-1 1 0,1-1 0,-1 0 0,1 1 0,-1-1 0,1 0 0,-1 1 0,1-1 0,-1 0 0,0 1 0,1-1 0,-1 0 0,0 0 0,0 1 0,1-1 0,-1 0 0,0 0 0,0 1 0,0-2 0,2-22 0,-3 16 0,0 1 0,0 0 0,-1 0 0,0 0 0,0 0 0,-1 0 0,0 0 0,-4-6 0,-3-5 0,-21-27 0,11 22 0,-1 0 0,-28-23 0,-1-1 0,35 33 0,-18-13 0,16 14 0,-15-15 0,25 22 0,-1-1 0,-10-6 0,-15-12 0,22 14 0,-1 0 0,-1 1 0,-19-13 0,24 19 0,0 0 0,-1 0 0,0 0 0,1 1 0,-1 0 0,0 1 0,-13-2 0,-3 1 0,-31-5 0,41 5 0,-1 2 0,0 0 0,0 0 0,1 2 0,-1 0 0,-30 6 0,30-4 0,11-3 0,-13 3 0,-26 7 0,39-8 0,0-1 0,0 1 0,1 0 0,-1 0 0,1 1 0,-1-1 0,1 1 0,0 0 0,0 0 0,-5 6 0,8-7-151,-1-1-1,1 1 0,0 0 0,0 0 1,0 0-1,0 0 0,0 0 1,0 2-1,-1 7-6674</inkml:trace>
</inkml:ink>
</file>

<file path=ppt/ink/ink23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9-22T16:21:29.194"/>
    </inkml:context>
    <inkml:brush xml:id="br0">
      <inkml:brushProperty name="width" value="0.05" units="cm"/>
      <inkml:brushProperty name="height" value="0.05" units="cm"/>
      <inkml:brushProperty name="color" value="#FF0066"/>
    </inkml:brush>
  </inkml:definitions>
  <inkml:trace contextRef="#ctx0" brushRef="#br0">122 1 24575,'1'0'0,"0"0"0,1 0 0,-1 1 0,0-1 0,0 1 0,0-1 0,0 1 0,0-1 0,0 1 0,0 0 0,0-1 0,0 1 0,0 0 0,0 0 0,0 0 0,0 0 0,0 0 0,-1 0 0,1 0 0,0 0 0,-1 0 0,1 0 0,-1 0 0,0 0 0,1 1 0,0 0 0,0 3 0,0-1 0,0 1 0,0 0 0,0-1 0,-1 8 0,0-6 0,0-1 0,-1 1 0,0-1 0,-1 0 0,1 1 0,-1-1 0,0 0 0,0 0 0,0 0 0,-1-1 0,0 1 0,0 0 0,-5 6 0,-5 3 0,0-1 0,-25 20 0,-5 5 0,42-37 0,-1 0 0,1 0 0,0 1 0,0-1 0,0 0 0,0 1 0,0-1 0,0 1 0,0 0 0,0-1 0,1 1 0,-2 2 0,2-3 0,0 0 0,1 0 0,-1-1 0,0 1 0,1 0 0,-1 0 0,0 0 0,1-1 0,-1 1 0,1 0 0,-1 0 0,1-1 0,-1 1 0,1 0 0,0-1 0,-1 1 0,1-1 0,0 1 0,-1-1 0,1 1 0,0-1 0,0 1 0,0-1 0,-1 0 0,1 1 0,0-1 0,1 0 0,55 20 0,69 16 0,-36-12 0,-9-4-1365,-70-15-5461</inkml:trace>
</inkml:ink>
</file>

<file path=ppt/ink/ink23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9-22T16:21:30.475"/>
    </inkml:context>
    <inkml:brush xml:id="br0">
      <inkml:brushProperty name="width" value="0.05" units="cm"/>
      <inkml:brushProperty name="height" value="0.05" units="cm"/>
      <inkml:brushProperty name="color" value="#FF0066"/>
    </inkml:brush>
  </inkml:definitions>
  <inkml:trace contextRef="#ctx0" brushRef="#br0">249 10 24575,'0'-1'0,"0"1"0,0 0 0,0-1 0,0 1 0,0-1 0,0 1 0,0 0 0,0-1 0,0 1 0,0 0 0,-1-1 0,1 1 0,0 0 0,0-1 0,0 1 0,0 0 0,-1-1 0,1 1 0,0 0 0,0 0 0,-1-1 0,1 1 0,0 0 0,-1 0 0,1-1 0,0 1 0,0 0 0,-1 0 0,1 0 0,0 0 0,-1-1 0,1 1 0,-1 0 0,1 0 0,0 0 0,-1 0 0,1 0 0,0 0 0,-1 0 0,1 0 0,0 0 0,-1 0 0,1 0 0,-1 0 0,1 0 0,0 1 0,-1-1 0,1 0 0,0 0 0,-1 0 0,1 0 0,-1 1 0,-16 10 0,-50 65 0,50-53 0,1 0 0,1 1 0,1 0 0,1 1 0,1 1 0,1 0 0,2 0 0,0 1 0,2 0 0,-7 53 0,10-31 0,-2 11 0,2 0 0,7 86 0,19 24-1365,-20-152-5461</inkml:trace>
</inkml:ink>
</file>

<file path=ppt/ink/ink23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9-22T16:21:32.207"/>
    </inkml:context>
    <inkml:brush xml:id="br0">
      <inkml:brushProperty name="width" value="0.05" units="cm"/>
      <inkml:brushProperty name="height" value="0.05" units="cm"/>
      <inkml:brushProperty name="color" value="#FF0066"/>
    </inkml:brush>
  </inkml:definitions>
  <inkml:trace contextRef="#ctx0" brushRef="#br0">473 11 24575,'0'0'0,"0"-1"0,0 1 0,1 0 0,-1-1 0,0 1 0,0 0 0,0-1 0,1 1 0,-1-1 0,0 1 0,0 0 0,0-1 0,0 1 0,0-1 0,0 1 0,0 0 0,0-1 0,0 1 0,0-1 0,0 1 0,0 0 0,0-1 0,0 1 0,0-1 0,-1 0 0,-8 3 0,-11 11 0,-1 3 0,0 0 0,0-2 0,-43 21 0,-1 1 0,22-12 0,-27 18 0,37-18 0,-48 44 0,72-61 0,-7 11 0,15-18 0,1 1 0,0-1 0,0 0 0,0 1 0,0-1 0,0 1 0,0-1 0,0 0 0,0 1 0,0-1 0,0 1 0,1-1 0,-1 0 0,0 1 0,0-1 0,0 0 0,0 1 0,0-1 0,1 1 0,-1-1 0,0 0 0,0 0 0,1 1 0,-1-1 0,0 0 0,1 1 0,-1-1 0,0 0 0,1 0 0,-1 0 0,0 1 0,1-1 0,-1 0 0,0 0 0,1 0 0,-1 0 0,1 0 0,-1 1 0,1-1 0,17 5 0,10-2 0,1 0 0,57-4 0,-36 0 0,207 1-1365,-243 0-5461</inkml:trace>
</inkml:ink>
</file>

<file path=ppt/ink/ink23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9-22T16:21:33.285"/>
    </inkml:context>
    <inkml:brush xml:id="br0">
      <inkml:brushProperty name="width" value="0.05" units="cm"/>
      <inkml:brushProperty name="height" value="0.05" units="cm"/>
      <inkml:brushProperty name="color" value="#FF0066"/>
    </inkml:brush>
  </inkml:definitions>
  <inkml:trace contextRef="#ctx0" brushRef="#br0">32 218 24575,'49'-27'0,"-27"16"0,0 0 0,-1-2 0,0-1 0,21-19 0,-40 32 0,-1-1 0,0 1 0,1 0 0,-1-1 0,0 1 0,0-1 0,0 1 0,0-1 0,0 0 0,0 1 0,-1-1 0,1 0 0,-1 0 0,1 1 0,-1-1 0,1 0 0,-1 0 0,0 0 0,0 0 0,0 1 0,0-1 0,0 0 0,0 0 0,-1 0 0,1 0 0,-1 1 0,1-1 0,-1 0 0,0 0 0,1 1 0,-1-1 0,0 0 0,-2-1 0,1-1 0,-1 1 0,0-1 0,0 1 0,0 0 0,-1 0 0,1 0 0,-1 1 0,0-1 0,1 1 0,-1 0 0,0 0 0,-8-3 0,6 3 0,-1 0 0,1 0 0,0 1 0,-1-1 0,-10 0 0,14 2 0,0 0 0,0 1 0,1-1 0,-1 1 0,0 0 0,0-1 0,1 1 0,-1 0 0,0 1 0,1-1 0,-1 0 0,1 1 0,-5 3 0,0 1 0,0 0 0,0 0 0,0 1 0,1 0 0,-1 0 0,2 0 0,-1 1 0,-6 13 0,11-19 0,0 1 0,0 0 0,0 0 0,0-1 0,0 1 0,0 0 0,1 0 0,-1 0 0,1 0 0,0 0 0,0 0 0,0 0 0,0 0 0,1 0 0,-1 0 0,1 0 0,-1 0 0,1 0 0,0 0 0,0-1 0,1 1 0,-1 0 0,1-1 0,-1 1 0,1 0 0,0-1 0,0 0 0,0 0 0,0 1 0,4 2 0,14 10 0,0 0 0,2-2 0,39 19 0,-43-23-170,1 0-1,0-2 0,1 0 1,-1-1-1,1-1 0,1-1 1,20 2-1,-28-6-6655</inkml:trace>
</inkml:ink>
</file>

<file path=ppt/ink/ink23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9-22T16:21:33.893"/>
    </inkml:context>
    <inkml:brush xml:id="br0">
      <inkml:brushProperty name="width" value="0.05" units="cm"/>
      <inkml:brushProperty name="height" value="0.05" units="cm"/>
      <inkml:brushProperty name="color" value="#FF0066"/>
    </inkml:brush>
  </inkml:definitions>
  <inkml:trace contextRef="#ctx0" brushRef="#br0">17 0 24575,'0'37'0,"2"-1"0,2 0 0,1 0 0,1 0 0,22 66 0,-12-55 0,2-1 0,2 0 0,38 64 0,-48-97 0,-8-11 0,0 0 0,-1 0 0,1 0 0,0 0 0,-1 0 0,0 1 0,0-1 0,2 5 0,-3-7 0,0 0 0,0 0 0,0 1 0,0-1 0,1 0 0,-1 0 0,0 0 0,0 1 0,0-1 0,0 0 0,0 0 0,0 1 0,0-1 0,-1 0 0,1 0 0,0 0 0,0 1 0,0-1 0,0 0 0,0 0 0,0 0 0,0 1 0,0-1 0,0 0 0,-1 0 0,1 0 0,0 0 0,0 0 0,0 1 0,0-1 0,-1 0 0,1 0 0,0 0 0,0 0 0,0 0 0,0 0 0,-1 0 0,1 1 0,0-1 0,0 0 0,0 0 0,-1 0 0,1 0 0,0 0 0,0 0 0,-1 0 0,1 0 0,0 0 0,0 0 0,0 0 0,-1 0 0,1 0 0,0-1 0,0 1 0,0 0 0,-1 0 0,1 0 0,0 0 0,0 0 0,0 0 0,-1-1 0,-13-6 0,-6-8 0,1-1 0,0-1 0,-24-27 0,12 12 0,26 27 0,1 0 0,-1 0 0,1-1 0,0 0 0,0 0 0,1 0 0,-1 0 0,1 0 0,-3-10 0,5 12 0,1 1 0,-1 0 0,1-1 0,-1 1 0,1 0 0,0-1 0,0 1 0,0 0 0,1-1 0,-1 1 0,1 0 0,0 0 0,0-1 0,0 1 0,0 0 0,1 0 0,-1 0 0,1 0 0,0 0 0,0 1 0,0-1 0,2-2 0,2 0 15,0 0 0,0 0 0,0 0-1,0 1 1,1 0 0,0 1 0,0-1-1,9-2 1,-7 3-264,-1-1-1,1 0 0,-1-1 0,0 1 1,8-8-1,-8 5-6576</inkml:trace>
</inkml:ink>
</file>

<file path=ppt/ink/ink23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9-22T16:21:34.111"/>
    </inkml:context>
    <inkml:brush xml:id="br0">
      <inkml:brushProperty name="width" value="0.05" units="cm"/>
      <inkml:brushProperty name="height" value="0.05" units="cm"/>
      <inkml:brushProperty name="color" value="#FF0066"/>
    </inkml:brush>
  </inkml:definitions>
  <inkml:trace contextRef="#ctx0" brushRef="#br0">6 35 24575,'0'-10'0,"0"-1"0,-2 2 0,-2 4 0</inkml:trace>
</inkml:ink>
</file>

<file path=ppt/ink/ink24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9-22T16:21:34.656"/>
    </inkml:context>
    <inkml:brush xml:id="br0">
      <inkml:brushProperty name="width" value="0.05" units="cm"/>
      <inkml:brushProperty name="height" value="0.05" units="cm"/>
      <inkml:brushProperty name="color" value="#FF0066"/>
    </inkml:brush>
  </inkml:definitions>
  <inkml:trace contextRef="#ctx0" brushRef="#br0">18 141 24575,'0'0'0,"-1"0"0,0-1 0,1 1 0,-1 0 0,1-1 0,-1 1 0,0 0 0,1 0 0,-1 0 0,1 0 0,-1-1 0,0 1 0,1 0 0,-1 0 0,0 0 0,1 0 0,-1 0 0,0 1 0,1-1 0,-1 0 0,0 0 0,0 1 0,1-1 0,0 0 0,-1 1 0,1-1 0,0 1 0,0-1 0,-1 1 0,1-1 0,0 0 0,0 1 0,0-1 0,0 1 0,-1-1 0,1 1 0,0-1 0,0 1 0,0-1 0,0 1 0,0-1 0,0 1 0,1 0 0,-1 2 0,1 0 0,0 1 0,-1-1 0,2 0 0,-1 0 0,0 0 0,2 3 0,4 3 0,0 0 0,0 0 0,1 0 0,0-1 0,0-1 0,1 1 0,0-1 0,0-1 0,1 0 0,0 0 0,0-1 0,0 0 0,1 0 0,13 3 0,-22-7 0,0-1 0,-1 1 0,1-1 0,-1 0 0,1 0 0,0 1 0,-1-1 0,1 0 0,0 0 0,-1 0 0,1-1 0,0 1 0,-1 0 0,1-1 0,0 1 0,-1-1 0,1 1 0,-1-1 0,1 0 0,-1 1 0,1-1 0,1-2 0,-2 1 0,1 1 0,0-1 0,-1-1 0,0 1 0,1 0 0,-1 0 0,0 0 0,0-1 0,-1 1 0,1 0 0,0-1 0,-1 1 0,1-4 0,0-5 0,-1 0 0,0 0 0,-1 0 0,0 0 0,-4-17 0,5 28 0,0-1 0,0 1 0,0 0 0,-1-1 0,1 1 0,0 0 0,0-1 0,0 1 0,0 0 0,0-1 0,0 1 0,0 0 0,0-1 0,0 1 0,0 0 0,0-1 0,0 1 0,0 0 0,0-1 0,0 1 0,0 0 0,0-1 0,0 1 0,1 0 0,-1-1 0,0 1 0,0 0 0,0 0 0,0-1 0,1 1 0,-1 0 0,0 0 0,0-1 0,1 1 0,-1 0 0,0 0 0,1-1 0,-1 1 0,0 0 0,0 0 0,1 0 0,-1 0 0,0 0 0,1 0 0,-1-1 0,0 1 0,1 0 0,-1 0 0,0 0 0,1 0 0,-1 0 0,0 0 0,1 0 0,-1 0 0,1 1 0,-1-1 0,0 0 0,0 0 0,1 0 0,0 0 0,25 13 0,-16-8 0,0-1 0,0 0 0,0-1 0,1 0 0,12 2 0,-17-4 0,-1-1 0,0 1 0,0-1 0,0 0 0,0-1 0,1 1 0,-1-1 0,0 0 0,0 0 0,9-4 0,-12 4 0,1 0 0,-1-1 0,0 0 0,0 1 0,0-1 0,0 0 0,0 0 0,0 0 0,-1 0 0,1 0 0,-1 0 0,1-1 0,-1 1 0,0 0 0,0-1 0,0 1 0,0-1 0,0 1 0,-1-1 0,1 0 0,-1 1 0,1-1 0,-1 0 0,0-3 0,0-2 0,-1 1 0,0 0 0,0 0 0,0 0 0,-1-1 0,0 1 0,-5-11 0,3 8-455,-1 1 0,-9-14 0,6 13-6371</inkml:trace>
</inkml:ink>
</file>

<file path=ppt/ink/ink24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9-22T16:21:35.422"/>
    </inkml:context>
    <inkml:brush xml:id="br0">
      <inkml:brushProperty name="width" value="0.05" units="cm"/>
      <inkml:brushProperty name="height" value="0.05" units="cm"/>
      <inkml:brushProperty name="color" value="#FF0066"/>
    </inkml:brush>
  </inkml:definitions>
  <inkml:trace contextRef="#ctx0" brushRef="#br0">295 16 24575,'-40'0'0,"-71"-9"0,77 5-682,-62 2-1,82 2-6143</inkml:trace>
</inkml:ink>
</file>

<file path=ppt/ink/ink24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9-22T16:21:39.150"/>
    </inkml:context>
    <inkml:brush xml:id="br0">
      <inkml:brushProperty name="width" value="0.05" units="cm"/>
      <inkml:brushProperty name="height" value="0.05" units="cm"/>
      <inkml:brushProperty name="color" value="#FF0066"/>
    </inkml:brush>
  </inkml:definitions>
  <inkml:trace contextRef="#ctx0" brushRef="#br0">148 25 24575,'-1'-2'0,"0"0"0,0 1 0,-1-1 0,1 0 0,0 1 0,-1-1 0,1 1 0,-1 0 0,1-1 0,-1 1 0,0 0 0,1 0 0,-1 0 0,0 0 0,0 0 0,0 1 0,0-1 0,0 1 0,0-1 0,0 1 0,0-1 0,0 1 0,0 0 0,0 0 0,0 0 0,0 0 0,0 1 0,0-1 0,0 0 0,0 1 0,0 0 0,0-1 0,0 1 0,0 0 0,0 0 0,1 0 0,-1 0 0,0 0 0,1 0 0,-1 1 0,1-1 0,-1 0 0,1 1 0,-1-1 0,-1 4 0,-3 4 0,0 0 0,1-1 0,0 2 0,1-1 0,0 0 0,-5 18 0,-10 63 0,15-70 0,2 1 0,0 0 0,1 0 0,3 28 0,0-37 0,-1-1 0,2 0 0,-1 0 0,1 0 0,1 0 0,0 0 0,1-1 0,0 0 0,10 16 0,9 4-60,0-2 1,54 48-1,-42-42-1126,-23-21-5640</inkml:trace>
</inkml:ink>
</file>

<file path=ppt/ink/ink24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9-22T16:21:40.960"/>
    </inkml:context>
    <inkml:brush xml:id="br0">
      <inkml:brushProperty name="width" value="0.05" units="cm"/>
      <inkml:brushProperty name="height" value="0.05" units="cm"/>
      <inkml:brushProperty name="color" value="#FF0066"/>
    </inkml:brush>
  </inkml:definitions>
  <inkml:trace contextRef="#ctx0" brushRef="#br0">3805 89 24575,'-17'-1'0,"-32"-5"0,8-1 0,-5 3 0,-231-23 0,208 22 0,-104-5 0,72 10 0,-190 2 0,169 4 0,46-2 0,-104-5 0,-36-8 0,118 7 0,-21-5 0,-26 0 0,-74 16 0,114-2 0,12-1 0,-62 2 0,-31-17 0,108 1 0,-346-20 0,-48 29 0,466-1 0,0 0 0,0 0 0,1 1 0,-1 0 0,0 0 0,0 1 0,-6 2 0,19-7 0,0 2 0,-1-1 0,1 1 0,0 0 0,8 0 0,49 0 0,-44 1 0,767 12-1988,-2 25-913,-552-23 2351,-143-9-2202</inkml:trace>
</inkml:ink>
</file>

<file path=ppt/ink/ink24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9-22T16:22:14.771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681 26 24575,'8'-17'0,"-8"17"0,0-1 0,1 1 0,-1-1 0,0 1 0,1-1 0,-1 1 0,0-1 0,1 1 0,-1-1 0,1 1 0,-1-1 0,1 1 0,-1 0 0,1-1 0,-1 1 0,1 0 0,-1-1 0,1 1 0,-1 0 0,1 0 0,0 0 0,-1-1 0,1 1 0,0 0 0,0 0 0,-1 1 0,0-1 0,0 0 0,0 1 0,0-1 0,1 0 0,-1 0 0,0 1 0,0-1 0,0 0 0,0 1 0,0-1 0,0 0 0,0 1 0,0-1 0,0 0 0,0 1 0,0-1 0,0 0 0,0 1 0,0-1 0,0 0 0,0 1 0,0-1 0,0 0 0,-1 0 0,1 1 0,0-1 0,0 0 0,0 1 0,0-1 0,-1 0 0,1 0 0,-1 1 0,-6 11 0,-2-3 0,-1 1 0,-1-2 0,1 1 0,-1-1 0,-1-1 0,-20 11 0,15-9 0,-33 19 0,-47 27 0,78-42 0,0 0 0,-31 31 0,11-7 0,-1-2 0,-2-1 0,-1-3 0,-50 28 0,86-55 0,0-1 0,-1 0 0,0 0 0,0-1 0,0 0 0,0 0 0,-11 0 0,18-2 0,0 0 0,0 0 0,0 0 0,0 0 0,0 0 0,1 1 0,-1-1 0,0 0 0,0 1 0,0-1 0,0 0 0,0 1 0,1-1 0,-1 1 0,0 0 0,-1 0 0,5 2 0,9 0 0,147 4 0,323 3 0,-324-12 0,18 2-1365,-150 0-5461</inkml:trace>
</inkml:ink>
</file>

<file path=ppt/ink/ink24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9-22T16:22:15.442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0 1 24575,'44'124'0,"78"146"0,-94-217 0,0-3 0,21 56 0,-42-81 120,-7-25-148,0 1 0,0-1 0,0 1 0,0-1 0,0 0 0,0 1 0,1-1 0,-1 1 0,0-1 0,0 0 0,0 1 0,0-1 0,0 1 0,-1-1 0,1 0 0,0 1 0,0-1 0,0 1 0,0-1 0,0 0 0,-1 1 0,1-1 0,0 1 0,0-1 0,0 0-1,-1 1 1,1-1 0,0 0 0,-1 0 0,1 1 0,0-1 0,-1 0 0,1 0 0,0 1 0,-1-1 0,1 0 0,0 0 0,-1 0 0,1 0 0,-1 1 0,1-1 0,0 0 0,-1 0 0,1 0 0,-1 0 0,1 0 0,0 0 0,-1 0 0,1 0 0,-1 0 0,1 0 0,-1-1 0,-8-2-6798</inkml:trace>
</inkml:ink>
</file>

<file path=ppt/ink/ink24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9-22T16:22:15.644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0 56 24575,'31'0'0,"11"0"0,2 0 0,-4 0 0,-4 0 0,-6 0 0,-5 0 0,-4 0 0,-4 0 0,-1 0 0,-2 0 0,-3-3 0,-1 0 0,-2-3 0,-2-2 0,-2-3 0,-5-2 0,-2 2-8191</inkml:trace>
</inkml:ink>
</file>

<file path=ppt/ink/ink24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9-22T16:22:15.846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1 0 24575,'17'23'0,"12"14"0,5 7 0,-1 3 0,0 1 0,-1-3 0,-4-3 0,-4-5 0,-3-3 0,-3-2 0,-2-2 0,-4-3 0,-1-4 0,-3-4 0,0-1 0,-1-3 0,-5-3 0</inkml:trace>
</inkml:ink>
</file>

<file path=ppt/ink/ink24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9-22T16:22:16.348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62 62 24575,'-1'-2'0,"-2"-4"0,1 1 0,-1 0 0,0-1 0,0 1 0,0 1 0,-1-1 0,0 0 0,0 1 0,0 0 0,-5-5 0,8 9 0,1 0 0,0 0 0,-1-1 0,1 1 0,0 0 0,-1 0 0,1 0 0,-1 0 0,1-1 0,0 1 0,-1 0 0,1 0 0,-1 0 0,1 0 0,0 0 0,-1 0 0,1 0 0,-1 0 0,1 0 0,0 0 0,-1 1 0,1-1 0,-1 0 0,1 0 0,0 0 0,-1 0 0,1 0 0,0 1 0,-1-1 0,1 0 0,0 0 0,-1 1 0,1-1 0,0 0 0,0 1 0,-1-1 0,1 0 0,0 1 0,0-1 0,0 0 0,-1 1 0,1-1 0,0 0 0,0 1 0,0-1 0,0 0 0,0 1 0,0-1 0,0 1 0,-3 23 0,3-21 0,3 206 0,1-165 0,3-1 0,19 76 0,-16-90 0,0-1 0,2 1 0,1-2 0,27 43 0,-30-54 0,1-2 0,0 1 0,1-1 0,1-1 0,0 0 0,1-1 0,0 0 0,32 19 0,-41-29-273,-1 0 0,1 0 0,0 0 0,6 1 0,1 0-6553</inkml:trace>
</inkml:ink>
</file>

<file path=ppt/ink/ink24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9-22T16:22:16.813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0 225 24575,'47'-1'0,"-1"-1"0,59-10 0,-98 11 0,0-1 0,0 0 0,0 0 0,0-1 0,-1 0 0,1 0 0,-1-1 0,0 1 0,0-2 0,9-6 0,-13 9 0,-1 1 0,1-1 0,0 0 0,0 0 0,-1-1 0,1 1 0,-1 0 0,0-1 0,1 1 0,-1 0 0,0-1 0,-1 1 0,1-1 0,0 0 0,-1 1 0,1-1 0,-1 0 0,0 1 0,0-1 0,0 0 0,0 1 0,0-1 0,-1 0 0,1 1 0,-1-1 0,0 1 0,0-1 0,0 1 0,0-1 0,-2-4 0,-1 1 0,-1-1 0,1 1 0,-1 0 0,0 0 0,-1 0 0,1 1 0,-1-1 0,0 1 0,-1 1 0,1-1 0,-1 1 0,0 0 0,0 1 0,0 0 0,0 0 0,-1 0 0,1 1 0,-1 0 0,1 0 0,-1 1 0,0 0 0,0 1 0,0-1 0,-9 2 0,14-1 0,0 1 0,1-1 0,-1 1 0,0-1 0,1 1 0,-1 0 0,1 0 0,-1 0 0,1 1 0,0-1 0,0 0 0,-1 1 0,1-1 0,0 1 0,0 0 0,0 0 0,0 0 0,1 0 0,-1 0 0,1 0 0,-1 0 0,1 1 0,0-1 0,-1 1 0,1-1 0,0 0 0,1 1 0,-1 0 0,0-1 0,1 1 0,0 0 0,-1 3 0,1 2 0,0 0 0,0-1 0,1 1 0,-1-1 0,2 1 0,-1-1 0,1 0 0,0 1 0,1-1 0,5 10 0,-2-5 0,2-2 0,-1 1 0,1-1 0,1 0 0,0 0 0,14 11 0,66 46 0,-67-52 0,46 23 0,-57-33 0,1 0 0,-1-1 0,1 0 0,0-1 0,0 0 0,18 1 0,-27-4-57,-1 0 0,0 0 1,1 0-1,-1 0 0,1 0 0,-1-1 0,0 1 0,1-1 0,-1 0 0,0 0 0,1 0 1,-1 0-1,0 0 0,0 0 0,0 0 0,0-1 0,0 1 0,0-1 0,0 0 1,-1 1-1,1-1 0,-1 0 0,3-3 0,2-7-6769</inkml:trace>
</inkml:ink>
</file>

<file path=ppt/ink/ink25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9-22T16:22:17.421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1 1 24575,'13'9'0,"0"2"0,-1-1 0,0 2 0,0 0 0,-1 0 0,-1 1 0,18 27 0,-4 5 0,24 58 0,-35-73 0,56 97 0,-59-111 0,-15-22 0,1 1 0,-1 1 0,0-1 0,-11-7 0,-31-21 0,32 24 0,-24-10 0,26 14 0,1-1 0,0-1 0,-15-10 0,26 16-136,-1-1-1,0 1 1,1-1-1,0 1 1,-1-1-1,1 0 1,0 0-1,0 1 0,-2-5 1,0-4-6690</inkml:trace>
</inkml:ink>
</file>

<file path=ppt/ink/ink25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9-22T16:22:17.640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18 30 24575,'-5'-10'0,"-2"-1"0,1 2-8191</inkml:trace>
</inkml:ink>
</file>

<file path=ppt/ink/ink25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9-22T16:22:18.229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18 215 24575,'0'0'0,"-2"-3"0,-1 0 0,1 0 0,0 0 0,1 0 0,-1 0 0,0 0 0,1 0 0,-2-5 0,3 7 0,0 1 0,0 0 0,0 0 0,0 0 0,0 0 0,0 0 0,0 0 0,0-1 0,0 1 0,0 0 0,0 0 0,0 0 0,0 0 0,0 0 0,0 0 0,0 0 0,0-1 0,0 1 0,0 0 0,0 0 0,1 0 0,-1 0 0,0 0 0,0 0 0,0 0 0,0 0 0,0-1 0,0 1 0,0 0 0,0 0 0,0 0 0,0 0 0,1 0 0,-1 0 0,0 0 0,0 0 0,0 0 0,0 0 0,0 0 0,0 0 0,1 0 0,-1 0 0,0 0 0,0 0 0,0 0 0,0 0 0,0 0 0,0 0 0,10 3 0,6 7 0,25 26 0,-31-25 0,2-1 0,17 13 0,-26-21 0,1 1 0,-1-1 0,1 0 0,0-1 0,0 1 0,0-1 0,0 1 0,0-1 0,0 0 0,1-1 0,-1 1 0,0-1 0,5 0 0,-7 0 0,0 0 0,0 0 0,-1-1 0,1 1 0,0-1 0,0 1 0,-1-1 0,1 0 0,0 1 0,-1-1 0,1 0 0,-1 0 0,1 0 0,-1 0 0,1-1 0,-1 1 0,0 0 0,0-1 0,0 1 0,0 0 0,0-1 0,0 1 0,0-1 0,0 0 0,1-2 0,-1 0 0,0-1 0,1 1 0,-2 0 0,1-1 0,0 1 0,-1 0 0,0-1 0,0 1 0,-1-6 0,3 14 0,0-1 0,1 0 0,-1 0 0,1 0 0,-1 0 0,1 0 0,0-1 0,0 1 0,6 2 0,-5-2 0,0-1 0,0 0 0,0 0 0,0 0 0,0-1 0,0 0 0,1 1 0,-1-2 0,1 1 0,-1 0 0,1-1 0,-1 0 0,1 0 0,-1 0 0,1 0 0,-1-1 0,1 0 0,-1 0 0,0 0 0,1 0 0,-1-1 0,0 0 0,0 0 0,0 0 0,0 0 0,0 0 0,-1-1 0,1 0 0,-1 0 0,1 0 0,-1 0 0,0 0 0,0-1 0,0 1 0,-1-1 0,1 0 0,-1 0 0,0 0 0,0 0 0,-1 0 0,2-5 0,-1 3 8,-1-1 0,0 1 0,0 0 0,-1 0 0,0 0 0,0-1 0,0 1 0,-1 0 0,0 0 0,0 0 0,-1 0 0,1 0 0,-1 0 0,-5-9 0,3 7-157,-1 0 1,0 1-1,0 0 1,0 0-1,-1 0 1,0 1-1,0 0 1,-1 0-1,-13-8 1,5 4-6678</inkml:trace>
</inkml:ink>
</file>

<file path=ppt/ink/ink25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9-22T16:22:18.702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1 1 24575,'128'197'0,"-108"-161"0,-2 1 0,-1 0 0,20 69 0,-28-68 0,-1 0 0,-2 1 0,-2 0 0,0 46 0,-4-77-80,0 1 0,-1-1-1,1 0 1,-2 0 0,1 1-1,-1-1 1,-1 0 0,1 0-1,-1-1 1,-1 1 0,1-1 0,-1 1-1,-1-1 1,1 0 0,-1-1-1,-10 12 1,5-9-6746</inkml:trace>
</inkml:ink>
</file>

<file path=ppt/ink/ink25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9-22T16:22:19.549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279 0 24575,'-17'0'0,"-9"0"0,-2 0 0,1 0 0,2 0 0,4 0 0,2 0 0,2 0 0,2 0 0,0 0 0,1 0 0,0 0 0,-1 0 0,1 0 0,2 0-8191</inkml:trace>
</inkml:ink>
</file>

<file path=ppt/ink/ink25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9-22T16:22:19.845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240 13 24575,'-25'-5'0,"-11"1"0,-2 1 0,3 3 0,6 2 0,4 4 0,4-1 0,4 1 0,4-3-8191</inkml:trace>
</inkml:ink>
</file>

<file path=ppt/ink/ink25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9-22T16:23:02.519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0 1 24575,'1'0'0,"-1"0"0,0 0 0,1 1 0,-1-1 0,1 0 0,-1 1 0,1-1 0,-1 0 0,0 1 0,1-1 0,-1 1 0,0-1 0,1 0 0,-1 1 0,0-1 0,0 1 0,1-1 0,-1 1 0,0-1 0,0 1 0,0 0 0,0 0 0,5 16 0,-4-13 0,14 50 0,3-1 0,34 71 0,-11-31 0,42 97 0,-78-173 120,-7-14-322,-5-7-1081,-1-4-5543</inkml:trace>
</inkml:ink>
</file>

<file path=ppt/ink/ink25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9-22T16:23:02.752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0 0 24575,'18'3'0,"10"0"0,3 0 0,2 3 0,-3-1 0,-1-1 0,-3-1 0,-3-1 0,-1-1 0,-2 0 0,-1-3 0,-5-2-8191</inkml:trace>
</inkml:ink>
</file>

<file path=ppt/ink/ink25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9-22T16:23:03.082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0 0 24575,'1'0'0,"0"0"0,-1 0 0,1 1 0,-1-1 0,1 0 0,-1 0 0,1 1 0,-1-1 0,1 0 0,-1 1 0,0-1 0,1 1 0,-1-1 0,1 0 0,-1 1 0,0-1 0,1 1 0,-1-1 0,0 1 0,0-1 0,1 1 0,-1-1 0,0 1 0,0-1 0,0 1 0,1-1 0,-1 2 0,3 18 0,-3-16 0,1 17 0,1 1 0,2 0 0,0-1 0,1 0 0,10 27 0,5-4 0,2-1 0,3 0 0,57 75 0,-7-30 0,-73-86-1365</inkml:trace>
</inkml:ink>
</file>

<file path=ppt/ink/ink25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9-22T16:23:03.550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12 11 24575,'0'0'0,"0"-1"0,0 1 0,-1-1 0,1 1 0,0-1 0,0 1 0,0-1 0,0 1 0,0-1 0,-1 1 0,1 0 0,0-1 0,0 1 0,-1-1 0,1 1 0,0 0 0,-1-1 0,1 1 0,0 0 0,-1-1 0,1 1 0,-1 0 0,1-1 0,-1 1 0,1 0 0,-1 0 0,0 0 0,1 1 0,0-1 0,-1 1 0,1-1 0,0 1 0,-1-1 0,1 1 0,0 0 0,0-1 0,0 1 0,-1-1 0,1 1 0,0 0 0,0-1 0,0 1 0,0 0 0,0-1 0,0 1 0,0 0 0,1-1 0,-1 2 0,25 177 0,-23-150 0,12 198 0,-14-212 0,1 0 0,1 0 0,0 0 0,1-1 0,1 1 0,0-1 0,1 0 0,0 0 0,1 0 0,1-1 0,0 0 0,1 0 0,0-1 0,1 0 0,0 0 0,1-1 0,1 0 0,21 17 0,-25-23-151,0 1-1,1-1 0,-1-1 0,1 1 1,1-1-1,-1 0 0,0-1 1,18 4-1,-13-5-6674</inkml:trace>
</inkml:ink>
</file>

<file path=ppt/ink/ink26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9-22T16:23:04.049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12 210 24575,'21'5'0,"1"-1"0,39 2 0,-50-5 0,1-2 0,-1 1 0,0-1 0,0-1 0,0 0 0,0 0 0,14-6 0,-20 6 0,-1 0 0,0 0 0,1 0 0,-1-1 0,0 0 0,0 0 0,-1 0 0,1 0 0,-1-1 0,1 1 0,-1-1 0,0 0 0,0 0 0,-1 0 0,1 0 0,3-9 0,-5 10 0,0 0 0,0 0 0,0-1 0,-1 1 0,1 0 0,-1 0 0,0-1 0,0 1 0,0 0 0,-1-1 0,1 1 0,-1 0 0,1 0 0,-1-1 0,0 1 0,0 0 0,-1 0 0,1 0 0,0 0 0,-1 0 0,0 1 0,0-1 0,0 0 0,0 1 0,-4-4 0,-1-1 0,0 1 0,0 0 0,-1 1 0,0 0 0,0 0 0,0 1 0,0-1 0,-1 2 0,-13-5 0,10 5 0,0 1 0,-1 0 0,1 0 0,-1 1 0,0 1 0,-17 2 0,27-2 0,0 0 0,0 0 0,0 1 0,0 0 0,0-1 0,1 1 0,-1 0 0,0 0 0,1 1 0,-1-1 0,1 0 0,-1 1 0,1 0 0,0-1 0,-1 1 0,1 0 0,-2 3 0,1-2 0,2 0 0,-1 1 0,0-1 0,1 0 0,-1 1 0,1-1 0,0 1 0,0-1 0,0 1 0,1-1 0,-1 1 0,1 4 0,0 1 0,0 0 0,1-1 0,0 1 0,1 0 0,0-1 0,0 1 0,1-1 0,0 1 0,1-1 0,6 12 0,2-4 0,0 0 0,0 0 0,2-2 0,0 1 0,0-2 0,30 22 0,-18-18 0,0 0 0,1-2 0,48 19 0,-45-23 0,0-2 0,0-1 0,1-1 0,0-2 0,1-1 0,-1-2 0,1-1 0,45-4 0,-75 3 7,1 0 0,-1-1 0,0 1 0,0 0 0,1-1 1,-1 0-1,0 1 0,0-1 0,0 0 0,0 0 0,0 0 0,0 0 0,0-1 0,0 1 0,0 0 0,3-4 0,-4 3-72,-1 1 1,1-1-1,0 1 1,0-1-1,-1 1 1,1-1-1,-1 0 0,0 1 1,1-1-1,-1 0 1,0 0-1,0 1 1,0-1-1,0 0 0,0 0 1,-1 1-1,1-1 1,0 0-1,-1 1 1,1-1-1,-1 1 1,-1-4-1,-4-8-6761</inkml:trace>
</inkml:ink>
</file>

<file path=ppt/ink/ink26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9-22T16:23:04.515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80 1 24575,'118'296'0,"-95"-244"0,46 73 0,-67-122 0,9 14 0,-11-17 0,0 1 0,1-1 0,-1 1 0,0-1 0,1 1 0,-1-1 0,0 1 0,0 0 0,0-1 0,1 1 0,-1-1 0,0 1 0,0 0 0,0-1 0,0 1 0,0-1 0,0 1 0,0 0 0,0-1 0,0 1 0,0-1 0,-1 1 0,1 0 0,0 0 0,-1-1 0,0 0 0,1 0 0,-1 0 0,0 0 0,1 0 0,-1 0 0,0 0 0,1 0 0,-1 0 0,0 0 0,1 0 0,-1 0 0,0-1 0,1 1 0,-1 0 0,0-1 0,1 1 0,-1 0 0,1-1 0,-2 1 0,-15-12 0,14 10 0,-54-35-96,-133-95-1173,168 113-5557</inkml:trace>
</inkml:ink>
</file>

<file path=ppt/ink/ink26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9-22T16:23:04.732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0 65 24575,'8'-17'0,"2"-4"0,0 5 0,-3 7 0,-1 7 0,-3 8 0,-1 4 0,-1 1-8191</inkml:trace>
</inkml:ink>
</file>

<file path=ppt/ink/ink26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9-22T16:23:05.250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0 121 24575,'1'5'0,"-1"0"0,1 0 0,0 0 0,0-1 0,1 1 0,0 0 0,-1-1 0,1 0 0,1 1 0,-1-1 0,4 5 0,-1-2 0,0-1 0,0 1 0,1-1 0,0-1 0,12 11 0,-15-14 0,0 0 0,0-1 0,0 1 0,0-1 0,0 1 0,0-1 0,1 0 0,-1 0 0,0 0 0,1-1 0,-1 1 0,1-1 0,-1 0 0,1 0 0,-1 0 0,1 0 0,-1-1 0,0 1 0,1-1 0,5-2 0,-3 1 0,0-1 0,0 0 0,0-1 0,0 1 0,0-1 0,-1 0 0,0-1 0,0 1 0,7-9 0,-11 12 0,0 0 0,0-1 0,0 1 0,0 0 0,0 0 0,1 0 0,-1 0 0,0 0 0,1 0 0,-1 0 0,3 0 0,-3 1 0,0 0 0,0 0 0,0 0 0,0 0 0,0 0 0,0 0 0,-1 1 0,1-1 0,0 0 0,0 1 0,0-1 0,0 0 0,0 1 0,0-1 0,-1 1 0,1 0 0,0-1 0,0 1 0,-1 0 0,1-1 0,0 2 0,5 4 0,0-1 0,0 0 0,1-1 0,-1 1 0,1-1 0,0 0 0,0-1 0,0 1 0,1-2 0,-1 1 0,1-1 0,0 0 0,-1 0 0,1-1 0,0 0 0,0-1 0,0 1 0,0-2 0,0 1 0,0-1 0,10-2 0,-15 2 0,0 0 0,0 0 0,0-1 0,0 1 0,0-1 0,0 1 0,0-1 0,-1 0 0,1 0 0,-1 0 0,1 0 0,-1 0 0,0-1 0,0 1 0,3-4 0,-3 2 0,0-1 0,0 1 0,-1 0 0,1 0 0,-1-1 0,0 1 0,0-1 0,0 1 0,0-1 0,-1-4 0,0 2 0,0-1 0,-1 1 0,1-1 0,-2 1 0,1-1 0,-1 1 0,0 0 0,-1 0 0,0 0 0,0 0 0,0 1 0,-1-1 0,-4-6 0,4 9 9,1 1 1,-1-1-1,1 1 0,-1 0 0,0 0 1,0 0-1,0 1 0,-1-1 0,1 1 0,-1 0 1,1 0-1,-10-2 0,2 1-380,-1 1-1,0 1 1,-21-1 0,16 2-6455</inkml:trace>
</inkml:ink>
</file>

<file path=ppt/ink/ink26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9-22T16:23:05.747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1 1 24575,'137'163'0,"-120"-139"0,-1 1 0,-1 1 0,-1 0 0,-1 1 0,10 33 0,-11-22 0,-2 0 0,-2 0 0,-1 1 0,-2 1 0,-1-1 0,-4 73 0,0-107 0,-1-1 0,1 0 0,-1 0 0,0 1 0,0-1 0,-1 0 0,1 0 0,-1 0 0,0 0 0,0-1 0,0 1 0,0 0 0,-1-1 0,-5 6 0,4-5 0,-1 0 0,0 0 0,0-1 0,-1 1 0,1-1 0,-1 0 0,1-1 0,-1 0 0,-9 3 0,-5 1-1365,3-1-5461</inkml:trace>
</inkml:ink>
</file>

<file path=ppt/ink/ink26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9-22T16:23:06.702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248 0 24575,'-12'3'0,"-10"0"0,-3 0 0,0 0 0,2-1 0,2-1 0,2 0 0,2-1 0,1 0 0,2 0 0,2 2 0,1 1 0,-1 0 0,3-3 0,0-1 0</inkml:trace>
</inkml:ink>
</file>

<file path=ppt/ink/ink26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9-22T16:23:06.921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269 21 24575,'-30'-5'0,"-13"-1"0,-3-1 0,3 5 0,6 1 0,7 5 0,7 1 0,6-1-8191</inkml:trace>
</inkml:ink>
</file>

<file path=ppt/ink/ink26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9-22T16:23:24.701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1 189 24575,'35'0'0,"-1"1"0,0-2 0,56-8 0,-83 8 0,0 0 0,-1 0 0,1-1 0,0 0 0,0-1 0,-1 1 0,1-1 0,-1 0 0,0-1 0,0 0 0,0 0 0,-1 0 0,1 0 0,6-8 0,-4 4 0,-4 3 0,1 1 0,-1-1 0,0 0 0,0 0 0,4-8 0,-8 12 0,1 0 0,-1 0 0,1 0 0,-1 0 0,0 0 0,0 0 0,1 0 0,-1 0 0,0 0 0,0 0 0,0 0 0,0 0 0,0 0 0,0 0 0,-1 0 0,1 0 0,0-1 0,0 1 0,-1 0 0,1 0 0,-1 0 0,1 0 0,-1 1 0,1-1 0,-1 0 0,0 0 0,1 0 0,-1 0 0,0 0 0,0 1 0,1-1 0,-1 0 0,0 1 0,0-1 0,0 1 0,0-1 0,-1 0 0,-11-5 0,1 1 0,-1 0 0,0 1 0,-16-3 0,-27-9 0,51 14 0,0 1 0,0 0 0,1 0 0,-1 0 0,0 1 0,0 0 0,0 0 0,0 0 0,0 0 0,-8 2 0,-5 2 0,-25 10 0,43-14 0,-3 1 0,0 0 0,1 0 0,-1 1 0,1-1 0,-1 0 0,1 1 0,-1 0 0,1 0 0,0 0 0,0 0 0,0 0 0,0 0 0,0 0 0,0 0 0,1 1 0,-1-1 0,1 1 0,0-1 0,0 1 0,0 0 0,0 0 0,0-1 0,0 1 0,1 0 0,-1 0 0,1 0 0,0 5 0,0 0 0,1 0 0,0 0 0,0 0 0,1 0 0,0 0 0,0 0 0,1 0 0,5 12 0,1-1 0,-8-16 0,0 1 0,1 0 0,0-1 0,-1 1 0,1-1 0,1 1 0,-1-1 0,0 0 0,1 0 0,0 0 0,-1 0 0,1 0 0,4 2 0,9 5 0,0-1 0,0-1 0,1 0 0,0-1 0,1-1 0,-1 0 0,1-2 0,0 0 0,1-1 0,30 1 0,-3 3 18,-38-6-172,-1 1 1,1-1-1,0 0 0,0 0 1,0-1-1,0-1 0,-1 1 1,11-3-1,-8 0-6672</inkml:trace>
</inkml:ink>
</file>

<file path=ppt/ink/ink26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9-22T16:23:26.075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1 0 24575,'19'23'0,"-1"0"0,-1 1 0,25 44 0,-35-57 0,77 114 0,-1-4 0,-83-121 0,1 1 0,0 0 0,-1 0 0,1-1 0,-1 1 0,0 0 0,1 0 0,-1 0 0,1 0 0,-1 0 0,0 0 0,0-1 0,0 1 0,1 0 0,-1 0 0,0 0 0,0 0 0,0 0 0,0 0 0,-1 0 0,1 0 0,0 0 0,0 0 0,0 0 0,-1-1 0,1 1 0,0 0 0,-1 0 0,1 0 0,-1 0 0,0 0 0,-1 0 0,1 0 0,-1 0 0,1 0 0,-1-1 0,0 1 0,1-1 0,-1 1 0,0-1 0,1 0 0,-1 1 0,0-1 0,0 0 0,1 0 0,-1 0 0,0 0 0,1-1 0,-3 1 0,-12-4 0,0 1 0,0-2 0,1 0 0,-1-1 0,1-1 0,-16-9 0,20 10 0,0-2 0,0 1 0,0-1 0,1-1 0,0 0 0,1 0 0,0-1 0,-8-11 0,16 19 0,-1 0 0,1 0 0,0 0 0,-1 0 0,1 0 0,0-1 0,1 1 0,-1 0 0,0 0 0,1-1 0,-1 1 0,1-1 0,0 1 0,-1 0 0,1-1 0,0 1 0,1-3 0,0 3 0,-1 0 0,1 0 0,0 1 0,0-1 0,0 0 0,0 1 0,0-1 0,1 1 0,-1-1 0,0 1 0,1 0 0,-1-1 0,1 1 0,-1 0 0,1 0 0,-1 0 0,1 0 0,0 1 0,0-1 0,0 0 0,3 0 0,12-4 0,0 1 0,1 2 0,0-1 0,27 1 0,-3 0 0,-40 2-105,-1 0 0,1 0 0,-1-1 0,1 1 0,-1 0 0,0-1 0,1 1 0,-1-1 0,1 0 0,-1 1 0,0-1 0,3-2 0</inkml:trace>
</inkml:ink>
</file>

<file path=ppt/ink/ink26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9-22T16:23:26.280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0 10 24575,'5'-5'0,"2"1"0,-1 4 0,-1 3 0</inkml:trace>
</inkml:ink>
</file>

<file path=ppt/ink/ink27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9-22T16:23:26.840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58 189 24575,'-7'0'0,"1"1"0,-1 0 0,-8 1 0,14-2 0,0 0 0,0 1 0,0-1 0,0 0 0,0 0 0,0 1 0,0-1 0,0 1 0,0-1 0,0 1 0,0-1 0,0 1 0,0-1 0,1 1 0,-1 0 0,0-1 0,0 1 0,0 0 0,1 0 0,-1 0 0,1 0 0,-1 0 0,0 0 0,1-1 0,0 1 0,-1 0 0,0 2 0,2-1 0,-1-1 0,0 0 0,1 1 0,-1-1 0,1 0 0,0 0 0,-1 1 0,1-1 0,0 0 0,0 0 0,0 0 0,0 0 0,0 0 0,0 0 0,0 0 0,0 0 0,0 0 0,0-1 0,2 2 0,28 13 0,-26-13 0,22 9 0,0-1 0,0-1 0,1-2 0,0 0 0,1-2 0,29 1 0,-55-6 0,1 1 0,0-1 0,-1 0 0,1-1 0,0 1 0,-1-1 0,1 0 0,-1 0 0,1 0 0,3-1 0,-6 1 0,0 0 0,0 1 0,0-1 0,0 0 0,0 0 0,0 0 0,0 0 0,0 0 0,-1 0 0,1 0 0,0 0 0,-1 0 0,1 0 0,0 0 0,-1 0 0,1 0 0,-1 0 0,0-1 0,1 1 0,-1 0 0,0 0 0,0-1 0,0 1 0,0 0 0,0-1 0,0 1 0,0 0 0,0 0 0,0-1 0,-1 1 0,0-2 0,-1-4 0,1 4 0,1 1 0,-1-1 0,0 0 0,1 0 0,-1 1 0,1-1 0,0 0 0,0-2 0,0 4 0,1 1 0,-1-1 0,0 1 0,0-1 0,0 1 0,1-1 0,-1 1 0,0-1 0,0 1 0,1-1 0,-1 1 0,0 0 0,1-1 0,-1 1 0,1-1 0,-1 1 0,0 0 0,1 0 0,0-1 0,0 0 0,0 1 0,1 0 0,-1-1 0,0 1 0,1 0 0,-1 0 0,0 0 0,1 0 0,-1 0 0,0 0 0,2 0 0,15 4 0,0 0 0,26 10 0,21 5 0,-56-17 0,8 2 0,-1-1 0,1-1 0,17 0 0,-30-2 0,1 0 0,-1 0 0,0 0 0,0-1 0,0 0 0,1 0 0,-1 0 0,0 0 0,0-1 0,0 0 0,-1 0 0,1 0 0,0 0 0,-1 0 0,1-1 0,-1 1 0,4-5 0,-4 4 0,-1 0 0,0-1 0,0 1 0,-1-1 0,1 1 0,-1-1 0,0 1 0,0-1 0,0 0 0,0 1 0,0-1 0,-1 0 0,0 0 0,0 0 0,0 1 0,0-1 0,-1 0 0,1 0 0,-1 0 0,0 1 0,-2-7 0,-1-1 0,0 0 0,-1 1 0,0-1 0,-1 1 0,0 0 0,-8-9 0,7 10-170,0 1-1,-1 0 0,-1 1 1,1 0-1,-1 0 0,-1 0 1,-17-8-1,13 8-6655</inkml:trace>
</inkml:ink>
</file>

<file path=ppt/ink/ink27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9-22T16:23:27.435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359 16 24575,'0'0'0,"0"-1"0,-1 0 0,1 1 0,0-1 0,-1 0 0,1 1 0,0-1 0,-1 1 0,1-1 0,-1 1 0,1-1 0,-1 1 0,1-1 0,-1 1 0,0-1 0,1 1 0,-1 0 0,1-1 0,-1 1 0,0 0 0,1-1 0,-1 1 0,0 0 0,1 0 0,-1 0 0,0 0 0,-1 0 0,-22-3 0,21 3 0,-195-2 64,103 3-1493,72-1-5397</inkml:trace>
</inkml:ink>
</file>

<file path=ppt/ink/ink27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9-22T16:23:28.245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4 37 24575,'26'-8'0,"-6"1"0,1 1 0,0 1 0,0 1 0,33-3 0,-49 8 0,0-1 0,0 1 0,0-1 0,0 2 0,0-1 0,-1 0 0,1 1 0,0 0 0,-1 0 0,1 0 0,-1 1 0,1 0 0,-1-1 0,7 8 0,2 2 0,0 2 0,19 25 0,-12-13 0,-5-7 0,0 1 0,-1 0 0,12 26 0,-21-37 0,-1 0 0,0 0 0,-1 0 0,0 1 0,0 0 0,-1-1 0,-1 1 0,1 0 0,-2 0 0,1 17 0,-2-25 0,1 0 0,0 0 0,-1 0 0,1 0 0,-1 0 0,0 0 0,1 0 0,-1 0 0,0 0 0,0-1 0,0 1 0,-1 0 0,1 0 0,0-1 0,-1 1 0,1-1 0,-1 1 0,1-1 0,-1 0 0,0 0 0,1 0 0,-1 1 0,0-2 0,0 1 0,0 0 0,0 0 0,0-1 0,0 1 0,0-1 0,0 1 0,0-1 0,0 0 0,0 0 0,-3 0 0,-6 0 0,1-1 0,0 0 0,0 0 0,0-1 0,-18-6 0,-5-4 0,-1-1 0,2-1 0,0-2 0,0-2 0,-30-22 0,56 35 0,0 0 0,1 0 0,-1-1 0,1 1 0,1-1 0,-1 0 0,1 0 0,0-1 0,0 1 0,1-1 0,-4-8 0,6 11 0,0 1 0,0 0 0,1 0 0,-1-1 0,1 1 0,0-1 0,-1 1 0,1 0 0,1-1 0,-1 1 0,2-7 0,-1 8 0,-1-1 0,1 1 0,1 0 0,-1-1 0,0 1 0,1 0 0,-1 0 0,1 0 0,0 0 0,-1 0 0,1 0 0,0 1 0,0-1 0,0 0 0,0 1 0,1 0 0,2-2 0,0 1-151,1 0-1,-1 0 0,1 0 0,-1 1 1,1 0-1,0 0 0,0 1 1,5 0-1,3 0-6674</inkml:trace>
</inkml:ink>
</file>

<file path=ppt/ink/ink27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9-22T16:23:28.509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12 1 24575,'-2'0'0,"-2"2"0,-1 2 0</inkml:trace>
</inkml:ink>
</file>

<file path=ppt/ink/ink27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9-22T16:23:29.116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63 30 24575,'13'-3'0,"0"0"0,0 1 0,0 1 0,1-1 0,19 2 0,-27 1 0,0 0 0,-1 0 0,1 0 0,-1 0 0,1 1 0,-1 0 0,1 0 0,-1 0 0,0 1 0,0 0 0,0 0 0,-1 0 0,1 1 0,-1-1 0,6 7 0,-5-5 0,0 1 0,-1-1 0,0 1 0,0 1 0,0-1 0,0 0 0,-1 1 0,0 0 0,-1 0 0,3 8 0,-5-12 0,1 0 0,-1-1 0,0 1 0,1 0 0,-1 0 0,-1 0 0,1-1 0,0 1 0,-1 0 0,1-1 0,-1 1 0,0 0 0,1-1 0,-2 1 0,1-1 0,0 1 0,0-1 0,-1 1 0,1-1 0,-1 0 0,0 0 0,0 0 0,0 0 0,0 0 0,0 0 0,0 0 0,0-1 0,0 1 0,-5 1 0,1 0 0,0-1 0,0 0 0,0 0 0,0 0 0,-1-1 0,1 0 0,0 0 0,-1 0 0,1-1 0,-1 0 0,1-1 0,-1 1 0,-11-4 0,6 1 0,0 0 0,0-1 0,0 0 0,1-1 0,-1-1 0,-12-8 0,18 10 0,1 0 0,1 0 0,-1 0 0,1 0 0,-1-1 0,1 0 0,0 1 0,1-2 0,-1 1 0,1 0 0,0-1 0,-2-5 0,4 7 0,-1 0 0,1 0 0,0 0 0,0-1 0,0 1 0,1 0 0,0 0 0,-1 0 0,1-1 0,1 1 0,-1 0 0,1 0 0,0 0 0,-1-1 0,2 1 0,-1 0 0,0 0 0,4-6 0,-3 8-42,-1 0-1,1 0 0,0 0 1,-1 0-1,1 0 0,0 0 1,0 0-1,0 0 0,1 1 1,-1-1-1,0 1 0,1 0 1,-1 0-1,1 0 0,-1 0 1,1 0-1,-1 0 0,1 1 1,0-1-1,-1 1 0,1 0 1,0-1-1,-1 1 0,1 1 1,0-1-1,-1 0 0,1 1 1,0-1-1,-1 1 0,1 0 1,4 1-1,6 5-6783</inkml:trace>
</inkml:ink>
</file>

<file path=ppt/ink/ink27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9-22T16:23:29.635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150 41 24575,'0'0'0,"0"0"0,0 0 0,0 0 0,0-1 0,0 1 0,0 0 0,0 0 0,0 0 0,0 0 0,0 0 0,0 0 0,0 0 0,0 0 0,0 0 0,0 0 0,0 0 0,0 0 0,0-1 0,1 1 0,-1 0 0,0 0 0,0 0 0,0 0 0,0 0 0,0 0 0,0 0 0,0 0 0,0 0 0,0 0 0,0 0 0,0 0 0,0 0 0,1 0 0,-1 0 0,0 0 0,0 0 0,0 0 0,0 0 0,0 0 0,0 0 0,0 0 0,0 0 0,0 0 0,0 0 0,0 0 0,1 0 0,-1 0 0,0 0 0,0 0 0,0 0 0,0 0 0,0 0 0,0 1 0,0-1 0,0 0 0,0 0 0,0 0 0,0 0 0,8 6 0,6 9 0,38 66 0,-50-80 0,-1 1 0,0 0 0,0-1 0,0 1 0,-1 0 0,1 0 0,0-1 0,-1 1 0,1 0 0,-1 0 0,1 0 0,-1 0 0,0 0 0,0 0 0,0 0 0,0 0 0,0 0 0,0 0 0,-1 0 0,1-1 0,-1 1 0,1 0 0,-1 0 0,0 0 0,1 0 0,-3 3 0,1-3 0,0 0 0,0 0 0,-1 0 0,1 0 0,0 0 0,-1-1 0,1 1 0,-1-1 0,1 0 0,-1 1 0,0-1 0,0 0 0,1-1 0,-1 1 0,0 0 0,0-1 0,-4 1 0,-4 0 0,-1-1 0,1 0 0,0-1 0,-1 0 0,1-1 0,0 0 0,0-1 0,0 0 0,-12-5 0,20 7 0,-1-1 0,1 0 0,0 1 0,0-1 0,-1 0 0,1 0 0,1-1 0,-1 1 0,0-1 0,1 0 0,-1 1 0,1-1 0,0 0 0,0 0 0,0 0 0,0-1 0,0 1 0,1 0 0,-1-1 0,1 1 0,0-1 0,0 0 0,1 1 0,-1-1 0,1 0 0,-1 1 0,1-1 0,0 0 0,1 1 0,-1-1 0,2-5 0,-1 3 11,1 0 0,0 0 0,0 1 0,1-1 0,0 0 0,0 1-1,0-1 1,1 1 0,0 0 0,5-6 0,-6 8-98,0 0-1,-1 1 1,2-1 0,-1 0-1,0 1 1,0 0 0,1 0-1,-1 0 1,1 0-1,-1 0 1,1 1 0,0-1-1,0 1 1,0 0 0,0 1-1,8-2 1,0 3-6739</inkml:trace>
</inkml:ink>
</file>

<file path=ppt/ink/ink27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9-22T16:23:31.260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3517 46 24575,'-109'-1'0,"-118"2"0,138 6 0,-40 1 0,-249-17 0,123-7 0,-25 2 0,-121 7 0,247 8 0,-871-1 0,1004-1 0,-31-5 0,31 2 0,-29 0 0,14 4 0,1 1 0,-1 1 0,-50 12 0,50-7-43,-47 14-1279,69-16-5504</inkml:trace>
</inkml:ink>
</file>

<file path=ppt/ink/ink27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9-22T16:23:35.064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0 149 24575,'0'0'0,"0"1"0,0-1 0,0 0 0,0 1 0,0-1 0,0 0 0,0 1 0,0-1 0,1 0 0,-1 1 0,0-1 0,0 0 0,0 1 0,0-1 0,1 0 0,-1 0 0,0 1 0,0-1 0,0 0 0,1 0 0,-1 1 0,0-1 0,1 0 0,-1 0 0,0 0 0,0 1 0,1-1 0,-1 0 0,1 0 0,13 0 0,11-7 0,-24 7 0,32-11 0,52-9 0,-27 8 0,-54 11 0,0 0 0,0 0 0,-1-1 0,1 1 0,0-1 0,-1 0 0,1 0 0,-1 0 0,4-4 0,-6 6 0,0-1 0,-1 0 0,1 0 0,0 0 0,0 0 0,-1 0 0,1 0 0,-1 0 0,1 0 0,-1 0 0,1 0 0,-1 0 0,0 0 0,1 0 0,-1 0 0,0 0 0,0 0 0,0 0 0,0-1 0,0 1 0,0 0 0,0 0 0,0 0 0,-1 0 0,1 0 0,0 0 0,0 0 0,-1 0 0,1-1 0,-1 1 0,1 0 0,-1 0 0,0 1 0,1-1 0,-2-2 0,-2-1 0,0 1 0,0-1 0,0 1 0,0 0 0,0 0 0,-1 0 0,1 0 0,-1 1 0,0 0 0,1 0 0,-1 0 0,-10-2 0,-1 1 0,1 0 0,-1 1 0,-17 0 0,30 2 0,-1 0 0,1 0 0,-1 0 0,1 1 0,-1-1 0,1 1 0,0 0 0,-1 0 0,1 0 0,0 1 0,0-1 0,0 1 0,0 0 0,0 0 0,0 0 0,0 0 0,0 0 0,1 0 0,-1 1 0,1-1 0,0 1 0,0 0 0,0 0 0,0 0 0,0 0 0,1 0 0,-1 0 0,-1 7 0,1-5 0,1 0 0,0 1 0,0-1 0,0 0 0,1 1 0,0-1 0,0 1 0,0-1 0,1 1 0,-1-1 0,1 0 0,1 1 0,-1-1 0,1 0 0,0 0 0,0 0 0,0 0 0,4 5 0,1-1 0,0 0 0,0 0 0,1-1 0,0-1 0,1 1 0,0-1 0,0-1 0,0 0 0,1 0 0,-1 0 0,14 4 0,12 3 0,72 18 0,-94-28 0,-4 0-170,0-1-1,0 0 0,0-1 1,0 0-1,0 0 0,1-1 1,16-2-1,-14-1-6655</inkml:trace>
</inkml:ink>
</file>

<file path=ppt/ink/ink27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9-22T16:23:35.597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0 0 24575,'3'12'0,"0"0"0,1-1 0,7 18 0,26 52 0,-10-28 0,3-2 0,63 83 0,-91-130 0,1-1 0,-1 1 0,0-1 0,0 1 0,0 0 0,1 4 0,-2-8 0,-1 1 0,0-1 0,0 0 0,0 1 0,0-1 0,0 1 0,0-1 0,0 1 0,0-1 0,0 0 0,0 1 0,0-1 0,0 1 0,0-1 0,0 1 0,0-1 0,-1 0 0,1 1 0,0-1 0,0 0 0,0 1 0,-1-1 0,1 1 0,0-1 0,-1 1 0,0-1 0,0 1 0,0-1 0,0 0 0,0 0 0,0 1 0,0-1 0,0 0 0,0 0 0,0 0 0,0 0 0,0 0 0,0 0 0,0 0 0,0 0 0,-2-1 0,-19-5 0,1 0 0,0-2 0,0 0 0,1-2 0,-24-14 0,39 21 0,-1-1 0,1 0 0,0 0 0,0 0 0,0 0 0,-8-11 0,12 14 0,0 0 0,0 0 0,0 0 0,0-1 0,0 1 0,1 0 0,-1 0 0,0-1 0,1 1 0,-1-1 0,1 1 0,0 0 0,-1-1 0,1 1 0,0-1 0,0 1 0,0-1 0,0 1 0,0-1 0,0 1 0,0-1 0,1 1 0,-1-1 0,1 1 0,-1 0 0,1-1 0,-1 1 0,1 0 0,0-1 0,-1 1 0,1 0 0,0 0 0,0-1 0,0 1 0,0 0 0,2-1 0,1-1-273,-1 0 0,1 1 0,0 0 0,7-3 0,2-1-6553</inkml:trace>
</inkml:ink>
</file>

<file path=ppt/ink/ink27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9-22T16:23:35.802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0 1 24575,'3'2'0,"3"4"0,0 3 0,2 3 0,0 1 0,-2 2 0,-1-3-8191</inkml:trace>
</inkml:ink>
</file>

<file path=ppt/ink/ink28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9-22T16:23:36.445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24 145 24575,'-1'-1'0,"1"1"0,-1 0 0,1-1 0,-1 1 0,1 0 0,-1 0 0,1-1 0,-1 1 0,1 0 0,-1 0 0,0 0 0,1 0 0,-1-1 0,1 1 0,-1 0 0,0 0 0,1 0 0,-1 0 0,1 1 0,-1-1 0,1 0 0,-1 0 0,0 0 0,1 0 0,-1 0 0,1 1 0,-1-1 0,1 0 0,-1 1 0,1-1 0,-1 0 0,1 1 0,-1-1 0,1 1 0,0-1 0,-1 0 0,1 1 0,-1-1 0,1 1 0,0-1 0,0 1 0,-1-1 0,1 1 0,0-1 0,0 1 0,0 0 0,-1-1 0,1 1 0,0 2 0,0-1 0,-1 0 0,1 0 0,0 0 0,1 0 0,-1 0 0,0 0 0,0 1 0,1-1 0,0 0 0,-1 0 0,2 3 0,5 5 0,0 0 0,0-1 0,0 0 0,1-1 0,1 1 0,-1-1 0,1-1 0,1 0 0,-1 0 0,1-1 0,1 0 0,-1 0 0,1-2 0,0 1 0,13 3 0,-21-7 0,0 0 0,-1-1 0,1 1 0,0-1 0,0 0 0,-1 0 0,1 0 0,0 0 0,0 0 0,0-1 0,-1 1 0,1-1 0,0 1 0,-1-1 0,1 0 0,0 0 0,-1-1 0,1 1 0,-1 0 0,0-1 0,1 1 0,-1-1 0,0 0 0,0 0 0,0 0 0,0 0 0,0 0 0,-1 0 0,1-1 0,-1 1 0,1 0 0,-1-1 0,0 1 0,0-1 0,0 0 0,0 1 0,0-1 0,-1 0 0,1 0 0,-1 1 0,0-1 0,0 0 0,0 0 0,0 0 0,0 1 0,0-1 0,-1 0 0,-1-4 0,-1-3 0,2 4 0,10 11 0,9 8 0,0-2 0,31 16 0,-40-24 0,-1 0 0,0 0 0,1-1 0,-1 0 0,1 0 0,0-1 0,0 0 0,-1 0 0,13-2 0,-19 1 0,1 0 0,0 0 0,-1-1 0,1 1 0,0-1 0,-1 0 0,1 0 0,0 1 0,-1-2 0,0 1 0,1 0 0,-1 0 0,0-1 0,1 0 0,-1 1 0,0-1 0,0 0 0,0 0 0,0 0 0,-1 0 0,1 0 0,2-5 0,-2 2 0,0-1 0,0 0 0,0 0 0,-1 0 0,0 0 0,0 0 0,0 0 0,-1 0 0,0-7 0,0-3 30,-1 0 0,-1-1 0,-6-29 0,6 40-129,0 1 0,1-1 0,-2 1 0,1 0 0,-1 0 0,1 0 0,-1 0 0,-1 0 0,1 0 0,-1 1 0,0-1 0,0 1 0,0 0 0,-7-5 0,0 2-6727</inkml:trace>
</inkml:ink>
</file>

<file path=ppt/ink/ink28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9-22T16:23:37.769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339 16 24575,'-21'0'0,"-11"1"0,1-2 0,-49-8 0,62 7-170,1 0-1,0 0 0,-1 2 1,1 0-1,-1 1 0,1 1 1,-23 4-1,28-3-6655</inkml:trace>
</inkml:ink>
</file>

<file path=ppt/ink/ink28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9-22T16:23:38.439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119 57 24575,'6'-5'0,"5"-4"0,1 1 0,0 0 0,21-10 0,-29 16 0,0 1 0,0 0 0,0-1 0,1 1 0,-1 1 0,0-1 0,1 1 0,-1-1 0,0 1 0,1 0 0,-1 1 0,0-1 0,1 1 0,-1 0 0,0 0 0,6 2 0,2 2 0,-1 1 0,0 0 0,0 1 0,-1 0 0,0 1 0,13 12 0,-3-1 0,31 41 0,-49-58 0,10 14 0,14 23 0,-23-34 0,0 0 0,-1 0 0,0 1 0,0-1 0,0 0 0,0 1 0,-1-1 0,0 1 0,1 9 0,-3-13 0,1-1 0,0 1 0,0 0 0,-1 0 0,1-1 0,-1 1 0,1 0 0,-1-1 0,0 1 0,0-1 0,1 1 0,-1-1 0,0 1 0,-1-1 0,1 1 0,0-1 0,0 0 0,0 0 0,-1 0 0,1 1 0,-1-1 0,1-1 0,-1 1 0,1 0 0,-1 0 0,0 0 0,1-1 0,-1 1 0,0-1 0,-1 1 0,-7 1 0,0 0 0,0-1 0,-20 0 0,26-1 0,-28 0 0,0-1 0,1-2 0,-46-10 0,58 9 0,0-2 0,0 0 0,0-1 0,1-1 0,0-1 0,-29-19 0,42 25 0,0-1 0,1 0 0,-1-1 0,1 1 0,0-1 0,0 0 0,0 0 0,1 0 0,-1-1 0,1 1 0,0-1 0,1 1 0,0-1 0,-3-9 0,4 11 0,0 1 0,1-1 0,-1 0 0,1 0 0,0 0 0,0 0 0,0 0 0,1 0 0,-1 0 0,1 1 0,0-1 0,0 0 0,0 0 0,1 1 0,-1-1 0,1 0 0,0 1 0,0 0 0,0-1 0,0 1 0,1 0 0,-1 0 0,6-5 0,-2 4 15,0-1 0,0 1 0,0 0 0,0 0 0,1 1 0,-1 0 0,11-3 0,-12 4-129,-1 1 0,1 0-1,-1 0 1,1 1 0,0-1 0,0 1-1,-1 0 1,1 1 0,0-1 0,-1 1-1,1 0 1,6 2 0,-1 0-6712</inkml:trace>
</inkml:ink>
</file>

<file path=ppt/ink/ink28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9-22T16:23:38.708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1 0 24575,'2'3'0,"-1"0"0,-3 0 0</inkml:trace>
</inkml:ink>
</file>

<file path=ppt/ink/ink28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9-22T16:23:39.343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31 9 24575,'-1'-1'0,"1"1"0,-1-1 0,1 0 0,-1 1 0,1-1 0,-1 1 0,0-1 0,1 1 0,-1 0 0,0-1 0,1 1 0,-1-1 0,0 1 0,1 0 0,-1 0 0,0-1 0,0 1 0,1 0 0,-1 0 0,0 0 0,0 0 0,1 0 0,-1 0 0,-1 0 0,1 1 0,0-1 0,0 1 0,1-1 0,-1 1 0,0-1 0,1 1 0,-1 0 0,1-1 0,-1 1 0,1 0 0,-1-1 0,1 1 0,0 0 0,-1 0 0,1-1 0,0 1 0,-1 0 0,1 1 0,-1 1 0,1-1 0,-1 0 0,1 0 0,0 0 0,0 1 0,0-1 0,0 0 0,0 0 0,1 0 0,-1 1 0,0-1 0,1 0 0,0 0 0,-1 0 0,1 0 0,0 0 0,2 3 0,-2-4 0,1 1 0,0-1 0,-1 0 0,1 0 0,0 0 0,0 0 0,0 0 0,0 0 0,0 0 0,0-1 0,0 1 0,0-1 0,3 1 0,31 0 0,-6 0 0,-19 1 0,0 1 0,0 0 0,-1 0 0,1 1 0,-1 1 0,0-1 0,0 2 0,10 7 0,-13-9 0,-1 1 0,0 0 0,0 0 0,-1 0 0,0 1 0,0 0 0,0 0 0,0 0 0,-1 1 0,0-1 0,0 1 0,4 11 0,-8-16 0,1 0 0,0 1 0,-1-1 0,1 1 0,-1-1 0,0 0 0,0 1 0,0-1 0,0 1 0,0-1 0,0 0 0,-1 1 0,1-1 0,-1 0 0,1 1 0,-1-1 0,0 0 0,0 0 0,0 1 0,-1-1 0,1 0 0,0 0 0,-1 0 0,1 0 0,-1-1 0,0 1 0,1 0 0,-1-1 0,0 1 0,0-1 0,0 0 0,0 1 0,-3 0 0,-2 1 0,-1 0 0,1 0 0,-1 0 0,1-1 0,-1-1 0,0 1 0,0-1 0,0 0 0,-8-1 0,1 0-227,-1-2-1,1 1 1,-1-2-1,1 0 1,-26-9-1,28 8-6598</inkml:trace>
</inkml:ink>
</file>

<file path=ppt/ink/ink28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9-22T16:23:39.626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1 29 24575,'27'-7'0,"18"-3"0,5 3 0,2 2 0,-3 5 0,-5 5 0,-4 2 0,-5 2 0,-5-1 0,-6-1 0,-4 0 0,-5-1-8191</inkml:trace>
</inkml:ink>
</file>

<file path=ppt/ink/ink28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9-22T16:22:22.314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0 0 24575,'30'102'0,"0"-6"0,58 125 0,-54-139 103,4 10-1571,-32-80-5358</inkml:trace>
</inkml:ink>
</file>

<file path=ppt/ink/ink28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9-22T16:22:22.564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399 77 24575,'-30'-10'0,"-15"-4"0,-5-1 0,4 2 0,4 2 0,4 4 0,7 3 0,6 2 0,4 1 0,4 1 0,1 1 0,2 2 0,3 3 0,3 4 0,4-1-8191</inkml:trace>
</inkml:ink>
</file>

<file path=ppt/ink/ink28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9-22T16:22:23.096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257 44 24575,'-30'-8'0,"-12"-3"0,-1 1 0,-57-4 0,98 13 0,0 1 0,0 0 0,0 0 0,0 0 0,0 0 0,0 1 0,0-1 0,1 0 0,-1 1 0,0-1 0,0 1 0,0 0 0,1 0 0,-1 0 0,0 0 0,-1 1 0,2-1 0,0 0 0,0 0 0,1 0 0,-1 0 0,0 1 0,1-1 0,-1 0 0,1 0 0,-1 1 0,1-1 0,-1 0 0,1 1 0,0-1 0,0 0 0,0 1 0,0-1 0,0 0 0,0 1 0,0-1 0,0 0 0,0 1 0,1-1 0,0 2 0,1 4 0,0 0 0,1-1 0,0 1 0,1-1 0,0 1 0,0-1 0,0 0 0,0 0 0,1-1 0,0 1 0,0-1 0,1 0 0,0 0 0,-1-1 0,11 6 0,-3-2 0,1-1 0,0 0 0,0-1 0,0 0 0,1-1 0,22 4 0,-20-6 0,32 1 0,-44-3 0,0-1 0,-1-1 0,1 1 0,0-1 0,0 1 0,-1-1 0,1-1 0,-1 1 0,1-1 0,-1 1 0,8-5 0,-11 4 0,1 1 0,0-1 0,0 0 0,-1 0 0,1 1 0,-1-1 0,0 0 0,1-1 0,-1 1 0,0 0 0,0 0 0,-1 0 0,1-1 0,0 1 0,-1 0 0,1-1 0,-1 1 0,0-1 0,0 1 0,0 0 0,0-1 0,0 1 0,0-1 0,-1 1 0,0-3 0,0-2 0,-1 0 0,0 0 0,-1 1 0,0-1 0,0 0 0,0 1 0,-5-7 0,-7-3 0,14 16 0,1 0 0,0 0 0,0 0 0,0 0 0,0 0 0,0 0 0,-1-1 0,1 1 0,0 0 0,0 0 0,0 0 0,0 0 0,-1 0 0,1 0 0,0 0 0,0 0 0,0 0 0,0 0 0,-1 0 0,1 0 0,0 0 0,0 0 0,0 0 0,-1 0 0,1 0 0,0 0 0,0 0 0,0 0 0,0 0 0,-1 0 0,1 0 0,0 1 0,0-1 0,1 12 0,4 0-116,0 1 0,1-1 0,0 0 0,10 13 0,-10-16-669,1 1-6041</inkml:trace>
</inkml:ink>
</file>

<file path=ppt/ink/ink28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9-22T16:22:23.482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1 1 24575,'35'17'0,"1"1"0,42 26 0,-66-36 0,24 11 0,-33-17 0,0 0 0,0-1 0,1 0 0,-1 0 0,1 0 0,-1 0 0,1-1 0,-1 1 0,1-1 0,-1 0 0,1 0 0,-1 0 0,5-1 0,-7 1 0,0-1 0,1 0 0,-1 0 0,0 0 0,0 1 0,1-1 0,-1 0 0,0-1 0,0 1 0,0 0 0,0 0 0,0 0 0,-1-1 0,1 1 0,0 0 0,-1-1 0,1 1 0,0-1 0,-1 1 0,0 0 0,1-1 0,-1 1 0,0-1 0,0 0 0,0 1 0,0-1 0,0 1 0,0-3 0,0-3 0,-1 0 0,0-1 0,0 1 0,-3-10 0,1 5 0,3 12 0,0 0 0,0 0 0,0 0 0,0 0 0,0-1 0,0 1 0,1 0 0,-1 0 0,0 0 0,0 0 0,0 0 0,0 0 0,0 0 0,0 0 0,0-1 0,0 1 0,0 0 0,0 0 0,0 0 0,0 0 0,0 0 0,0 0 0,0 0 0,1 0 0,-1 0 0,0 0 0,0 0 0,0 0 0,0-1 0,0 1 0,0 0 0,0 0 0,0 0 0,1 0 0,-1 0 0,0 0 0,0 0 0,0 0 0,0 0 0,0 0 0,0 0 0,0 0 0,1 0 0,16 12 0,79 54 130,-28-21-1625,-55-35-5331</inkml:trace>
</inkml:ink>
</file>

<file path=ppt/ink/ink29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9-22T16:22:23.874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322 1 24575,'-30'0'0,"-12"0"0,-3 0 0,6 0 0,3 0 0,5 0 0,6 0 0,5 0 0,0 2 0,1 2 0,4-1-8191</inkml:trace>
</inkml:ink>
</file>

<file path=ppt/ink/ink29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9-22T16:22:24.184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1 0 24575,'17'30'0,"9"16"0,2 1 0,-3-4 0,-7-7 0,-5-10-8191</inkml:trace>
</inkml:ink>
</file>

<file path=ppt/ink/ink29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9-22T16:24:18.585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339 77 24575,'5'-2'0,"-1"0"0,0-1 0,0 0 0,0 0 0,6-5 0,-10 7 0,1 1 0,0-1 0,-1 1 0,1-1 0,-1 1 0,1-1 0,-1 0 0,0 1 0,1-1 0,-1 0 0,1 1 0,-1-1 0,0 0 0,0 1 0,1-1 0,-1 0 0,0 0 0,0 1 0,0-1 0,0 0 0,0 0 0,0 1 0,0-1 0,0 0 0,0 0 0,0 1 0,0-1 0,-1 0 0,1 0 0,0 1 0,0-1 0,-1 0 0,1 1 0,0-1 0,-1 0 0,1 1 0,-1-1 0,1 1 0,-1-1 0,1 1 0,-1-1 0,0 1 0,1-1 0,-2 0 0,-4-3 0,0 1 0,-1 0 0,1 0 0,-1 1 0,0-1 0,0 1 0,1 1 0,-1 0 0,-11-1 0,-9 0 0,-32 4 0,15-1 0,11-2 0,22 0 0,-1 1 0,1 0 0,0 0 0,0 1 0,-17 3 0,25-3 0,1 0 0,0 0 0,-1-1 0,1 1 0,0 1 0,0-1 0,0 0 0,0 0 0,0 1 0,0-1 0,0 1 0,0 0 0,1 0 0,-1-1 0,0 1 0,1 0 0,0 0 0,-1 1 0,1-1 0,0 0 0,0 0 0,0 0 0,1 1 0,-1-1 0,0 0 0,0 5 0,1-4 0,0 0 0,1 0 0,-1 0 0,0 0 0,1 0 0,0 0 0,0 0 0,0-1 0,0 1 0,0 0 0,0 0 0,1-1 0,-1 1 0,1 0 0,0-1 0,0 0 0,0 1 0,0-1 0,0 0 0,0 0 0,3 2 0,13 7 0,-1 1 0,2-2 0,19 8 0,62 22 0,-56-24 0,-19-7 0,33 14 0,-51-20 0,-1 1 0,1-1 0,-1 1 0,0 0 0,-1 1 0,7 5 0,-11-10 0,0 1 0,0 0 0,0 0 0,0 0 0,-1 0 0,1 0 0,0 1 0,0-1 0,-1 0 0,1 0 0,-1 0 0,1 1 0,-1-1 0,0 0 0,1 0 0,-1 1 0,0-1 0,0 2 0,0-2 0,0 0 0,-1 0 0,1 0 0,0 0 0,-1 0 0,1 0 0,-1 0 0,1 0 0,-1 0 0,0 0 0,1-1 0,-1 1 0,0 0 0,1 0 0,-1-1 0,0 1 0,0-1 0,-1 2 0,-3 0 0,-1 1 0,1-1 0,0-1 0,-1 1 0,1-1 0,-1 1 0,-7-1 0,-12 0 0,-1-2 0,1-1 0,-1 0 0,-40-11 0,6 2 0,51 9-455,1 1 0,-16-6 0</inkml:trace>
</inkml:ink>
</file>

<file path=ppt/ink/ink29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9-22T16:24:18.978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22 1 24575,'-5'0'0,"-2"2"0,1 4 0,3 1 0,3 1 0,3 5 0,4 2 0,4 1 0,1 1 0,3 0 0,0-1 0,0-3 0,-2-1 0,-1-2 0,-2-1 0,-1-2 0</inkml:trace>
</inkml:ink>
</file>

<file path=ppt/ink/ink29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9-22T16:24:19.147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0 1 24575,'10'2'0,"4"4"0,-2 3 0,-1 3 0,-1 1 0,-3-1-8191</inkml:trace>
</inkml:ink>
</file>

<file path=ppt/ink/ink29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9-22T16:24:19.605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1 1 24575,'9'24'0,"2"0"0,14 22 0,-21-39 0,1 0 0,-1 0 0,2 0 0,-1-1 0,1 0 0,0 0 0,0-1 0,0 1 0,1-1 0,11 6 0,-17-10 0,1-1 0,0 1 0,0 0 0,-1 0 0,1-1 0,0 1 0,0-1 0,0 1 0,0-1 0,0 0 0,0 0 0,0 0 0,0 0 0,-1 0 0,1 0 0,0-1 0,0 1 0,0 0 0,3-2 0,-3 1 0,-1 0 0,1 0 0,-1-1 0,0 1 0,1 0 0,-1 0 0,0-1 0,0 1 0,0-1 0,0 1 0,0-1 0,0 0 0,0 1 0,-1-1 0,1 0 0,-1 1 0,1-1 0,-1 0 0,1 0 0,-1 1 0,0-3 0,1-9 0,-1 0 0,-1 0 0,0 1 0,-4-17 0,1 3 0,4 25 0,0 0 0,0 0 0,0 0 0,0 0 0,0-1 0,0 1 0,0 0 0,0 0 0,0 0 0,0 0 0,0 0 0,1 0 0,-1 0 0,0 0 0,1 0 0,-1 0 0,1 0 0,1-2 0,-2 2 0,1 1 0,0-1 0,-1 1 0,1-1 0,0 1 0,0 0 0,0-1 0,-1 1 0,1 0 0,0 0 0,0 0 0,0-1 0,0 1 0,-1 0 0,1 0 0,0 0 0,0 0 0,0 1 0,1-1 0,4 2 0,1 0 0,0 0 0,-1 0 0,12 7 0,-10-5 0,165 92-103,-120-63-1159,-43-28-5564</inkml:trace>
</inkml:ink>
</file>

<file path=ppt/ink/ink29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9-22T16:24:20.368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1 141 24575,'51'59'0,"-39"-44"0,1 0 0,1-1 0,-1 0 0,2-1 0,21 15 0,-28-23 0,1 0 0,0 0 0,0-1 0,0 0 0,1-1 0,-1 0 0,14 3 0,-21-6 0,0 1 0,1-1 0,-1 0 0,0 0 0,1 0 0,-1 0 0,1 0 0,-1 0 0,1-1 0,-1 1 0,0-1 0,1 1 0,-1-1 0,0 0 0,0 0 0,0 0 0,1 0 0,-1-1 0,0 1 0,0-1 0,-1 1 0,1-1 0,0 1 0,0-1 0,-1 0 0,1 0 0,-1 0 0,0 0 0,1 0 0,-1 0 0,0 0 0,0-1 0,0 1 0,-1 0 0,2-4 0,0-3 0,-1 0 0,0 0 0,0 1 0,-1-1 0,0 0 0,-1 0 0,-2-16 0,2 25 0,1 0 0,0 0 0,0 0 0,0 0 0,0 0 0,0-1 0,0 1 0,0 0 0,0 0 0,0 0 0,0 0 0,0-1 0,0 1 0,0 0 0,0 0 0,0 0 0,0 0 0,0-1 0,0 1 0,0 0 0,0 0 0,0 0 0,0 0 0,0 0 0,0-1 0,0 1 0,0 0 0,1 0 0,-1 0 0,0 0 0,0 0 0,0-1 0,0 1 0,0 0 0,0 0 0,1 0 0,-1 0 0,0 0 0,0 0 0,0 0 0,8 3 0,10 11 0,-16-13 0,18 17 0,-2-2 0,31 21 0,-42-32 0,1-1 0,-1 0 0,1 0 0,0-1 0,1 0 0,-1-1 0,17 4 0,-17-5 0,0 0 0,-1-1 0,1 0 0,0 0 0,0-1 0,0 0 0,0 0 0,-1-1 0,1 0 0,-1 0 0,1-1 0,-1 0 0,8-4 0,-11 5 0,0-1 0,1 0 0,-1 0 0,0-1 0,0 1 0,-1-1 0,1 0 0,-1 0 0,0 0 0,0 0 0,0 0 0,0-1 0,-1 1 0,0-1 0,0 0 0,0 0 0,-1 0 0,1 0 0,-1 0 0,1-8 0,-2 6 7,0 0 0,0 1 0,-1-1 0,0 1 0,0-1 1,-1 1-1,1-1 0,-1 1 0,-1 0 0,1 0 0,-1 0 0,0 0 0,-1 0 0,1 1 0,-1-1 0,-8-8 0,-3-1-378,0 0-1,-1 0 1,-32-20 0,34 25-6455</inkml:trace>
</inkml:ink>
</file>

<file path=ppt/ink/ink29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9-22T16:24:22.285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2419 1 24575,'0'0'0,"1"1"0,-1-1 0,0 1 0,1-1 0,-1 1 0,0-1 0,0 1 0,1 0 0,-1-1 0,0 1 0,0-1 0,0 1 0,0-1 0,0 1 0,0 0 0,0-1 0,0 1 0,0-1 0,0 1 0,0-1 0,0 1 0,-1 0 0,1-1 0,0 1 0,0-1 0,-1 1 0,1-1 0,0 1 0,-1-1 0,1 1 0,0-1 0,-1 0 0,1 1 0,0-1 0,-1 1 0,1-1 0,-1 0 0,1 1 0,-1-1 0,1 0 0,-1 0 0,0 1 0,-24 12 0,6-9 0,-1 0 0,0-1 0,0-1 0,-21 0 0,-7 0 0,-430 7 0,311-10 0,-259-17 0,241 7 0,96 6 0,-210-6 0,279 11 0,-78 0 0,-130 17 0,176-10-84,-109 20-1197,144-23-5545</inkml:trace>
</inkml:ink>
</file>

<file path=ppt/ink/ink29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9-22T16:24:23.893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198 1 24575,'-18'0'0,"0"1"0,1 0 0,0 1 0,-23 6 0,36-7 0,-1 1 0,0-1 0,1 1 0,-1 0 0,1 0 0,0 0 0,0 0 0,-1 1 0,1 0 0,1 0 0,-1 0 0,0 0 0,1 1 0,0-1 0,0 1 0,0 0 0,0 0 0,0 0 0,1 0 0,-3 7 0,3-7 0,1 1 0,-1 0 0,1 0 0,1-1 0,-1 1 0,1 0 0,0 0 0,0 0 0,0 0 0,1 0 0,-1 0 0,1 0 0,0-1 0,1 1 0,-1 0 0,1 0 0,0-1 0,0 0 0,1 1 0,-1-1 0,1 0 0,4 5 0,-1-2 0,1 0 0,0 0 0,1-1 0,-1 1 0,1-2 0,1 1 0,-1-1 0,1-1 0,-1 0 0,13 5 0,-5-4-341,1 0 0,-1-1-1,33 4 1,-34-6-6485</inkml:trace>
</inkml:ink>
</file>

<file path=ppt/ink/ink29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9-22T16:24:24.221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33 100 24575,'1'6'0,"1"0"0,-1 0 0,1 0 0,1-1 0,-1 1 0,1-1 0,0 1 0,0-1 0,0 0 0,1 0 0,0 0 0,0-1 0,0 0 0,1 1 0,5 3 0,-3-3 0,-1-1 0,1 0 0,1-1 0,-1 1 0,0-2 0,1 1 0,-1-1 0,1 0 0,0 0 0,0-1 0,10 0 0,-9 0 0,1 0 0,-1 0 0,1-1 0,0 0 0,0-1 0,0 0 0,-1 0 0,1-1 0,11-3 0,-19 4 0,-1 1 0,0-1 0,0 0 0,0 1 0,0-1 0,0 0 0,1 1 0,-1-1 0,0 0 0,-1 0 0,1 0 0,0 0 0,0 0 0,0 0 0,-1 0 0,1 0 0,0-1 0,-1 1 0,1 0 0,-1 0 0,1-2 0,-1 1 0,0 0 0,0 0 0,0 0 0,0 0 0,0 0 0,0 0 0,-1 0 0,1 0 0,-1 1 0,0-1 0,1 0 0,-3-3 0,-1-1 0,0-1 0,0 1 0,-1 0 0,0 0 0,0 0 0,-7-5 0,-5-4 0,-1 2 0,0 0 0,-1 1 0,-1 0 0,0 2 0,0 0 0,-1 2 0,-31-10 0,49 17 0,0 1 0,1-1 0,-1 1 0,1-1 0,-1 1 0,0 0 0,1 0 0,-1 0 0,0 0 0,1 0 0,-1 1 0,0-1 0,-4 2 0,6-1 0,-1 0 0,1 0 0,0 0 0,-1 0 0,1 0 0,0 1 0,0-1 0,-1 0 0,1 0 0,0 1 0,0-1 0,1 1 0,-1-1 0,0 1 0,0-1 0,1 1 0,-1 0 0,1-1 0,-1 1 0,1 0 0,0-1 0,-1 3 0,0 11-1365,1-2-5461</inkml:trace>
</inkml:ink>
</file>

<file path=ppt/ink/ink30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9-22T16:24:24.608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141 0 24575,'-9'3'0,"0"0"0,1 1 0,-1 0 0,1 0 0,-14 9 0,21-12 0,-1 0 0,1 1 0,-1-1 0,1 0 0,0 1 0,-1-1 0,1 0 0,0 1 0,0-1 0,0 1 0,0 0 0,1-1 0,-1 1 0,0 0 0,1-1 0,-1 1 0,1 0 0,-1 0 0,1 0 0,0 0 0,0-1 0,0 1 0,0 0 0,0 0 0,0 0 0,0 0 0,1-1 0,-1 1 0,1 0 0,-1 0 0,1-1 0,0 1 0,0 0 0,0-1 0,1 3 0,3 3 0,-1-1 0,1 0 0,1 0 0,-1 0 0,1-1 0,0 1 0,0-2 0,10 8 0,9 2 0,27 12 0,-7-4 0,-43-21 0,0 0 0,-1 0 0,1 0 0,0 0 0,-1 1 0,1-1 0,2 3 0,-4-4 0,0 1 0,0-1 0,0 0 0,1 0 0,-1 0 0,0 0 0,0 1 0,0-1 0,0 0 0,0 0 0,0 1 0,0-1 0,0 0 0,0 0 0,0 0 0,0 1 0,0-1 0,0 0 0,0 0 0,0 1 0,0-1 0,0 0 0,0 0 0,0 0 0,0 1 0,0-1 0,-1 0 0,-9 5 0,-8-3 0,0 0 0,0-1 0,0-1 0,-18-3 0,17 2 0,1 0 0,-1 1 0,-34 4 0,49-3-227,1 0-1,-1 0 1,1 0-1,-1 0 1,-4 3-1,-1 2-6598</inkml:trace>
</inkml:ink>
</file>

<file path=ppt/ink/ink30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9-22T16:24:25.219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1 134 24575,'0'1'0,"0"1"0,1-1 0,-1 1 0,1-1 0,-1 1 0,1-1 0,-1 1 0,1-1 0,0 1 0,0-1 0,0 0 0,0 1 0,1 0 0,18 18 0,-10-10 0,-4-4 0,0 0 0,1-1 0,-1 0 0,1 0 0,0-1 0,1 1 0,8 2 0,-12-5 0,0 0 0,1 0 0,-1-1 0,1 0 0,0 0 0,-1 0 0,1-1 0,0 1 0,0-1 0,-1 0 0,1 0 0,0-1 0,0 0 0,4-1 0,-7 2 0,0-1 0,0 0 0,0 0 0,0 0 0,0-1 0,0 1 0,-1 0 0,1-1 0,0 1 0,2-4 0,0 0 0,-3 5 0,0 0 0,0 0 0,0 0 0,-1 0 0,1 0 0,0 1 0,0-1 0,0 0 0,-1 0 0,1 0 0,0 1 0,0-1 0,-1 0 0,1 1 0,0-1 0,-1 1 0,1-1 0,0 1 0,-1-1 0,1 1 0,-1-1 0,1 1 0,0 0 0,4 3 0,1 0 0,1 0 0,0-1 0,0 0 0,0 0 0,0-1 0,0 0 0,0 0 0,1-1 0,-1 0 0,1 0 0,-1 0 0,1-1 0,-1 0 0,1-1 0,13-2 0,-15 2 0,-1-1 0,0 0 0,1 1 0,-1-2 0,0 1 0,0 0 0,0-1 0,-1 0 0,1 0 0,0-1 0,-1 1 0,0-1 0,0 0 0,0 0 0,-1 0 0,1-1 0,-1 1 0,0-1 0,0 0 0,-1 0 0,1 0 0,1-6 0,-3 8-5,0-1-1,0 1 0,-1-1 0,1 1 1,-1 0-1,0-1 0,0 1 0,0-1 1,-1 1-1,1-1 0,-1 1 0,1-1 1,-3-5-1,0 4 31,1-1 0,-1 1 0,0 0 0,0 0 0,-1 0 0,1 0 0,-7-7 0,3 6-174,0-1 1,-1 1-1,0 0 1,1 1-1,-2-1 1,1 2-1,-1-1 1,1 1-1,-17-5 1,12 6-6678</inkml:trace>
</inkml:ink>
</file>

<file path=ppt/ink/ink30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9-22T16:24:25.639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237 43 24575,'-30'-10'0,"-13"-3"0,-1 2 0,4 5 0,7 4 0,6 6 0,7 2-8191</inkml:trace>
</inkml:ink>
</file>

<file path=ppt/ink/ink30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9-22T16:24:26.945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143 31 24575,'6'0'0,"0"1"0,0 0 0,-1 0 0,1 0 0,-1 1 0,1-1 0,-1 1 0,1 0 0,-1 1 0,0 0 0,0 0 0,0 0 0,-1 0 0,1 0 0,6 7 0,3 5 0,0 1 0,22 33 0,-32-43 0,19 33 0,-22-37 0,0 1 0,1-1 0,-1 1 0,-1-1 0,1 1 0,0 0 0,-1-1 0,1 1 0,-1 0 0,0 0 0,0 0 0,0-1 0,0 6 0,-1-7 0,0 0 0,1 0 0,-1 0 0,0 0 0,1 0 0,-1 0 0,0 0 0,0 0 0,0-1 0,0 1 0,0 0 0,0 0 0,0-1 0,0 1 0,0-1 0,0 1 0,0-1 0,0 1 0,0-1 0,0 1 0,-1-1 0,-1 0 0,-30 2 0,27-2 0,-13-1 0,0-1 0,0 0 0,1-2 0,-1 0 0,1-1 0,0-1 0,0 0 0,0-2 0,-31-18 0,45 24 0,0-1 0,0 1 0,1-1 0,-1 0 0,0 0 0,1-1 0,0 1 0,0-1 0,0 0 0,0 1 0,1-1 0,-1-1 0,1 1 0,0 0 0,0 0 0,-1-6 0,2 6 0,1 1 0,-1-1 0,1 1 0,-1 0 0,1-1 0,1 1 0,-1-1 0,0 1 0,1-1 0,-1 1 0,1 0 0,0-1 0,0 1 0,1 0 0,-1 0 0,1 0 0,-1 0 0,1 0 0,0 0 0,0 0 0,0 1 0,4-5 0,0 2-114,0 0 1,0 0-1,0 1 0,1 0 0,-1 0 1,1 1-1,0-1 0,0 1 0,0 1 1,0 0-1,10-2 0,-4 2-6712</inkml:trace>
</inkml:ink>
</file>

<file path=ppt/ink/ink30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9-22T16:24:27.210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1 0 24575,'0'3'0,"0"3"0</inkml:trace>
</inkml:ink>
</file>

<file path=ppt/ink/ink30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9-22T16:24:27.752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130 62 24575,'11'-8'0,"2"-2"0,1 0 0,18-8 0,-29 16 0,1 0 0,-1 1 0,0 0 0,1-1 0,-1 1 0,1 1 0,-1-1 0,1 0 0,-1 1 0,1 0 0,-1-1 0,1 1 0,0 1 0,-1-1 0,1 1 0,4 0 0,-5 1 0,0 0 0,-1-1 0,1 1 0,-1 0 0,1 0 0,-1 0 0,0 1 0,0-1 0,0 0 0,0 1 0,0-1 0,0 1 0,-1 0 0,1 0 0,-1 0 0,0-1 0,0 1 0,1 5 0,0-3 0,-1 0 0,0 1 0,0-1 0,0 1 0,-1-1 0,0 1 0,0-1 0,0 1 0,-3 9 0,3-12 0,-1 0 0,0 0 0,0 0 0,-1 0 0,1 0 0,0-1 0,-1 1 0,0-1 0,0 1 0,0-1 0,0 1 0,0-1 0,0 0 0,0 0 0,-1 0 0,1 0 0,-3 1 0,0-1 0,1 0 0,0-1 0,-1 1 0,1-1 0,0 0 0,-1 0 0,0 0 0,1-1 0,-1 0 0,-6 0 0,-2-1 0,1-1 0,-1 0 0,0-1 0,1-1 0,0 0 0,0 0 0,-14-8 0,16 7 0,-4-2 0,1 0 0,-22-16 0,32 21 0,1 1 0,0-1 0,0 0 0,0 0 0,0 0 0,0 0 0,0 0 0,1-1 0,-1 1 0,0 0 0,1-1 0,0 1 0,0-1 0,0 0 0,0 1 0,0-1 0,0 0 0,1 0 0,-1 1 0,1-1 0,0-5 0,0 6 5,1 0 0,-1 0 0,1 0-1,0 0 1,-1 0 0,1 0 0,0 0 0,1 0-1,-1 0 1,0 0 0,0 0 0,1 0 0,-1 1-1,1-1 1,-1 1 0,1-1 0,0 1-1,0 0 1,0 0 0,-1-1 0,1 1 0,0 0-1,0 1 1,5-2 0,-2 0-140,0 1 0,0 0 0,0 0 0,0 1 0,0-1 0,0 1 0,0 0 0,0 1 0,0-1 0,5 2 0,3 2-6691</inkml:trace>
</inkml:ink>
</file>

<file path=ppt/ink/ink30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9-22T16:24:28.173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176 0 24575,'1'16'0,"1"0"0,0 0 0,2 0 0,0 0 0,6 16 0,5 19 0,-14-49 0,-1 0 0,1 0 0,-1-1 0,0 1 0,0 0 0,0 0 0,0-1 0,0 1 0,0 0 0,0 0 0,0-1 0,-1 1 0,1 0 0,-1 0 0,1-1 0,-1 1 0,-1 3 0,1-4 0,0 0 0,0-1 0,0 1 0,-1 0 0,1 0 0,0 0 0,0-1 0,0 1 0,-1 0 0,1-1 0,0 1 0,-1-1 0,1 0 0,0 1 0,-1-1 0,1 0 0,0 0 0,-1 0 0,1 0 0,-1 0 0,1 0 0,0 0 0,-3-1 0,-9-2 0,-1-1 0,1 0 0,0 0 0,1-2 0,-1 0 0,1 0 0,0-1 0,0 0 0,1-1 0,-15-13 0,23 18 0,1 1 0,0 0 0,-1-1 0,1 1 0,0-1 0,1 0 0,-1 0 0,0 0 0,1 0 0,-1 0 0,1 0 0,0 0 0,-1-6 0,2 7 0,0 0 0,0 1 0,0-1 0,0 0 0,0 0 0,1 0 0,-1 1 0,1-1 0,-1 0 0,1 0 0,0 1 0,-1-1 0,1 1 0,0-1 0,0 0 0,0 1 0,0 0 0,1-1 0,-1 1 0,0 0 0,1-1 0,-1 1 0,0 0 0,1 0 0,-1 0 0,3-1 0,2 0-151,0-1-1,0 1 0,0 0 0,0 0 1,1 1-1,-1-1 0,0 2 1,11-1-1,0 0-6674</inkml:trace>
</inkml:ink>
</file>

<file path=ppt/ink/ink30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9-22T16:24:29.012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189 36 24575,'0'-2'0,"1"1"0,-1 0 0,0 0 0,1-1 0,-1 1 0,0-1 0,0 1 0,0 0 0,0-1 0,0 1 0,0 0 0,0-1 0,-1 1 0,1 0 0,0-1 0,-1 1 0,1 0 0,-1 0 0,0-1 0,1 1 0,-1 0 0,-1-1 0,2 1 0,-1 1 0,0-1 0,1 1 0,-1-1 0,0 1 0,0 0 0,1-1 0,-1 1 0,0 0 0,0 0 0,0-1 0,0 1 0,1 0 0,-1 0 0,0 0 0,0 0 0,0 0 0,0 0 0,1 0 0,-1 1 0,0-1 0,0 0 0,0 0 0,0 1 0,1-1 0,-1 0 0,0 1 0,0-1 0,1 1 0,-1-1 0,0 1 0,1-1 0,-1 1 0,1-1 0,-2 2 0,-6 7 0,1-1 0,0 1 0,1 0 0,0 1 0,0 0 0,1 0 0,-6 16 0,-7 12 0,1-6 0,1 0 0,-18 58 0,30-78 0,1 1 0,0-1 0,1 1 0,1-1 0,0 1 0,0 0 0,1-1 0,1 1 0,0 0 0,1-1 0,4 15 0,0-10-273,1 0 0,1 0 0,0-1 0,19 28 0,-17-30-6553</inkml:trace>
</inkml:ink>
</file>

<file path=ppt/ink/ink30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9-22T16:24:29.732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1 64 24575,'71'-40'0,"-61"36"0,0-1 0,1 2 0,0-1 0,-1 1 0,14-1 0,-18 3 0,1 2 0,-1-1 0,0 0 0,0 1 0,0 0 0,1 1 0,-1-1 0,0 1 0,-1 1 0,1-1 0,0 1 0,-1 0 0,1 0 0,8 7 0,6 6 0,0 0 0,20 24 0,-34-34 0,31 32 0,-2 1 0,-2 1 0,56 90 0,-77-108 0,-2 0 0,0 1 0,-1 0 0,8 32 0,-13-38 0,-1 0 0,-1 1 0,0-1 0,-2 1 0,0-1 0,-4 34 0,2-39-170,-1 1-1,-1-1 0,0-1 1,0 1-1,-1 0 0,-1-1 1,-7 12-1,0-4-6655</inkml:trace>
</inkml:ink>
</file>

<file path=ppt/ink/ink30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9-22T16:24:30.760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335 31 24575,'-57'0'0,"-68"-9"0,78 1 0,-59-5 0,137 17 0,44 11 0,-23-4 0,167 19 0,-247-34 0,-34-10 0,-30-6 0,43 15-682,-72 2-1,105 3-6143</inkml:trace>
</inkml:ink>
</file>

<file path=ppt/ink/ink31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9-22T16:24:31.760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46 27 24575,'-3'-3'0,"1"-1"0,-1 1 0,0 0 0,0 0 0,0 0 0,-4-2 0,7 4 0,-1 1 0,1 0 0,-1 0 0,1-1 0,-1 1 0,1 0 0,-1 0 0,1 0 0,-1 0 0,1 0 0,0 0 0,-1 0 0,1-1 0,-1 1 0,1 0 0,-1 1 0,1-1 0,-1 0 0,1 0 0,-1 0 0,1 0 0,-1 0 0,0 1 0,0-1 0,1 1 0,-1 0 0,0 0 0,1-1 0,-1 1 0,1 0 0,-1 0 0,1 0 0,-1 0 0,1 0 0,0 0 0,-1 0 0,1 0 0,0 0 0,0 0 0,-1 1 0,0 7 0,1 0 0,-1 0 0,1 0 0,1 0 0,2 16 0,14 46 0,-12-55 0,30 100-48,7 24 191,-36-115-508,-1 0 0,-2-1 0,1 48 0,-4-60-6461</inkml:trace>
</inkml:ink>
</file>

<file path=ppt/ink/ink31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9-22T16:24:31.949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341 62 24575,'-27'-8'0,"-15"-2"0,-5-2 0,3 1 0,4 2 0,7 3 0,5 3 0,6 1 0,4 1 0,5 4 0,2 1 0,3 2 0,3 3 0,2 2 0,5 0 0</inkml:trace>
</inkml:ink>
</file>

<file path=ppt/ink/ink31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9-22T16:24:32.403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265 56 24575,'-47'-17'0,"-1"3"0,-55-8 0,98 21 0,1 0 0,-1 1 0,1 0 0,-1 0 0,0 0 0,1 1 0,-1-1 0,-6 3 0,10-3 0,0 1 0,0-1 0,0 1 0,0-1 0,0 1 0,0-1 0,0 1 0,0 0 0,0 0 0,0-1 0,0 1 0,1 0 0,-1 0 0,0 0 0,1 0 0,-1 0 0,1 0 0,-1 0 0,1 0 0,-1 0 0,1 0 0,0 0 0,-1 1 0,1-1 0,0 0 0,0 0 0,0 0 0,0 0 0,0 1 0,0-1 0,0 0 0,0 0 0,1 0 0,-1 0 0,0 0 0,1 0 0,-1 0 0,1 2 0,2 5 0,1-1 0,-1 1 0,1-1 0,1 0 0,-1 0 0,1 0 0,0-1 0,10 10 0,5 3 0,27 20 0,-35-30 0,0-1 0,1 0 0,-1-1 0,1 0 0,1-1 0,0 0 0,-1-1 0,2-1 0,-1 0 0,0-1 0,26 2 0,-38-5 0,0 0 0,0 0 0,0 0 0,0 0 0,0 0 0,-1 0 0,1-1 0,0 1 0,0-1 0,0 1 0,0-1 0,-1 0 0,1 1 0,0-1 0,-1 0 0,1 0 0,-1 0 0,1-1 0,-1 1 0,1 0 0,-1-1 0,2-1 0,-2 1 0,0 0 0,0 0 0,-1 0 0,1 0 0,0 0 0,-1-1 0,1 1 0,-1 0 0,0 0 0,0-1 0,0 1 0,0 0 0,0 0 0,0-1 0,-1 1 0,1 0 0,-1 0 0,0-3 0,-2-4 0,-1 0 0,0 0 0,0 1 0,-1-1 0,0 1 0,0 0 0,-1 0 0,0 1 0,0 0 0,-1 0 0,0 0 0,0 1 0,-11-8 0,36 44 0,-6-13-273,1-1 0,1 0 0,0-1 0,16 14 0,-21-23-6553</inkml:trace>
</inkml:ink>
</file>

<file path=ppt/ink/ink31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9-22T16:24:32.841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0 36 24575,'1'0'0,"-1"1"0,0 0 0,1 0 0,-1 0 0,1 0 0,-1-1 0,1 1 0,-1 0 0,1 0 0,0-1 0,-1 1 0,1-1 0,0 1 0,0 0 0,1 0 0,16 10 0,-13-8 0,-5-3 0,9 5 0,-1 0 0,1-1 0,0 0 0,9 3 0,-16-7 0,0 1 0,0-1 0,0 1 0,0-1 0,0 0 0,0 0 0,0 0 0,0 0 0,0 0 0,0 0 0,3-2 0,-4 2 0,0-1 0,0 1 0,0-1 0,0 1 0,0-1 0,0 0 0,0 0 0,0 1 0,-1-1 0,1 0 0,0 0 0,0 0 0,-1 0 0,1 0 0,-1 0 0,1 0 0,-1 0 0,1 0 0,-1 0 0,1 0 0,-1-3 0,1 1 0,-1 0 0,0 0 0,0 0 0,0 0 0,0 0 0,-1 0 0,1 0 0,-1 0 0,0 0 0,-1-4 0,-3-11 0,5 18 0,0-1 0,0 1 0,0 0 0,0-1 0,0 1 0,0 0 0,0-1 0,0 1 0,0 0 0,0-1 0,0 1 0,0 0 0,0-1 0,0 1 0,0 0 0,0-1 0,0 1 0,0 0 0,0-1 0,1 1 0,-1 0 0,0-1 0,0 1 0,0 0 0,1 0 0,-1-1 0,0 1 0,0 0 0,1 0 0,-1 0 0,0-1 0,1 1 0,-1 0 0,0 0 0,0 0 0,1 0 0,-1-1 0,0 1 0,1 0 0,-1 0 0,0 0 0,1 0 0,-1 0 0,0 0 0,1 0 0,-1 0 0,0 0 0,1 0 0,-1 0 0,0 0 0,1 0 0,-1 1 0,0-1 0,1 0 0,-1 0 0,0 0 0,1 0 0,-1 1 0,0-1 0,1 0 0,-1 0 0,23 13 0,-20-11 0,39 26-10,-24-15-442,1-1 1,30 14-1</inkml:trace>
</inkml:ink>
</file>

<file path=ppt/ink/ink31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9-22T16:24:33.105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249 32 24575,'-30'-10'0,"-13"0"0,-1 3 0,4 3 0,7 5 0,6 2 0,7 3 0,8 1-8191</inkml:trace>
</inkml:ink>
</file>

<file path=ppt/ink/ink31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9-22T16:24:33.461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0 0 24575,'23'23'0,"10"10"0,-1 4 0,-4-2 0,-5-4 0,-8-4 0,-6-6 0,-4-2 0,-4-3 0,-1-4-8191</inkml:trace>
</inkml:ink>
</file>

<file path=ppt/ink/ink31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9-22T16:24:38.029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165 12 24575,'-30'-4'0,"14"1"0,-1 1 0,0 1 0,1 0 0,-21 2 0,35-1 0,1 0 0,-1 0 0,1 1 0,-1-1 0,0 1 0,1-1 0,-1 1 0,1-1 0,-1 1 0,1 0 0,-1 0 0,1 0 0,-1 0 0,1 0 0,0 0 0,-2 2 0,2-2 0,0 0 0,1 0 0,-1 0 0,1 0 0,0 1 0,-1-1 0,1 0 0,0 0 0,-1 0 0,1 1 0,0-1 0,0 0 0,0 0 0,0 1 0,0-1 0,1 0 0,-1 2 0,2 2 0,0-1 0,-1 1 0,2-1 0,-1 0 0,0 1 0,1-1 0,0-1 0,0 1 0,6 6 0,24 20 0,2-2 0,49 30 0,-58-40 0,-23-16 0,0 0 0,0 0 0,-1 0 0,1 1 0,-1-1 0,3 4 0,-4-5 0,-1-1 0,0 1 0,1-1 0,-1 1 0,0-1 0,1 1 0,-1-1 0,0 1 0,0-1 0,0 1 0,0 0 0,1-1 0,-1 1 0,0-1 0,0 1 0,0-1 0,0 1 0,0 0 0,0-1 0,-1 1 0,1-1 0,0 1 0,0-1 0,0 1 0,0 0 0,-1-1 0,1 1 0,0-1 0,-1 1 0,1-1 0,0 1 0,-1-1 0,1 0 0,-1 1 0,1-1 0,0 1 0,-1-1 0,1 0 0,-1 1 0,1-1 0,-1 0 0,1 0 0,-1 1 0,0-1 0,-6 3 0,0 0 0,0-1 0,0 0 0,-1 0 0,1 0 0,0-1 0,-1 0 0,1-1 0,-12 0 0,-6-2 0,-36-7 0,53 8 0,-7-3-1365,2 0-5461</inkml:trace>
</inkml:ink>
</file>

<file path=ppt/ink/ink31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9-22T16:24:38.262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4 1 24575,'-3'7'0,"2"6"0,4 2 0,4-1 0,0-3-8191</inkml:trace>
</inkml:ink>
</file>

<file path=ppt/ink/ink31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9-22T16:24:38.448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0 1 24575,'18'13'0,"5"6"0,0 0-8191</inkml:trace>
</inkml:ink>
</file>

<file path=ppt/ink/ink31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9-22T16:24:38.805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1 38 24575,'0'0'0,"0"0"0,0 0 0,0 1 0,0-1 0,0 0 0,0 0 0,0 1 0,0-1 0,0 0 0,0 0 0,0 0 0,0 1 0,0-1 0,0 0 0,0 0 0,0 0 0,0 1 0,1-1 0,-1 0 0,0 0 0,0 0 0,0 1 0,0-1 0,0 0 0,1 0 0,-1 0 0,0 0 0,0 0 0,0 1 0,0-1 0,1 0 0,-1 0 0,0 0 0,0 0 0,0 0 0,1 0 0,-1 0 0,0 0 0,0 0 0,0 0 0,1 0 0,-1 0 0,0 0 0,0 0 0,1 0 0,-1 0 0,0 0 0,0 0 0,0 0 0,1 0 0,-1 0 0,0 0 0,0 0 0,0 0 0,1-1 0,-1 1 0,0 0 0,0 0 0,0 0 0,0 0 0,1 0 0,-1-1 0,0 1 0,0 0 0,0 0 0,0 0 0,0-1 0,15-12 0,-14 11 0,2-1 0,-1 1 0,1 0 0,-1 0 0,1 0 0,0 0 0,0 0 0,0 0 0,0 1 0,0-1 0,0 1 0,0 0 0,0 0 0,0 0 0,1 1 0,-1-1 0,5 0 0,-3 1 0,0 1 0,0 0 0,0-1 0,0 1 0,-1 1 0,1-1 0,0 1 0,0 0 0,-1 0 0,7 4 0,5 3-273,-1-1 0,1-1 0,1-1 0,31 9 0,-36-13-6553</inkml:trace>
</inkml:ink>
</file>

<file path=ppt/ink/ink32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9-22T16:24:39.385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0 55 24575,'71'61'0,"-46"-38"0,34 24 0,-55-45 0,0 1 0,-1-1 0,1-1 0,0 1 0,0 0 0,0-1 0,0 0 0,0 0 0,1 0 0,-1-1 0,6 1 0,-8-1 0,-1 0 0,1 0 0,0 0 0,0 0 0,-1-1 0,1 1 0,0-1 0,-1 1 0,1-1 0,-1 1 0,1-1 0,0 0 0,-1 0 0,0 0 0,1 0 0,-1 0 0,1 0 0,-1 0 0,0 0 0,0 0 0,0-1 0,0 1 0,0 0 0,0-1 0,0 1 0,0-1 0,0 1 0,-1-1 0,1 0 0,0-2 0,1-17 0,-1-2 0,-1 22 0,0 0 0,1 0 0,-1-1 0,0 1 0,0 0 0,1 0 0,-1 0 0,1 0 0,-1 1 0,1-1 0,-1 0 0,1 0 0,0 0 0,-1 0 0,2-1 0,-1 2 0,1-1 0,-1 1 0,0-1 0,0 1 0,0 0 0,1 0 0,-1 0 0,0-1 0,0 1 0,1 0 0,-1 1 0,0-1 0,0 0 0,0 0 0,1 0 0,-1 1 0,0-1 0,0 1 0,0-1 0,2 2 0,26 14 0,-20-10 0,20 11 0,-12-6 0,0-1 0,26 11 0,-37-18 0,-1-1 0,1-1 0,0 1 0,-1-1 0,1 0 0,0 0 0,0-1 0,0 0 0,0 0 0,0 0 0,0-1 0,9-1 0,-12 1 0,0 0 0,0 0 0,0 0 0,0 0 0,0-1 0,-1 1 0,1-1 0,-1 0 0,1 0 0,-1 0 0,1 0 0,-1 0 0,0 0 0,0-1 0,0 1 0,0-1 0,-1 1 0,1-1 0,-1 0 0,1 1 0,-1-1 0,0 0 0,0 0 0,1-3 0,-1 1 0,-1 1 0,1-1 0,-1 0 0,0 0 0,0 1 0,0-1 0,-1 0 0,0 1 0,0-1 0,0 0 0,0 1 0,-1-1 0,0 1 0,0 0 0,-2-5 0,0 3-136,1-1-1,-2 1 1,1 0-1,-1 1 1,1-1-1,-2 1 1,1 0-1,0 0 0,-10-6 1,3 4-6690</inkml:trace>
</inkml:ink>
</file>

<file path=ppt/ink/ink32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9-22T16:24:40.278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1270 28 24575,'14'-3'0,"-8"1"0,-1 1 0,1-1 0,-1 1 0,1-2 0,-1 1 0,0 0 0,5-4 0,-32 7 0,-286 19 0,0-27 0,128 1 0,-69-4 0,217 8 40,1 0 0,-39 4 0,60-1-164,1 0 0,-1 1 1,1 0-1,0 0 0,-1 1 0,1 1 1,1-1-1,-1 1 0,0 1 0,1 0 1,-13 9-1,10-5-6702</inkml:trace>
</inkml:ink>
</file>

<file path=ppt/ink/ink32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9-22T16:24:41.293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225 44 24575,'-8'-5'0,"1"0"0,-2 0 0,1 0 0,0 1 0,-1 0 0,0 1 0,0 0 0,0 1 0,0-1 0,0 2 0,-11-2 0,16 3 0,-1 0 0,1 0 0,0 0 0,0 0 0,-1 1 0,1 0 0,0 0 0,0 0 0,0 0 0,0 1 0,0-1 0,0 1 0,0 0 0,0 0 0,0 1 0,1-1 0,0 1 0,-1 0 0,1 0 0,0 0 0,0 0 0,0 0 0,1 1 0,-1-1 0,1 1 0,-3 5 0,3-5 0,1 1 0,-1 0 0,1 0 0,-1 0 0,1 0 0,1 0 0,-1 0 0,1 0 0,0 0 0,0 0 0,1 7 0,0-5 0,1 0 0,0 0 0,0 0 0,0 0 0,1 0 0,0 0 0,4 7 0,-2-7 15,1 0 0,-1 0 0,1 0 0,0-1 0,1 0 0,-1 0 0,10 5 0,1 0-758,36 18 1,-40-23-6084</inkml:trace>
</inkml:ink>
</file>

<file path=ppt/ink/ink32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9-22T16:24:41.696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19 106 24575,'-2'0'0,"1"1"0,0 0 0,0 0 0,-1 0 0,1 0 0,0 0 0,0 0 0,0 0 0,0 0 0,0 0 0,0 0 0,1 1 0,-1-1 0,0 0 0,1 0 0,-1 1 0,1-1 0,-1 3 0,1-2 0,0-1 0,0 0 0,0 0 0,0 1 0,1-1 0,-1 0 0,0 0 0,1 0 0,-1 1 0,1-1 0,-1 0 0,1 0 0,0 0 0,-1 0 0,1 0 0,0 0 0,2 1 0,1 2 0,0-1 0,0 0 0,0 0 0,1-1 0,0 1 0,-1-1 0,1 0 0,0 0 0,7 1 0,-1 0 0,6 1 0,1 0 0,25 1 0,-39-4 0,0-1 0,1 0 0,-1 0 0,0-1 0,1 1 0,-1-1 0,0 0 0,0 0 0,1 0 0,-1-1 0,0 1 0,0-1 0,0 0 0,-1 0 0,6-4 0,-7 4 0,0 0 0,0 1 0,0-1 0,-1 0 0,1 0 0,-1 0 0,0 0 0,1 0 0,-1 0 0,0-1 0,0 1 0,0 0 0,-1-1 0,1 1 0,0 0 0,-1-1 0,1-2 0,-2 1 0,1 1 0,0-1 0,-1 0 0,1 1 0,-1-1 0,0 1 0,0-1 0,-1 1 0,1 0 0,-3-6 0,-1 1 0,-1 1 0,0-1 0,0 1 0,0 0 0,-1 0 0,1 1 0,-2 0 0,-7-6 0,10 9 12,1 0 0,-1 1 0,0-1 0,0 1 0,0 0 0,-1 1 0,1-1 0,0 1 0,-11-2 0,13 3-67,1 0 0,0 0 0,0 0 0,0 0 0,0 1 0,-1-1 0,1 1 0,0-1 0,0 1 0,0 0 0,0 0 0,0 0 0,0 0 0,0 0 0,0 0 0,1 0 0,-1 0 0,0 1 0,1-1 0,-1 1 0,1 0 0,-1-1 0,1 1 0,0 0 0,0 0 0,-2 3 0,-2 7-6771</inkml:trace>
</inkml:ink>
</file>

<file path=ppt/ink/ink32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9-22T16:24:42.088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75 1 24575,'-2'1'0,"1"1"0,0-1 0,0 0 0,0 1 0,0-1 0,0 1 0,0 0 0,0-1 0,0 1 0,1 0 0,-1-1 0,1 1 0,-1 0 0,1 0 0,0 0 0,0 0 0,0 2 0,0-1 0,0 0 0,1 1 0,0-1 0,-1 0 0,1 0 0,1 0 0,-1 0 0,3 6 0,3 2 0,1 0 0,0-1 0,17 17 0,-25-27 0,16 15 0,32 23 0,2 2 0,-49-40 0,0 1 0,0 0 0,0 0 0,0 0 0,0 0 0,-1-1 0,1 1 0,0 0 0,-1 0 0,1 1 0,-1-1 0,1 0 0,-1 0 0,1 0 0,-1 0 0,0 0 0,1 1 0,-1-1 0,0 1 0,0-1 0,-1 0 0,1 0 0,0-1 0,-1 1 0,1 0 0,-1-1 0,1 1 0,-1 0 0,1-1 0,-1 1 0,0-1 0,1 1 0,-1-1 0,0 1 0,1-1 0,-1 1 0,0-1 0,0 0 0,1 1 0,-1-1 0,0 0 0,0 0 0,0 1 0,0-1 0,1 0 0,-1 0 0,0 0 0,-1 0 0,-24 2 0,-53-4 0,48 1 0,-31 1 0,48 3-1365,1 0-5461</inkml:trace>
</inkml:ink>
</file>

<file path=ppt/ink/ink32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9-22T16:24:42.884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0 64 24575,'14'8'0,"-1"1"0,0 0 0,-1 1 0,0 0 0,16 17 0,-19-16 0,2-1 0,-1 0 0,1 0 0,1-2 0,0 1 0,24 12 0,-35-20 0,1-1 0,-1 1 0,0-1 0,0 1 0,1-1 0,-1 1 0,1-1 0,-1 0 0,0 0 0,1 0 0,-1 1 0,1-1 0,-1-1 0,1 1 0,-1 0 0,0 0 0,1 0 0,-1-1 0,0 1 0,1-1 0,-1 1 0,0-1 0,1 0 0,1-1 0,-3 1 0,1 0 0,0 0 0,-1 0 0,1 0 0,-1 0 0,1 0 0,-1 0 0,0-1 0,1 1 0,-1 0 0,0 0 0,0 0 0,0-1 0,0 1 0,0 0 0,0 0 0,0-1 0,0 1 0,-1 0 0,1 0 0,0 0 0,-1-1 0,1 1 0,-1 0 0,1 0 0,-1 0 0,1 0 0,-3-2 0,-6-11 0,-21-23 0,22 28 0,14 16 0,1 1 0,1-1 0,-1-1 0,1 1 0,0-2 0,0 1 0,1-1 0,9 5 0,-5-4 0,0-1 0,1 0 0,0 0 0,-1-2 0,17 3 0,-27-5 0,0-1 0,1 0 0,-1 0 0,0 0 0,0 0 0,0 0 0,0 0 0,0-1 0,0 1 0,0-1 0,0 0 0,0 0 0,0 0 0,0-1 0,0 1 0,0 0 0,-1-1 0,1 0 0,0 0 0,3-4 0,-3 3 0,0-1 0,-1 1 0,0-1 0,0 0 0,0 0 0,0 0 0,0 0 0,-1 0 0,0 0 0,0 0 0,0 0 0,0-1 0,-1 1 0,1-7 0,-2 4-80,1 0 0,-1 0-1,0 0 1,-1 0 0,0 0-1,0 1 1,0-1 0,-1 1-1,0-1 1,0 1 0,-1 0 0,1 0-1,-1 0 1,-1 1 0,1-1-1,-7-5 1,1 1-6746</inkml:trace>
</inkml:ink>
</file>

<file path=ppt/ink/ink32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9-22T16:24:44.038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125 7 24575,'-12'-3'0,"-7"0"0,-3 2 0,0 5 0,1 0 0,5 3 0,4 1-8191</inkml:trace>
</inkml:ink>
</file>

<file path=ppt/ink/ink32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9-22T16:24:45.510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2 1 24575,'16'0'0,"1"1"0,-1 0 0,0 1 0,0 1 0,0 1 0,0 0 0,30 12 0,-40-13 0,0 0 0,-1 0 0,1 1 0,0 0 0,-1 0 0,0 0 0,0 0 0,0 1 0,0 0 0,-1 0 0,0 0 0,0 1 0,0-1 0,-1 1 0,1 0 0,-2 0 0,1 0 0,0 0 0,-1 0 0,0 1 0,-1-1 0,1 8 0,0-5 0,-1 0 0,-1 0 0,0 0 0,0 0 0,-2 14 0,1-21 0,1 0 0,-1 0 0,1 0 0,-1 1 0,0-1 0,0 0 0,0 0 0,0 0 0,0 0 0,-1 0 0,1-1 0,-1 1 0,1 0 0,-1-1 0,1 1 0,-1-1 0,0 1 0,0-1 0,0 0 0,0 1 0,0-1 0,0 0 0,0-1 0,0 1 0,0 0 0,-5 0 0,0 0 0,0 0 0,0-1 0,0 0 0,0-1 0,0 0 0,0 0 0,0 0 0,0-1 0,0 0 0,0 0 0,1-1 0,-1 1 0,1-2 0,-1 1 0,1-1 0,0 0 0,1 0 0,-7-6 0,5 4 0,0 0 0,0-1 0,1 0 0,0 0 0,0 0 0,1-1 0,0 0 0,0 0 0,1 0 0,0 0 0,0-1 0,1 0 0,-3-13 0,5 17-91,0 1 0,1-1 0,0 0 0,0 1 0,0-1 0,0 1 0,1-1 0,0 1 0,0-1 0,0 1 0,0-1 0,1 1 0,-1 0 0,5-8 0</inkml:trace>
</inkml:ink>
</file>

<file path=ppt/ink/ink32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9-22T16:24:46.256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7 0 24575,'-3'0'0,"0"3"0</inkml:trace>
</inkml:ink>
</file>

<file path=ppt/ink/ink32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9-22T16:24:46.818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1 1 24575,'5'6'0,"1"1"0,-1 0 0,0 1 0,5 9 0,-6-9 0,1 0 0,0 0 0,9 10 0,-6-10 0,-1 0 0,1-1 0,1 0 0,9 6 0,-14-11 0,-1 0 0,0 0 0,1 0 0,0-1 0,-1 0 0,1 0 0,0 0 0,0 0 0,0 0 0,-1-1 0,1 0 0,0 1 0,0-1 0,6-1 0,-9 0 0,-1 1 0,1 0 0,0 0 0,0 0 0,-1 0 0,1 0 0,0 0 0,-1 0 0,1 1 0,0-1 0,0 0 0,-1 0 0,1 0 0,0 1 0,-1-1 0,1 0 0,0 1 0,-1-1 0,1 1 0,-1-1 0,1 1 0,-1-1 0,1 1 0,-1-1 0,2 2 0,-1-1 0,-1 1 0,1 0 0,0 0 0,0 0 0,-1 0 0,1 0 0,-1 0 0,1 0 0,-1 3 0,0 1 0,0 0 0,0 0 0,-1 0 0,1 0 0,-4 10 0,3-14-4,1 0-1,-1 0 1,0 0-1,0 0 1,0-1-1,0 1 1,0 0 0,-1-1-1,1 1 1,0-1-1,-1 1 1,1-1-1,-1 1 1,0-1-1,1 0 1,-1 0-1,-3 2 1,2-2 24,-1 0 0,1 0 0,-1 0 0,0 0 0,1-1 0,-1 1 0,0-1 0,1 0 0,-5 0 0,-3-2-268,-1 1 1,1-2-1,0 1 1,1-2-1,-15-5 1,12 3-6579</inkml:trace>
</inkml:ink>
</file>

<file path=ppt/ink/ink33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9-22T16:24:47.037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0 149 24575,'28'-23'0,"11"-9"0,2 0 0,-4 5 0,-5 9 0,-6 5 0,-5 9 0,-6 5-8191</inkml:trace>
</inkml:ink>
</file>

<file path=ppt/ink/ink33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9-22T16:24:48.304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120 145 24575,'16'-7'0,"-1"-1"0,-1-1 0,17-13 0,-26 19 0,-1-1 0,0 0 0,0 0 0,0-1 0,-1 1 0,0-1 0,0 1 0,0-1 0,0 0 0,-1 0 0,1 0 0,-1-1 0,2-7 0,3-7 0,-5 13 0,-9 17 0,0 0 0,-1 0 0,0-1 0,-1-1 0,0 1 0,-17 11 0,18-14 0,0 0 0,0 1 0,1-1 0,0 2 0,0-1 0,0 1 0,1 0 0,0 0 0,-7 15 0,-7 25 0,2 2 0,3 0 0,1 1 0,3 0 0,2 1 0,2 1 0,1 64 0,6-95 30,1 1 0,2 0 0,4 22 0,-4-33-216,0 0 1,0 0-1,2-1 0,-1 1 1,2-1-1,-1 0 1,9 11-1,-5-11-6640</inkml:trace>
</inkml:ink>
</file>

<file path=ppt/ink/ink33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9-22T16:24:49.380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0 40 24575,'0'-2'0,"0"1"0,0-1 0,0 1 0,0-1 0,0 1 0,1-1 0,-1 1 0,0-1 0,1 1 0,-1-1 0,1 1 0,0-1 0,-1 1 0,1 0 0,0-1 0,0 1 0,0 0 0,0 0 0,0-1 0,0 1 0,0 0 0,0 0 0,1 0 0,-1 0 0,0 1 0,0-1 0,1 0 0,-1 0 0,1 1 0,-1-1 0,1 1 0,-1-1 0,1 1 0,-1 0 0,1 0 0,1-1 0,2 1 0,0 0 0,-1 1 0,1-1 0,0 1 0,0 0 0,-1 0 0,1 0 0,-1 1 0,1 0 0,7 3 0,12 10 0,-1 1 0,-1 0 0,0 2 0,-1 0 0,25 29 0,82 113 0,-86-103 0,-3 2 0,37 72 0,-63-106 0,-2 1 0,-1 0 0,-1 0 0,-1 1 0,-2 0 0,0 1 0,-2-1 0,1 42 0,-5-59-114,-1-1 1,1 1-1,-2 0 0,1-1 0,-2 1 1,1-1-1,-1 0 0,0 0 0,-1 0 1,0 0-1,-9 13 0,-2 0-6712</inkml:trace>
</inkml:ink>
</file>

<file path=ppt/ink/ink33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9-22T16:15:21.473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3 108 24575,'0'-8'0,"-1"17"0,-1 19 0,3-7 0,0 1 0,2 0 0,0-1 0,11 38 0,-10-49 0,-1-1 0,2 1 0,-1-1 0,1 0 0,7 10 0,-8-14 0,0 0 0,0-1 0,0 1 0,1-1 0,0 0 0,0 0 0,0 0 0,0-1 0,8 5 0,-11-7 0,0 0 0,0 0 0,1 0 0,-1 0 0,0-1 0,0 1 0,0-1 0,0 1 0,1-1 0,-1 0 0,0 0 0,0 0 0,1 0 0,-1 0 0,0 0 0,0 0 0,1-1 0,-1 1 0,0-1 0,0 0 0,0 0 0,0 0 0,0 0 0,0 0 0,0 0 0,0 0 0,0 0 0,-1-1 0,1 1 0,0-1 0,-1 0 0,1 1 0,-1-1 0,1 0 0,-1 0 0,0 0 0,0 0 0,0 0 0,0 0 0,0 0 0,-1 0 0,2-3 0,0-5 0,1 0 0,-1-1 0,1-21 0,1-8 0,-2 25 0,3-11 0,-4 26 0,-1 0 0,0 0 0,0-1 0,0 1 0,0 0 0,0 0 0,1 0 0,-1 0 0,0 0 0,0-1 0,0 1 0,0 0 0,1 0 0,-1 0 0,0 0 0,0 0 0,0 0 0,1 0 0,-1 0 0,0 0 0,0 0 0,0 0 0,1 0 0,-1 0 0,0 0 0,0 0 0,0 0 0,1 0 0,-1 0 0,0 0 0,0 0 0,0 0 0,1 0 0,-1 0 0,0 1 0,0-1 0,0 0 0,1 0 0,-1 0 0,0 0 0,0 0 0,0 0 0,0 1 0,0-1 0,0 0 0,1 0 0,-1 1 0,10 10 0,-7-8 0,8 8 0,0-1 0,0 1 0,1-2 0,1 0 0,17 10 0,-21-14 0,1 0 0,1-1 0,-1 0 0,1-1 0,0 0 0,-1-1 0,1 0 0,13 0 0,-5-1 0,-1 0 0,1-2 0,-1 0 0,1-2 0,22-5 0,-35 7 0,0-1 0,0 0 0,0 0 0,0 0 0,0-1 0,0 0 0,0 0 0,-1-1 0,0 0 0,1 1 0,-2-2 0,1 1 0,0-1 0,-1 1 0,0-1 0,0-1 0,0 1 0,4-9 0,-7 11 0,1-1 0,-2 1 0,1-1 0,0 1 0,-1-1 0,0 1 0,0-1 0,0 1 0,0-1 0,0 1 0,-1-1 0,1 1 0,-1-1 0,0 1 0,0 0 0,0-1 0,-1 1 0,1 0 0,-1 0 0,0 0 0,-4-6 0,-4-4 0,-1-1 0,-1 2 0,-15-15 0,19 20 0,-14-13-455,-2 0 0,-26-16 0,31 24-6371</inkml:trace>
</inkml:ink>
</file>

<file path=ppt/ink/ink33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9-22T16:15:21.971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323 5 24575,'-12'0'0,"-8"0"0,-1 0 0,-1 0 0,1 0 0,2 0 0,1 0 0,2 0 0,1 2 0,-3 2 0,0-1 0,1-1 0,0 0 0,-2-3 0,0-2 0,0 0 0,2-2 0,3 0-8191</inkml:trace>
</inkml:ink>
</file>

<file path=ppt/ink/ink33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9-22T16:15:22.316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284 25 24575,'-30'-5'0,"-13"-2"0,-1 1 0,4 1 0,4 4 0,6 2 0,5 3 0,4 2 0,6-1-8191</inkml:trace>
</inkml:ink>
</file>

<file path=ppt/ink/ink33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9-22T16:15:23.360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57 23 24575,'20'-6'0,"0"1"0,0 1 0,40-4 0,-52 8 0,0 1 0,-1-1 0,1 1 0,0 0 0,-1 1 0,1 0 0,-1 0 0,1 0 0,-1 1 0,0 0 0,0 1 0,0 0 0,10 7 0,-5-2 0,-1 1 0,1 0 0,-1 1 0,-1 0 0,0 0 0,-1 1 0,0 1 0,10 19 0,-15-25 0,-1 0 0,0 1 0,0-1 0,-1 1 0,0 0 0,0 0 0,-1 0 0,0 0 0,0 0 0,-1 0 0,0 0 0,0 0 0,-1 0 0,0 0 0,-1 0 0,1 0 0,-5 12 0,3-13 0,0 0 0,-1 0 0,0 0 0,0-1 0,0 1 0,-1-1 0,0 0 0,0 0 0,-1-1 0,1 1 0,-1-1 0,0 0 0,-1-1 0,1 0 0,-14 7 0,14-8 0,0-1 0,-1 0 0,1 0 0,-1 0 0,0-1 0,1 0 0,-1 0 0,0-1 0,0 0 0,0 0 0,1 0 0,-1-1 0,0 0 0,0-1 0,1 1 0,-1-1 0,1 0 0,-8-5 0,0 1 0,1-2 0,0 0 0,0-1 0,1 0 0,0-1 0,0 0 0,1-1 0,1 0 0,0 0 0,-10-16 0,15 19 0,0 0 0,1 0 0,0 0 0,0 0 0,1-1 0,0 1 0,0-1 0,1 0 0,0 0 0,1 0 0,0 0 0,0 0 0,1 0 0,0 0 0,1-1 0,0 1 0,0 0 0,4-11 0,-3 10-170,1 0-1,1 1 0,0-1 1,0 1-1,1 0 0,0 0 1,12-14-1,-9 15-6655</inkml:trace>
</inkml:ink>
</file>

<file path=ppt/ink/ink33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9-22T16:15:26.480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1 36 24575,'0'17'0,"2"-1"0,0 1 0,1-1 0,0 0 0,1 0 0,1 0 0,1-1 0,0 1 0,1-1 0,1-1 0,0 1 0,1-1 0,0-1 0,21 24 0,-10-14 0,-11-13 0,0 0 0,17 14 0,-23-22 0,0 1 0,0-1 0,1 0 0,-1 0 0,0-1 0,1 1 0,0-1 0,-1 1 0,1-1 0,0 0 0,0 0 0,0-1 0,5 1 0,-8-1 0,1 0 0,-1 0 0,1 0 0,-1-1 0,1 1 0,-1 0 0,1-1 0,-1 1 0,1-1 0,-1 1 0,0-1 0,1 0 0,-1 0 0,0 1 0,0-1 0,1 0 0,-1 0 0,1-2 0,0 1 0,0-1 0,-1 1 0,1-1 0,-1 1 0,0-1 0,1 0 0,-1 1 0,1-7 0,0-2 0,0-1 0,-1 0 0,-1-19 0,0 28 0,-1-24 0,0 16 0,1 1 0,1-20 0,-1 30 0,0 0 0,0 0 0,0 0 0,0 0 0,0 0 0,0 0 0,0 1 0,0-1 0,0 0 0,0 0 0,1 0 0,-1 0 0,0 0 0,0 0 0,0 0 0,0 0 0,0 0 0,0 0 0,0 0 0,0 1 0,0-1 0,0 0 0,1 0 0,-1 0 0,0 0 0,0 0 0,0 0 0,0 0 0,0 0 0,0 0 0,0 0 0,1 0 0,-1 0 0,0 0 0,0 0 0,0 0 0,0 0 0,0 0 0,0 0 0,0 0 0,1 0 0,-1-1 0,0 1 0,0 0 0,0 0 0,0 0 0,0 0 0,0 0 0,0 0 0,0 0 0,0 0 0,0 0 0,0 0 0,1 0 0,-1-1 0,0 1 0,0 0 0,0 0 0,0 0 0,0 0 0,0 0 0,0 0 0,0 0 0,0-1 0,6 11 0,-6-9 0,13 23 0,0 0 0,2-2 0,0 1 0,36 37 0,-45-53 0,0-1 0,1 0 0,0 0 0,1-1 0,-1 0 0,1 0 0,0-1 0,0 0 0,1 0 0,-1-1 0,1 0 0,-1 0 0,1-1 0,0 0 0,0-1 0,0 0 0,0 0 0,13-2 0,-19 1 0,0 0 0,0 0 0,0 0 0,0-1 0,0 0 0,0 0 0,0 0 0,0 0 0,0 0 0,-1 0 0,1-1 0,0 1 0,-1-1 0,1 0 0,-1 0 0,1 0 0,-1 0 0,0 0 0,0 0 0,0 0 0,0-1 0,-1 1 0,1-1 0,-1 0 0,1 1 0,-1-1 0,0 0 0,0 0 0,0 0 0,0 0 0,-1 0 0,1 0 0,0-5 0,0-9 0,0 1 0,-1-1 0,-1 0 0,0 1 0,-1-1 0,-7-25 0,2 18 0,-2-1 0,0 1 0,-20-36 0,25 52-170,-1 0-1,0 1 0,0-1 1,-1 1-1,0 0 0,-1 0 1,-9-7-1,3 4-6655</inkml:trace>
</inkml:ink>
</file>

<file path=ppt/ink/ink33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9-22T16:15:26.981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256 9 24575,'0'0'0,"-1"-1"0,1 1 0,-1 0 0,0-1 0,1 1 0,-1 0 0,0 0 0,1 0 0,-1-1 0,0 1 0,1 0 0,-1 0 0,0 0 0,1 0 0,-1 0 0,0 0 0,1 0 0,-1 0 0,0 0 0,-1 1 0,-16 5 0,8-2 0,-6-1 0,0 0 0,-1-1 0,1-1 0,0 0 0,0-1 0,-1-1 0,1-1 0,-19-4 0,28 4-341,-1 0 0,0-1-1,-7-3 1,6 1-6485</inkml:trace>
</inkml:ink>
</file>

<file path=ppt/ink/ink33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9-22T16:15:27.329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264 1 24575,'-10'2'0,"-6"4"0,-3 1 0,2 1 0,2 0 0,0-2 0,1-2 0,-1-1 0,1-2 0,0-3 0,-1-1 0,1-1 0,-4-1 0,0-1 0,0-1 0,1 1 0,3 0-8191</inkml:trace>
</inkml:ink>
</file>

<file path=ppt/ink/ink34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9-22T16:15:27.938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0 0 24575,'8'16'0,"4"9"0,4 5 0,-2 4 0,0 0 0,-1 0 0,-1-2 0,-2-2 0,-1-3 0,-1-2 0,0-4 0,-1-2 0,0-3 0,-2 0 0,-2-4-8191</inkml:trace>
</inkml:ink>
</file>

<file path=ppt/ink/ink34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9-22T16:15:28.267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0 0 24575,'3'10'0,"3"9"0,0 3 0,0 3 0,1-1 0,-1 2 0,2-2 0,-2-2 0,2-3 0,-1-2 0,1-1 0,-1 0 0,-2-2 0,1-2 0,0-1 0</inkml:trace>
</inkml:ink>
</file>

<file path=ppt/ink/ink34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9-22T16:15:28.561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449 36 24575,'-28'-8'0,"-11"-2"0,-4 1 0,0 3 0,2 4 0,3 2 0,1 3 0,-1 2 0,1-1 0,-1-1 0,1 0 0,7-1-8191</inkml:trace>
</inkml:ink>
</file>

<file path=ppt/ink/ink34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9-22T16:15:39.815"/>
    </inkml:context>
    <inkml:brush xml:id="br0">
      <inkml:brushProperty name="width" value="0.05" units="cm"/>
      <inkml:brushProperty name="height" value="0.05" units="cm"/>
      <inkml:brushProperty name="color" value="#AB008B"/>
    </inkml:brush>
  </inkml:definitions>
  <inkml:trace contextRef="#ctx0" brushRef="#br0">104 223 24575,'-5'-37'0,"4"33"0,0 0 0,0 0 0,1 0 0,-1 0 0,1 0 0,0 0 0,0 0 0,0 0 0,0 0 0,1 0 0,0 0 0,0 0 0,0 0 0,3-6 0,1 0 0,0 1 0,0 0 0,1 1 0,1-1 0,-1 1 0,1 1 0,1-1 0,8-7 0,-10 11 0,0 0 0,1 0 0,-1 0 0,1 1 0,0 0 0,0 0 0,0 0 0,0 1 0,0 0 0,1 1 0,-1 0 0,9-1 0,4 1 0,-1 1 0,0 1 0,1 1 0,-1 0 0,0 2 0,29 8 0,-17-2 0,0 2 0,31 15 0,-49-19 0,0-1 0,0 2 0,-1 0 0,0 0 0,-1 1 0,19 21 0,-13-11 0,59 65 0,-70-79 0,0 1 0,0 1 0,-1-1 0,0 1 0,-1 0 0,0 0 0,0 0 0,0 0 0,2 11 0,-3-7 0,0 0 0,0 0 0,-2 0 0,1 0 0,-2 0 0,0 17 0,-1-22 0,0 1 0,0 0 0,0-1 0,-1 1 0,-1-1 0,1 0 0,-1 1 0,-1-1 0,-5 10 0,0-4 0,-1-1 0,0 0 0,-19 18 0,23-24 0,0-1 0,-1 0 0,1 0 0,-1-1 0,0 0 0,0 0 0,-1 0 0,1-1 0,-9 3 0,3-3 0,1-1 0,-1 0 0,1 0 0,-1-1 0,-13-1 0,-50 0 0,-50-2 0,110 0 0,-1 0 0,1-2 0,0 0 0,0-1 0,0 0 0,-22-11 0,9 1 0,1-1 0,-36-27 0,57 37 0,0 0 0,0 0 0,0 0 0,1-1 0,0 1 0,0-2 0,1 1 0,0 0 0,0-1 0,0 0 0,1 0 0,1-1 0,-1 1 0,1-1 0,1 0 0,0 0 0,0 0 0,-1-13 0,-3-46 17,-3-52-1399,9 107-5444</inkml:trace>
</inkml:ink>
</file>

<file path=ppt/ink/ink34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9-22T16:15:42.771"/>
    </inkml:context>
    <inkml:brush xml:id="br0">
      <inkml:brushProperty name="width" value="0.05" units="cm"/>
      <inkml:brushProperty name="height" value="0.05" units="cm"/>
      <inkml:brushProperty name="color" value="#AB008B"/>
    </inkml:brush>
  </inkml:definitions>
  <inkml:trace contextRef="#ctx0" brushRef="#br0">74 135 24575,'0'-2'0,"-1"1"0,0 0 0,0-1 0,0 1 0,1-1 0,-1 1 0,1 0 0,-1-1 0,1 1 0,0-1 0,-1 0 0,1 1 0,0-1 0,0 1 0,0-1 0,0 1 0,1-1 0,-1 1 0,0-1 0,0 1 0,1-1 0,-1 1 0,1-1 0,1-2 0,0-1 0,1 0 0,0-1 0,0 1 0,0 0 0,6-5 0,-5 4 0,1 1 0,0 0 0,0 1 0,1-1 0,0 1 0,-1 0 0,1 0 0,1 1 0,7-4 0,-5 4 0,0 1 0,-1 0 0,1 0 0,0 1 0,0 0 0,17 1 0,-12 0 0,-2-1 0,0 1 0,1 1 0,-1 0 0,0 1 0,0 0 0,23 8 0,-11 1 0,0 1 0,-1 1 0,-1 1 0,41 34 0,-12-13 0,-40-28 0,0 0 0,-1 0 0,1 1 0,-2 1 0,1 0 0,-1 0 0,9 12 0,-6-4 0,1 2 0,13 23 0,-23-36 0,0 0 0,-1 1 0,1-1 0,-1 1 0,0 0 0,-1 0 0,0 0 0,1 7 0,-2-2 0,0-1 0,-1 1 0,0-1 0,-1 1 0,-4 10 0,4-12 0,-1 0 0,0-1 0,0 1 0,-1-1 0,-1 0 0,1 0 0,-1 0 0,-10 11 0,2-1 0,6-10 0,1 0 0,-10 9 0,14-15 0,-1-1 0,1 0 0,-1 0 0,1-1 0,-1 1 0,0 0 0,0-1 0,0 1 0,0-1 0,0 0 0,0 0 0,-3 0 0,-36 6 0,0-2 0,-1-1 0,-81-6 0,114 1 0,0-1 0,0 0 0,0 0 0,0-2 0,0 1 0,0-1 0,1 0 0,0-1 0,0 0 0,0-1 0,1 1 0,-1-2 0,-8-8 0,3 2 0,2-1 0,-1 0 0,2-1 0,0-1 0,1 0 0,-11-23 0,-52-95 0,67 123 24,0 0 0,1 0 0,1 0 0,-5-17 0,8 25-98,1-1-1,-1 1 1,0-1 0,1 1 0,0-1-1,0 1 1,0 0 0,0-1 0,1 1-1,-1-1 1,1 1 0,0-1 0,0 1-1,0 0 1,0 0 0,0-1 0,1 1-1,0 0 1,3-5 0,4-1-6752</inkml:trace>
</inkml:ink>
</file>

<file path=ppt/ink/ink34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9-22T16:15:46.098"/>
    </inkml:context>
    <inkml:brush xml:id="br0">
      <inkml:brushProperty name="width" value="0.05" units="cm"/>
      <inkml:brushProperty name="height" value="0.05" units="cm"/>
      <inkml:brushProperty name="color" value="#AB008B"/>
    </inkml:brush>
  </inkml:definitions>
  <inkml:trace contextRef="#ctx0" brushRef="#br0">12 25 24575,'-2'-15'0,"2"15"0,1-1 0,-1 1 0,-1 0 0,1-1 0,0 1 0,0-1 0,0 1 0,0 0 0,0-1 0,0 1 0,0-1 0,0 1 0,-1 0 0,1-1 0,0 1 0,0 0 0,-1-1 0,1 1 0,0 0 0,0 0 0,-1-1 0,1 1 0,0 0 0,-1 0 0,1-1 0,0 1 0,-1 0 0,1 0 0,0 0 0,-1-1 0,0 1 0,1 1 0,0-1 0,0 0 0,-1 1 0,1-1 0,0 0 0,0 1 0,-1-1 0,1 0 0,0 1 0,0-1 0,0 1 0,0-1 0,0 0 0,0 1 0,0-1 0,0 1 0,0-1 0,0 0 0,0 1 0,0-1 0,0 1 0,0-1 0,0 0 0,0 1 0,3 13 0,-3-13 0,10 33 0,2 0 0,25 48 0,-21-47 0,124 293-975,-14-3-783,48 131 1869,-20 7-2300,-114-313 2083,27 207-1,-22 158 616,-42-457-1122,1-12-2450</inkml:trace>
</inkml:ink>
</file>

<file path=ppt/ink/ink34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9-22T16:15:47.399"/>
    </inkml:context>
    <inkml:brush xml:id="br0">
      <inkml:brushProperty name="width" value="0.05" units="cm"/>
      <inkml:brushProperty name="height" value="0.05" units="cm"/>
      <inkml:brushProperty name="color" value="#AB008B"/>
    </inkml:brush>
  </inkml:definitions>
  <inkml:trace contextRef="#ctx0" brushRef="#br0">0 165 24575,'2'2'0,"-1"1"0,1-1 0,0 0 0,-1 0 0,1 0 0,0-1 0,0 1 0,1 0 0,-1-1 0,0 1 0,0-1 0,1 0 0,-1 0 0,1 0 0,-1 0 0,1 0 0,-1 0 0,1-1 0,4 1 0,7 1 0,0-1 0,22-2 0,-20 1 0,6 0 0,-6 0 0,0 0 0,0-1 0,16-3 0,-29 4 0,0-1 0,0 1 0,0-1 0,1 0 0,-1 0 0,0-1 0,0 1 0,0-1 0,-1 1 0,1-1 0,0 0 0,-1 0 0,1 0 0,-1 0 0,1-1 0,-1 1 0,0-1 0,0 1 0,0-1 0,2-4 0,-3 4 0,0 0 0,-1 0 0,1 1 0,-1-1 0,0 0 0,1 0 0,-1 0 0,0 0 0,-1 0 0,1 0 0,0 0 0,-1 1 0,0-1 0,0 0 0,0 0 0,0 1 0,0-1 0,0 0 0,-1 1 0,1-1 0,-1 1 0,0 0 0,1-1 0,-1 1 0,-3-2 0,-2-3 0,0 0 0,-1 0 0,0 1 0,0 0 0,-17-9 0,13 9 0,0 0 0,0 1 0,-14-4 0,22 8 0,0 0 0,0 0 0,0 0 0,0 1 0,-1 0 0,1-1 0,0 1 0,0 1 0,0-1 0,0 1 0,0-1 0,0 1 0,0 1 0,-4 0 0,6 0 0,0-1 0,1 0 0,-1 1 0,0-1 0,1 1 0,0-1 0,-1 1 0,1 0 0,0-1 0,0 1 0,0 0 0,0 0 0,0 0 0,0 0 0,0 0 0,1 0 0,-1 0 0,1 0 0,0 0 0,-1 0 0,1 0 0,0 1 0,0 2 0,1 5 0,0 0 0,0 0 0,4 16 0,5 11 0,2-1 0,2-1 0,1 0 0,1-1 0,2 0 0,36 49 0,-47-74 0,1 0 0,0 0 0,0-1 0,1 0 0,0-1 0,0 0 0,1 0 0,0-1 0,13 6 0,-11-6 0,1 0 0,0-1 0,0-1 0,1 0 0,-1-1 0,1 0 0,20 1 0,-31-4-227,1 0-1,0 0 1,-1-1-1,1 1 1,5-2-1,0-1-6598</inkml:trace>
</inkml:ink>
</file>

<file path=ppt/ink/ink34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9-22T16:15:47.978"/>
    </inkml:context>
    <inkml:brush xml:id="br0">
      <inkml:brushProperty name="width" value="0.05" units="cm"/>
      <inkml:brushProperty name="height" value="0.05" units="cm"/>
      <inkml:brushProperty name="color" value="#AB008B"/>
    </inkml:brush>
  </inkml:definitions>
  <inkml:trace contextRef="#ctx0" brushRef="#br0">25 0 24575,'6'48'0,"2"0"0,3-1 0,2 0 0,1-1 0,3-1 0,1 0 0,40 68 0,-52-103 0,-3-7 0,-1 0 0,0 1 0,-1-1 0,1 0 0,-1 1 0,1-1 0,0 5 0,-4-6 0,-4-5 0,-4-4 0,-22-23 0,2 0 0,-26-36 0,25 30 0,28 32 0,0 0 0,0 0 0,0 0 0,0 0 0,1-1 0,-2-5 0,3 10 0,1-1 0,0 0 0,-1 1 0,1-1 0,0 0 0,0 0 0,0 1 0,0-1 0,0 0 0,0 0 0,0 1 0,0-1 0,0 0 0,0 0 0,0 1 0,0-1 0,0 0 0,1 1 0,-1-1 0,0 0 0,1 0 0,-1 1 0,0-1 0,1 1 0,-1-1 0,1 0 0,-1 1 0,1-1 0,-1 1 0,1-1 0,-1 1 0,1-1 0,0 1 0,-1 0 0,1-1 0,-1 1 0,1 0 0,0-1 0,0 1 0,-1 0 0,1 0 0,0-1 0,0 1 0,-1 0 0,1 0 0,0 0 0,0 0 0,-1 0 0,2 1 0,4-1-151,0 0-1,0 1 0,0 0 0,0 1 1,0-1-1,0 1 0,0 0 1,6 4-1,-3-1-6674</inkml:trace>
</inkml:ink>
</file>

<file path=ppt/ink/ink34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9-22T16:15:48.243"/>
    </inkml:context>
    <inkml:brush xml:id="br0">
      <inkml:brushProperty name="width" value="0.05" units="cm"/>
      <inkml:brushProperty name="height" value="0.05" units="cm"/>
      <inkml:brushProperty name="color" value="#AB008B"/>
    </inkml:brush>
  </inkml:definitions>
  <inkml:trace contextRef="#ctx0" brushRef="#br0">12 10 24575,'-5'-5'0,"-2"0"0</inkml:trace>
</inkml:ink>
</file>

<file path=ppt/ink/ink34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9-22T16:15:48.787"/>
    </inkml:context>
    <inkml:brush xml:id="br0">
      <inkml:brushProperty name="width" value="0.05" units="cm"/>
      <inkml:brushProperty name="height" value="0.05" units="cm"/>
      <inkml:brushProperty name="color" value="#AB008B"/>
    </inkml:brush>
  </inkml:definitions>
  <inkml:trace contextRef="#ctx0" brushRef="#br0">1 75 24575,'9'21'0,"1"0"0,1-1 0,2 0 0,-1 0 0,2-2 0,1 1 0,31 29 0,-42-44 0,0 0 0,1-1 0,-1 0 0,0 0 0,1 0 0,0-1 0,-1 0 0,7 2 0,-10-3 0,0-1 0,1 1 0,-1-1 0,0 0 0,1 0 0,-1 0 0,0 0 0,1 0 0,-1 0 0,0 0 0,1 0 0,-1-1 0,0 1 0,1 0 0,-1-1 0,0 1 0,0-1 0,1 0 0,-1 1 0,0-1 0,0 0 0,0 0 0,0 1 0,0-1 0,0 0 0,0 0 0,0 0 0,0 0 0,-1-1 0,1 1 0,0 0 0,-1 0 0,1 0 0,0-1 0,0-1 0,0-1 0,0 1 0,0-1 0,0 1 0,-1-1 0,1 1 0,-1-1 0,0 0 0,0 1 0,0-1 0,-1-4 0,-10-35 0,5 24 0,6 18 0,0 1 0,-1-1 0,1 0 0,0 0 0,0 0 0,0 0 0,0 1 0,0-1 0,0 0 0,0 0 0,0 0 0,0 0 0,0 0 0,0 0 0,0 1 0,1-2 0,-1 2 0,1-1 0,-1 1 0,0 0 0,0-1 0,1 1 0,-1 0 0,0 0 0,1 0 0,-1-1 0,0 1 0,1 0 0,-1 0 0,0 0 0,1 0 0,-1 0 0,1 0 0,-1 0 0,0 0 0,1 0 0,-1 0 0,0 0 0,1 0 0,-1 0 0,1 0 0,-1 0 0,5 1 0,-1 1 0,1 0 0,-1-1 0,8 5 0,-4-1 0,12 4 0,1 0 0,0-2 0,41 10 0,-55-15 0,0-1 0,0 0 0,0-1 0,1 1 0,-1-1 0,0-1 0,1 1 0,-1-1 0,0-1 0,0 1 0,0-1 0,0 0 0,0-1 0,0 0 0,10-6 0,-14 7 0,-1 1 0,1-1 0,-1 0 0,0 0 0,0 0 0,0-1 0,0 1 0,0 0 0,0-1 0,-1 0 0,1 1 0,-1-1 0,0 0 0,0 1 0,0-1 0,0 0 0,0 0 0,-1 0 0,1 0 0,-1 0 0,0 0 0,0 0 0,0 0 0,0-4 0,-1 3 0,0 0 0,0-1 0,0 1 0,-1 0 0,1 0 0,-1 0 0,0 0 0,0 1 0,0-1 0,-1 0 0,1 1 0,-1-1 0,0 1 0,0 0 0,0 0 0,-5-3 0,-38-22 13,26 17-1391,2 0-5448</inkml:trace>
</inkml:ink>
</file>

<file path=ppt/ink/ink35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9-22T16:15:50.248"/>
    </inkml:context>
    <inkml:brush xml:id="br0">
      <inkml:brushProperty name="width" value="0.05" units="cm"/>
      <inkml:brushProperty name="height" value="0.05" units="cm"/>
      <inkml:brushProperty name="color" value="#AB008B"/>
    </inkml:brush>
  </inkml:definitions>
  <inkml:trace contextRef="#ctx0" brushRef="#br0">1760 899 24575,'-418'-240'0,"245"143"-28,-307-162-964,472 255 992,-308-146-14,-7 16 2,299 126-1179,6 2-4763</inkml:trace>
</inkml:ink>
</file>

<file path=ppt/ink/ink35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9-22T16:15:51.250"/>
    </inkml:context>
    <inkml:brush xml:id="br0">
      <inkml:brushProperty name="width" value="0.05" units="cm"/>
      <inkml:brushProperty name="height" value="0.05" units="cm"/>
      <inkml:brushProperty name="color" value="#AB008B"/>
    </inkml:brush>
  </inkml:definitions>
  <inkml:trace contextRef="#ctx0" brushRef="#br0">19 195 24575,'8'-3'0,"83"-30"0,-78 27 0,1-1 0,-1 0 0,0 0 0,15-13 0,-25 18 0,0-1 0,0 0 0,0 1 0,-1-1 0,1 0 0,-1 0 0,0-1 0,1 1 0,0-4 0,-2 6 0,-1-1 0,1 1 0,-1 0 0,0 0 0,1-1 0,-1 1 0,0 0 0,0 0 0,0-1 0,0 1 0,0 0 0,0 0 0,-1-1 0,1 1 0,0 0 0,0 0 0,-1-1 0,1 1 0,-1 0 0,1 0 0,-1 0 0,0 0 0,0 0 0,1 0 0,-1 0 0,0 0 0,0 0 0,0 0 0,0 0 0,-2-1 0,-6-4 0,0 1 0,0 0 0,-1 0 0,0 1 0,0 0 0,0 1 0,-1 0 0,1 1 0,-1 0 0,1 1 0,-1 0 0,0 0 0,0 1 0,-13 2 0,22-2 0,0 0 0,0 0 0,0 1 0,0-1 0,0 0 0,0 1 0,0 0 0,0-1 0,0 1 0,1 0 0,-1 0 0,0 0 0,0 0 0,1 1 0,-1-1 0,1 0 0,-1 1 0,1-1 0,-1 1 0,1-1 0,0 1 0,-2 3 0,1-1 0,1 0 0,0 0 0,0 1 0,0-1 0,1 0 0,-1 0 0,1 1 0,0-1 0,0 0 0,1 5 0,2 6 0,0 0 0,1 0 0,0 0 0,2 0 0,0-1 0,0 0 0,1 0 0,1-1 0,0 0 0,1 0 0,20 23 0,-19-27 0,-1-1 0,2 1 0,-1-1 0,1-1 0,0 0 0,0-1 0,1 0 0,0 0 0,0-1 0,0-1 0,1 0 0,-1-1 0,18 2 0,-28-4-62,0-1 0,0 0 0,1 0 0,-1 0 0,0 0 0,0 0 0,0-1 0,1 1 0,-1-1 0,0 1 0,0-1 0,0 0-1,0 0 1,0 0 0,0 0 0,0 0 0,0 0 0,0-1 0,-1 1 0,1-1 0,2-1 0,3-7-6764</inkml:trace>
</inkml:ink>
</file>

<file path=ppt/ink/ink35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9-22T16:15:51.824"/>
    </inkml:context>
    <inkml:brush xml:id="br0">
      <inkml:brushProperty name="width" value="0.05" units="cm"/>
      <inkml:brushProperty name="height" value="0.05" units="cm"/>
      <inkml:brushProperty name="color" value="#AB008B"/>
    </inkml:brush>
  </inkml:definitions>
  <inkml:trace contextRef="#ctx0" brushRef="#br0">1 1 24575,'90'166'0,"-47"-89"0,-42-76 0,42 82 0,-37-68 0,0 0 0,-1 0 0,6 27 0,-10-40 0,-1-1 0,0 1 0,1 0 0,-1-1 0,0 1 0,0 0 0,0-1 0,0 1 0,-1-1 0,1 1 0,0 0 0,-1-1 0,1 1 0,-1-1 0,1 1 0,-1-1 0,0 1 0,0-1 0,0 1 0,0-1 0,0 0 0,0 0 0,0 1 0,-2 1 0,1-2 0,0 0 0,0 0 0,0-1 0,0 1 0,0 0 0,0-1 0,0 1 0,0-1 0,0 0 0,0 1 0,0-1 0,-1 0 0,1-1 0,0 1 0,0 0 0,0 0 0,0-1 0,-4-1 0,-1 0 0,1-1 0,-1 0 0,1-1 0,0 1 0,0-1 0,0 0 0,0-1 0,1 0 0,-7-6 0,3 2 0,0-1 0,1-1 0,0 0 0,-6-13 0,10 18 14,1-1-1,0 0 0,0 0 0,1 0 1,0 0-1,0 0 0,1-1 1,-1-10-1,2 15-70,0 0 0,0 1 0,0-1 0,0 0-1,1 0 1,-1 1 0,1-1 0,-1 0 0,1 1 0,0-1 0,0 0 0,0 1-1,1 0 1,-1-1 0,1 1 0,-1 0 0,1-1 0,0 1 0,0 0 0,0 0 0,0 0-1,0 1 1,0-1 0,0 0 0,4-1 0,4-1-6769</inkml:trace>
</inkml:ink>
</file>

<file path=ppt/ink/ink35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9-22T16:15:52.041"/>
    </inkml:context>
    <inkml:brush xml:id="br0">
      <inkml:brushProperty name="width" value="0.05" units="cm"/>
      <inkml:brushProperty name="height" value="0.05" units="cm"/>
      <inkml:brushProperty name="color" value="#AB008B"/>
    </inkml:brush>
  </inkml:definitions>
  <inkml:trace contextRef="#ctx0" brushRef="#br0">0 1 24575,'0'5'0,"0"4"0,0 3 0,0 2 0,0-1-8191</inkml:trace>
</inkml:ink>
</file>

<file path=ppt/ink/ink35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9-22T16:15:52.586"/>
    </inkml:context>
    <inkml:brush xml:id="br0">
      <inkml:brushProperty name="width" value="0.05" units="cm"/>
      <inkml:brushProperty name="height" value="0.05" units="cm"/>
      <inkml:brushProperty name="color" value="#AB008B"/>
    </inkml:brush>
  </inkml:definitions>
  <inkml:trace contextRef="#ctx0" brushRef="#br0">1 251 24575,'28'20'0,"-13"-11"0,1 0 0,0-1 0,30 11 0,-40-16 0,1-1 0,0-1 0,-1 1 0,1-1 0,0 0 0,0-1 0,-1 0 0,1 0 0,0 0 0,0-1 0,0 0 0,-1 0 0,8-2 0,-12 2 0,0 0 0,-1 0 0,1 1 0,-1-1 0,1 0 0,0 0 0,-1 0 0,0-1 0,1 1 0,-1 0 0,0-1 0,1 1 0,-1 0 0,0-1 0,0 0 0,0 1 0,0-1 0,-1 1 0,1-1 0,0 0 0,-1 0 0,1-2 0,0 0 0,-1 0 0,1 0 0,-1 0 0,0 0 0,-1-1 0,1 1 0,-1 0 0,-1-6 0,2 9 0,-1 1 0,1 0 0,0-1 0,0 1 0,0 0 0,0 0 0,0-1 0,0 1 0,0 0 0,0-1 0,0 1 0,0 0 0,0 0 0,0-1 0,0 1 0,0 0 0,0-1 0,0 1 0,0 0 0,0 0 0,0-1 0,1 1 0,-1 0 0,0 0 0,0-1 0,0 1 0,0 0 0,1 0 0,-1-1 0,0 1 0,1 0 0,9 0 0,17 13 0,-21-10 0,7 3 0,0 0 0,1-2 0,0 1 0,0-2 0,23 4 0,-30-6 0,-1 0 0,1-1 0,-1 0 0,1 0 0,-1-1 0,1 0 0,0 0 0,-1 0 0,0-1 0,1 0 0,-1 0 0,0 0 0,0-1 0,10-6 0,-13 7 0,-1 0 0,1-1 0,0 1 0,-1-1 0,0 0 0,1 0 0,-1 0 0,0 0 0,0-1 0,-1 1 0,1 0 0,-1-1 0,0 1 0,0-1 0,0 1 0,0-1 0,0 0 0,-1 0 0,0 1 0,0-1 0,0 0 0,0 1 0,0-1 0,-1 0 0,1 1 0,-3-7 0,1 3 0,-1-1 0,1 1 0,-1 0 0,-1 0 0,0 0 0,1 1 0,-2-1 0,1 1 0,-1 0 0,0 0 0,-11-9 0,-3 1 29,-28-16-1,16 11-1450,11 6-5404</inkml:trace>
</inkml:ink>
</file>

<file path=ppt/ink/ink35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9-22T16:16:13.408"/>
    </inkml:context>
    <inkml:brush xml:id="br0">
      <inkml:brushProperty name="width" value="0.05" units="cm"/>
      <inkml:brushProperty name="height" value="0.05" units="cm"/>
      <inkml:brushProperty name="color" value="#00A0D7"/>
    </inkml:brush>
  </inkml:definitions>
  <inkml:trace contextRef="#ctx0" brushRef="#br0">370 31 24575,'0'0'0,"0"-1"0,0 1 0,0-1 0,1 0 0,-1 1 0,0-1 0,0 1 0,1-1 0,-1 1 0,0 0 0,0-1 0,1 1 0,-1-1 0,1 1 0,-1-1 0,0 1 0,1 0 0,-1-1 0,1 1 0,-1 0 0,1 0 0,-1-1 0,1 1 0,-1 0 0,1 0 0,-1 0 0,1-1 0,0 1 0,-1 0 0,1 0 0,-1 0 0,1 0 0,-1 0 0,2 0 0,20 3 0,-7 1 0,-14-1 0,-10-2 0,-149 0 0,79-2 0,68 1 0,0-2 0,-20-3 0,19 2 0,0 1 0,-14-1 0,-1 3 0,-14 0 0,41 0 0,-1 0 0,1 0 0,0 0 0,0 0 0,0 0 0,-1 0 0,1 0 0,0 0 0,0 0 0,0 0 0,0 0 0,-1 0 0,1 0 0,0 0 0,0 0 0,0 0 0,0 0 0,-1 0 0,1 0 0,0-1 0,0 1 0,0 0 0,0 0 0,-1 0 0,1 0 0,0 0 0,0 0 0,0 0 0,0-1 0,0 1 0,0 0 0,0 0 0,-1 0 0,1 0 0,0-1 0,0 1 0,0 0 0,0 0 0,7-4 0,13-2 0,166 3 0,-102 5 0,-49-2 0,61 9 0,-54-4 0,-69-6 0,-31 1 0,13 1 0,20 0 0,-31 6 0,32-3 0,-34 0 0,47-4 0,-1 1 0,-15 4 0,20-3 0,0-1 0,0 0 0,-1 0 0,1 0 0,0-1 0,0 0 0,0-1 0,-13-1 0,-11-6 0,64-3 0,5 6 0,0 2 0,66 4 0,-39 0 0,34-1 0,-99 0 0,0 0 0,0 0 0,0 0 0,0 0 0,0 0 0,0 1 0,0-1 0,0 0 0,0 0 0,0 0 0,0 0 0,0 0 0,0 0 0,0 0 0,-1 0 0,1 0 0,0 0 0,0 0 0,0 0 0,0 0 0,0 0 0,0 0 0,0 0 0,0 0 0,0 0 0,0 0 0,0 0 0,0 0 0,0 0 0,0 0 0,0 0 0,0 0 0,0 0 0,0 0 0,0 0 0,0 1 0,0-1 0,0 0 0,0 0 0,0 0 0,0 0 0,0 0 0,0 0 0,0 0 0,0 0 0,0 0 0,1 0 0,-1 0 0,0 0 0,0 0 0,0 0 0,-7 4 0,-11 2 0,-2-4-246,-1 0 0,-20-2 0,33 0-381,-5 0-6199</inkml:trace>
</inkml:ink>
</file>

<file path=ppt/ink/ink35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9-22T16:16:23.262"/>
    </inkml:context>
    <inkml:brush xml:id="br0">
      <inkml:brushProperty name="width" value="0.05" units="cm"/>
      <inkml:brushProperty name="height" value="0.05" units="cm"/>
      <inkml:brushProperty name="color" value="#FF0066"/>
    </inkml:brush>
  </inkml:definitions>
  <inkml:trace contextRef="#ctx0" brushRef="#br0">1338 16 24575,'13'0'0,"14"0"0,-19 0 0,-8 0 0,0 0 0,0 0 0,0 0 0,0 0 0,0 0 0,0 0 0,0 0 0,0 0 0,0 0 0,0 0 0,-1 0 0,1 0 0,0 0 0,0 0 0,0 1 0,0-1 0,0 0 0,0 0 0,0 0 0,0 0 0,0 0 0,0 0 0,0 0 0,0 0 0,0 0 0,0 0 0,0 0 0,0 0 0,0 0 0,0 0 0,0 0 0,0 0 0,0 0 0,0 0 0,0 0 0,0 0 0,0 0 0,0 0 0,0 0 0,0 1 0,0-1 0,0 0 0,0 0 0,0 0 0,0 0 0,0 0 0,0 0 0,0 0 0,0 0 0,0 0 0,0 0 0,0 0 0,0 0 0,0 0 0,0 0 0,0 0 0,0 0 0,0 0 0,0 0 0,0 0 0,0 1 0,0-1 0,-8 3 0,0-1 0,-1 1 0,1-1 0,-1-1 0,-16 2 0,-48-4 0,32 0 0,27 1 0,-16 0 0,0-1 0,-43-7 0,39 3 0,0 2 0,0 2 0,-36 3 0,5-1 0,-614-1 0,668 1 0,0 0 0,-20 4 0,19-2 0,0-1 0,-14 1 0,-12-3 0,50-1 0,1 0 0,12-4 0,-7 2 0,27-2 0,312 4 0,-173 2 0,-120 0 0,69-2 0,-92-7 0,-30 6 0,-1 0 0,17-1 0,196 2 84,-107 2-1533,-103-1-5377</inkml:trace>
</inkml:ink>
</file>

<file path=ppt/ink/ink35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9-22T16:16:36.558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357 56 24575,'-114'-37'0,"92"31"0,1 2 0,-1 0 0,-31-1 0,46 5 0,0 1 0,1-1 0,-1 1 0,0 0 0,0 1 0,1-1 0,-1 1 0,1 0 0,0 1 0,-8 4 0,11-5 0,-1 0 0,1 0 0,0 0 0,1 0 0,-1 1 0,0-1 0,1 1 0,-1 0 0,1 0 0,0 0 0,0 0 0,0 0 0,0 0 0,1 1 0,-1-1 0,1 1 0,0-1 0,0 1 0,0-1 0,0 5 0,0-3 0,1 0 0,0-1 0,0 1 0,1 0 0,-1 0 0,1 0 0,0 0 0,1-1 0,-1 1 0,1 0 0,-1-1 0,5 8 0,-2-6 0,1 0 0,0 1 0,0-1 0,0-1 0,0 1 0,1-1 0,7 6 0,7 2 0,0-1 0,1-1 0,0 0 0,27 8 0,42 13 0,27 11 0,-113-41 0,28 13 0,-31-15 0,1 1 0,-1 0 0,0 0 0,1 0 0,-1 0 0,0 0 0,0 0 0,1 0 0,-1 1 0,0-1 0,0 0 0,0 1 0,-1-1 0,1 1 0,0-1 0,0 3 0,-1-3 0,0 0 0,0 0 0,0 0 0,0 0 0,0 0 0,0 0 0,-1 0 0,1 0 0,-1 0 0,1 0 0,0 0 0,-1 0 0,0 0 0,1 0 0,-1-1 0,1 1 0,-1 0 0,0 0 0,0-1 0,1 1 0,-1 0 0,0-1 0,0 1 0,0-1 0,0 1 0,0-1 0,-1 1 0,-3 1 0,0 0 0,0 0 0,-10 2 0,-19 1 0,-1-2 0,0-1 0,-53-4 0,26 0 0,-64 2 0,124 0-105,1 0 21,1 0 0,-1 0 0,0 0 0,0 0 0,0 0 0,1 0 0,-1 0 0,0-1 0,0 1 0,0 0 0,1 0 0,-1-1 0,0 1 0,0-1 0</inkml:trace>
</inkml:ink>
</file>

<file path=ppt/ink/ink35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9-22T16:16:37.133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0 19 24575,'63'44'0,"66"40"0,-119-79 0,0 1 0,1-1 0,-1-1 0,1 0 0,18 4 0,-26-8 0,-1 1 0,1-1 0,0 1 0,0-1 0,0 0 0,0 0 0,-1 0 0,1 0 0,0-1 0,0 1 0,0-1 0,-1 0 0,1 1 0,0-1 0,-1 0 0,1-1 0,0 1 0,-1 0 0,0-1 0,1 0 0,-1 1 0,0-1 0,0 0 0,0 0 0,0 0 0,0 0 0,0-1 0,1-2 0,-1 1 0,0-1 0,-1 1 0,1-1 0,-1 1 0,0-1 0,0 1 0,-1-1 0,1 1 0,-1-1 0,0 0 0,-1 1 0,1-1 0,-1 1 0,1-1 0,-4-7 0,3 6 0,-2 0 0,1 0 0,-1 0 0,0 0 0,0 0 0,0 0 0,-1 1 0,0-1 0,0 1 0,-6-6 0,17 27 0,-1-9 0,0 0 0,0 0 0,0 0 0,1-1 0,10 8 0,-12-10 0,0-1 0,0 0 0,1 0 0,-1 0 0,1-1 0,-1 1 0,1-1 0,0-1 0,7 2 0,-10-3 0,0 0 0,0 0 0,0 0 0,0-1 0,0 1 0,0-1 0,0 0 0,0 0 0,-1 0 0,1-1 0,0 1 0,-1 0 0,1-1 0,-1 0 0,1 0 0,-1 0 0,0 0 0,1 0 0,1-3 0,1 1 0,-1 0 0,0 0 0,10-5 0,-12 8 0,0 0 0,0 0 0,0 0 0,0 1 0,1-1 0,-1 1 0,0-1 0,0 1 0,0 0 0,0 0 0,1 0 0,-1 0 0,0 0 0,3 1 0,7 3 0,0 0 0,0 0 0,-1 1 0,18 11 0,-15-8 0,30 11 0,-30-15-1365,-1-1-5461</inkml:trace>
</inkml:ink>
</file>

<file path=ppt/ink/ink35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9-22T16:16:37.823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91 509 24575,'-6'0'0,"-38"7"0,42-6 0,-1 0 0,0 0 0,0 0 0,1 0 0,-1 0 0,1 1 0,-1-1 0,1 1 0,0-1 0,-1 1 0,1 0 0,-3 4 0,4-5 0,0 0 0,1 0 0,-1 1 0,1-1 0,-1 0 0,1 0 0,0 1 0,-1-1 0,1 0 0,0 1 0,0-1 0,0 0 0,0 1 0,0-1 0,0 0 0,0 0 0,0 1 0,1-1 0,-1 0 0,0 1 0,1-1 0,-1 0 0,1 0 0,0 0 0,-1 1 0,1-1 0,0 0 0,0 0 0,0 0 0,1 1 0,4 4 0,0 0 0,0 0 0,11 8 0,-13-11 0,10 7 0,1 1 0,17 8 0,-26-16 0,1 0 0,-1 0 0,1-1 0,0 0 0,-1 0 0,1 0 0,0-1 0,11 1 0,-16-2 0,0 0 0,1 0 0,-1 0 0,0-1 0,1 1 0,-1-1 0,0 0 0,0 1 0,0-1 0,0 0 0,1 0 0,-1 0 0,0-1 0,-1 1 0,1 0 0,0-1 0,0 1 0,0-1 0,-1 0 0,1 1 0,-1-1 0,0 0 0,1 0 0,0-2 0,-1 1 0,1 0 0,-1 0 0,0 0 0,-1 0 0,1 0 0,0 0 0,-1 0 0,0 0 0,1-1 0,-1 1 0,-1 0 0,1 0 0,0 0 0,-1 0 0,1 0 0,-1 0 0,-2-5 0,1 3 0,-1-1 0,0 0 0,0 1 0,0-1 0,-1 1 0,1 0 0,-1 0 0,0 0 0,-1 1 0,1-1 0,-1 1 0,0 0 0,0 1 0,-1-1 0,1 1 0,-7-3 0,12 6 0,-1-1 0,1 1 0,-1 0 0,0-1 0,1 1 0,-1 0 0,1 0 0,-1 0 0,1 0 0,-1 0 0,0 0 0,1 0 0,-1 0 0,1 0 0,-1 0 0,0 0 0,1 0 0,-1 0 0,1 0 0,-1 0 0,0 0 0,1 1 0,-1-1 0,1 0 0,-1 0 0,1 1 0,-1-1 0,1 1 0,-1-1 0,1 0 0,-1 1 0,1-1 0,0 1 0,-1-1 0,1 1 0,0-1 0,-1 1 0,1-1 0,0 1 0,-1-1 0,1 1 0,0-1 0,0 1 0,0 0 0,0-1 0,0 1 0,-1-1 0,1 1 0,0 0 0,0-1 0,1 1 0,-1 0 0,0 2 0,0 1 0,0-1 0,0 0 0,1 1 0,0-1 0,-1 0 0,1 1 0,2 3 0,1 0 0,1 0 0,0 0 0,0 0 0,0 0 0,1-1 0,0 0 0,0 0 0,1 0 0,0-1 0,0 0 0,0 0 0,0-1 0,1 0 0,0 0 0,0-1 0,0 0 0,0 0 0,0-1 0,1 0 0,-1 0 0,1-1 0,-1 0 0,1-1 0,-1 0 0,1 0 0,0-1 0,-1 0 0,14-4 0,-14 3 0,-2 0 0,1 0 0,0-1 0,0-1 0,-1 1 0,0-1 0,1 0 0,4-5 0,-7 5 0,0 1 0,0-1 0,-1-1 0,1 1 0,-1 0 0,0-1 0,-1 0 0,1 1 0,-1-1 0,0 0 0,3-9 0,-3 2 0,0 0 0,0-1 0,-1 1 0,-1 0 0,0-1 0,-1 1 0,0 0 0,-4-18 0,-2 0 0,-1 0 0,-16-35 0,5 20 0,-2-1 0,-2 2 0,-2 1 0,-44-57 0,67 98 0,1 0 0,-1-1 0,0 1 0,0 1 0,0-1 0,-1 0 0,-2-2 0,4 4 0,1 0 0,0 0 0,-1 0 0,1-1 0,0 1 0,-1 0 0,1 0 0,0 0 0,-1 0 0,1 0 0,-1 0 0,1 0 0,0 0 0,-1 0 0,1 0 0,0 0 0,-1 0 0,1 0 0,-1 0 0,1 1 0,0-1 0,-1 0 0,1 0 0,-1 1 0,1-1 0,-1 1 0,1 0 0,-1-1 0,1 1 0,-1 0 0,1-1 0,0 1 0,-1 0 0,1 0 0,0-1 0,0 1 0,0 0 0,-1 0 0,1 1 0,0 5 0,0 0 0,0 0 0,0 0 0,1 0 0,0 0 0,1 0 0,3 9 0,20 50 0,-19-50 0,15 33 0,2 0 0,37 55 0,-45-81 0,1-1 0,1 0 0,0-2 0,2 0 0,1-1 0,28 22 0,-34-31 0,1 0 0,1-1 0,29 12 0,-36-17 0,1-1 0,0 0 0,0 0 0,1-1 0,-1-1 0,0 1 0,20-2 0,-28 0-72,0 0 1,0 0-1,0 0 0,0-1 0,0 1 0,0-1 0,1 1 0,-1-1 1,0 0-1,-1 0 0,1 0 0,0 0 0,0 0 0,0-1 0,-1 1 1,1 0-1,0-1 0,1-2 0,3-5-6754</inkml:trace>
</inkml:ink>
</file>

<file path=ppt/ink/ink36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9-22T16:16:38.319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236 643 24575,'8'-47'0,"3"-68"0,-11 97 0,-1 0 0,0 0 0,-1 0 0,-1 0 0,-1 0 0,-1 1 0,-6-19 0,-5-2 0,-2 1 0,-1 1 0,-1 1 0,-2 1 0,-2 0 0,-54-58 0,77 91 0,-1-1 0,1 1 0,-1-1 0,0 1 0,1 0 0,-1 0 0,0 0 0,0 0 0,-1-1 0,2 2 0,1 0 0,0 0 0,-1 0 0,1 0 0,0 0 0,-1 0 0,1 0 0,-1 0 0,1 0 0,0 0 0,-1 0 0,1 0 0,0 0 0,-1 0 0,1 0 0,0 0 0,0 0 0,-1 1 0,1-1 0,0 0 0,-1 0 0,1 1 0,-1-1 0,1 1 0,-1 0 0,1-1 0,0 1 0,-1 0 0,1 0 0,0-1 0,-1 1 0,1 0 0,0 0 0,0-1 0,0 1 0,-1 1 0,1 7 0,0 0 0,1-1 0,0 1 0,0 0 0,1-1 0,0 0 0,0 1 0,5 10 0,4 7 0,17 30 0,5-2 0,3-2 0,1-1 0,75 77 0,-97-111-227,0-1-1,2-1 1,0 0-1,1-2 1,28 18-1,-32-24-6598</inkml:trace>
</inkml:ink>
</file>

<file path=ppt/ink/ink36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9-22T16:16:39.118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0 0 24575,'36'118'0,"5"-3"0,64 126 0,-103-236 0,1-1 0,-1 1 0,1-1 0,0 0 0,5 5 0,-8-8 0,1-1 0,-1 1 0,1-1 0,-1 1 0,0-1 0,1 1 0,-1-1 0,1 0 0,0 1 0,-1-1 0,1 1 0,-1-1 0,1 0 0,-1 0 0,1 1 0,0-1 0,-1 0 0,1 0 0,0 0 0,-1 0 0,1 0 0,0 0 0,-1 0 0,1 0 0,0 0 0,-1 0 0,1 0 0,0 0 0,-1 0 0,1 0 0,0-1 0,-1 1 0,1 0 0,-1-1 0,1 1 0,0 0 0,-1-1 0,1 1 0,-1 0 0,1-1 0,-1 1 0,1-1 0,-1 1 0,0-1 0,1 1 0,-1-1 0,1 0 0,-1 1 0,0-1 0,0 1 0,1-2 0,16-40 0,-15 35 0,1-1 0,0 0 0,1 1 0,-1 0 0,1 0 0,1 0 0,-1 0 0,1 0 0,9-8 0,-11 12 0,0 1 0,0-1 0,0 1 0,0 0 0,1 0 0,-1 0 0,0 1 0,1-1 0,0 1 0,-1 0 0,1 0 0,0 0 0,0 0 0,-1 1 0,1 0 0,0-1 0,0 1 0,0 1 0,0-1 0,0 0 0,-1 1 0,1 0 0,0 0 0,-1 0 0,1 1 0,0-1 0,-1 1 0,1-1 0,-1 1 0,0 0 0,0 1 0,0-1 0,0 1 0,0-1 0,0 1 0,-1 0 0,1 0 0,-1 0 0,0 0 0,0 0 0,0 1 0,0-1 0,0 0 0,-1 1 0,1 0 0,-1-1 0,1 6 0,-1-3 0,0 0 0,-1 0 0,1-1 0,-1 1 0,0 0 0,0 0 0,-1-1 0,0 1 0,-3 10 0,3-12 0,-1 0 0,1 0 0,-1 0 0,-1-1 0,1 1 0,0-1 0,-1 1 0,0-1 0,1 0 0,-1 0 0,0 0 0,-1-1 0,1 1 0,-5 2 0,-2 1 0,-1 0 0,0 0 0,-1-2 0,1 1 0,-1-1 0,0-1 0,-17 3 0,21-5 0,-1 0 0,-1 0 0,1-1 0,0-1 0,0 1 0,0-1 0,0-1 0,0 0 0,1 0 0,-16-6 0,9 1-682,-24-16-1,30 17-6143</inkml:trace>
</inkml:ink>
</file>

<file path=ppt/ink/ink36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9-22T16:16:39.396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1 0 24575,'10'33'0,"6"16"0,5 6 0,2 2 0,-1-3 0,1-4 0,-1-6 0,-2-1 0,1-5 0,0-3 0,-2-2 0,-1-5 0,-2-4 0,0-4 0,-4-2 0,-3-5-8191</inkml:trace>
</inkml:ink>
</file>

<file path=ppt/ink/ink36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9-22T16:16:39.803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4 8 24575,'-1'3'0,"0"0"0,1 0 0,-1 0 0,1 0 0,-1 0 0,1 0 0,0 1 0,1-1 0,-1 0 0,0 0 0,1 0 0,-1 0 0,1 0 0,1 3 0,1-1 0,-1-1 0,1 1 0,-1 0 0,1-1 0,0 1 0,1-1 0,5 6 0,-2-3 0,1-1 0,-1 0 0,1-1 0,0 1 0,0-2 0,0 1 0,1-1 0,16 6 0,-19-9 0,-1 0 0,0 1 0,1-2 0,0 1 0,-1-1 0,1 0 0,7-1 0,-11 1 0,-1 0 0,1 0 0,0-1 0,0 1 0,-1-1 0,1 1 0,-1-1 0,1 0 0,-1 1 0,1-1 0,-1 0 0,1 0 0,-1 0 0,1-1 0,-1 1 0,0 0 0,0 0 0,0-1 0,0 1 0,0 0 0,0-1 0,0 1 0,0-1 0,0 1 0,-1-1 0,1 0 0,0-2 0,0-5 0,0 0 0,0-1 0,-1 1 0,0 0 0,-1-1 0,0 1 0,-1 0 0,0 0 0,0 0 0,-6-13 0,8 21 0,0 1 0,0 0 0,0-1 0,-1 1 0,1 0 0,0-1 0,0 1 0,0 0 0,0-1 0,0 1 0,0 0 0,0-1 0,0 1 0,0-1 0,0 1 0,0 0 0,0-1 0,0 1 0,0 0 0,0-1 0,0 1 0,0-1 0,0 1 0,0 0 0,0-1 0,1 1 0,-1-1 0,10 3 0,16 17 0,-21-15 0,100 80-1365,-91-74-5461</inkml:trace>
</inkml:ink>
</file>

<file path=ppt/ink/ink36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9-22T16:16:40.208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44 341 24575,'16'-9'0,"79"-45"0,-77 43 0,-1-2 0,0 0 0,16-16 0,-31 26 0,1 1 0,0-1 0,-1 1 0,0-1 0,0 0 0,0 0 0,0 0 0,0 0 0,-1 0 0,1 0 0,-1-1 0,0 1 0,0-1 0,0 1 0,0-1 0,0 1 0,-1-1 0,0 1 0,0-1 0,0 1 0,0-1 0,0 1 0,-1-1 0,0 1 0,1-1 0,-1 1 0,-1-1 0,1 1 0,0 0 0,-1-1 0,1 1 0,-4-4 0,0-1 0,-1 1 0,1-1 0,-1 1 0,0 1 0,-1-1 0,1 1 0,-1 0 0,0 1 0,-1-1 0,0 1 0,1 1 0,-2 0 0,1 0 0,0 0 0,-1 1 0,1 1 0,-1-1 0,0 1 0,-16-1 0,22 3 0,-1 0 0,1 0 0,-1 0 0,1 1 0,-1 0 0,1 0 0,0 0 0,-1 0 0,1 0 0,0 0 0,0 1 0,0 0 0,0 0 0,0-1 0,0 2 0,0-1 0,1 0 0,-1 0 0,1 1 0,0 0 0,-1-1 0,1 1 0,0 0 0,1 0 0,-1 0 0,1 0 0,-3 7 0,1-2 0,1 0 0,0 0 0,0 0 0,1 0 0,0 1 0,0-1 0,1 0 0,0 1 0,1-1 0,2 13 0,0-9 0,0 0 0,1-1 0,1 0 0,0 1 0,0-2 0,1 1 0,0-1 0,1 0 0,0 0 0,1-1 0,0 0 0,0 0 0,1 0 0,13 9 0,-11-10 0,1 0 0,-1-1 0,1-1 0,0 0 0,1 0 0,-1-1 0,1-1 0,0 0 0,0 0 0,1-2 0,-1 0 0,23 1 0,-16-3-1365,-2-1-5461</inkml:trace>
</inkml:ink>
</file>

<file path=ppt/ink/ink36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9-22T16:16:41.443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4007 15 24575,'-182'-7'0,"94"2"0,-111 8 0,-264 22 0,178-26-188,-322 7-405,-227-6-883,526-7 1519,-52-1-691,-35-10 1032,376 17-308,-17-1 610,-55 4 0,79-1-583,1 0 0,0 1 0,-1 1 0,1 0 0,1 1 0,-1 0 0,0 0 0,1 1 0,-10 7 0,9-5-1468,2-2-5461</inkml:trace>
</inkml:ink>
</file>

<file path=ppt/ink/ink36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9-22T16:16:42.725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223 642 24575,'4'-4'0,"-1"0"0,1 0 0,-1 0 0,0-1 0,-1 1 0,1-1 0,-1 0 0,0 0 0,0 0 0,0 0 0,1-7 0,-3 7 0,1 1 0,0 0 0,-1 0 0,0-1 0,0 1 0,-1 0 0,1 0 0,-1 0 0,0-1 0,0 1 0,0 0 0,0 0 0,-1 0 0,-3-6 0,-2-5 0,-1-1 0,2-1 0,0 0 0,1 1 0,-4-27 0,-7-19 0,1 14 0,-29-62 0,30 83 0,0 0 0,-2 1 0,-28-37 0,42 61 0,0-1 0,0 0 0,-1 0 0,0 1 0,1-1 0,-5-3 0,6 6 0,1 0 0,0 0 0,-1 0 0,1-1 0,-1 1 0,1 0 0,0 0 0,-1 0 0,1 0 0,-1 0 0,1 0 0,0 0 0,-1 0 0,1 0 0,-1 0 0,1 0 0,0 0 0,-1 0 0,1 0 0,-1 0 0,1 0 0,-1 0 0,0 1 0,1 0 0,-1-1 0,1 1 0,-1-1 0,1 1 0,-1 0 0,1-1 0,-1 1 0,1 0 0,0 0 0,-1-1 0,1 1 0,0 0 0,0 0 0,-1-1 0,1 2 0,-1 6 0,0 0 0,1 0 0,0 0 0,0 0 0,1 0 0,2 11 0,12 47 0,-14-64 0,20 67 0,3 0 0,45 91 0,-60-142 0,1 0 0,1-1 0,0 0 0,1-1 0,1-1 0,0 0 0,1 0 0,1-1 0,26 18 0,-37-29-80,0-1 0,0 1-1,0-1 1,1 0 0,-1 0-1,1-1 1,-1 0 0,1 1-1,0-2 1,0 1 0,-1 0 0,1-1-1,0 0 1,0 0 0,-1 0-1,9-2 1,-4-2-6746</inkml:trace>
</inkml:ink>
</file>

<file path=ppt/ink/ink36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9-22T16:16:43.334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224 120 24575,'-24'-7'0,"-7"-1"0,1 0 0,-58-6 0,84 14 0,0-1 0,1 2 0,-1-1 0,0 0 0,0 1 0,1-1 0,-1 1 0,-4 2 0,7-3 0,1 0 0,-1 1 0,0-1 0,0 1 0,1-1 0,-1 1 0,0-1 0,1 1 0,-1-1 0,1 1 0,-1 0 0,1-1 0,-1 1 0,1 0 0,-1-1 0,1 1 0,-1 0 0,1 0 0,0 0 0,0-1 0,-1 1 0,1 0 0,0 0 0,0 0 0,0 0 0,0-1 0,0 1 0,0 0 0,0 0 0,0 0 0,0 0 0,0-1 0,1 1 0,-1 0 0,0 0 0,1 0 0,-1-1 0,0 1 0,1 0 0,-1 0 0,1 0 0,3 6 0,1-1 0,-1 1 0,1-1 0,0 0 0,1 0 0,-1-1 0,1 0 0,0 0 0,1 0 0,11 7 0,-8-7 0,0 1 0,1-1 0,0-1 0,0 0 0,0 0 0,19 2 0,-19-4 0,0 0 0,1-2 0,-1 1 0,0-1 0,22-4 0,-31 4 0,1-1 0,0 1 0,-1-1 0,1 0 0,0 0 0,-1 0 0,1 0 0,-1-1 0,1 1 0,-1-1 0,0 0 0,0 1 0,1-1 0,-1 0 0,0 0 0,-1 0 0,1-1 0,0 1 0,-1 0 0,1-1 0,-1 1 0,0-1 0,0 1 0,0-1 0,0 0 0,0 1 0,0-1 0,0-4 0,0 1 0,-1-1 0,0 1 0,-1-13 0,1 18 0,0-1 0,0 1 0,0 0 0,0-1 0,-1 1 0,1 0 0,0-1 0,-1 1 0,1 0 0,-1-1 0,1 1 0,-1 0 0,0 0 0,0 0 0,1 0 0,-1 0 0,0-1 0,0 2 0,0-1 0,0 0 0,0 0 0,0 0 0,-1 0 0,-1 0 0,3 1 0,0 0 0,0 0 0,0 0 0,0 0 0,-1 0 0,1 0 0,0 0 0,0 1 0,0-1 0,0 0 0,-1 0 0,1 0 0,0 0 0,0 1 0,0-1 0,0 0 0,0 0 0,0 0 0,0 0 0,0 1 0,0-1 0,0 0 0,0 0 0,0 1 0,0-1 0,0 0 0,0 0 0,0 0 0,0 1 0,0-1 0,0 0 0,0 0 0,0 0 0,0 1 0,0-1 0,0 0 0,0 0 0,0 0 0,0 0 0,0 1 0,1-1 0,-1 0 0,0 0 0,0 0 0,4 12 0,0-5 0,1 1 0,0-1 0,0 0 0,0 0 0,1 0 0,0-1 0,0 0 0,1 0 0,0 0 0,0-1 0,0 0 0,0 0 0,1-1 0,0 0 0,12 4 0,-6-3 0,-1 0 0,1-1 0,0-1 0,1 0 0,-1-1 0,0-1 0,1 0 0,25-2 0,-40 1 0,1 0 0,0 0 0,0 0 0,0 0 0,-1 0 0,1 0 0,0 0 0,0-1 0,-1 1 0,1 0 0,0 0 0,0-1 0,-1 1 0,1-1 0,0 1 0,-1 0 0,1-1 0,-1 1 0,1-1 0,0 0 0,-1 1 0,1-1 0,-1 1 0,1-1 0,-1 0 0,1 0 0,-1 0 0,0 0 0,0 0 0,0 0 0,0 0 0,0 0 0,-1 0 0,1 0 0,0 0 0,0 0 0,-1 0 0,1 0 0,-1 0 0,1 0 0,-1 0 0,1 0 0,-2-1 0,-2-4 0,-1 0 0,0 1 0,-1 0 0,-7-6 0,9 7 0,-5-2 0,1-1 0,0 0 0,0-1 0,-14-16 0,21 22 0,0 0 0,0 1 0,-1-1 0,1 0 0,1 0 0,-1 0 0,0 0 0,0 0 0,1 0 0,-1 0 0,1 0 0,0 0 0,-1 0 0,1 0 0,0 0 0,0 0 0,0 0 0,1 0 0,-1 0 0,0 0 0,1 0 0,-1 0 0,1 0 0,0 0 0,0 0 0,0 0 0,0 0 0,0 0 0,0 1 0,0-1 0,0 0 0,1 1 0,1-3 0,4-2-105,-1 1 0,1 0 0,0 0 0,0 0 0,0 1 0,1 0 0,-1 0 0,1 1 0,0 0 0,0 0 0,0 1 0,15-2 0,-8 3-6721</inkml:trace>
</inkml:ink>
</file>

<file path=ppt/ink/ink36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9-22T16:16:43.882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73 0 24575,'-3'0'0,"-1"1"0,1-1 0,-1 0 0,1 1 0,-1 0 0,1 0 0,0 0 0,-1 0 0,1 1 0,0-1 0,0 1 0,0 0 0,0 0 0,0 0 0,1 0 0,-1 0 0,0 0 0,1 1 0,-3 2 0,4-3 0,0 0 0,0 0 0,0 0 0,0 0 0,0-1 0,1 1 0,-1 1 0,0-1 0,1 0 0,0 0 0,-1 0 0,1 0 0,0 0 0,0 0 0,0 0 0,0 0 0,1 1 0,-1-1 0,0 0 0,1 0 0,0 0 0,-1 0 0,1 0 0,0 0 0,0 0 0,0 0 0,0-1 0,0 1 0,1 0 0,-1-1 0,1 1 0,1 1 0,2 2 0,1 0 0,-1 0 0,1 0 0,0-1 0,1 0 0,-1 0 0,1-1 0,0 0 0,0 0 0,7 2 0,-12-4 0,1-1 0,-1 1 0,0-1 0,0 1 0,0-1 0,0 0 0,0 0 0,0 0 0,1 0 0,-1 0 0,0 0 0,0-1 0,0 1 0,0-1 0,0 0 0,0 1 0,0-1 0,0 0 0,0 0 0,0 0 0,0 0 0,-1-1 0,1 1 0,0 0 0,-1-1 0,1 1 0,-1-1 0,1 0 0,-1 1 0,0-1 0,0 0 0,0 0 0,0 0 0,0 0 0,0 0 0,0 0 0,-1 0 0,2-3 0,-1-1 0,0 0 0,0 0 0,0 0 0,0 0 0,-1 0 0,0 0 0,-1 0 0,1 0 0,-3-12 0,-2 11 0,1 12 0,0 14 0,3 5 0,1-1 0,1 1 0,0 0 0,2-1 0,6 25 0,4 3 0,23 58 0,25 41 0,-60-148 0,0-1 0,-1 1 0,1-1 0,-1 1 0,1 0 0,-1-1 0,0 1 0,1 0 0,-1-1 0,0 1 0,0 0 0,-1 0 0,1-1 0,0 1 0,0 0 0,-1-1 0,1 1 0,-1 0 0,1-1 0,-1 1 0,-1 1 0,1-2 0,0 1 0,-1-1 0,1 0 0,-1 0 0,1 0 0,-1 0 0,1 0 0,-1 0 0,0-1 0,1 1 0,-1 0 0,0-1 0,1 1 0,-1-1 0,0 0 0,0 0 0,0 0 0,0 1 0,-3-2 0,-13 0 0,1-2 0,-1 0 0,0-1 0,1-1 0,0 0 0,0-1 0,0-1 0,1-1 0,-21-12 0,35 19 0,0 0 0,0-1 0,0 1 0,0 0 0,0-1 0,1 1 0,-1-1 0,0 0 0,1 0 0,-1 1 0,1-1 0,0 0 0,0 0 0,0 0 0,-1 0 0,2-1 0,-1 1 0,0 0 0,0 0 0,1 0 0,-1-1 0,1 1 0,0 0 0,0-1 0,0 1 0,0 0 0,0-1 0,1-3 0,0 2 0,0 1 0,0-1 0,1 1 0,0 0 0,-1 0 0,1 0 0,0 0 0,0 0 0,1 0 0,-1 0 0,1 1 0,-1-1 0,1 1 0,0 0 0,0 0 0,0 0 0,0 0 0,4-1 0,18-7-273,0 1 0,1 1 0,0 2 0,27-4 0,-35 7-6553</inkml:trace>
</inkml:ink>
</file>

<file path=ppt/ink/ink36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9-22T16:16:44.600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81 236 24575,'12'-17'0,"34"-53"0,-42 62 0,0 0 0,0 0 0,-1 0 0,0 0 0,0-1 0,-1 0 0,1-9 0,-2 16 0,-1-1 0,0 0 0,0 0 0,0 1 0,0-1 0,-1 0 0,1 1 0,-1-1 0,0 0 0,0 1 0,0-1 0,0 1 0,0-1 0,0 1 0,0 0 0,-1-1 0,0 1 0,1 0 0,-1 0 0,0 0 0,0 0 0,0 0 0,0 0 0,0 1 0,0-1 0,-1 1 0,1-1 0,-1 1 0,1 0 0,-1 0 0,1 0 0,-4 0 0,2 0 0,1 0 0,-1 0 0,0 1 0,1 0 0,-1-1 0,0 1 0,1 1 0,-1-1 0,1 0 0,-1 1 0,0 0 0,1 0 0,-1 0 0,1 0 0,0 1 0,-1-1 0,1 1 0,0 0 0,0 0 0,0 0 0,0 0 0,0 1 0,1-1 0,-4 4 0,3-2 0,0 0 0,0 0 0,0 0 0,1 1 0,-1-1 0,1 1 0,0 0 0,0-1 0,1 1 0,-1 0 0,1 0 0,0 0 0,0 1 0,1-1 0,0 0 0,0 0 0,0 0 0,0 0 0,1 0 0,0 0 0,0 0 0,0 0 0,1 0 0,-1 0 0,1 0 0,0 0 0,1-1 0,-1 1 0,5 5 0,4 3 15,1 0 0,0-2 0,0 1 0,1-1 0,1-1 0,-1-1 0,19 10 0,-9-6-386,1-2-1,0-1 1,49 14 0,-58-21-6455</inkml:trace>
</inkml:ink>
</file>

<file path=ppt/ink/ink37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9-22T16:16:45.336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106 173 24575,'34'46'0,"-22"-28"0,1-1 0,28 29 0,-68-82 0,0 4 0,-10-11 0,1-2 0,-36-59 0,66 87 0,8 15 0,7 7 0,19 17 0,-10-7 0,0-1 0,1-1 0,1 0 0,0-1 0,28 11 0,95 24 0,-122-42 0,-1-1 0,1-1 0,0-1 0,0 0 0,24-2 0,-39-1 0,-1 0 0,1 0 0,0 0 0,0-1 0,0 1 0,-1-1 0,1-1 0,-1 1 0,0-1 0,1 0 0,-1 0 0,0 0 0,5-6 0,-8 7 0,0 0 0,1-1 0,-1 1 0,0-1 0,0 0 0,0 0 0,-1 1 0,1-1 0,-1-1 0,0 1 0,1 0 0,-1 0 0,-1 0 0,1-1 0,0 1 0,-1 0 0,0-1 0,1 1 0,-2 0 0,1-1 0,0 1 0,0 0 0,-1-1 0,-2-5 0,1 3 0,0 1 0,-1-1 0,0 1 0,0-1 0,-1 1 0,1 0 0,-1 0 0,0 0 0,-1 1 0,1 0 0,-1-1 0,0 2 0,0-1 0,0 0 0,-10-4 0,14 7 0,0 1 0,0 0 0,0-1 0,-1 1 0,1-1 0,0 1 0,0 0 0,0 0 0,-1 0 0,1 0 0,0 0 0,0 0 0,-1 0 0,1 0 0,0 0 0,0 1 0,0-1 0,-1 0 0,1 1 0,0-1 0,0 1 0,-2 1 0,2-1 0,0 0 0,-1 1 0,1-1 0,0 0 0,0 1 0,0 0 0,0-1 0,0 1 0,0 0 0,1-1 0,-1 1 0,1 0 0,-1 2 0,-1 4 0,1-1 0,1 0 0,0 1 0,0-1 0,0 1 0,2 10 0,1-7 0,1 0 0,-1-1 0,1 1 0,1-1 0,0 0 0,1-1 0,0 1 0,0-1 0,1 0 0,0 0 0,9 8 0,0-1 0,1-1 0,1-1 0,1 0 0,28 16 0,-34-23-195,0 0 0,0-1 0,1-1 0,-1 0 0,1-1 0,20 4 0,-18-6-6631</inkml:trace>
</inkml:ink>
</file>

<file path=ppt/ink/ink37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9-22T16:16:45.742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129 427 24575,'-1'2'0,"-36"53"0,33-48 0,1-1 0,-1 2 0,1-1 0,1 0 0,-1 1 0,0 8 0,2-14 0,1 0 0,0-1 0,0 1 0,0-1 0,0 1 0,0 0 0,0-1 0,0 1 0,0 0 0,1-1 0,-1 1 0,1-1 0,-1 1 0,1-1 0,0 1 0,-1-1 0,1 1 0,0-1 0,0 0 0,0 1 0,1 0 0,0 0 0,0-1 0,0 1 0,0-1 0,1 0 0,-1 0 0,0 0 0,0 0 0,1 0 0,-1 0 0,1 0 0,-1-1 0,5 1 0,-2-1 0,-1 1 0,1-1 0,0-1 0,-1 1 0,1-1 0,-1 1 0,1-1 0,-1-1 0,1 1 0,-1 0 0,0-1 0,1 0 0,-1 0 0,7-5 0,-8 3 0,0 1 0,1-1 0,-1 0 0,-1-1 0,1 1 0,0-1 0,-1 1 0,0-1 0,0 1 0,-1-1 0,1 0 0,-1 0 0,0 0 0,0 0 0,-1 0 0,1 0 0,-1-6 0,-1-9 0,-1 0 0,0 1 0,-6-21 0,1 8 0,-2 0 0,-2 0 0,-1 1 0,-20-39 0,10 31 0,-2 0 0,-47-58 0,70 95 0,0 1 0,0 0 0,0-1 0,-1 1 0,1 0 0,0 0 0,-1 0 0,1 0 0,-2-1 0,3 2 0,0 0 0,-1 0 0,1 0 0,0 0 0,0 0 0,0 0 0,0 0 0,-1 0 0,1 0 0,0 0 0,0 0 0,0 0 0,0 0 0,-1 0 0,1 0 0,0 1 0,0-1 0,0 0 0,0 0 0,0 0 0,0 0 0,-1 0 0,1 0 0,0 1 0,0-1 0,0 0 0,0 0 0,0 0 0,0 0 0,0 0 0,0 1 0,0-1 0,0 0 0,0 0 0,0 0 0,0 0 0,0 1 0,0-1 0,0 0 0,0 0 0,0 0 0,0 0 0,0 1 0,0-1 0,0 0 0,0 0 0,0 0 0,1 6 0,0-1 0,0 1 0,1-1 0,2 7 0,164 339 0,-148-311 0,12 21-1365,-21-39-5461</inkml:trace>
</inkml:ink>
</file>

<file path=ppt/ink/ink37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9-22T16:17:01.562"/>
    </inkml:context>
    <inkml:brush xml:id="br0">
      <inkml:brushProperty name="width" value="0.05" units="cm"/>
      <inkml:brushProperty name="height" value="0.05" units="cm"/>
      <inkml:brushProperty name="color" value="#00A0D7"/>
    </inkml:brush>
  </inkml:definitions>
  <inkml:trace contextRef="#ctx0" brushRef="#br0">5341 22 24575,'7'-3'0,"-1"1"0,1 0 0,0 0 0,0 1 0,0 0 0,0 0 0,8 0 0,-6 0 0,-1 0 0,1 0 0,14-4 0,-35 8 0,-1-1 0,1-1 0,-24 1 0,-63-3 0,40 0 0,42 1 0,1 1 0,-1 0 0,-27 6 0,20-3 0,0-1 0,1-1 0,-1-1 0,-28-3 0,-2 0 0,-8 1 0,-68 3 0,90 5 0,29-5 0,0 0 0,-16 1 0,-206-2 0,112-2 0,106 2 0,0 0 0,-17 4 0,17-2 0,-27 2 0,-36-6 0,-35 2 0,73 6 0,29-4 0,0-1 0,-16 1 0,13-3 0,-1 0 0,1-1 0,-1-1 0,-21-4 0,12 2 0,1 1 0,0 1 0,-1 1 0,-29 3 0,-1 0 0,-418-2 0,457-1 0,0-1 0,-17-3 0,16 2 0,-25-1 0,26 3 0,1 2 0,-1-1 0,1 2 0,-23 5 0,23-5 0,-1 1 0,-1-2 0,-27-1 0,27 0 0,0 0 0,0 1 0,-19 4 0,-2 0 0,-1-1 0,0-2 0,-57-3 0,22-1 0,39 2 0,-15 0 0,-86 9 0,82-3 0,1-3 0,-60-4 0,31-1 0,21 1 0,-67 3 0,74 5 0,31-4 0,-24 1 0,-168-3 0,101-2 0,100 2 0,1 0 0,-19 4 0,-17 2 0,-32 3 0,33-4 0,3-1 0,10 0 0,-42 0 0,-603-6 0,668 2 0,0 0 0,-20 5 0,19-4 0,0 1 0,-14-1 0,13-1 0,-25 6 0,25-5 0,-26 3 0,1-5 0,87 0-1365,-36 0-5461</inkml:trace>
</inkml:ink>
</file>

<file path=ppt/ink/ink37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9-22T16:17:14.045"/>
    </inkml:context>
    <inkml:brush xml:id="br0">
      <inkml:brushProperty name="width" value="0.05" units="cm"/>
      <inkml:brushProperty name="height" value="0.05" units="cm"/>
      <inkml:brushProperty name="color" value="#FF0066"/>
    </inkml:brush>
  </inkml:definitions>
  <inkml:trace contextRef="#ctx0" brushRef="#br0">4266 58 24575,'0'0'0,"0"0"0,0 1 0,0-1 0,0 0 0,0 0 0,1 0 0,-1 0 0,0 0 0,0 0 0,0 0 0,0 0 0,0 0 0,1 0 0,-1 0 0,0 0 0,0 0 0,0 0 0,0 0 0,0 0 0,1 0 0,-1 0 0,0 0 0,0 0 0,0 0 0,0 0 0,0-1 0,1 1 0,-1 0 0,0 0 0,0 0 0,0 0 0,0 0 0,0 0 0,0 0 0,1 0 0,-1-1 0,0 1 0,0 0 0,0 0 0,0 0 0,0 0 0,0 0 0,0-1 0,0 1 0,0 0 0,0 0 0,0 0 0,0 0 0,0-1 0,0 1 0,0 0 0,0 0 0,0 0 0,0 0 0,0 0 0,0-1 0,0 1 0,0 0 0,0 0 0,0 0 0,0 0 0,0 0 0,-1-1 0,-8-5 0,-4 4 0,0 0 0,0 1 0,0 0 0,-16 2 0,15-1 0,0 1 0,0-2 0,-22-3 0,18 0 0,-1 2 0,1 0 0,-1 1 0,1 0 0,-1 2 0,1 0 0,-30 7 0,15-4 0,0-1 0,-1-1 0,-38-4 0,8 1 0,-246 1 0,295-1 0,0-1 0,-17-3 0,17 2 0,-27-2 0,6 5 0,10 0 0,0-1 0,-33-6 0,25 2 0,0 3 0,0 0 0,-36 4 0,5-1 0,31-1 0,-1 1 0,0-2 0,-53-8 0,68 7 0,-1 0 0,1 1 0,-1 1 0,1 1 0,-35 6 0,36-4 0,-23 0 0,-75-3 0,-21 0 0,89 7 0,32-3 0,-35 0 0,-61 4 0,-7-1 0,-887-7 0,993 0 0,-1 2 0,-17 3 0,16-2 0,-25 2 0,-319-4 0,174-3 0,185 2 0,-18 1 0,0-2 0,-1 0 0,-30-7 0,11 1 0,35 7 0,1 0 0,0-1 0,-1 1 0,1 1 0,0-1 0,-1 0 0,1 1 0,0 0 0,-4 1 0,3 1-1365</inkml:trace>
</inkml:ink>
</file>

<file path=ppt/ink/ink37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9-22T16:17:27.569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1 797 24575,'7'2'0,"13"4"0,0-1 0,35 4 0,-48-8 0,-1-1 0,1 0 0,-1-1 0,1 1 0,-1-1 0,1-1 0,-1 1 0,0-1 0,1 0 0,-1 0 0,0-1 0,10-6 0,2-2 0,-2-1 0,1 0 0,17-19 0,-26 22 0,1 0 0,-1-1 0,-1 1 0,0-2 0,-1 1 0,10-19 0,-12 17 0,-1 0 0,1 0 0,-2 0 0,0 0 0,0 0 0,-1 0 0,-1 0 0,0-1 0,-4-23 0,-1 1 0,-3 1 0,-13-41 0,-10-7 0,-71-133 0,93 197 0,-6-19 0,15 37 0,0 0 0,0 0 0,0 0 0,0-1 0,-1 1 0,1 0 0,0 0 0,0 0 0,0 0 0,0 0 0,0 0 0,0 0 0,0 0 0,0-1 0,0 1 0,-1 0 0,1 0 0,0 0 0,0 0 0,0 0 0,0 0 0,0 0 0,0 0 0,0 0 0,-1 0 0,1 0 0,0 0 0,0 0 0,0 0 0,0 0 0,0 0 0,-1 0 0,1 0 0,0 0 0,0 0 0,0 0 0,0 0 0,0 0 0,0 0 0,0 0 0,-1 0 0,1 0 0,0 1 0,0-1 0,0 0 0,0 0 0,0 0 0,0 0 0,0 0 0,0 0 0,0 0 0,-1 0 0,1 1 0,0-1 0,0 0 0,0 0 0,0 0 0,0 0 0,0 0 0,0 0 0,0 0 0,0 1 0,0-1 0,0 0 0,0 0 0,0 0 0,0 0 0,0 0 0,0 1 0,-3 9 0,0 6 0,0 1 0,2 0 0,0 0 0,1-1 0,0 1 0,2 0 0,0 0 0,7 27 0,2-2 0,3-1 0,21 46 0,30 51 0,-50-110 0,1-1 0,35 44 0,-38-56 0,0 0 0,1-2 0,20 16 0,-28-24 0,0-1 0,1 1 0,0-1 0,0 0 0,1-1 0,-1 0 0,0 0 0,1 0 0,0-1 0,13 2 0,-18-4-65,1 0 0,-1 0 0,0 0 0,1 0 0,-1-1 0,0 0 0,0 1 0,1-1 0,-1-1 0,0 1 0,0 0 0,0-1 0,0 1 0,0-1 0,-1 0 0,1 0 0,0 0 0,-1 0 0,1 0 0,3-6 0,3-3-6761</inkml:trace>
</inkml:ink>
</file>

<file path=ppt/ink/ink37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9-22T16:17:28.308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212 62 24575,'-29'-8'0,"-43"-11"0,62 17 0,0 1 0,0 0 0,0 0 0,0 1 0,-12 1 0,21-1 0,-1 0 0,0 0 0,0 1 0,0-1 0,0 1 0,1-1 0,-1 1 0,0-1 0,0 1 0,1 0 0,-1 0 0,0 0 0,1 0 0,-1 0 0,1 1 0,0-1 0,-1 0 0,-1 2 0,3-1 0,-1 0 0,0-1 0,0 1 0,1 0 0,-1 0 0,1-1 0,-1 1 0,1 0 0,0 0 0,0 0 0,0-1 0,0 1 0,0 0 0,0 0 0,1 2 0,1 4 0,1 0 0,-1-1 0,1 0 0,1 1 0,-1-1 0,1-1 0,7 9 0,-1 0 0,1-2 0,1 1 0,0-2 0,25 22 0,-31-30 0,0 1 0,0-1 0,1-1 0,-1 1 0,1-1 0,-1 0 0,1-1 0,0 1 0,0-1 0,1-1 0,-1 1 0,0-1 0,0-1 0,10 1 0,-14-1 0,-1 0 0,1-1 0,-1 1 0,1 0 0,-1-1 0,0 0 0,1 0 0,-1 1 0,0-1 0,0 0 0,0-1 0,0 1 0,0 0 0,0-1 0,0 1 0,0-1 0,0 1 0,0-1 0,-1 0 0,1 0 0,-1 0 0,1 0 0,-1 0 0,0 0 0,0 0 0,1-3 0,0 0 0,-1 0 0,0 0 0,0 0 0,-1 0 0,1 0 0,-1-1 0,0 1 0,-1 0 0,1 0 0,-1 0 0,-1-6 0,-7-28 0,12 47 0,0 0 0,1 0 0,0-1 0,1 1 0,-1-1 0,11 13 0,0-3 0,30 28 0,-30-33 0,0 0 0,1-2 0,0 0 0,1 0 0,24 9 0,-16-9 0,1-1 0,0-2 0,32 6 0,-49-11 0,9 1 0,22 1 0,-37-4 0,1 0 0,0 0 0,-1 0 0,1 0 0,0-1 0,-1 1 0,1-1 0,-1 0 0,1 0 0,-1 0 0,0-1 0,6-3 0,-7 5 0,-1-1 0,0 0 0,0 0 0,0 0 0,0 0 0,0 0 0,0 0 0,-1-1 0,1 1 0,0 0 0,0 0 0,-1-1 0,1 1 0,-1 0 0,1-1 0,-1 1 0,0 0 0,0-1 0,1-1 0,-1 1 0,0 0 0,-1 0 0,1-1 0,-1 1 0,1 0 0,-1 0 0,0-1 0,1 1 0,-1 0 0,-3-4 0,-2-3 0,0 0 0,-2 1 0,-15-16 0,16 16 0,-79-64 0,41 35 0,39 33 0,1-1 0,0 0 0,1 0 0,-1-1 0,1 1 0,0-1 0,-3-6 0,6 9 0,-1 0 0,1 0 0,0 0 0,0 0 0,0 0 0,0 0 0,0 0 0,1 0 0,0 0 0,-1-1 0,1 1 0,0 0 0,1 0 0,-1 0 0,1 0 0,-1 0 0,2-6 0,0 7 0,-1 0 0,0 0 0,1 0 0,-1 0 0,1 0 0,-1 0 0,1 0 0,0 1 0,0-1 0,0 1 0,0-1 0,0 1 0,0 0 0,0 0 0,1-1 0,-1 2 0,0-1 0,1 0 0,-1 0 0,1 1 0,3-1 0,6-1 0,1 1 0,24 1 0,-29 0 0,6 0-118,-10 0 22,1 0 1,-1 0-1,1 0 0,0 0 0,-1 1 0,1 0 0,-1 0 0,1 0 0,-1 0 0,0 1 0,1-1 0,5 4 0</inkml:trace>
</inkml:ink>
</file>

<file path=ppt/ink/ink37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9-22T16:17:29.181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139 99 24575,'-7'-3'0,"-8"-2"0,-28-5 0,40 9 0,-1 0 0,1 1 0,0 0 0,-1 0 0,1 0 0,0 0 0,0 0 0,-1 0 0,1 1 0,0 0 0,0 0 0,-1 0 0,1 0 0,0 0 0,-3 2 0,4-1 0,1-1 0,-1 1 0,1 0 0,-1 0 0,1-1 0,0 1 0,0 0 0,-1 0 0,2 0 0,-1 0 0,0 0 0,0 0 0,1 1 0,-1-1 0,1 0 0,-1 0 0,1 0 0,0 1 0,0-1 0,0 0 0,0 0 0,1 1 0,-1-1 0,0 0 0,2 3 0,1 6 0,0 0 0,1 0 0,8 15 0,-4-9 0,0-1 0,2 0 0,20 25 0,-26-35 0,1-1 0,0 0 0,-1-1 0,1 1 0,1-1 0,-1 0 0,1 0 0,0-1 0,0 1 0,0-1 0,0-1 0,0 1 0,11 2 0,-14-4 0,-1-1 0,1 0 0,0 1 0,0-1 0,-1 0 0,1 0 0,0-1 0,0 1 0,-1-1 0,1 1 0,0-1 0,-1 0 0,1 0 0,0 0 0,-1 0 0,1 0 0,-1-1 0,0 1 0,0-1 0,1 0 0,-1 1 0,0-1 0,0 0 0,0 0 0,-1 0 0,1-1 0,0 1 0,-1 0 0,0-1 0,1 1 0,-1-1 0,1-3 0,2-4 0,-1-1 0,-1 1 0,0-1 0,0 0 0,-1 1 0,0-22 0,-1 21 0,0 7 0,1-1 0,-1 1 0,0-1 0,-1 1 0,1-1 0,-1 1 0,0 0 0,0-1 0,0 1 0,-3-5 0,4 9 0,0-1 0,0 1 0,0 0 0,0 0 0,-1 0 0,1-1 0,0 1 0,0 0 0,0 0 0,0 0 0,0 0 0,-1-1 0,1 1 0,0 0 0,0 0 0,0 0 0,0 0 0,-1 0 0,1 0 0,0 0 0,0 0 0,0-1 0,-1 1 0,1 0 0,0 0 0,0 0 0,0 0 0,-1 0 0,1 0 0,0 0 0,0 0 0,0 0 0,-1 0 0,1 0 0,0 1 0,0-1 0,0 0 0,-1 0 0,1 0 0,0 0 0,0 0 0,-7 10 0,1 14 0,1 19 0,3 0 0,2-1 0,9 83 0,4-49 0,33 108 0,-16-71 0,-29-109 0,0 0 0,0 0 0,-1 0 0,0-1 0,1 1 0,-2 5 0,1-8 0,0 0 0,0 0 0,0-1 0,0 1 0,0 0 0,-1-1 0,1 1 0,0 0 0,-1-1 0,1 1 0,0 0 0,-1-1 0,1 1 0,-1-1 0,1 1 0,-1-1 0,1 1 0,-1-1 0,1 1 0,-1-1 0,1 1 0,-1-1 0,0 0 0,1 1 0,-1-1 0,0 0 0,1 0 0,-1 1 0,0-1 0,1 0 0,-1 0 0,0 0 0,1 0 0,-1 0 0,0 0 0,0 0 0,1 0 0,-1 0 0,0 0 0,1 0 0,-1-1 0,-1 1 0,-2-1 0,-1-1 0,1 0 0,-1 0 0,1 0 0,0-1 0,0 1 0,-1-1 0,-5-5 0,-30-31 0,30 29 0,-2-3 0,1 1 0,1-1 0,0-1 0,1 0 0,-11-21 0,16 25 0,-1 0 0,1 0 0,1-1 0,0 1 0,0-1 0,1 0 0,1 1 0,-1-1 0,2-15 0,0 21 0,1 0 0,1 0 0,-1 0 0,1 0 0,0 1 0,0-1 0,0 0 0,1 1 0,-1-1 0,1 1 0,0 0 0,0 0 0,1 0 0,-1 0 0,1 1 0,6-6 0,5-2 0,1 0 0,0 0 0,19-8 0,44-19 0,40-22 0,-102 50 0,0-1 0,-1-1 0,-1 0 0,24-24 0,-35 31 0,-1 0 0,1 0 0,-1 0 0,0 0 0,0-1 0,-1 1 0,0-1 0,0 0 0,0 1 0,0-1 0,-1 0 0,0 0 0,0 0 0,-1-9 0,0 5 0,0 1 0,-1 0 0,0-1 0,-1 1 0,0 0 0,0 0 0,-1 0 0,-6-14 0,7 18 0,-1 1 0,0-1 0,0 1 0,0 0 0,0 0 0,-1 0 0,1 0 0,-1 1 0,0 0 0,0 0 0,-7-4 0,10 6 0,-1 0 0,1 0 0,-1 0 0,1 1 0,-1-1 0,0 1 0,1-1 0,-1 1 0,0 0 0,1-1 0,-1 1 0,0 0 0,1 0 0,-1 0 0,0 1 0,1-1 0,-1 0 0,0 0 0,1 1 0,-1-1 0,0 1 0,1 0 0,-1-1 0,1 1 0,-1 0 0,1 0 0,0 0 0,-1 0 0,1 0 0,0 0 0,0 0 0,-1 1 0,1-1 0,0 0 0,0 1 0,1-1 0,-2 2 0,-1 3 0,0 0 0,1 1 0,-1-1 0,1 0 0,1 1 0,-1-1 0,1 1 0,0 13 0,0 3 0,4 28 0,-2-46 0,-1 0 0,1-1 0,0 1 0,0-1 0,1 1 0,-1-1 0,1 0 0,0 1 0,0-1 0,1 0 0,-1 0 0,1 0 0,0-1 0,3 5 0,-1-3 0,1-1 0,-1 0 0,1 0 0,0 0 0,0 0 0,0-1 0,0 0 0,11 3 0,3 0 0,1-1 0,0-1 0,0-1 0,0-1 0,25-1 0,-3-1-455,0-1 0,58-9 0,-86 7-6371</inkml:trace>
</inkml:ink>
</file>

<file path=ppt/ink/ink37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9-22T16:17:30.114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27 0 24575,'-2'2'0,"0"-1"0,1 0 0,-1 1 0,1-1 0,-1 1 0,1-1 0,0 1 0,-1-1 0,1 1 0,0 0 0,0 0 0,0 0 0,1 0 0,-1 0 0,0 0 0,0 3 0,-5 36 0,6-21 0,1 1 0,0 0 0,2-1 0,0 1 0,1-1 0,8 21 0,49 116 0,-61-155 0,41 85 0,-33-72 0,1-1 0,0 1 0,19 20 0,-28-35 0,0 0 0,0 0 0,0 1 0,0-1 0,0 0 0,0 0 0,1 0 0,-1 0 0,0 0 0,0 0 0,0 1 0,0-1 0,1 0 0,-1 0 0,0 0 0,0 0 0,0 0 0,0 0 0,1 0 0,-1 0 0,0 0 0,0 0 0,0 0 0,1 0 0,-1 0 0,0 0 0,0 0 0,0 0 0,1 0 0,-1 0 0,0 0 0,0 0 0,0 0 0,1 0 0,-1 0 0,0-1 0,0 1 0,0 0 0,0 0 0,1 0 0,-1 0 0,0 0 0,0 0 0,0-1 0,0 1 0,6-13 0,0-19 0,-6 30 0,3-20 0,-2 8 0,1 1 0,0 0 0,7-21 0,-8 31 0,0 0 0,0 0 0,0 1 0,1-1 0,-1 0 0,1 1 0,0-1 0,0 1 0,0-1 0,0 1 0,0 0 0,0 0 0,1 0 0,-1 0 0,0 0 0,1 1 0,0-1 0,-1 1 0,1 0 0,0-1 0,4 0 0,1 1 0,0 0 0,1 0 0,-1 0 0,1 1 0,0 0 0,-1 1 0,1 0 0,-1 0 0,0 1 0,13 4 0,-9-2 0,1 1 0,-1 1 0,0 0 0,0 0 0,21 16 0,-30-19 0,1 0 0,-1 0 0,0 1 0,0-1 0,0 1 0,0 0 0,0 0 0,-1 0 0,0 0 0,0 0 0,0 0 0,0 1 0,1 6 0,-2-8 0,-1 0 0,1 0 0,-1 0 0,0 0 0,0 0 0,0 0 0,0 0 0,-1 0 0,1 0 0,-1 0 0,1 0 0,-1-1 0,0 1 0,0 0 0,-1 0 0,1-1 0,-1 1 0,1-1 0,-1 1 0,0-1 0,0 0 0,-2 3 0,-2 0 0,-1 0 0,1 0 0,-1-1 0,0 0 0,0-1 0,0 1 0,-1-1 0,1 0 0,-1-1 0,-11 2 0,-7 1 0,-48 1 0,58-6 0,-1 0 0,0-1 0,-22-4 0,31 3 0,-1 0 0,1 0 0,0-1 0,0 0 0,0 0 0,1-1 0,-1 0 0,-10-8 0,14 9-91,1-1 0,-1 1 0,1-1 0,1 0 0,-1 0 0,0 0 0,1 0 0,0 0 0,0-1 0,0 1 0,0-1 0,1 0 0,0 1 0,-1-10 0,0 0-6735</inkml:trace>
</inkml:ink>
</file>

<file path=ppt/ink/ink37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9-22T16:17:30.381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3 0 24575,'-1'21'0,"0"-1"0,1 1 0,1-1 0,1 1 0,1-1 0,1 1 0,1-1 0,0 0 0,2-1 0,11 25 0,12 17 0,65 99 0,-88-149 0,5 8-109,-7-9-70,1-1-1,0 0 1,0 0-1,1 0 1,0-1-1,13 11 1,-10-13-6647</inkml:trace>
</inkml:ink>
</file>

<file path=ppt/ink/ink37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9-22T16:17:30.754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1 1 24575,'3'10'0,"1"0"0,0 0 0,1-1 0,0 1 0,1-1 0,-1 0 0,2 0 0,-1-1 0,2 0 0,-1 0 0,1 0 0,12 8 0,1 1 0,41 25 0,-52-36 0,1-1 0,0 0 0,0-1 0,0 0 0,0-1 0,20 4 0,-26-7 0,-1 0 0,1 0 0,0 0 0,0 0 0,-1-1 0,1 0 0,0 0 0,-1 0 0,1-1 0,-1 0 0,0 0 0,1 0 0,-1 0 0,0 0 0,0-1 0,0 0 0,-1 0 0,1 0 0,-1 0 0,1-1 0,-1 1 0,0-1 0,0 0 0,-1 0 0,1 0 0,-1 0 0,0 0 0,0-1 0,0 1 0,-1 0 0,1-1 0,-1 0 0,1-9 0,-2 12 0,0 0 0,1-1 0,-1 1 0,1-1 0,-1 1 0,1 0 0,1-4 0,-2 5 0,0 1 0,1 0 0,-1 0 0,0 0 0,0-1 0,0 1 0,0 0 0,1 0 0,-1 0 0,0 0 0,0 0 0,0-1 0,1 1 0,-1 0 0,0 0 0,0 0 0,1 0 0,-1 0 0,0 0 0,0 0 0,1 0 0,-1 0 0,0 0 0,0 0 0,1 0 0,-1 0 0,0 0 0,0 0 0,1 0 0,10 9 0,30 39 0,53 58 0,-86-98-1365</inkml:trace>
</inkml:ink>
</file>

<file path=ppt/ink/ink38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9-22T16:17:31.238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87 269 24575,'8'-10'0,"52"-69"0,-53 70 0,-2-1 0,1 0 0,-1-1 0,0 1 0,-1-1 0,3-15 0,-6 24 0,0-1 0,-1 0 0,0 0 0,0 0 0,0 0 0,0 0 0,0 0 0,0 0 0,-1 0 0,1 0 0,-1 1 0,0-1 0,0 0 0,0 0 0,0 1 0,-1-1 0,-2-4 0,1 3 0,1 2 0,-1-1 0,0 0 0,0 0 0,0 1 0,0 0 0,-1 0 0,1 0 0,0 0 0,-1 0 0,0 0 0,-5-1 0,5 2 0,0 0 0,0 0 0,0 0 0,0 0 0,0 1 0,0-1 0,0 1 0,0 0 0,-1 1 0,1-1 0,0 1 0,0-1 0,0 1 0,0 1 0,0-1 0,0 0 0,0 1 0,0 0 0,1 0 0,-1 0 0,1 0 0,-1 1 0,1-1 0,0 1 0,0 0 0,-3 3 0,2 0 0,0 0 0,1 0 0,0 1 0,0-1 0,0 1 0,1-1 0,-1 1 0,2 0 0,-1 0 0,0 11 0,1-14 0,1-1 0,0 1 0,0 0 0,1-1 0,-1 1 0,1-1 0,0 1 0,0 0 0,0-1 0,0 0 0,0 1 0,1-1 0,0 0 0,0 1 0,-1-1 0,2 0 0,-1 0 0,0-1 0,1 1 0,-1 0 0,7 4 0,6 2 0,1 1 0,0-2 0,0 0 0,1-1 0,0-1 0,0-1 0,25 5 0,127 13 0,-163-23 0,11 2-341,-1-1 0,1-1-1,31-4 1,-30 1-6485</inkml:trace>
</inkml:ink>
</file>

<file path=ppt/ink/ink38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9-22T16:17:32.558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4711 17 24575,'0'0'0,"0"0"0,0 0 0,1 0 0,-1-1 0,0 1 0,0 0 0,0 0 0,0 0 0,0 0 0,1-1 0,-1 1 0,0 0 0,0 0 0,0 0 0,0-1 0,0 1 0,0 0 0,0 0 0,0 0 0,0-1 0,0 1 0,0 0 0,0 0 0,0-1 0,0 1 0,0 0 0,0 0 0,0 0 0,0-1 0,0 1 0,0 0 0,0 0 0,0-1 0,0 1 0,0 0 0,-9-4 0,-12 1 0,21 3 0,-208-2 0,105 3 0,-722-1 0,609 8 0,17-1 0,-58 1 0,-21-1 0,35 2 0,139-3 0,-10 0 0,-108 3 0,-425-10 0,475-6 0,4-1 0,68 7 0,-167 3 0,89 18 0,114-11 0,24-3 0,18-2 0,-24 1 0,-23 2 0,-8 1 0,27-8-1365,37 0-5461</inkml:trace>
</inkml:ink>
</file>

<file path=ppt/ink/ink38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9-22T16:17:35.033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343 0 24575,'0'0'0,"1"0"0,-1 0 0,0 0 0,0 1 0,0-1 0,0 0 0,0 0 0,0 0 0,0 0 0,0 0 0,0 0 0,0 0 0,0 1 0,0-1 0,0 0 0,0 0 0,0 0 0,0 0 0,0 0 0,0 1 0,0-1 0,0 0 0,0 0 0,0 0 0,0 0 0,0 0 0,0 0 0,0 1 0,0-1 0,0 0 0,0 0 0,0 0 0,0 0 0,0 0 0,0 0 0,0 0 0,0 1 0,0-1 0,-1 0 0,1 0 0,0 0 0,-8 4 0,-14 2 0,19-5 0,-23 4 0,-35 3 0,42-7 0,0 1 0,0 1 0,0 1 0,-24 8 0,42-12 0,0 0 0,0 1 0,-1-1 0,1 1 0,0-1 0,0 1 0,0 0 0,0-1 0,0 1 0,0 0 0,0 0 0,0 0 0,0 0 0,0 0 0,0 0 0,0 0 0,1 0 0,-1 0 0,0 0 0,0 2 0,1-2 0,0 0 0,0 1 0,0-1 0,0 0 0,0 0 0,1 0 0,-1 0 0,0 0 0,1 0 0,-1 0 0,0 0 0,1 0 0,-1 0 0,1 0 0,0 0 0,-1 0 0,1 0 0,0-1 0,0 2 0,6 4 0,0 0 0,0-1 0,0 0 0,12 7 0,-18-12 0,246 122 0,-241-119 0,0 0 0,-1 0 0,1 1 0,-1-1 0,1 1 0,-1 0 0,6 7 0,-10-10 0,-1 0 0,1 0 0,0 0 0,-1 0 0,1 0 0,0 0 0,-1 0 0,1 0 0,-1 0 0,0 0 0,1 0 0,-1 0 0,0 0 0,0 0 0,0 0 0,0 0 0,0 1 0,0-1 0,0 2 0,-1-2 0,1 1 0,-1-1 0,0 0 0,0 1 0,0-1 0,0 0 0,0 0 0,0 1 0,0-1 0,0 0 0,0 0 0,-1 0 0,1 0 0,0-1 0,-1 1 0,1 0 0,-1-1 0,-2 2 0,-11 3 0,0-1 0,0-1 0,-1 0 0,1-1 0,-27 0 0,-3 1 0,-5 3 0,-1-3 0,-74-5 0,124 2-54,0 0-1,-1 0 0,1 0 1,0 0-1,0-1 1,0 1-1,-1 0 0,1-1 1,0 1-1,0-1 1,0 1-1,0-1 0,0 0 1,0 1-1,0-1 0,0 0 1,0 0-1,0 0 1,0 0-1,1 0 0,-1 0 1,0 0-1,0 0 1,0-2-1,-2-6-6771</inkml:trace>
</inkml:ink>
</file>

<file path=ppt/ink/ink38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9-22T16:17:35.639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4 13 24575,'-1'1'0,"0"1"0,1-1 0,-1 0 0,1 1 0,0-1 0,-1 0 0,1 1 0,0-1 0,0 1 0,0-1 0,0 0 0,0 1 0,0-1 0,1 0 0,-1 1 0,0-1 0,1 2 0,1 0 0,-1 0 0,0 0 0,1-1 0,0 1 0,0-1 0,-1 1 0,5 2 0,3 3 0,0-1 0,0 0 0,12 7 0,-19-13 0,8 5 0,0-1 0,0-1 0,0 0 0,0 0 0,0-1 0,1 0 0,0-1 0,0 0 0,-1-1 0,1 0 0,0 0 0,0-2 0,0 1 0,0-1 0,14-3 0,-23 3 0,-1 1 0,1 0 0,-1-1 0,0 1 0,1-1 0,-1 0 0,1 1 0,-1-1 0,0 0 0,0 0 0,1 0 0,-1 0 0,0 0 0,0 0 0,0 0 0,0 0 0,0 0 0,0 0 0,0-1 0,-1 1 0,2-2 0,-2 1 0,1-1 0,-1 1 0,1 0 0,-1 0 0,0 0 0,0-1 0,0 1 0,-1 0 0,1 0 0,0 0 0,-1-1 0,1 1 0,-2-2 0,-1-4 0,-1 0 0,0 1 0,0-1 0,0 1 0,-1 0 0,-9-10 0,-1 4 0,11 12 0,7 11 0,1-3 0,1 1 0,-1 0 0,2-1 0,-1 0 0,1 0 0,7 6 0,-9-10 0,-1 1 0,1-1 0,0 0 0,1 0 0,-1 0 0,0-1 0,1 0 0,0 0 0,-1 0 0,1 0 0,10 2 0,-13-4 0,-1 0 0,0 1 0,1-1 0,-1 0 0,1 0 0,-1 0 0,0 0 0,1-1 0,-1 1 0,1 0 0,-1 0 0,0-1 0,1 1 0,-1-1 0,0 1 0,0-1 0,1 0 0,-1 0 0,0 1 0,0-1 0,0 0 0,0 0 0,0 0 0,2-2 0,-2 0 0,1-1 0,0 0 0,-1 1 0,1-1 0,-1 0 0,1-7 0,4-11 0,-6 21 0,0 0 0,1 0 0,-1 0 0,1 0 0,-1 0 0,1 0 0,0 0 0,-1 1 0,1-1 0,0 0 0,0 0 0,0 0 0,0 1 0,-1-1 0,1 0 0,0 1 0,0-1 0,0 1 0,0-1 0,2 0 0,-1 1 0,1 0 0,-1-1 0,0 1 0,1 0 0,-1 0 0,1 0 0,-1 0 0,1 0 0,2 1 0,3 2 0,0-1 0,0 1 0,0 0 0,11 6 0,10 8-117,-12-7-62,0 0 1,0-1 0,1-1 0,0-1-1,1 0 1,25 4 0,-30-9-6648</inkml:trace>
</inkml:ink>
</file>

<file path=ppt/ink/ink38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9-22T16:17:37.013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124 465 24575,'-11'-5'0,"-1"-1"0,-23-6 0,32 11 0,0 0 0,0 1 0,0-1 0,0 1 0,0-1 0,0 1 0,0 0 0,0 0 0,0 1 0,0-1 0,0 1 0,0-1 0,-5 3 0,7-3 0,0 1 0,0-1 0,0 1 0,0 0 0,0 0 0,0 0 0,0-1 0,0 1 0,0 0 0,0 0 0,0 0 0,0 0 0,1 0 0,-1 1 0,0-1 0,1 0 0,-1 0 0,0 3 0,1-2 0,-1 1 0,1-1 0,0 1 0,0-1 0,0 1 0,0-1 0,0 1 0,1-1 0,0 4 0,1 0 0,0 0 0,1 0 0,-1-1 0,1 1 0,0-1 0,0 1 0,6 5 0,-5-7 0,0 0 0,1 0 0,-1-1 0,1 1 0,0-1 0,0 0 0,1 0 0,-1-1 0,0 1 0,1-1 0,0-1 0,-1 1 0,1-1 0,0 0 0,0 0 0,0-1 0,0 1 0,7-2 0,-11 1 0,-1 0 0,0 0 0,0 0 0,1 0 0,-1 0 0,0 0 0,1-1 0,-1 1 0,0-1 0,0 1 0,0-1 0,0 1 0,1-1 0,-1 0 0,0 1 0,0-1 0,0 0 0,0 0 0,0 0 0,-1 0 0,1 0 0,0 0 0,0 0 0,0-1 0,0 0 0,0-1 0,-1 1 0,1 0 0,-1 0 0,0-1 0,0 1 0,0 0 0,0 0 0,0-1 0,0 1 0,0 0 0,-2-4 0,0-3 0,-1 1 0,-1-1 0,1 1 0,-1 0 0,-10-14 0,8 13 0,13 18 0,9 11 0,-9-14 0,0 1 0,1-2 0,-1 1 0,1-1 0,1 0 0,-1-1 0,1 0 0,-1 0 0,1-1 0,17 5 0,-15-6 0,0 0 0,0 0 0,1-1 0,-1-1 0,0 0 0,0 0 0,0-1 0,22-5 0,-29 5 0,0 0 0,0-1 0,0 1 0,0-1 0,0 0 0,-1 0 0,1-1 0,-1 1 0,1-1 0,-1 0 0,0 1 0,0-2 0,5-4 0,-5 3 0,1-1 0,-1 1 0,0-1 0,-1 0 0,1 0 0,-1 0 0,-1 0 0,3-9 0,-2 0 0,-1-1 0,0 1 0,-1 0 0,-1-1 0,0 1 0,-7-28 0,1 9 0,-2 1 0,-2 0 0,-1 0 0,-1 1 0,-2 1 0,-28-46 0,41 74 0,0 0 0,0-1 0,-1 1 0,1-1 0,-1 1 0,0 0 0,0 0 0,0 0 0,0 0 0,0 1 0,-1-1 0,-5-3 0,8 6 0,0 0 0,0 0 0,0 0 0,1 0 0,-1 0 0,0 0 0,0 0 0,0 1 0,1-1 0,-1 0 0,0 0 0,0 1 0,1-1 0,-1 0 0,0 1 0,0-1 0,1 1 0,-1-1 0,0 1 0,1-1 0,-1 1 0,1-1 0,-1 1 0,1 0 0,-1-1 0,1 1 0,-1 0 0,1-1 0,0 1 0,-1 0 0,1 0 0,0-1 0,0 1 0,-1 0 0,1 1 0,-7 30 0,5-16 0,1-1 0,0 1 0,1 0 0,1-1 0,1 1 0,0 0 0,1-1 0,1 0 0,0 0 0,1 0 0,0 0 0,2-1 0,-1 0 0,2 0 0,0 0 0,0-1 0,2 0 0,15 17 0,-16-21 0,0-1 0,0 0 0,1 0 0,0-1 0,0 0 0,0-1 0,1 0 0,0 0 0,1-2 0,-1 1 0,1-1 0,0-1 0,0 0 0,0-1 0,0 0 0,0-1 0,15 0 0,-23-1 0,0 0 0,-1 0 0,1-1 0,0 0 0,0 0 0,-1 0 0,1 0 0,-1-1 0,1 1 0,-1-1 0,1 0 0,-1 0 0,0 0 0,0 0 0,0-1 0,0 1 0,0-1 0,-1 0 0,1 1 0,-1-1 0,3-5 0,-2 2 0,0 1 0,-1-1 0,0 1 0,0-1 0,-1 0 0,1 0 0,-1 0 0,0 0 0,-1 0 0,0 0 0,0 0 0,-1-11 0,-3-6 0,-1 1 0,-1 0 0,0 0 0,-2 1 0,-1-1 0,-1 2 0,0-1 0,-2 2 0,0-1 0,-1 1 0,-31-33 0,43 51 0,-18-15 0,19 15 0,0 1 0,-1 0 0,1 0 0,-1-1 0,1 1 0,-1 0 0,1 0 0,0 0 0,-1 0 0,1 0 0,-1 0 0,1 0 0,-1 0 0,1 0 0,-1 0 0,1 0 0,-1 0 0,1 0 0,-1 0 0,1 0 0,0 0 0,-1 0 0,1 0 0,-1 1 0,1-1 0,-1 0 0,1 0 0,0 1 0,-1-1 0,1 0 0,0 1 0,-1-1 0,1 0 0,0 1 0,-1-1 0,1 0 0,0 1 0,0-1 0,0 1 0,-1-1 0,1 0 0,0 1 0,0-1 0,0 1 0,0-1 0,0 1 0,-1 0 0,0 4 0,1 0 0,-1 0 0,1 0 0,0 0 0,0 0 0,0-1 0,0 1 0,3 10 0,13 40 0,-12-43 0,3 7 0,1 1 0,1-2 0,0 1 0,22 30 0,-12-24 0,1-1 0,33 33 0,-42-48 0,-1 0 0,1 0 0,1-2 0,0 1 0,0-1 0,0-1 0,1 0 0,0-1 0,0-1 0,0 0 0,1 0 0,-1-1 0,1-1 0,0 0 0,0-1 0,0-1 0,0 0 0,-1-1 0,1 0 0,20-5 0,-30 5 0,0-1 0,-1 1 0,1-1 0,0 0 0,-1 0 0,1-1 0,-1 1 0,0-1 0,0 0 0,0 1 0,0-1 0,0-1 0,0 1 0,-1 0 0,0-1 0,0 1 0,0-1 0,0 0 0,0 1 0,-1-1 0,3-8 0,-3 8 0,0 0 0,-1 1 0,1-1 0,-1 0 0,0 0 0,0 0 0,0 0 0,0 0 0,-1 0 0,1 0 0,-1 1 0,0-1 0,0 0 0,0 0 0,-1 1 0,0-1 0,1 1 0,-1-1 0,0 1 0,-1 0 0,1 0 0,0 0 0,-5-4 0,6 6 0,1 0 0,-1 1 0,0-1 0,0 1 0,1-1 0,-1 1 0,0-1 0,0 1 0,0-1 0,0 1 0,0 0 0,0-1 0,0 1 0,0 0 0,0 0 0,0 0 0,0 0 0,0 0 0,0 0 0,0 0 0,0 0 0,0 0 0,-1 1 0,0-1 0,1 1 0,-1 0 0,1 0 0,-1 0 0,1 0 0,-1 0 0,1 0 0,0 1 0,0-1 0,0 0 0,-1 1 0,0 1 0,-1 2 0,0 1 0,0 0 0,0 0 0,1 0 0,0 0 0,-2 9 0,3-12 0,1 1 0,0-1 0,0 1 0,0-1 0,0 0 0,0 1 0,0-1 0,1 1 0,0-1 0,0 0 0,0 0 0,0 1 0,0-1 0,0 0 0,1 0 0,0 0 0,-1 0 0,1 0 0,1-1 0,-1 1 0,0-1 0,0 1 0,1-1 0,-1 0 0,1 0 0,0 0 0,0 0 0,0 0 0,5 2 0,5 1 0,-1 0 0,1 0 0,1-1 0,-1-1 0,1 0 0,13 1 0,34 0 0,69-3 0,-70-2 0,-54 1 0,-1 0 0,0-1 0,1 1 0,-1-1 0,0 0 0,10-3 0,-14 3 0,0 1 0,1-1 0,-1 1 0,0-1 0,0 0 0,0 0 0,0 0 0,0 0 0,0 1 0,0-1 0,0-1 0,0 1 0,0 0 0,0 0 0,-1 0 0,1 0 0,0-1 0,-1 1 0,1 0 0,-1 0 0,0-1 0,1 1 0,-1 0 0,0-1 0,0 1 0,0-1 0,0 1 0,0 0 0,0-1 0,0 1 0,0-2 0,-2-3 0,1 0 0,-1 0 0,0 0 0,-1 0 0,0 0 0,1 0 0,-2 1 0,-4-8 0,-36-40 0,39 46 0,-4-2-112,0-1-97,0 0 0,0-1 1,1 0-1,1 0 0,-13-24 0</inkml:trace>
</inkml:ink>
</file>

<file path=ppt/ink/ink38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9-22T16:17:37.948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81 150 24575,'26'42'0,"-9"-13"0,1-1 0,34 39 0,-49-64 0,-1-1 0,1 0 0,-1 1 0,1-1 0,6 3 0,-9-5 0,0 0 0,1 0 0,-1 1 0,0-1 0,1 0 0,-1 0 0,0 0 0,1 0 0,-1 0 0,0 0 0,1 0 0,-1 0 0,0 0 0,1 0 0,-1 0 0,1 0 0,-1 0 0,0 0 0,1 0 0,-1 0 0,0 0 0,1 0 0,0-1 0,-1 1 0,0-1 0,0 1 0,1-1 0,-1 0 0,0 1 0,0-1 0,0 1 0,1-1 0,-1 0 0,0 1 0,0-1 0,0 1 0,0-1 0,0 0 0,0 1 0,0-1 0,-1 1 0,1-1 0,0-1 0,-2-6 0,-1 0 0,1 1 0,-1-1 0,-1 0 0,0 1 0,0 0 0,-8-12 0,-42-45 0,40 49 0,9 9 0,-94-96 0,83 86 0,13 11 0,12 10 0,10 8 0,0-2 0,1 0 0,0-1 0,0-1 0,1-1 0,0-1 0,1-1 0,0-1 0,0-1 0,0 0 0,40 0 0,-41-4 0,0 0 0,38-6 0,-53 5 0,-1 0 0,1 0 0,-1-1 0,0 0 0,1 0 0,-1 0 0,0-1 0,0 0 0,0 1 0,-1-2 0,1 1 0,-1-1 0,1 1 0,-1-1 0,6-8 0,-9 10 0,1 1 0,-1-1 0,0 0 0,0 0 0,0 0 0,0 0 0,-1 0 0,1 0 0,0 0 0,-1 0 0,0 0 0,1 0 0,-1-1 0,0 1 0,0 0 0,0 0 0,0 0 0,0 0 0,-1 0 0,1-1 0,-1 1 0,1 0 0,-1 0 0,0 0 0,0 0 0,-1-2 0,0 2 0,1 0 0,-1 0 0,0 0 0,0 0 0,0 1 0,0-1 0,0 1 0,0-1 0,0 1 0,0 0 0,0 0 0,-1 0 0,1 0 0,-1 0 0,1 0 0,0 1 0,-1-1 0,1 1 0,-1 0 0,0-1 0,-4 2 0,4-1 0,-1 0 0,1 1 0,0 0 0,-1-1 0,1 1 0,0 1 0,0-1 0,0 0 0,0 1 0,0-1 0,0 1 0,0 0 0,1 0 0,-1 0 0,1 0 0,-1 1 0,1-1 0,0 1 0,0 0 0,0-1 0,0 1 0,0 0 0,0 0 0,1 0 0,0 0 0,0 0 0,-1 0 0,0 7 0,1-4 0,0 1 0,0-1 0,0 0 0,1 0 0,0 1 0,0-1 0,1 0 0,0 0 0,0 1 0,0-1 0,1 0 0,0 0 0,0 0 0,6 10 0,1-3 0,0-1 0,1 0 0,1-1 0,0 0 0,0 0 0,1-1 0,1-1 0,0 0 0,0-1 0,23 11 0,-26-15 15,-1 0 0,1-1 0,0 0 0,0 0 0,0-1 0,0-1 0,17 2 0,-22-3-98,0 0 1,0-1-1,0 1 1,0-1-1,0 0 1,0 0-1,0 0 1,0-1-1,0 0 1,-1 0-1,1 0 1,-1 0-1,1-1 1,-1 0-1,0 1 1,0-2-1,4-3 1,1-4-6744</inkml:trace>
</inkml:ink>
</file>

<file path=ppt/ink/ink38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9-22T16:17:38.384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297 397 24575,'-264'-24'0,"262"24"0,-1 0 0,1-1 0,0 1 0,0 0 0,0 1 0,0-1 0,0 0 0,-1 1 0,-3 0 0,6 0 0,-1-1 0,1 1 0,-1-1 0,1 0 0,0 1 0,-1-1 0,1 1 0,-1-1 0,1 1 0,0-1 0,-1 1 0,1-1 0,0 1 0,0-1 0,-1 1 0,1-1 0,0 1 0,0-1 0,0 1 0,0 0 0,0-1 0,0 1 0,0-1 0,0 1 0,0 0 0,0-1 0,0 1 0,0-1 0,0 1 0,0 0 0,0-1 0,1 1 0,-1-1 0,0 1 0,1-1 0,-1 2 0,3 2 0,0 1 0,-1 0 0,1-1 0,1 0 0,-1 0 0,1 0 0,0 0 0,-1 0 0,2-1 0,-1 0 0,0 0 0,7 4 0,8 3 0,34 13 0,-43-20 0,0 1 0,0-2 0,0 1 0,0-1 0,0-1 0,0 0 0,1-1 0,-1 1 0,0-2 0,17-2 0,-23 2 0,0 1 0,1-2 0,-1 1 0,0 0 0,0-1 0,0 0 0,0 0 0,-1 0 0,1 0 0,0-1 0,-1 1 0,0-1 0,1 0 0,-1 0 0,0 0 0,0 0 0,-1-1 0,1 1 0,-1-1 0,0 0 0,0 0 0,0 1 0,0-1 0,-1-1 0,1 1 0,-1 0 0,1-6 0,-1-4 0,0 0 0,0 0 0,-2 0 0,0 0 0,0 0 0,-1 0 0,-1 1 0,-1-1 0,-6-17 0,-7-13 0,-32-58 0,31 69 0,-24-32 0,42 64 0,0 0 0,-1 0 0,1 1 0,-1-1 0,1 0 0,-1 1 0,1-1 0,-1 0 0,1 1 0,-1-1 0,1 1 0,-1-1 0,0 1 0,1-1 0,-1 1 0,0 0 0,1-1 0,-1 1 0,0 0 0,-1-1 0,2 2 0,0-1 0,-1 0 0,1 1 0,0 0 0,-1-1 0,1 1 0,0-1 0,0 1 0,0-1 0,0 1 0,0-1 0,-1 1 0,1 0 0,0-1 0,0 1 0,0-1 0,1 1 0,-1 0 0,0 0 0,7 38 0,9 11-195,2-1 0,2 0 0,2-2 0,2 0 0,2-2 0,33 44 0,-34-54-6631</inkml:trace>
</inkml:ink>
</file>

<file path=ppt/ink/ink38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9-22T16:26:05.424"/>
    </inkml:context>
    <inkml:brush xml:id="br0">
      <inkml:brushProperty name="width" value="0.05" units="cm"/>
      <inkml:brushProperty name="height" value="0.05" units="cm"/>
      <inkml:brushProperty name="color" value="#00A0D7"/>
    </inkml:brush>
  </inkml:definitions>
  <inkml:trace contextRef="#ctx0" brushRef="#br0">635 356 24575,'2'-1'0,"0"0"0,0 0 0,0 0 0,0 0 0,-1 0 0,1-1 0,0 1 0,-1 0 0,1-1 0,-1 1 0,1-1 0,-1 0 0,1 1 0,-1-1 0,0 0 0,0 0 0,0 0 0,0 0 0,-1 0 0,1 0 0,0 0 0,-1 0 0,1 0 0,-1 0 0,0 0 0,0 0 0,1 0 0,-2-1 0,1 1 0,0 0 0,0 0 0,-1 0 0,1 0 0,-1 0 0,1 0 0,-1 0 0,0 0 0,0 0 0,-2-3 0,-3-5 0,0 0 0,-1 0 0,-1 1 0,1-1 0,-16-12 0,-8-8 0,-38-34 0,56 53 0,-1 1 0,0 0 0,-25-12 0,12 10 0,0 0 0,-1 2 0,0 1 0,-48-8 0,47 14 0,-59 2 0,42 2 0,39-1-170,0 1-1,0 0 0,1 0 1,-1 1-1,0-1 0,1 1 1,-9 4-1,4-1-6655</inkml:trace>
</inkml:ink>
</file>

<file path=ppt/ink/ink38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9-22T16:26:06.142"/>
    </inkml:context>
    <inkml:brush xml:id="br0">
      <inkml:brushProperty name="width" value="0.05" units="cm"/>
      <inkml:brushProperty name="height" value="0.05" units="cm"/>
      <inkml:brushProperty name="color" value="#00A0D7"/>
    </inkml:brush>
  </inkml:definitions>
  <inkml:trace contextRef="#ctx0" brushRef="#br0">161 0 24575,'-86'76'0,"16"-17"0,70-58 0,0-1 0,-1 0 0,1 0 0,0 1 0,-1-1 0,1 0 0,0 0 0,-1 1 0,1-1 0,0 0 0,0 1 0,-1-1 0,1 0 0,0 1 0,0-1 0,0 1 0,0-1 0,-1 0 0,1 1 0,0-1 0,0 1 0,0-1 0,0 0 0,0 1 0,0-1 0,0 1 0,0-1 0,0 0 0,0 1 0,0-1 0,0 1 0,1-1 0,-1 0 0,0 1 0,0 0 0,1 0 0,0-1 0,0 1 0,0 0 0,0 0 0,0-1 0,1 1 0,-1 0 0,0-1 0,0 1 0,0-1 0,2 1 0,36 5 0,5-2-682,60 13-1,-89-14-6143</inkml:trace>
</inkml:ink>
</file>

<file path=ppt/ink/ink38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9-22T16:26:16.053"/>
    </inkml:context>
    <inkml:brush xml:id="br0">
      <inkml:brushProperty name="width" value="0.05" units="cm"/>
      <inkml:brushProperty name="height" value="0.05" units="cm"/>
      <inkml:brushProperty name="color" value="#FF0066"/>
    </inkml:brush>
  </inkml:definitions>
  <inkml:trace contextRef="#ctx0" brushRef="#br0">462 225 24575,'1'0'0,"-1"-1"0,0 1 0,1-1 0,-1 1 0,0-1 0,1 1 0,-1-1 0,0 1 0,0 0 0,0-1 0,1 1 0,-1-1 0,0 0 0,0 1 0,0-1 0,0 1 0,0-1 0,0 1 0,0-1 0,0 1 0,0-1 0,0 1 0,0-1 0,-1 0 0,-7-13 0,-17-8 0,25 21 0,-127-100 0,113 91 0,-1 1 0,-1 0 0,1 1 0,-1 1 0,-1 0 0,0 1 0,-17-4 0,17 7 0,0 1 0,0 0 0,0 2 0,0 0 0,-25 3 0,39-3-124,0 0 0,0 1 0,1-1 0,-1 1 0,0 0 0,0 0-1,1 0 1,-1 0 0,1 1 0,-4 1 0</inkml:trace>
</inkml:ink>
</file>

<file path=ppt/ink/ink39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9-22T16:26:16.799"/>
    </inkml:context>
    <inkml:brush xml:id="br0">
      <inkml:brushProperty name="width" value="0.05" units="cm"/>
      <inkml:brushProperty name="height" value="0.05" units="cm"/>
      <inkml:brushProperty name="color" value="#FF0066"/>
    </inkml:brush>
  </inkml:definitions>
  <inkml:trace contextRef="#ctx0" brushRef="#br0">109 4 24575,'0'0'0,"1"-1"0,-1 1 0,0 0 0,1-1 0,-1 1 0,0 0 0,1 0 0,-1-1 0,1 1 0,-1 0 0,1 0 0,-1 0 0,0-1 0,1 1 0,-1 0 0,1 0 0,-1 0 0,1 0 0,-1 0 0,1 0 0,-1 0 0,1 0 0,-1 0 0,1 0 0,-1 0 0,1 1 0,-1-1 0,0 0 0,1 0 0,-1 0 0,1 0 0,-1 1 0,1-1 0,-1 0 0,0 1 0,1-1 0,-1 0 0,0 1 0,1-1 0,-1 0 0,1 1 0,-1 0 0,1 0 0,-1 0 0,1-1 0,-1 1 0,0 0 0,1-1 0,-1 1 0,0 0 0,0 0 0,0 0 0,1-1 0,-1 1 0,0 0 0,0 0 0,0 0 0,0 0 0,0-1 0,0 1 0,-1 0 0,1 0 0,0 0 0,0-1 0,0 1 0,-1 0 0,0 0 0,-2 3 0,0 0 0,-1-1 0,1 0 0,-1 1 0,0-1 0,0-1 0,-1 1 0,1-1 0,0 1 0,-10 2 0,7-2 0,0 0 0,0 1 0,-10 6 0,13-7 0,1 0 0,-1 0 0,1 0 0,0 1 0,0-1 0,0 1 0,0 0 0,1-1 0,-4 7 0,6-9 0,-1 1 0,0 0 0,1 0 0,0 0 0,-1 0 0,1 0 0,0 0 0,0 0 0,0-1 0,0 1 0,0 0 0,0 0 0,1 0 0,-1 0 0,1 0 0,-1 0 0,1-1 0,0 1 0,0 0 0,0 0 0,0-1 0,0 1 0,0-1 0,2 3 0,1 1 0,1-1 0,-1 1 1,1-1-1,0 0 0,6 3 0,4 3-1366,-6-3-5460</inkml:trace>
</inkml:ink>
</file>

<file path=ppt/ink/ink39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9-22T16:26:26.510"/>
    </inkml:context>
    <inkml:brush xml:id="br0">
      <inkml:brushProperty name="width" value="0.05" units="cm"/>
      <inkml:brushProperty name="height" value="0.05" units="cm"/>
      <inkml:brushProperty name="color" value="#FF0066"/>
    </inkml:brush>
  </inkml:definitions>
  <inkml:trace contextRef="#ctx0" brushRef="#br0">1 208 24575,'-1'-13'0,"2"0"0,0 0 0,0 0 0,6-21 0,-6 29 0,1 0 0,0 1 0,0-1 0,0 1 0,0 0 0,1 0 0,0 0 0,0 0 0,0 0 0,0 1 0,1-1 0,-1 1 0,1 0 0,0 0 0,7-5 0,3 0 0,1 1 0,-1 0 0,1 0 0,1 2 0,-1 0 0,1 0 0,0 2 0,0 0 0,0 1 0,0 0 0,20 1 0,-20 1 0,-4 0 0,23 3 0,-31-2 0,1 0 0,-1 0 0,0 0 0,0 0 0,0 1 0,-1 0 0,1 0 0,0 0 0,4 4 0,31 26 0,36 40 0,-63-60 0,-10-9 0,0 0 0,0-1 0,0 1 0,0 0 0,0 1 0,-1-1 0,1 0 0,-1 0 0,0 1 0,0-1 0,0 1 0,0-1 0,-1 1 0,1-1 0,-1 1 0,0-1 0,0 1 0,0-1 0,-1 1 0,1-1 0,-1 1 0,-1 4 0,0-2 0,0 1 0,-1 0 0,1-1 0,-2 0 0,1 1 0,0-1 0,-1-1 0,0 1 0,-1 0 0,-6 6 0,-9 7 0,-1-1 0,-36 25 0,49-39 0,0 0 0,0 0 0,-1-1 0,0 0 0,1 0 0,-1-1 0,0-1 0,-10 2 0,-2-2 0,0 0 0,-28-3 0,36 1 0,0-1 0,1 0 0,0-1 0,-1 0 0,1-1 0,0 0 0,-21-12 0,28 14 0,1-1 0,0 0 0,-1 0 0,1 0 0,0-1 0,1 1 0,-1-1 0,0 0 0,1 0 0,0 0 0,0 0 0,0-1 0,1 1 0,-1-1 0,1 1 0,0-1 0,1 0 0,-1 0 0,1 0 0,0 0 0,-1-9 0,2-1-1365,0 2-5461</inkml:trace>
</inkml:ink>
</file>

<file path=ppt/ink/ink39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9-22T16:33:34.544"/>
    </inkml:context>
    <inkml:brush xml:id="br0">
      <inkml:brushProperty name="width" value="0.05" units="cm"/>
      <inkml:brushProperty name="height" value="0.05" units="cm"/>
      <inkml:brushProperty name="color" value="#FF0066"/>
    </inkml:brush>
  </inkml:definitions>
  <inkml:trace contextRef="#ctx0" brushRef="#br0">9663 47 24575,'272'44'0,"-207"-26"0,-154-20 0,3 0 0,12-12 0,9 1 0,45 7 0,-1 2 0,-1 1 0,-27-1 0,-9 3 0,-77 3 0,81 5 0,-21 0 0,-259-6 0,159-2 0,74-6 0,8-1 0,47 8 0,-3-1 0,-58-7 0,47 3 0,-103 3 0,81 4 0,-538-2 0,438-15 0,17 0 0,-148 14 0,152 2 0,35 6 0,19 1 0,-29-1 0,-23 1 0,-540-8 0,330 0 0,237 7 0,2 1 0,28-9 0,-78 2 0,94 6 0,-35 1 0,-1320-8 0,659-1 0,635-6 0,9-1 0,-179-2 0,164 5 0,27-2 0,-52-1 0,173 8 0,-235-8 0,-8 2 0,175 6 0,-18 8 0,7-1 0,79-7 0,-15 0 0,0 1 0,-35 7 0,-33 7 0,85-15 0,0 1 0,0-1 0,0 0 0,0 0 0,0-1 0,0 1 0,0-1 0,-5-1 0,7 2 0,1 0 0,-1 0 0,0-1 0,1 1 0,-1 0 0,1 0 0,-1-1 0,1 1 0,-1-1 0,1 1 0,-1 0 0,1-1 0,-1 1 0,1-1 0,-1 1 0,1-1 0,0 0 0,-1 0 0,1 0 0,0 1 0,0-1 0,0 1 0,0-1 0,0 0 0,0 1 0,0-1 0,0 1 0,1-1 0,-1 0 0,0 1 0,0-1 0,1 1 0,-1-1 0,0 1 0,1-1 0,-1 1 0,0-1 0,1 1 0,-1-1 0,1 1 0,-1-1 0,1 1 0,0-1 0,2-1 0,0 0 0,0 1 0,0-1 0,0 0 0,0 1 0,0 0 0,1 0 0,-1 0 0,0 0 0,1 0 0,6 0 0,43 1 0,-32 1 0,103 8 0,-55-3 0,142 11 0,271 12 0,-52-39 0,226 13 0,-487 4 0,36 1 0,165-1 0,-252-8 0,74-7 0,-15 1 0,12 7 0,193-6 0,-28-12 0,192 11 0,-333 9 0,439-2 0,-503-8 0,-10 0 0,168 9 0,96-2 0,-231-6 0,70-1 0,1617 9 0,-1744-9 0,-5 1 0,-24 6 0,159 3 0,-161 6 0,119 27 0,-53-7 0,-124-23 0,1 0 0,-1-2 0,1 0 0,-1-1 0,34-3 0,-22-6 0,-27 4 0,0 1 0,17-1 0,13 4 0,-30-1 0,1 1 0,-1-1 0,1-1 0,-1 0 0,1 0 0,11-4 0,-11-1 120,-12 6-168,0 0 0,1 0 0,-1 0 0,0 0 0,1 0 1,-1 0-1,0-1 0,0 1 0,1 0 0,-1 0 0,0 0 0,1-1 0,-1 1 0,0 0 0,0 0 1,1-1-1,-1 1 0,0 0 0,0 0 0,0-1 0,1 1 0,-1 0 0,0-1 0,0 1 0,0 0 1,0-1-1,0 1 0,0 0 0,0-1 0,0 1 0</inkml:trace>
</inkml:ink>
</file>

<file path=ppt/ink/ink39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9-22T16:33:50.439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61 43 24575,'-4'-13'0,"3"10"0,0 0 0,0 0 0,0 0 0,1 0 0,-1 0 0,1 0 0,0-5 0,9 32 0,55 172 0,-57-170 0,-1 0 0,-1 0 0,2 45 0,-7 82 0,-1-71 0,1-65 0,0-1 0,-2 1 0,-5 28 0,3-22 0,2 1 0,0 0 0,1-1 0,3 29 0,-1 3 0,-1 240 0,-1-280 0,-1 0 0,0 0 0,-1 0 0,-1 0 0,-8 19 0,-8 34 0,16-48 0,0-4 0,1 1 0,1-1 0,0 18 0,2 386 0,-1-398 0,-5 31 0,2-32 0,0 31 0,5 350 0,-3-379 0,-4 31 0,-2 17 0,8-59 0,1 168 0,6-119 0,1 23 0,-7-63 0,5 29 0,2 17 0,-8 323 0,-1-189 0,0-182 0,-5 33 0,2-31 0,0 25 0,1 9 0,-21 106 0,13-108 0,4-28 0,2 1 0,1 0 0,-1 29 0,4-26 0,2-1 0,2 0 0,0 1 0,9 34 0,38 87 0,-32-100 0,-2 0 0,11 56 0,-26-102 15,-1 0 0,1 0 0,-1 0 0,0 0 0,0 0 0,0 0 0,-2 8 0,1-10-114,0 0 0,0 1 0,0-1 0,0 0 0,0 0 0,0 0 0,0 0 0,-1 0 0,1 0 0,-1-1 0,1 1 0,-1 0 0,0-1 0,-3 3 0,-7 3-6727</inkml:trace>
</inkml:ink>
</file>

<file path=ppt/ink/ink39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9-22T16:33:52.704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9022 326 24575,'-132'1'0,"-141"-3"0,111-13 0,16 1 0,66 8 0,-104-3 0,14 10 0,-147-2 0,224-6 0,-24-1 0,86 8 0,-224-8 0,-37-8 0,-83 11 0,106 5 0,131-7 0,-47-1 0,-69-9 0,155 8 0,-30 5 0,-19-1 0,-65-7 0,68 6 0,3-1 0,-25-1 0,-241 1 0,250 8 0,120 0 0,-294-10 0,96-7 0,-103-16 0,-75 14 0,-146 19 0,421-9 0,11 1 0,-20-1 0,-23 1 0,144 6 0,-31-6 0,-24 0 0,50 7 0,-54 9 0,46-5 0,-68-2 0,67-2 0,-63 6 0,69-2 0,-1-1 0,0-2 0,1-1 0,-51-8 0,-29 0 0,12 1 0,-15-8 0,70 7 0,1 2 0,-65-1 0,39 8-1365,60-1-5461</inkml:trace>
</inkml:ink>
</file>

<file path=ppt/ink/ink39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9-22T16:33:53.764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162 11 24575,'-7'-5'0,"-2"-1"0,14 11 0,11 10 0,21 23 0,-1 1 0,11 10 0,15 13 0,-51-50 0,-11-7 0,-8-4 0,0-3 0,0-1 0,0 0 0,1 0 0,-1-1 0,1 1 0,0-2 0,-8-5 0,-46-41 0,51 43 0,-6-6 0,1 0 0,1-2 0,0 1 0,1-1 0,1-1 0,-14-24 0,25 41 0,0 7 0,1 12 0,0-10 0,-1-1 12,0-1 0,-1 1 0,1-1 0,-1 1 0,-1-1 0,1 1 0,-1-1 0,-1 0 0,-6 11 0,3-9-260,0 1 1,0-1-1,-1 0 1,0 0-1,-15 12 1,12-13-6579</inkml:trace>
</inkml:ink>
</file>

<file path=ppt/ink/ink39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9-22T16:33:54.796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356 13 24575,'-31'-12'0,"29"12"0,-1 0 0,0 0 0,1 0 0,-1 0 0,1 0 0,-1 1 0,0-1 0,1 1 0,-1 0 0,1-1 0,-1 1 0,1 0 0,0 1 0,-1-1 0,-1 2 0,-6 4 0,0 0 0,-9 10 0,-4 3 0,-1-4 0,-37 19 0,-13 8 0,54-32 0,16-9 0,0 0 0,1-1 0,-1 1 0,1 1 0,-1-1 0,1 0 0,0 1 0,0 0 0,0-1 0,-4 7 0,7-9 0,0 0 0,0 0 0,0 0 0,0 1 0,0-1 0,0 0 0,0 0 0,0 0 0,0 1 0,0-1 0,0 0 0,0 0 0,0 0 0,0 1 0,0-1 0,0 0 0,1 0 0,-1 0 0,0 0 0,0 1 0,0-1 0,0 0 0,0 0 0,1 0 0,-1 0 0,0 0 0,0 1 0,0-1 0,0 0 0,1 0 0,-1 0 0,0 0 0,0 0 0,0 0 0,1 0 0,-1 0 0,0 0 0,0 0 0,0 0 0,1 0 0,-1 0 0,0 0 0,0 0 0,12 1 0,-11-1 0,208 1 0,18 0 0,-18 11-1365,-184-11-5461</inkml:trace>
</inkml:ink>
</file>

<file path=ppt/ink/ink39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9-22T16:33:55.266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0 1 24575,'3'20'0,"0"9"0,3 5 0,2 1 0,1-2 0,0-2 0,2-4 0,-1-1 0,0-3 0,1-3 0,-2-2 0,1-1 0,-2-2 0,1-1 0,0 1 0,0-4-8191</inkml:trace>
</inkml:ink>
</file>

<file path=ppt/ink/ink39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9-22T16:33:55.468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0 0 24575,'30'3'0,"15"0"0,3 0 0,-3 2 0,-5 1 0,-8-2 0,-4-1 0,-4-1 0,-4-1 0,-3 0 0,-4-4 0</inkml:trace>
</inkml:ink>
</file>

<file path=ppt/ink/ink39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9-22T16:33:55.673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1 0 24575,'7'28'0,"8"14"0,4 5 0,1-1 0,0-3 0,-2-6 0,0-5 0,1-4 0,0-3 0,-1-3 0,-3-3 0,-2-1 0,-1-3 0,-1 0 0,-4-3-8191</inkml:trace>
</inkml:ink>
</file>

<file path=ppt/ink/ink40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9-22T16:33:56.801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457 229 24575,'-76'-39'0,"-169"-81"0,212 107 0,24 10 0,0-1 0,0 0 0,0 0 0,1 0 0,-12-9 0,-15-10 0,31 22 0,8 5 0,9 6 0,191 109 0,-145-86 0,20 12 0,-66-37 0,-1 1 0,0 0 0,21 21 0,-32-29 0,-1 0 0,1 0 0,0-1 0,0 1 0,-1 0 0,1 0 0,0 0 0,-1 0 0,1 0 0,-1 0 0,1 0 0,-1 0 0,1 1 0,-1-1 0,0 0 0,0 0 0,0 0 0,1 0 0,-1 0 0,0 1 0,0-1 0,-1 1 0,1 0 0,-1-1 0,0 0 0,1 0 0,-1 0 0,0 0 0,0 0 0,0 0 0,1 0 0,-1 0 0,0 0 0,0 0 0,-1-1 0,1 1 0,0 0 0,0-1 0,-2 2 0,-6 1 0,1 0 0,-2 0 0,1-1 0,-11 1 0,18-2 0,-49 4-156,-98-2 1,106-3-899,20-1-5772</inkml:trace>
</inkml:ink>
</file>

<file path=ppt/ink/ink40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9-22T16:33:57.398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6 5 24575,'-3'17'0,"1"0"0,1 0 0,1 0 0,1 0 0,3 26 0,-2-35 0,0 1 0,0-1 0,1 1 0,0-1 0,1 0 0,0 0 0,0-1 0,0 1 0,1-1 0,0 0 0,1 0 0,10 10 0,-12-13 0,0 0 0,1 0 0,0 0 0,-1 0 0,2-1 0,-1 0 0,0 0 0,0 0 0,1-1 0,0 0 0,-1 0 0,1 0 0,0-1 0,0 0 0,0 0 0,0 0 0,0-1 0,0 0 0,0 0 0,0-1 0,0 1 0,0-1 0,0-1 0,10-2 0,-11 2 0,0-1 0,0 1 0,-1-1 0,1 0 0,0 0 0,-1-1 0,0 1 0,6-7 0,-5 4 0,1 1 0,0 1 0,10-8 0,-12 10 0,0 0 0,0 0 0,1 1 0,-1 0 0,0 0 0,1 0 0,-1 0 0,6 0 0,39 2 0,-25 0 0,5 0 0,0-2 0,29-5 0,-46 4 0,0 0 0,0-1 0,-1-1 0,1 0 0,-1 0 0,0-1 0,16-10 0,-25 14 0,0 0 0,0 0 0,0-1 0,0 1 0,0-1 0,-1 1 0,1-1 0,-1 1 0,1-1 0,-1 0 0,1 0 0,-1 0 0,0 0 0,0 0 0,0 0 0,0 0 0,-1-1 0,1 1 0,0 0 0,0-4 0,-2 3 0,1 1 0,0-1 0,-1 0 0,1 1 0,-1-1 0,0 0 0,0 1 0,0-1 0,0 1 0,-1 0 0,1-1 0,0 1 0,-1 0 0,0 0 0,1 0 0,-1 0 0,-3-2 0,-7-7-195,-1 1 0,-1 1 0,1 0 0,-2 1 0,1 0 0,-18-6 0,10 5-6631</inkml:trace>
</inkml:ink>
</file>

<file path=ppt/ink/ink40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9-22T16:34:03.749"/>
    </inkml:context>
    <inkml:brush xml:id="br0">
      <inkml:brushProperty name="width" value="0.05" units="cm"/>
      <inkml:brushProperty name="height" value="0.05" units="cm"/>
      <inkml:brushProperty name="color" value="#00A0D7"/>
    </inkml:brush>
  </inkml:definitions>
  <inkml:trace contextRef="#ctx0" brushRef="#br0">24 11 24575,'-14'-7'0,"4"4"0,19 11 0,37 31 0,8 7 0,60 39 0,6-13 0,-25-17 0,210 138 0,-222-148 0,21 13 0,143 100 0,-80-33 0,-109-78 0,115 70 0,-153-104 0,0 1 0,0 1 0,25 25 0,-5-4 0,-28-27 0,0 0 0,0-1 0,1-1 0,15 7 0,57 20 0,-67-27 0,188 73 0,-108-40 0,-86-34 0,-1-1 0,0 2 0,18 12 0,2 1 0,-3-3 0,10 6 0,2-1 0,61 25 0,-80-40 0,121 48 0,-10 10 0,-125-60 0,0 0 0,-1 0 0,1 0 0,-2 1 0,1 0 0,0 0 0,5 9 0,-6-8 0,1 0 0,0 0 0,0-1 0,0 1 0,1-1 0,8 5 0,243 133 0,-174-105 0,21 11 0,-16-2 0,106 65 0,-44-15 0,-122-80 0,9 7 0,-21-13 0,35 19 0,35 19 0,-13-8 0,188 77 0,-83-40 0,2 1 0,-116-50 0,16 7 0,62 28 0,-75-32 0,41 22 0,42 18 0,-127-62 0,1 1 0,-2 1 0,0 2 0,29 22 0,-35-24 0,27 14 0,-26-16 0,27 20 0,-30-21 0,0 0 0,1-1 0,30 13 0,-43-21 0,33 11 0,-27-9 0,0-1 0,13 7 0,-18-5-71,-11-6 249,-13-4-1650,8 1-5354</inkml:trace>
</inkml:ink>
</file>

<file path=ppt/ink/ink40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9-22T16:34:05.700"/>
    </inkml:context>
    <inkml:brush xml:id="br0">
      <inkml:brushProperty name="width" value="0.05" units="cm"/>
      <inkml:brushProperty name="height" value="0.05" units="cm"/>
      <inkml:brushProperty name="color" value="#00A0D7"/>
    </inkml:brush>
  </inkml:definitions>
  <inkml:trace contextRef="#ctx0" brushRef="#br0">415 47 24575,'-67'-16'0,"0"4"0,-131-7 0,192 19 0,-1 0 0,0 1 0,1 0 0,-1-1 0,1 2 0,-1-1 0,-8 4 0,13-4 0,1 0 0,0-1 0,-1 1 0,1 0 0,0-1 0,0 1 0,0 0 0,0 0 0,0 0 0,0 0 0,0 0 0,0 0 0,0 0 0,1 0 0,-1 0 0,0 1 0,0-1 0,1 0 0,-1 0 0,1 1 0,0-1 0,-1 0 0,1 1 0,0-1 0,0 1 0,-1-1 0,1 0 0,0 1 0,1-1 0,-1 0 0,0 1 0,0-1 0,0 1 0,1-1 0,-1 0 0,1 0 0,-1 1 0,1-1 0,0 0 0,-1 0 0,2 2 0,1 1 0,-1 0 0,1 0 0,0 0 0,0 0 0,0-1 0,1 1 0,-1-1 0,7 4 0,35 21 0,-24-16 0,93 46 0,-53-29 0,-39-19 0,20 10 0,-39-18 0,0-1 0,-1 1 0,1 0 0,-1 0 0,1 0 0,-1 1 0,1-1 0,-1 0 0,0 1 0,2 4 0,-3-7 0,-1 0 0,0 1 0,0-1 0,0 1 0,0-1 0,1 0 0,-1 1 0,0-1 0,0 1 0,0-1 0,0 0 0,0 1 0,0-1 0,0 1 0,0-1 0,0 0 0,-1 1 0,1-1 0,0 1 0,0-1 0,0 0 0,0 1 0,0-1 0,-1 1 0,1-1 0,0 0 0,0 1 0,-1-1 0,-13 9 0,-17-2 0,4-5-170,0-1-1,0-1 0,0-1 1,0-1-1,0-1 0,1-2 1,-36-11-1</inkml:trace>
</inkml:ink>
</file>

<file path=ppt/ink/ink40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9-22T16:34:06.121"/>
    </inkml:context>
    <inkml:brush xml:id="br0">
      <inkml:brushProperty name="width" value="0.05" units="cm"/>
      <inkml:brushProperty name="height" value="0.05" units="cm"/>
      <inkml:brushProperty name="color" value="#00A0D7"/>
    </inkml:brush>
  </inkml:definitions>
  <inkml:trace contextRef="#ctx0" brushRef="#br0">0 0 24575,'10'28'0,"6"14"0,3 2 0,0-1 0,0-3 0,-4-3 0,-1-3 0,-1-5 0,0-2 0,-3-1 0,1-2 0,-3-3 0,0-2 0,-1-2 0,-1-4-8191</inkml:trace>
</inkml:ink>
</file>

<file path=ppt/ink/ink40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9-22T16:34:06.324"/>
    </inkml:context>
    <inkml:brush xml:id="br0">
      <inkml:brushProperty name="width" value="0.05" units="cm"/>
      <inkml:brushProperty name="height" value="0.05" units="cm"/>
      <inkml:brushProperty name="color" value="#00A0D7"/>
    </inkml:brush>
  </inkml:definitions>
  <inkml:trace contextRef="#ctx0" brushRef="#br0">273 31 24575,'-30'-5'0,"-13"-2"0,-1 1 0,4 1 0,7 1 0,6 2 0,5 1 0,6 3 0,4 4 0,6 0 0</inkml:trace>
</inkml:ink>
</file>

<file path=ppt/ink/ink40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9-22T16:34:06.827"/>
    </inkml:context>
    <inkml:brush xml:id="br0">
      <inkml:brushProperty name="width" value="0.05" units="cm"/>
      <inkml:brushProperty name="height" value="0.05" units="cm"/>
      <inkml:brushProperty name="color" value="#00A0D7"/>
    </inkml:brush>
  </inkml:definitions>
  <inkml:trace contextRef="#ctx0" brushRef="#br0">62 154 24575,'0'0'0,"1"1"0,-1 0 0,0-1 0,0 1 0,0-1 0,0 1 0,0-1 0,0 1 0,0-1 0,0 1 0,0-1 0,0 1 0,-1-1 0,1 1 0,0-1 0,0 1 0,0-1 0,-1 1 0,1-1 0,0 1 0,0-1 0,-1 1 0,1-1 0,0 1 0,-1-1 0,1 0 0,-1 1 0,1-1 0,0 0 0,-1 1 0,1-1 0,-1 0 0,1 0 0,-1 1 0,1-1 0,-1 0 0,1 0 0,-1 0 0,1 0 0,-1 0 0,0 1 0,1-1 0,-1 0 0,1 0 0,-1-1 0,1 1 0,-1 0 0,1 0 0,-1 0 0,1 0 0,-1 0 0,1 0 0,-1-1 0,1 1 0,-1 0 0,1 0 0,-1-1 0,1 1 0,-1-1 0,-2-1 0,-1 0 0,1 0 0,0 0 0,0-1 0,0 1 0,1-1 0,-4-4 0,4 3 0,0 0 0,0 0 0,0 0 0,1 0 0,-1 0 0,1 0 0,0-1 0,0 1 0,1-1 0,-1-5 0,1-5 0,3-26 0,-3 39 0,0 1 0,1-1 0,-1 1 0,1-1 0,-1 1 0,1-1 0,0 1 0,-1-1 0,1 1 0,0 0 0,0-1 0,0 1 0,0 0 0,0 0 0,0-1 0,1 1 0,-1 0 0,0 0 0,1 0 0,-1 1 0,0-1 0,1 0 0,-1 0 0,1 1 0,-1-1 0,1 1 0,0-1 0,-1 1 0,4 0 0,5-1 0,0 0 0,0 1 0,19 2 0,-11-1 0,2-1 0,0 0 0,21-4 0,-39 4 0,-1-1 0,0 1 0,1 0 0,-1 0 0,1 0 0,-1 0 0,1 0 0,-1 1 0,0-1 0,1 0 0,-1 1 0,0-1 0,1 0 0,-1 1 0,0 0 0,1-1 0,-1 1 0,0 0 0,0 0 0,0 0 0,0-1 0,0 1 0,0 0 0,0 0 0,0 1 0,0-1 0,0 0 0,0 0 0,-1 0 0,1 1 0,0 0 0,2 5 0,-2 0 0,1 0 0,0 0 0,-1 0 0,0 9 0,2 6 0,-2-15 0,0 2 0,1 0 0,0-1 0,6 14 0,-8-20 0,1-1 0,0 1 0,-1-1 0,1 1 0,0-1 0,0 1 0,0-1 0,0 0 0,0 1 0,0-1 0,1 0 0,-1 0 0,0 0 0,1 0 0,-1 0 0,1 0 0,-1 0 0,1 0 0,-1-1 0,1 1 0,-1-1 0,1 1 0,0-1 0,-1 1 0,3-1 0,4-2-1365</inkml:trace>
</inkml:ink>
</file>

<file path=ppt/ink/ink40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9-22T16:34:06.998"/>
    </inkml:context>
    <inkml:brush xml:id="br0">
      <inkml:brushProperty name="width" value="0.05" units="cm"/>
      <inkml:brushProperty name="height" value="0.05" units="cm"/>
      <inkml:brushProperty name="color" value="#00A0D7"/>
    </inkml:brush>
  </inkml:definitions>
  <inkml:trace contextRef="#ctx0" brushRef="#br0">1 10 24575,'2'-5'0,"2"1"0,1 3 0,1 5 0,2 4 0,1 3 0,0 0-8191</inkml:trace>
</inkml:ink>
</file>

<file path=ppt/ink/ink40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9-22T16:34:07.276"/>
    </inkml:context>
    <inkml:brush xml:id="br0">
      <inkml:brushProperty name="width" value="0.05" units="cm"/>
      <inkml:brushProperty name="height" value="0.05" units="cm"/>
      <inkml:brushProperty name="color" value="#00A0D7"/>
    </inkml:brush>
  </inkml:definitions>
  <inkml:trace contextRef="#ctx0" brushRef="#br0">180 11 24575,'-28'-4'0,"15"2"0,0 0 0,-1 1 0,1 0 0,-1 1 0,1 0 0,-25 5 0,36-5 0,0 1 0,1-1 0,-1 1 0,0-1 0,1 1 0,-1 0 0,1 0 0,-1 0 0,1-1 0,-1 2 0,1-1 0,-1 0 0,1 0 0,0 0 0,0 0 0,0 1 0,-1-1 0,1 1 0,1-1 0,-1 1 0,0-1 0,0 1 0,0-1 0,1 1 0,-1 3 0,0-3 0,1 1 0,0 0 0,1 0 0,-1-1 0,0 1 0,1 0 0,0-1 0,-1 1 0,1-1 0,0 1 0,0-1 0,1 1 0,-1-1 0,0 0 0,1 1 0,2 1 0,7 10 0,1-1 0,1 0 0,0-1 0,28 20 0,-17-17 0,0 0 0,36 15 0,-3-8 0,-50-20 0,0 0 0,1 0 0,-1-1 0,1 0 0,14 0 0,-20-1-62,0 0 0,1-1 0,-1 1 0,0-1 0,0 1 0,0-1 0,0 0 0,1 0 0,-1 0 0,0 0 0,0 0 0,-1 0-1,1 0 1,0-1 0,0 1 0,-1-1 0,1 0 0,0 1 0,-1-1 0,0 0 0,2-2 0,4-7-6764</inkml:trace>
</inkml:ink>
</file>

<file path=ppt/ink/ink40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9-22T16:34:07.618"/>
    </inkml:context>
    <inkml:brush xml:id="br0">
      <inkml:brushProperty name="width" value="0.05" units="cm"/>
      <inkml:brushProperty name="height" value="0.05" units="cm"/>
      <inkml:brushProperty name="color" value="#00A0D7"/>
    </inkml:brush>
  </inkml:definitions>
  <inkml:trace contextRef="#ctx0" brushRef="#br0">1 0 24575,'5'20'0,"4"12"0,3 5 0,0 2 0,0-1 0,0-2 0,2-2 0,-1-2 0,2-1 0,-1-4 0,1-1 0,0-2 0,-3-1 0,0-1 0,-3-5-8191</inkml:trace>
</inkml:ink>
</file>

<file path=ppt/ink/ink41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9-22T16:34:07.791"/>
    </inkml:context>
    <inkml:brush xml:id="br0">
      <inkml:brushProperty name="width" value="0.05" units="cm"/>
      <inkml:brushProperty name="height" value="0.05" units="cm"/>
      <inkml:brushProperty name="color" value="#00A0D7"/>
    </inkml:brush>
  </inkml:definitions>
  <inkml:trace contextRef="#ctx0" brushRef="#br0">281 53 24575,'-27'-10'0,"-12"-4"0,-2 2 0,1 1 0,5 7 0,3 2 0,5 6 0,4 1 0,7 0-8191</inkml:trace>
</inkml:ink>
</file>

<file path=ppt/ink/ink41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9-22T16:34:08.852"/>
    </inkml:context>
    <inkml:brush xml:id="br0">
      <inkml:brushProperty name="width" value="0.05" units="cm"/>
      <inkml:brushProperty name="height" value="0.05" units="cm"/>
      <inkml:brushProperty name="color" value="#00A0D7"/>
    </inkml:brush>
  </inkml:definitions>
  <inkml:trace contextRef="#ctx0" brushRef="#br0">163 446 24575,'0'-41'0,"-10"-72"0,6 91 0,-1 0 0,0 1 0,-2 0 0,-1 0 0,-10-20 0,5 17 0,-1 0 0,-1 1 0,-1 1 0,-20-23 0,36 45 0,-1-1 0,1 1 0,0-1 0,-1 1 0,1 0 0,0-1 0,-1 1 0,1 0 0,-1-1 0,1 1 0,0 0 0,-1-1 0,1 1 0,-1 0 0,1 0 0,-1 0 0,1-1 0,-1 1 0,0 0 0,-1 7 0,6 15 0,6 10 0,2-1 0,1-1 0,2 0 0,1 0 0,36 50 0,-39-64 0,0 0 0,1 0 0,1-1 0,1-1 0,0-1 0,0 0 0,1-1 0,1-1 0,0 0 0,30 12 0,-44-21 0,1 0 0,-1-1 0,1 0 0,0 0 0,-1 0 0,1 0 0,0-1 0,0 1 0,-1-1 0,10-1 0,-12 0 0,0 0 0,0 1 0,1-1 0,-1 0 0,0 0 0,-1 0 0,1 0 0,0 0 0,0-1 0,0 1 0,-1-1 0,1 1 0,-1-1 0,1 1 0,-1-1 0,0 0 0,1 0 0,-1 0 0,0 1 0,0-1 0,0 0 0,-1-1 0,1 1 0,0 0 0,0-3 0,1-4 0,-1 0 0,1 0 0,-1-11 0,-1 17 0,0 0 0,0 0 0,0 0 0,0 0 0,-1 0 0,1 0 0,-1 0 0,0 0 0,0 0 0,0 1 0,0-1 0,-1 0 0,-1-3 0,3 6 0,0 0 0,0 0 0,-1 0 0,1 0 0,0 0 0,0 0 0,0 0 0,0-1 0,0 1 0,0 0 0,0 0 0,-1 0 0,1 0 0,0 0 0,0 0 0,0 0 0,0 0 0,0 0 0,0 0 0,0 0 0,-1 0 0,1 0 0,0 0 0,0 0 0,0 0 0,0 0 0,0 1 0,0-1 0,0 0 0,0 0 0,-1 0 0,1 0 0,0 0 0,0 0 0,0 0 0,0 0 0,0 0 0,0 0 0,0 0 0,0 0 0,0 1 0,0-1 0,0 0 0,0 0 0,-1 0 0,1 0 0,0 0 0,0 0 0,0 0 0,0 1 0,0-1 0,0 0 0,0 0 0,0 0 0,0 0 0,0 0 0,0 0 0,0 0 0,0 1 0,0-1 0,0 0 0,1 0 0,-1 0 0,0 0 0,0 0 0,0 0 0,0 0 0,0 1 0,0-1 0,0 10 0,1-5-68,1 1 0,-1 0-1,1-1 1,0 1 0,0-1 0,1 1-1,-1-1 1,1 0 0,0 0 0,1 0-1,-1-1 1,1 1 0,0-1 0,0 0-1,0 0 1,1 0 0,0 0 0,-1-1-1,8 4 1,0-2-6758</inkml:trace>
</inkml:ink>
</file>

<file path=ppt/ink/ink41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9-22T16:34:09.054"/>
    </inkml:context>
    <inkml:brush xml:id="br0">
      <inkml:brushProperty name="width" value="0.05" units="cm"/>
      <inkml:brushProperty name="height" value="0.05" units="cm"/>
      <inkml:brushProperty name="color" value="#00A0D7"/>
    </inkml:brush>
  </inkml:definitions>
  <inkml:trace contextRef="#ctx0" brushRef="#br0">1 1 24575,'0'12'0,"0"7"0,2 3 0,1 0 0,3-1 0,0-2 0,-1-4-8191</inkml:trace>
</inkml:ink>
</file>

<file path=ppt/ink/ink41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9-22T16:34:09.633"/>
    </inkml:context>
    <inkml:brush xml:id="br0">
      <inkml:brushProperty name="width" value="0.05" units="cm"/>
      <inkml:brushProperty name="height" value="0.05" units="cm"/>
      <inkml:brushProperty name="color" value="#00A0D7"/>
    </inkml:brush>
  </inkml:definitions>
  <inkml:trace contextRef="#ctx0" brushRef="#br0">1 133 24575,'3'5'0,"1"1"0,1-1 0,-1 0 0,1 0 0,0 0 0,0-1 0,0 0 0,1 0 0,6 4 0,-10-7 0,0 0 0,0 0 0,0 0 0,0 0 0,0-1 0,0 1 0,1-1 0,-1 1 0,0-1 0,0 0 0,0 0 0,0 0 0,1 0 0,-1 0 0,0 0 0,0-1 0,0 1 0,0-1 0,0 0 0,0 1 0,0-1 0,0 0 0,0 0 0,0 0 0,0 0 0,0-1 0,0 1 0,-1 0 0,1-1 0,-1 1 0,1-1 0,1-2 0,-2 2 0,1-1 0,-1 0 0,0 1 0,0-1 0,0 0 0,0 0 0,0-3 0,-1 4 0,0 0 0,1 0 0,-1 0 0,0 1 0,1-1 0,0 0 0,-1 0 0,1 1 0,0-1 0,0 1 0,0-1 0,0 1 0,0-1 0,0 1 0,3-3 0,-3 4 0,0-1 0,0 1 0,0 0 0,0 0 0,0 0 0,0 0 0,0 0 0,1 0 0,-1 0 0,0 0 0,0 0 0,0 0 0,0 1 0,0-1 0,0 0 0,0 1 0,0-1 0,2 2 0,19 13 0,-14-9 0,1 0 0,0-1 0,0 0 0,1-1 0,-1 0 0,1 0 0,0-1 0,1 0 0,-1-1 0,0 0 0,1-1 0,-1 0 0,12-1 0,-13 0 0,-1 0 0,1-1 0,-1 0 0,1-1 0,-1 0 0,0 0 0,0-1 0,1 0 0,-2 0 0,1-1 0,0 0 0,-1 0 0,0-1 0,0 0 0,7-7 0,-12 10 0,0 0 0,0-1 0,0 0 0,-1 1 0,0-1 0,1 0 0,-1 0 0,0 0 0,0 0 0,0 0 0,-1 0 0,1 0 0,-1 0 0,0 0 0,0 0 0,0 0 0,0 0 0,0 0 0,-1 0 0,1 0 0,-1 0 0,0 0 0,-2-6 0,2 6 0,0 0 0,0 0 0,-1 0 0,1 0 0,-1 0 0,0 0 0,0 0 0,0 1 0,0-1 0,0 0 0,-1 1 0,1 0 0,-1 0 0,1 0 0,-1 0 0,0 0 0,0 0 0,0 1 0,0-1 0,0 1 0,-6-2 0,8 3 0,1 0 0,-1 0 0,0-1 0,0 1 0,0 0 0,0 0 0,0 1 0,0-1 0,0 0 0,0 0 0,0 0 0,0 1 0,1-1 0,-1 0 0,0 1 0,0-1 0,0 1 0,0-1 0,1 1 0,-1-1 0,0 1 0,1-1 0,-1 1 0,0 1 0,-1 0 0,1-1 0,0 1 0,1 0 0,-1 0 0,0 0 0,0 0 0,1 0 0,-1 0 0,1 0 0,0 4 0,-1 0 0,1 1 0,1 0 0,-1 0 0,1 0 0,4 12 0,-2-10 0,1 0 0,0-1 0,1 1 0,0-1 0,1 0 0,-1 0 0,1-1 0,1 0 0,-1 0 0,1 0 0,1-1 0,-1 0 0,1 0 0,0-1 0,0 0 0,1-1 0,-1 1 0,11 2 0,-9-3 0,0 0 0,0-1 0,0-1 0,0 0 0,1 0 0,-1-1 0,1 0 0,-1-1 0,1 0 0,0 0 0,-1-1 0,1-1 0,-1 0 0,0 0 0,0-1 0,12-5 0,-9 1-1365,-3-1-5461</inkml:trace>
</inkml:ink>
</file>

<file path=ppt/ink/ink41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9-22T16:34:10.228"/>
    </inkml:context>
    <inkml:brush xml:id="br0">
      <inkml:brushProperty name="width" value="0.05" units="cm"/>
      <inkml:brushProperty name="height" value="0.05" units="cm"/>
      <inkml:brushProperty name="color" value="#00A0D7"/>
    </inkml:brush>
  </inkml:definitions>
  <inkml:trace contextRef="#ctx0" brushRef="#br0">165 120 24575,'-4'0'0,"-18"-2"0,-30 1 0,46 1 0,1 1 0,-1-1 0,0 1 0,0 0 0,1 1 0,-1 0 0,0-1 0,1 2 0,0-1 0,-7 4 0,11-5 0,-1 0 0,1 0 0,0 0 0,-1 0 0,1 0 0,0 1 0,0-1 0,0 0 0,0 0 0,0 1 0,0-1 0,0 1 0,1-1 0,-1 1 0,1-1 0,-1 1 0,1-1 0,-1 1 0,1-1 0,0 1 0,-1 0 0,1-1 0,0 1 0,0 0 0,0-1 0,1 1 0,-1 0 0,0-1 0,1 1 0,-1-1 0,1 1 0,-1-1 0,1 1 0,0-1 0,-1 1 0,1-1 0,0 1 0,2 1 0,2 4 0,0-1 0,1 0 0,0 0 0,0 0 0,0 0 0,9 5 0,-7-6 0,0 0 0,0 0 0,1-1 0,-1 0 0,1 0 0,0-1 0,0 0 0,0-1 0,0 0 0,1-1 0,12 1 0,-17-2 0,0 0 0,0 0 0,0-1 0,0 1 0,0-2 0,0 1 0,0 0 0,0-1 0,-1 0 0,1 0 0,-1 0 0,1-1 0,-1 1 0,0-1 0,0 0 0,0 0 0,0-1 0,-1 1 0,1-1 0,-1 1 0,0-1 0,0 0 0,2-5 0,7-15 0,-11 19 0,1 1 0,0-1 0,1 1 0,-1-1 0,1 1 0,6-8 0,-8 11 0,0 1 0,0-1 0,0 0 0,1 0 0,-1 1 0,0-1 0,1 0 0,-1 1 0,0-1 0,1 1 0,-1 0 0,0 0 0,1-1 0,-1 1 0,1 0 0,-1 0 0,1 0 0,-1 0 0,1 1 0,-1-1 0,0 0 0,1 0 0,-1 1 0,1-1 0,-1 1 0,0 0 0,0-1 0,1 1 0,0 1 0,7 3 0,-1 1 0,0 0 0,0 0 0,9 10 0,-8-7 0,1 0 0,11 7 0,-4-4 0,-12-8 0,1 0 0,0 0 0,-1 0 0,1-1 0,0 0 0,1 0 0,8 2 0,-11-7 0,-7-4 0,-8-8 0,9 12 0,-34-41 0,-22-27 0,52 62 0,1-1 0,-1 0 0,2 0 0,-1-1 0,1 1 0,-4-16 0,8 24 0,-1-1 0,1 0 0,-1 0 0,1 0 0,0 0 0,0 0 0,-1 1 0,2-1 0,-1 0 0,0 0 0,0 0 0,1 0 0,-1 0 0,0 0 0,1 1 0,0-1 0,0 0 0,-1 0 0,1 1 0,0-1 0,0 1 0,0-1 0,1 1 0,-1-1 0,0 1 0,1-1 0,-1 1 0,0 0 0,1 0 0,0 0 0,-1 0 0,1 0 0,0 0 0,-1 0 0,1 1 0,0-1 0,0 0 0,0 1 0,-1 0 0,1-1 0,0 1 0,0 0 0,0 0 0,0 0 0,0 0 0,0 0 0,-1 1 0,5 0 0,9 4-1365,-2 2-5461</inkml:trace>
</inkml:ink>
</file>

<file path=ppt/ink/ink41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9-22T16:34:11.664"/>
    </inkml:context>
    <inkml:brush xml:id="br0">
      <inkml:brushProperty name="width" value="0.05" units="cm"/>
      <inkml:brushProperty name="height" value="0.05" units="cm"/>
      <inkml:brushProperty name="color" value="#00A0D7"/>
    </inkml:brush>
  </inkml:definitions>
  <inkml:trace contextRef="#ctx0" brushRef="#br0">77 241 24575,'36'78'0,"43"127"0,-70-182 0,-7-18 0,-6-17 0,-48-111 0,-27-75 0,73 178 0,1 0 0,1 0 0,0 0 0,2-1 0,0 1 0,3-40 0,-1 58 0,0 0 0,0 1 0,0-1 0,0 1 0,1-1 0,-1 0 0,1 1 0,-1-1 0,1 1 0,0-1 0,-1 1 0,1-1 0,0 1 0,0 0 0,0-1 0,0 1 0,0 0 0,1 0 0,-1 0 0,0 0 0,2-2 0,0 2 0,-1 1 0,0-1 0,0 0 0,0 1 0,0-1 0,1 1 0,-1 0 0,0 0 0,0 0 0,1 0 0,-1 0 0,0 1 0,4 0 0,3 1 0,-1 1 0,0 0 0,0 1 0,-1-1 0,1 2 0,-1-1 0,9 7 0,-10-6 0,-1 0 0,1 0 0,-1 1 0,0 0 0,0 0 0,-1 0 0,1 0 0,5 13 0,-9-17 0,0 0 0,0 0 0,-1 0 0,1 0 0,0 0 0,-1 0 0,1 0 0,-1 0 0,0 1 0,0-1 0,0 0 0,0 0 0,0 0 0,-1 0 0,1 0 0,0 1 0,-1-1 0,0 0 0,1 0 0,-1 0 0,0 0 0,0 0 0,0-1 0,0 1 0,0 0 0,-1 0 0,1-1 0,-1 1 0,1-1 0,-1 1 0,1-1 0,-1 1 0,0-1 0,0 0 0,0 0 0,-2 1 0,-2 1 0,0-1 0,-1 1 0,0-1 0,1-1 0,-1 1 0,0-1 0,0-1 0,-8 1 0,-56-4 0,65 2-195,1 1 0,-1-1 0,1-1 0,-1 1 0,1-1 0,-8-3 0,2-1-6631</inkml:trace>
</inkml:ink>
</file>

<file path=ppt/ink/ink41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9-22T16:34:12.086"/>
    </inkml:context>
    <inkml:brush xml:id="br0">
      <inkml:brushProperty name="width" value="0.05" units="cm"/>
      <inkml:brushProperty name="height" value="0.05" units="cm"/>
      <inkml:brushProperty name="color" value="#00A0D7"/>
    </inkml:brush>
  </inkml:definitions>
  <inkml:trace contextRef="#ctx0" brushRef="#br0">0 0 24575,'9'37'0,"6"31"0,36 101 0,-42-149 0,1 0 0,0 0 0,2-1 0,0-1 0,1 0 0,1 0 0,1-1 0,23 21 0,-35-36 0,0 1 0,0-1 0,0 0 0,0 1 0,1-2 0,-1 1 0,1 0 0,-1 0 0,1-1 0,0 0 0,4 1 0,-7-2 0,1 0 0,-1 0 0,1 0 0,-1 0 0,1 0 0,0 0 0,-1-1 0,1 1 0,-1-1 0,1 1 0,-1-1 0,1 1 0,-1-1 0,0 0 0,1 0 0,-1 0 0,0 1 0,1-2 0,-1 1 0,0 0 0,0 0 0,0 0 0,0 0 0,0-1 0,0 1 0,-1 0 0,1-1 0,0 1 0,0-2 0,3-7 0,0 1 0,-1-1 0,0 0 0,-1 0 0,0 0 0,-1 0 0,0-1 0,-1 1 0,0 0 0,0 0 0,-1-1 0,0 1 0,-1 0 0,-3-10 0,9 29 12,-1 0 0,1-1 0,1 0 0,0 1 0,0-2 0,0 1 0,1 0 0,0-1 0,8 6 0,-1-1-309,0 0 0,1-1 0,0 0 0,20 10 0,-16-12-6529</inkml:trace>
</inkml:ink>
</file>

<file path=ppt/ink/ink41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9-22T16:34:12.446"/>
    </inkml:context>
    <inkml:brush xml:id="br0">
      <inkml:brushProperty name="width" value="0.05" units="cm"/>
      <inkml:brushProperty name="height" value="0.05" units="cm"/>
      <inkml:brushProperty name="color" value="#00A0D7"/>
    </inkml:brush>
  </inkml:definitions>
  <inkml:trace contextRef="#ctx0" brushRef="#br0">129 4 24575,'-10'-1'0,"-44"-2"0,49 3 0,-1 1 0,1-1 0,0 1 0,0 0 0,-1 0 0,1 1 0,-8 2 0,12-3 0,0-1 0,0 1 0,0-1 0,1 1 0,-1 0 0,0-1 0,0 1 0,0 0 0,1-1 0,-1 1 0,0 0 0,1 0 0,-1 0 0,0 0 0,1 0 0,-1 0 0,1-1 0,0 1 0,-1 0 0,1 0 0,0 0 0,-1 2 0,1 0 0,0-1 0,0 0 0,1 1 0,-1-1 0,0 1 0,1-1 0,0 0 0,-1 0 0,3 5 0,1 1 0,1 0 0,0 0 0,0 0 0,7 7 0,-2-4 0,0 0 0,18 14 0,-24-21 0,1-1 0,-1 0 0,0 0 0,1-1 0,0 1 0,-1-1 0,1 0 0,0 0 0,0-1 0,9 2 0,-12-3 0,-1 0 0,1 0 0,0 0 0,-1 0 0,1 0 0,-1-1 0,1 1 0,0-1 0,-1 1 0,1-1 0,-1 1 0,1-1 0,-1 0 0,0 0 0,1 0 0,-1 0 0,0 0 0,1 0 0,-1 0 0,0 0 0,0 0 0,0-1 0,0 1 0,0 0 0,0-1 0,0 1 0,-1 0 0,1-1 0,-1 0 0,1 1 0,-1-1 0,1 1 0,-1-1 0,1-2 0,0-2 0,-1 0 0,1 0 0,-1 0 0,0 0 0,0 0 0,-1 1 0,0-1 0,-1-7 0,-1 4 0,0 0 0,-1-1 0,0 2 0,-1-1 0,-6-8 0,5 11 0,4 11 0,5 12 0,2-3-170,1-1-1,1 1 0,0-2 1,0 1-1,1-1 0,1 0 1,10 11-1,-7-10-6655</inkml:trace>
</inkml:ink>
</file>

<file path=ppt/ink/ink41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9-22T16:34:13.100"/>
    </inkml:context>
    <inkml:brush xml:id="br0">
      <inkml:brushProperty name="width" value="0.05" units="cm"/>
      <inkml:brushProperty name="height" value="0.05" units="cm"/>
      <inkml:brushProperty name="color" value="#00A0D7"/>
    </inkml:brush>
  </inkml:definitions>
  <inkml:trace contextRef="#ctx0" brushRef="#br0">35 33 24575,'-1'0'0,"-1"0"0,1 0 0,0 0 0,-1 0 0,1 0 0,0 0 0,-1 0 0,1 1 0,0-1 0,0 1 0,-1-1 0,1 1 0,0-1 0,0 1 0,0 0 0,0-1 0,0 1 0,0 0 0,0 0 0,0 0 0,0 0 0,0 0 0,-1 2 0,1-1 0,0 1 0,0-1 0,0 0 0,1 1 0,-1-1 0,1 1 0,0-1 0,0 1 0,0-1 0,0 1 0,1 4 0,1 6 0,1-1 0,1 1 0,8 20 0,-12-33 0,53 114 0,-31-71 0,-22-43 0,0 1 0,0-1 0,1 0 0,-1 1 0,0-1 0,0 0 0,0 1 0,1-1 0,-1 1 0,0-1 0,0 0 0,0 1 0,0-1 0,0 0 0,0 1 0,0-1 0,0 1 0,0-1 0,0 0 0,0 1 0,0-1 0,0 1 0,0-1 0,0 0 0,0 1 0,0-1 0,-1 0 0,1 1 0,0-1 0,0 0 0,0 1 0,-1-1 0,1 0 0,0 1 0,0-1 0,-1 0 0,1 1 0,-1-1 0,0 1 0,-1-1 0,1 0 0,-1 0 0,1 0 0,-1 0 0,1 0 0,0 0 0,-1 0 0,1 0 0,-3-1 0,-36-12 0,37 12 0,1 1 0,0-1 0,1 1 0,-1-1 0,0 0 0,1 0 0,-1 1 0,0-1 0,1 0 0,-1-1 0,1 1 0,0 0 0,-1 0 0,1-1 0,0 1 0,-2-3 0,3 3 0,0 1 0,0 0 0,1-1 0,-1 1 0,0-1 0,1 1 0,-1-1 0,0 1 0,1 0 0,-1-1 0,0 1 0,1 0 0,-1-1 0,1 1 0,-1 0 0,1 0 0,-1-1 0,1 1 0,-1 0 0,1 0 0,-1 0 0,1 0 0,-1 0 0,1-1 0,-1 1 0,1 0 0,-1 0 0,2 1 0,19-3 0,-19 2 0,28 0 0,-1-2 0,0-2 0,1 0 0,-2-2 0,1-1 0,38-15 0,-54 17 0,-1-1 0,1-1 0,-1 0 0,0-1 0,-1 0 0,20-17 0,-28 22 0,0-1 0,-1 1 0,1 0 0,-1-1 0,0 1 0,1-1 0,-2 0 0,1 1 0,0-1 0,-1 0 0,2-8 0,-2 9 0,-1 0 0,0-1 0,0 1 0,-1 0 0,1-1 0,0 1 0,-1 0 0,0 0 0,0 0 0,0-1 0,0 1 0,-1 0 0,1 0 0,-1 0 0,1 1 0,-5-6 0,1 2 0,0 0 0,0 1 0,0 0 0,-1 0 0,0 0 0,0 1 0,0 0 0,-12-6 0,14 8 0,1 0 0,-1 1 0,0-1 0,1 1 0,-1 0 0,0 0 0,0 1 0,0-1 0,0 1 0,0 0 0,0 0 0,0 0 0,0 1 0,0-1 0,0 1 0,1 0 0,-1 0 0,-4 1 0,6 0 0,0-1 0,0 1 0,0-1 0,0 1 0,0 0 0,0 0 0,0 0 0,0 0 0,1 0 0,-1 0 0,1 0 0,0 0 0,-1 1 0,1-1 0,0 0 0,1 1 0,-1-1 0,0 1 0,1-1 0,-1 1 0,1-1 0,-1 4 0,1 2 0,0 0 0,0 0 0,1-1 0,-1 1 0,2 0 0,1 8 0,0-7 0,0 0 0,1 0 0,0 0 0,0 0 0,1-1 0,0 0 0,0 0 0,1 0 0,0-1 0,0 0 0,1 0 0,0 0 0,0-1 0,1 0 0,0 0 0,0-1 0,11 6 0,-4-4 0,1-1 0,0 0 0,0-1 0,1-1 0,-1 0 0,1-1 0,0-1 0,33 0 0,-32-2-1365,-3 0-5461</inkml:trace>
</inkml:ink>
</file>

<file path=ppt/ink/ink41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9-22T16:34:16.084"/>
    </inkml:context>
    <inkml:brush xml:id="br0">
      <inkml:brushProperty name="width" value="0.05" units="cm"/>
      <inkml:brushProperty name="height" value="0.05" units="cm"/>
      <inkml:brushProperty name="color" value="#00A0D7"/>
    </inkml:brush>
  </inkml:definitions>
  <inkml:trace contextRef="#ctx0" brushRef="#br0">355 4 24575,'-1'0'0,"1"-1"0,0 1 0,-1 0 0,1 0 0,-1-1 0,1 1 0,0 0 0,-1 0 0,1-1 0,-1 1 0,1 0 0,-1 0 0,1 0 0,-1 0 0,1 0 0,-1 0 0,1 0 0,-1 0 0,1 0 0,-1 0 0,1 0 0,0 0 0,-1 0 0,1 0 0,-1 0 0,1 0 0,-1 0 0,1 1 0,-1-1 0,1 0 0,0 0 0,-1 1 0,1-1 0,-1 0 0,1 1 0,0-1 0,-1 0 0,1 1 0,0-1 0,-1 0 0,1 1 0,0-1 0,0 1 0,-1-1 0,1 1 0,0-1 0,0 1 0,-2 2 0,1 0 0,-1 0 0,1 0 0,0 0 0,-1 5 0,-1 15 0,1 0 0,3 45 0,1-46 0,-2 0 0,-1 1 0,-4 29 0,2-37 0,-1 0 0,0 0 0,-1 0 0,-1-1 0,-1 1 0,0-1 0,0-1 0,-1 1 0,-11 12 0,13-18 0,-1-1 0,0 0 0,0 0 0,0-1 0,-1 0 0,0 0 0,0-1 0,0 0 0,-1 0 0,1-1 0,-1 0 0,-1-1 0,1 0 0,0 0 0,-17 2 0,23-4 0,0-1 0,0 0 0,0 0 0,0 0 0,0 0 0,0 0 0,0-1 0,0 1 0,0-1 0,0 0 0,0 0 0,1 0 0,-1 0 0,0-1 0,1 1 0,-4-3 0,3 2 0,0-1 0,0 0 0,0 0 0,0 0 0,1-1 0,0 1 0,-1 0 0,1-1 0,0 0 0,-2-5 0,-1-6 0,1-1 0,1 0 0,0 1 0,-1-31 0,3 37 0,1-1 0,0 0 0,1 1 0,0-1 0,0 1 0,1-1 0,0 1 0,6-16 0,-7 22 0,1 1 0,-1-1 0,1 0 0,-1 0 0,1 1 0,0-1 0,0 1 0,0-1 0,0 1 0,0 0 0,0 0 0,1 0 0,-1 0 0,1 0 0,0 1 0,-1-1 0,1 1 0,0-1 0,0 1 0,0 0 0,0 0 0,0 1 0,0-1 0,0 1 0,0-1 0,0 1 0,0 0 0,1 0 0,-1 0 0,4 1 0,6 2 0,0 0 0,0 0 0,-1 2 0,1-1 0,-1 2 0,0 0 0,13 8 0,6 7 0,37 31 0,-33-23 0,-2 1 0,-1 2 0,33 43 0,-63-72 0,0-2 0,-1 1 0,0-1 0,0 0 0,0 1 0,0-1 0,0 1 0,0 0 0,0-1 0,0 1 0,-1 0 0,1-1 0,0 1 0,-1 0 0,0 0 0,1-1 0,-1 5 0,-3-3-1365</inkml:trace>
</inkml:ink>
</file>

<file path=ppt/ink/ink42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9-22T16:34:16.392"/>
    </inkml:context>
    <inkml:brush xml:id="br0">
      <inkml:brushProperty name="width" value="0.05" units="cm"/>
      <inkml:brushProperty name="height" value="0.05" units="cm"/>
      <inkml:brushProperty name="color" value="#00A0D7"/>
    </inkml:brush>
  </inkml:definitions>
  <inkml:trace contextRef="#ctx0" brushRef="#br0">0 1 24575,'5'2'0,"5"4"0,2 3 0,-1 3 0,-1-1-8191</inkml:trace>
</inkml:ink>
</file>

<file path=ppt/ink/ink42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9-22T16:34:17.143"/>
    </inkml:context>
    <inkml:brush xml:id="br0">
      <inkml:brushProperty name="width" value="0.05" units="cm"/>
      <inkml:brushProperty name="height" value="0.05" units="cm"/>
      <inkml:brushProperty name="color" value="#00A0D7"/>
    </inkml:brush>
  </inkml:definitions>
  <inkml:trace contextRef="#ctx0" brushRef="#br0">0 48 24575,'0'7'0,"1"0"0,-1 1 0,1-1 0,1 0 0,-1 0 0,1 0 0,0 0 0,1 0 0,5 10 0,-2-6 0,1 0 0,1-1 0,0 0 0,16 15 0,-9-9 0,-3-4 0,0 0 0,24 18 0,-32-28 0,0 1 0,0-1 0,1 1 0,-1-1 0,0-1 0,1 1 0,0-1 0,-1 1 0,1-1 0,0-1 0,0 1 0,0-1 0,-1 1 0,7-2 0,-9 1 0,0 0 0,0-1 0,0 1 0,0-1 0,0 0 0,0 1 0,-1-1 0,1 0 0,0 0 0,0 0 0,-1 0 0,1-1 0,-1 1 0,1 0 0,-1-1 0,0 1 0,1-1 0,-1 1 0,0-1 0,0 0 0,0 1 0,0-1 0,0 0 0,-1 0 0,1 0 0,0 0 0,-1 1 0,0-1 0,1 0 0,-1-2 0,1-2 0,-1 0 0,1 1 0,-1-1 0,-1 0 0,1 1 0,-1-1 0,0 0 0,0 1 0,-2-6 0,0 1 0,3 10 0,0-1 0,0 1 0,1 0 0,-1 0 0,0 0 0,0 0 0,0 0 0,0 0 0,0 0 0,0 0 0,0 0 0,0 0 0,0-1 0,0 1 0,0 0 0,0 0 0,0 0 0,0 0 0,0 0 0,0 0 0,1 0 0,-1 0 0,0 0 0,0 0 0,0 0 0,0 0 0,0 0 0,0 0 0,0 0 0,0 0 0,0 0 0,1 0 0,-1 0 0,0 0 0,0 0 0,0 0 0,0 0 0,0 0 0,0 0 0,0 0 0,0 0 0,0 0 0,1 0 0,14 10 0,-9-5 0,13 7 0,0 0 0,0-1 0,1-1 0,40 14 0,-50-21 0,1 0 0,-1 0 0,1-1 0,0-1 0,-1 0 0,1 0 0,0-1 0,0 0 0,-1-1 0,1 0 0,0-1 0,12-3 0,-19 4 0,0-1 0,0 0 0,0 0 0,0 0 0,0 0 0,0 0 0,0-1 0,-1 1 0,1-1 0,-1 0 0,0 0 0,0-1 0,0 1 0,4-8 0,-5 7 0,1-1 0,-1 0 0,-1 0 0,1 0 0,-1 0 0,0 0 0,0-1 0,0 1 0,-1 0 0,0 0 0,0-1 0,0-5 0,-1 3 10,0 0 0,-1 1 0,1 0 0,-1-1 0,-1 1 0,1 0 0,-1 0 0,0 0 0,-1 1 0,0-1 0,-5-7 0,5 10-97,1 0-1,-1 0 1,0 0 0,0 0-1,-1 1 1,1 0 0,-1 0-1,0 0 1,1 0-1,-1 1 1,0 0 0,-1 0-1,1 0 1,0 1 0,0-1-1,-7 0 1,-2 1-6739</inkml:trace>
</inkml:ink>
</file>

<file path=ppt/ink/ink42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9-22T16:34:26.273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1 0 24575,'0'20'0,"-1"11"0,2 1 0,8 49 0,-3-51 0,-1-6 0,-1-1 0,2 33 0,-5-46 0,0 1 0,4 14 0,2 18 0,1 16 0,-5-39 0,2 33 0,-5-37 0,0 27 0,8 63 0,7-11 0,6 169 0,-22-231 0,-8 52 0,4-37 0,2 0 0,4 57 0,1-30 0,-3-24 0,2 59 0,6-61 0,-4-31 0,2 32 0,-5-15 0,0 6 0,8 70 0,-3-63 0,-2 1 0,-4 62 0,0-31 0,0-61 0,-5 31 0,-1 7 0,-1 11 0,0 11 0,7 0 0,12 93 0,-5-87 0,-5 104 0,-3-84 0,1-18 0,3 94 0,5-119 0,-3-35 0,0 29 0,3 28 0,0 0 0,-5-60 0,1-1 0,8 40 0,3 10 0,12 65 0,-10-61 0,16 147 0,-26-168 0,3 45 0,-8-34 0,-3 97 0,-5-114 0,3-32 0,0 32 0,3-28 0,2 1 0,5 29 0,-6-51 5,0 0 1,0 1-1,0-1 0,0 0 0,0 0 0,0 0 1,0 0-1,0 0 0,0 0 0,0 0 1,-1 1-1,1-1 0,0 0 0,-1 0 0,1 0 1,-1 0-1,1 0 0,-1 0 0,1 0 0,-1-1 1,0 1-1,-1 1 0,1 0-129,-1-1 0,0 0 1,0 0-1,0 0 0,1 0 0,-1 0 1,0-1-1,0 1 0,0-1 0,0 1 1,-3 0-1,-7 0-6702</inkml:trace>
</inkml:ink>
</file>

<file path=ppt/ink/ink42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9-22T16:34:27.143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161 0 24575,'1'9'0,"0"0"0,0-1 0,1 1 0,0-1 0,0 1 0,1-1 0,0 0 0,8 15 0,5 4 0,20 26 0,-36-52 0,105 134 0,-83-111 0,1 0 0,2-1 0,29 21 0,-54-44 0,0 0 0,0 0 0,0 0 0,0 0 0,0 0 0,0 0 0,0 0 0,0-1 0,0 1 0,0 0 0,0 0 0,0 0 0,0 0 0,0 0 0,0 0 0,0 0 0,0 0 0,0 0 0,0 0 0,0 0 0,1 0 0,-1 0 0,0 0 0,0 0 0,0-1 0,0 1 0,0 0 0,0 0 0,0 0 0,0 0 0,0 0 0,0 0 0,0 0 0,0 0 0,0 0 0,1 0 0,-1 0 0,0 0 0,0 0 0,0 0 0,0 0 0,0 0 0,0 0 0,0 0 0,0 0 0,0 0 0,0 0 0,0 0 0,0 1 0,1-1 0,-1 0 0,0 0 0,0 0 0,0 0 0,0 0 0,0 0 0,0 0 0,0 0 0,0 0 0,0 0 0,0 0 0,0 0 0,0 0 0,0 0 0,0 0 0,0 0 0,0 1 0,0-1 0,0 0 0,-3-9 0,-7-10 0,-94-134 0,20 31 0,72 104 0,1-1 0,-2 0 0,-26-29 0,38 47 0,1 1 0,-1-1 0,1 1 0,-1-1 0,1 1 0,-1-1 0,1 1 0,-1 0 0,1-1 0,-1 1 0,1 0 0,-1-1 0,0 1 0,1 0 0,-1 0 0,1 0 0,-1-1 0,0 1 0,-1 0 0,2 0 0,0 1 0,-1-1 0,1 0 0,-1 0 0,1 1 0,0-1 0,-1 0 0,1 0 0,0 1 0,0-1 0,-1 0 0,1 1 0,0-1 0,0 0 0,-1 1 0,1-1 0,0 1 0,0-1 0,0 0 0,-1 1 0,1 0 0,-1 4 0,1-1 0,-1 1 0,1 0 0,0 5 0,0-7 0,0 17 0,-1 1 0,-1-1 0,-1 0 0,-1 0 0,-7 25 0,9-38 0,-1 0 0,0 0 0,0-1 0,0 1 0,-1-1 0,0 1 0,0-1 0,-1 0 0,0-1 0,0 1 0,0-1 0,-1 0 0,1 0 0,-1-1 0,0 1 0,-1-1 0,-10 5 0,-29 8-1365,32-13-5461</inkml:trace>
</inkml:ink>
</file>

<file path=ppt/ink/ink42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9-22T16:34:29.746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10591 193 24575,'7'-3'0,"7"-4"0,-13 4 0,-10 1 0,-102 1 0,76 2 0,-65-7 0,20-1 0,-140 4 0,115 4 0,60-1 0,-64-9 0,90 7 0,0 0 0,0 1 0,1 1 0,-1 1 0,0 0 0,0 2 0,1 0 0,-30 9 0,27-8 0,1-1 0,0 0 0,-1-2 0,0 0 0,-26-3 0,2 1 0,-55-7 0,-5 1 0,67 9 0,-62 11 0,61-6 0,-57 1 0,71-7 0,-223-3 0,151-5 0,-41-1 0,-98 0 0,46 2 0,4 0 0,-13-7 0,80 6 0,-148-5 0,-114-10 0,267 15 0,-39 0 0,-937 7 0,914-7 0,3-1 0,42 7 0,-233 3 0,86 24 0,169-13 0,-195-6 0,185-9 0,-123-7 0,-167 2 0,252 8 0,-852-1 0,822-8 0,87 1 0,-164-8 0,-2-6 0,-65-2 0,138 14 0,109 3 0,-7 0 0,-81-3 0,156 9 0,0 1 0,0 0 0,1 1 0,-1 1 0,-24 7 0,-3 2-340,-82 11 0,106-20-345,0 0-6141</inkml:trace>
</inkml:ink>
</file>

<file path=ppt/ink/ink42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9-22T16:34:46.768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564 13 24575,'1'1'0,"-1"-1"0,0 0 0,0 0 0,0 0 0,0 0 0,0 0 0,0 0 0,0 0 0,0 0 0,0 0 0,0 0 0,0 0 0,0 0 0,0 0 0,0 0 0,0 0 0,0 0 0,1 0 0,-1 0 0,0 0 0,0 0 0,0 0 0,0 0 0,0 0 0,0 0 0,0 0 0,0 0 0,0 0 0,0 0 0,0 0 0,0 0 0,0 0 0,0 0 0,0 0 0,0-1 0,1 1 0,-1 0 0,0 0 0,0 0 0,0 0 0,0 0 0,0 0 0,0 0 0,0 0 0,0 0 0,0 0 0,0 0 0,0 0 0,0 0 0,0 0 0,0 0 0,0 0 0,0-1 0,0 1 0,0 0 0,0 0 0,0 0 0,0 0 0,0 0 0,0 0 0,0 0 0,0 0 0,0 0 0,-5-4 0,-8-2 0,10 5 0,0 1 0,-1 0 0,1-1 0,0 1 0,0 0 0,0 0 0,0 1 0,0-1 0,0 1 0,0-1 0,0 1 0,0 0 0,-2 1 0,-2 2 0,0 0 0,1 0 0,-11 10 0,9-8 0,-10 8 0,-1-1 0,0-1 0,-1 0 0,0-2 0,-1 0 0,-24 7 0,-134 29 0,77-26 0,101-20 0,0 0 0,0 0 0,0 0 0,0 0 0,0 0 0,0 1 0,0-1 0,1 0 0,-1 1 0,0-1 0,0 0 0,0 1 0,0-1 0,1 1 0,-2 0 0,2 0 0,0-1 0,0 0 0,0 0 0,0 1 0,0-1 0,0 0 0,0 1 0,0-1 0,0 0 0,0 0 0,0 1 0,0-1 0,0 0 0,0 0 0,0 1 0,0-1 0,0 0 0,0 1 0,0-1 0,1 0 0,-1 0 0,0 0 0,0 1 0,0-1 0,0 0 0,1 0 0,-1 0 0,0 1 0,0-1 0,1 0 0,-1 0 0,3 2 0,-1 0 0,1-1 0,-1 0 0,1 1 0,0-1 0,0 0 0,0 0 0,3 0 0,53 8 24,69 0 0,60-8-283,-92-2-895</inkml:trace>
</inkml:ink>
</file>

<file path=ppt/ink/ink42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9-22T16:34:47.269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5 1 24575,'-1'9'0,"-1"1"0,1-1 0,1 1 0,0-1 0,0 1 0,1-1 0,3 17 0,20 64 0,-12-59 60,28 53 0,-25-54-803,21 56 1,-32-72-6084</inkml:trace>
</inkml:ink>
</file>

<file path=ppt/ink/ink42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9-22T16:34:47.472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1 0 24575,'30'8'0,"12"2"0,2 2 0,-4-1 0,-6-3 0,-7-2 0,-5-2 0,-4-2 0,-3-1 0,-3-4 0,-4-3 0,-4-4 0,-2-2 0,-1 1-8191</inkml:trace>
</inkml:ink>
</file>

<file path=ppt/ink/ink42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9-22T16:34:47.660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1 0 24575,'20'30'0,"9"18"0,2 5 0,-1 2 0,-6-4 0,-5-6 0,-6-5 0,-1-4 0,-2-4 0,-2-4 0,-2-5 0,0-1 0,0-2 0,0-2 0,2-1 0,0-4-8191</inkml:trace>
</inkml:ink>
</file>

<file path=ppt/ink/ink42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9-22T16:34:48.736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597 242 24575,'-146'-45'0,"-35"-12"0,131 38 0,-74-37 0,106 46 0,5 4 0,1-1 0,0 0 0,0-1 0,-11-9 0,23 17 0,0 0 0,-1-1 0,1 1 0,0 0 0,-1 0 0,1-1 0,0 1 0,-1 0 0,1 0 0,0-1 0,-1 1 0,1 0 0,0-1 0,0 1 0,0-1 0,-1 1 0,1 0 0,0-1 0,0 1 0,0-1 0,0 1 0,0 0 0,0-1 0,0 1 0,0-1 0,0 0 0,10 1 0,16 10 0,93 52 0,192 137 0,-310-199 0,7 6 0,0 0 0,0 1 0,11 11 0,-18-16 0,1-1 0,-1 1 0,0 0 0,0-1 0,0 1 0,0 0 0,0 0 0,0 0 0,-1 0 0,1-1 0,0 4 0,-1-4 0,0 0 0,0 0 0,0 0 0,0 0 0,-1 0 0,1 0 0,0 0 0,0 0 0,-1 0 0,1 0 0,0-1 0,-1 1 0,1 0 0,-1 0 0,1 0 0,-1 0 0,0-1 0,1 1 0,-1 0 0,0-1 0,0 1 0,1 0 0,-1-1 0,-1 1 0,-1 1 0,0 0 0,0-1 0,0 0 0,-1 0 0,1 0 0,0 0 0,-1 0 0,1-1 0,-5 1 0,-34-1 0,27-1 0,-38 2 0,-70 11 0,111-10-1365,3 2-5461</inkml:trace>
</inkml:ink>
</file>

<file path=ppt/ink/ink43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9-22T16:34:49.332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0 43 24575,'1'9'0,"0"0"0,0 0 0,1 1 0,0-1 0,0 0 0,1-1 0,1 1 0,-1 0 0,1-1 0,1 0 0,5 9 0,2 0 0,1 0 0,1-1 0,27 27 0,-37-41 0,-1 1 0,0 0 0,1-1 0,-1 1 0,1-1 0,0 0 0,0 0 0,0 0 0,0-1 0,0 1 0,5 0 0,-7-2 0,-1 0 0,1 0 0,0 0 0,0 0 0,0 0 0,0 0 0,0 0 0,-1-1 0,1 1 0,0-1 0,0 1 0,0-1 0,-1 0 0,1 1 0,0-1 0,-1 0 0,1 0 0,-1 0 0,1 0 0,-1-1 0,0 1 0,1 0 0,-1-1 0,0 1 0,0-1 0,0 1 0,2-4 0,6-16 0,2-4 0,-11 25 0,1 0 0,-1-1 0,0 1 0,1 0 0,-1 0 0,1-1 0,-1 1 0,0 0 0,1 0 0,-1 0 0,0-1 0,1 1 0,-1 0 0,1 0 0,-1 0 0,1 0 0,-1 0 0,0 0 0,1 0 0,-1 0 0,1 0 0,-1 0 0,1 0 0,-1 0 0,0 0 0,1 0 0,-1 1 0,1-1 0,0 0 0,14 8 0,-8-4 0,4 1 0,1-1 0,-1-1 0,1 0 0,-1-1 0,1 0 0,0-1 0,0 0 0,0 0 0,0-2 0,0 1 0,0-2 0,0 0 0,-1 0 0,1-1 0,-1 0 0,1-1 0,-1 0 0,0-1 0,-1 0 0,20-13 0,-24 13 0,-1 1 0,1-1 0,-1 0 0,0-1 0,-1 0 0,1 1 0,-1-1 0,-1-1 0,7-11 0,-9 15 0,0-1 0,1 1 0,-2 0 0,1-1 0,0 1 0,-1 0 0,1-1 0,-1 1 0,0-1 0,0 1 0,0-1 0,-1 1 0,1-1 0,-1 1 0,0-1 0,0 1 0,0 0 0,-1 0 0,1-1 0,-1 1 0,1 0 0,-3-3 0,-21-23-1365,12 16-5461</inkml:trace>
</inkml:ink>
</file>

<file path=ppt/ink/ink43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9-22T16:34:53.561"/>
    </inkml:context>
    <inkml:brush xml:id="br0">
      <inkml:brushProperty name="width" value="0.05" units="cm"/>
      <inkml:brushProperty name="height" value="0.05" units="cm"/>
      <inkml:brushProperty name="color" value="#00A0D7"/>
    </inkml:brush>
  </inkml:definitions>
  <inkml:trace contextRef="#ctx0" brushRef="#br0">343 122 24575,'-48'-27'0,"-2"3"0,0 2 0,-62-18 0,105 38 0,1 0 0,-1 0 0,0 1 0,0 0 0,-10 0 0,15 1 0,1 1 0,0-1 0,-1 0 0,1 0 0,0 0 0,-1 1 0,1-1 0,0 1 0,0-1 0,-1 1 0,1-1 0,0 1 0,0 0 0,0 0 0,0 0 0,0-1 0,0 1 0,0 0 0,0 0 0,0 0 0,0 0 0,1 1 0,-1-1 0,0 0 0,1 0 0,-1 0 0,1 1 0,-1-1 0,1 0 0,-1 0 0,1 1 0,0-1 0,0 0 0,0 3 0,0 1 0,0-1 0,0 1 0,0 0 0,1 0 0,0 0 0,0-1 0,1 1 0,-1 0 0,1-1 0,0 0 0,0 1 0,1-1 0,-1 0 0,1 0 0,0 0 0,0 0 0,4 3 0,0 1 0,0-1 0,1 0 0,0-1 0,0 0 0,1 0 0,0-1 0,10 5 0,45 16 0,-54-22 0,-1-2 0,1 1 0,-1-1 0,21 1 0,-29-3 0,0 0 0,0 0 0,0 0 0,1 0 0,-1 0 0,0-1 0,0 1 0,0 0 0,0-1 0,1 1 0,-1-1 0,0 1 0,0-1 0,0 1 0,0-1 0,0 0 0,0 0 0,0 1 0,-1-1 0,1 0 0,0 0 0,1-2 0,-1 1 0,0 0 0,0-1 0,0 1 0,0-1 0,0 1 0,-1-1 0,1 0 0,-1 1 0,1-1 0,-1-2 0,-1-6 0,1 1 0,-2-1 0,1 1 0,-5-13 0,-6-15 0,11 35 0,-1-1 0,1 1 0,-1 0 0,0 0 0,0 0 0,0 0 0,0 0 0,-4-4 0,6 7 0,0 0 0,-1 0 0,1 0 0,0 0 0,0-1 0,0 1 0,0 0 0,0 0 0,0 0 0,0 0 0,-1 0 0,1 0 0,0 0 0,0 0 0,0 0 0,0 0 0,0 0 0,-1 0 0,1 0 0,0 0 0,0 0 0,0 0 0,0 0 0,0 0 0,-1 0 0,1 0 0,0 0 0,0 0 0,0 0 0,0 0 0,0 0 0,0 0 0,-1 0 0,1 0 0,0 0 0,0 0 0,0 1 0,0-1 0,0 0 0,0 0 0,0 0 0,0 0 0,-1 0 0,1 0 0,0 0 0,0 1 0,0-1 0,0 0 0,0 0 0,0 0 0,0 0 0,0 0 0,0 1 0,0-1 0,0 0 0,0 0 0,0 0 0,0 0 0,0 0 0,0 1 0,0-1 0,0 0 0,0 0 0,0 0 0,1 11 0,4 13 0,1-1 0,0 0 0,2 0 0,13 24 0,49 84 0,-34-75 0,-23-37 0,-1 1 0,0-1 0,11 29 0,-22-46 0,-1 0 0,1 0 0,0-1 0,-1 1 0,1 0 0,-1 0 0,0 0 0,0 0 0,0 0 0,0 0 0,0 0 0,0 0 0,0 0 0,0 0 0,-1 0 0,1 0 0,-1 0 0,0 0 0,1 0 0,-1 0 0,0-1 0,0 1 0,0 0 0,0-1 0,-1 1 0,1 0 0,0-1 0,-1 0 0,1 1 0,-1-1 0,1 0 0,-1 0 0,0 1 0,1-1 0,-1-1 0,0 1 0,0 0 0,0 0 0,-3 0 0,0 1 0,0-1 0,0 0 0,0 0 0,-1 0 0,1-1 0,0 0 0,0 0 0,0 0 0,-1-1 0,1 0 0,0 0 0,0 0 0,0 0 0,-8-4 0,9 2-59,0 1 0,0-1-1,1 0 1,-1 0-1,1 0 1,0 0 0,0-1-1,0 1 1,0-1 0,0 0-1,1 0 1,0 0 0,0 0-1,0 0 1,0 0-1,1 0 1,-1-1 0,1 1-1,0-1 1,1 1 0,-1-1-1,1-5 1,-1-3-6767</inkml:trace>
</inkml:ink>
</file>

<file path=ppt/ink/ink43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9-22T16:34:54.572"/>
    </inkml:context>
    <inkml:brush xml:id="br0">
      <inkml:brushProperty name="width" value="0.05" units="cm"/>
      <inkml:brushProperty name="height" value="0.05" units="cm"/>
      <inkml:brushProperty name="color" value="#00A0D7"/>
    </inkml:brush>
  </inkml:definitions>
  <inkml:trace contextRef="#ctx0" brushRef="#br0">1 381 24575,'14'-11'0,"-1"0"0,0 0 0,14-17 0,-18 18 0,-1 1 0,2 0 0,-1 0 0,1 1 0,0 0 0,1 1 0,17-9 0,-19 12 0,0 0 0,0-1 0,0 0 0,-1 0 0,0-1 0,0 0 0,7-7 0,-12 10 0,0 0 0,0-1 0,0 0 0,-1 1 0,0-1 0,0 0 0,0 0 0,0-1 0,0 1 0,-1 0 0,1-1 0,-1 1 0,-1-1 0,1 1 0,0-1 0,-1 1 0,0-8 0,-1 6 0,0 0 0,0 0 0,-1 1 0,1-1 0,-1 0 0,0 0 0,-1 1 0,0-1 0,1 1 0,-2 0 0,1 0 0,-1 0 0,1 0 0,-1 1 0,-1-1 0,1 1 0,0 0 0,-1 0 0,-10-6 0,14 9 0,0 1 0,-1-1 0,1 0 0,0 0 0,-1 1 0,1-1 0,0 1 0,-1-1 0,1 1 0,-1 0 0,1 0 0,-1-1 0,1 1 0,-1 0 0,1 0 0,-1 0 0,1 1 0,-1-1 0,1 0 0,-1 1 0,1-1 0,-1 0 0,1 1 0,0 0 0,-1-1 0,1 1 0,0 0 0,-1 0 0,1 0 0,0-1 0,0 1 0,0 0 0,0 1 0,0-1 0,0 0 0,0 0 0,0 0 0,0 2 0,-2 2 0,1 0 0,0 0 0,0 0 0,0 0 0,1 1 0,-1-1 0,1 0 0,1 1 0,-1 6 0,0 5 0,0-8 0,1 1 0,0-1 0,0 0 0,1 0 0,0 0 0,0 0 0,6 16 0,-6-23 0,-1 0 0,1-1 0,0 0 0,1 1 0,-1-1 0,0 0 0,0 1 0,0-1 0,1 0 0,-1 0 0,1 0 0,-1 0 0,1 0 0,-1-1 0,1 1 0,2 0 0,31 8 0,-9-3 0,1 5 0,47 27 0,-50-25 0,-20-11 0,-1 0 0,1-1 0,0 1 0,0-1 0,-1 0 0,1 0 0,0 0 0,0-1 0,0 1 0,6-1 0,-9 0 0,0 0 0,1 0 0,-1-1 0,1 1 0,-1 0 0,0-1 0,1 1 0,-1-1 0,0 1 0,1-1 0,-1 0 0,0 1 0,0-1 0,0 0 0,0 0 0,1 0 0,-1 0 0,0 0 0,-1 0 0,1 0 0,0 0 0,0 0 0,0-1 0,-1 1 0,1 0 0,0-1 0,-1 1 0,0 0 0,1-1 0,-1 1 0,1-2 0,0-37 0,-1 32 0,0 0 0,0 0 0,1-1 0,0 1 0,4-15 0,-4 22 0,-1-1 0,1 0 0,0 0 0,0 1 0,0-1 0,0 1 0,0-1 0,0 1 0,1-1 0,-1 1 0,0 0 0,1-1 0,-1 1 0,1 0 0,-1 0 0,1 0 0,0 0 0,-1 1 0,1-1 0,0 0 0,0 1 0,0-1 0,-1 1 0,1-1 0,0 1 0,0 0 0,0 0 0,0 0 0,0 0 0,2 0 0,2 1 0,1 0 0,-1 0 0,0 1 0,0 0 0,0 0 0,0 0 0,10 6 0,38 26 0,-48-30 0,38 30 0,-44-34 0,1 1 0,-1-1 0,0 0 0,0 0 0,0 0 0,1 0 0,-1 0 0,0 0 0,0 0 0,0 1 0,1-1 0,-1 0 0,0 0 0,0 0 0,1 0 0,-1 0 0,0 0 0,0 0 0,1 0 0,-1 0 0,0 0 0,0 0 0,0 0 0,1 0 0,-1-1 0,0 1 0,0 0 0,1 0 0,-1 0 0,0 0 0,0 0 0,0 0 0,1 0 0,-1-1 0,0 1 0,0 0 0,0 0 0,0 0 0,0-1 0,1 1 0,-1 0 0,0 0 0,0 0 0,0-1 0,0 1 0,0 0 0,0 0 0,0 0 0,0-1 0,0 1 0,0 0 0,0 0 0,0-1 0,0 1 0,0 0 0,0 0 0,0-1 0,0 1 0,0 0 0,-1-23 0,0 9 0,1 13 0,0 0 0,0 0 0,1 0 0,-1 0 0,0 0 0,0 0 0,0 0 0,1 0 0,-1 0 0,0 0 0,1 0 0,-1 0 0,1 0 0,0 0 0,-1 0 0,1 0 0,0 0 0,-1 0 0,1 0 0,0 1 0,0-1 0,0 0 0,0 1 0,-1-1 0,1 1 0,0-1 0,0 1 0,0-1 0,1 0 0,1 1 0,-1 0 0,0 0 0,1 0 0,-1 1 0,0-1 0,1 0 0,-1 1 0,0-1 0,0 1 0,0 0 0,0 0 0,1 0 0,1 2 0,32 18-682,63 48-1,-86-58-6143</inkml:trace>
</inkml:ink>
</file>

<file path=ppt/ink/ink43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9-22T16:34:55.289"/>
    </inkml:context>
    <inkml:brush xml:id="br0">
      <inkml:brushProperty name="width" value="0.05" units="cm"/>
      <inkml:brushProperty name="height" value="0.05" units="cm"/>
      <inkml:brushProperty name="color" value="#00A0D7"/>
    </inkml:brush>
  </inkml:definitions>
  <inkml:trace contextRef="#ctx0" brushRef="#br0">91 250 24575,'16'-23'0,"17"-35"0,-30 50 0,0 1 0,0 0 0,0-1 0,-1 0 0,0 0 0,-1 1 0,1-1 0,-2 0 0,1-14 0,-2 19 0,1-1 0,-1 1 0,0 0 0,0 0 0,0 0 0,-1 0 0,1 0 0,-1 0 0,1 0 0,-1 1 0,0-1 0,0 0 0,-1 1 0,1 0 0,0-1 0,-1 1 0,1 0 0,-6-3 0,3 2 0,0 0 0,0 0 0,-1 1 0,1-1 0,-1 1 0,1 1 0,-1-1 0,0 1 0,-10-1 0,14 2 0,0 0 0,0 0 0,0 0 0,0 1 0,0-1 0,0 1 0,0 0 0,0-1 0,0 1 0,1 0 0,-1 0 0,0 0 0,0 1 0,1-1 0,-1 0 0,0 0 0,1 1 0,0-1 0,-1 1 0,1 0 0,0-1 0,0 1 0,0 0 0,0 0 0,-2 3 0,1 0 0,0 1 0,0 0 0,0 0 0,0 0 0,1 1 0,0-1 0,0 8 0,0-8 0,1 0 0,1 1 0,-1-1 0,1 0 0,0 0 0,1 0 0,-1 0 0,1 0 0,0 0 0,1 0 0,-1 0 0,1-1 0,0 1 0,1-1 0,-1 0 0,1 0 0,0 0 0,0 0 0,1-1 0,-1 0 0,1 0 0,0 0 0,0 0 0,1-1 0,6 4 0,8 2 0,0 0 0,1-1 0,0-1 0,0-1 0,0-1 0,1-1 0,0-1 0,0-1 0,0 0 0,25-3 0,-34 1 0,-8 0 0,1 0 0,0 0 0,-1 0 0,1-1 0,10-2 0,-15 2 0,0 1 0,0 0 0,0-1 0,0 1 0,0-1 0,-1 0 0,1 1 0,0-1 0,0 0 0,0 1 0,0-1 0,-1 0 0,1 0 0,0 0 0,-1 0 0,1 0 0,-1 1 0,1-1 0,-1 0 0,0 0 0,1 0 0,-1-1 0,0 1 0,1 0 0,-1 0 0,0 0 0,0 0 0,0 0 0,0 0 0,0 0 0,0 0 0,-1 0 0,1 0 0,0 0 0,0 0 0,-1-2 0,-2-6 0,-1 0 0,0 0 0,0 0 0,-9-14 0,7 13 0,0 0 0,1 0 0,-4-12 0,7 18 0,0-3 0,0 0 0,0 0 0,0 1 0,1-1 0,-1-12 0,2 17 0,0 0 0,1 0 0,-1 0 0,0 0 0,1 1 0,-1-1 0,1 0 0,0 0 0,-1 0 0,1 1 0,0-1 0,0 1 0,0-1 0,0 0 0,0 1 0,1 0 0,-1-1 0,0 1 0,1 0 0,-1 0 0,1-1 0,-1 1 0,1 0 0,0 1 0,-1-1 0,4-1 0,-2 1-51,0 1 0,-1-1-1,1 1 1,0 0-1,0 0 1,0 0 0,-1 0-1,1 0 1,0 1 0,0-1-1,-1 1 1,1 0-1,0-1 1,-1 1 0,1 1-1,0-1 1,-1 0 0,3 2-1,-2-1-337,8 3-6437</inkml:trace>
</inkml:ink>
</file>

<file path=ppt/ink/ink43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9-22T16:34:56.209"/>
    </inkml:context>
    <inkml:brush xml:id="br0">
      <inkml:brushProperty name="width" value="0.05" units="cm"/>
      <inkml:brushProperty name="height" value="0.05" units="cm"/>
      <inkml:brushProperty name="color" value="#00A0D7"/>
    </inkml:brush>
  </inkml:definitions>
  <inkml:trace contextRef="#ctx0" brushRef="#br0">48 406 24575,'-5'5'0,"0"1"0,1-1 0,-1 1 0,1 0 0,1 0 0,-1 1 0,1-1 0,0 1 0,1 0 0,0 0 0,0 0 0,0 0 0,1 0 0,0 0 0,0 0 0,0 0 0,1 0 0,1 1 0,-1-1 0,1 0 0,0 0 0,1 0 0,-1 0 0,1 0 0,1 0 0,-1 0 0,1-1 0,1 1 0,-1-1 0,1 0 0,0 0 0,0 0 0,9 8 0,-9-10 0,0 0 0,0 0 0,1-1 0,-1 0 0,1 0 0,0 0 0,0 0 0,8 3 0,-12-6 0,0 0 0,1 1 0,-1-1 0,0 0 0,0 1 0,0-1 0,1 0 0,-1 0 0,0 0 0,0 0 0,1 0 0,-1 0 0,0-1 0,0 1 0,0 0 0,1 0 0,-1-1 0,0 1 0,0-1 0,0 1 0,0-1 0,0 0 0,0 1 0,0-1 0,0 0 0,0 0 0,0 0 0,0 0 0,0 0 0,-1 0 0,1 0 0,0 0 0,-1 0 0,1 0 0,-1 0 0,1 0 0,-1 0 0,1 0 0,-1-1 0,0 1 0,1 0 0,-1 0 0,0 0 0,0-2 0,2-14 0,-1-1 0,-1 1 0,-2-23 0,0 2 0,3 44 0,0-1 0,0 1 0,0-1 0,0 0 0,1 1 0,0-1 0,0 0 0,0 0 0,1 0 0,0-1 0,-1 1 0,2-1 0,-1 1 0,1-1 0,-1 0 0,1 0 0,0 0 0,6 4 0,-1-2 0,-1-1 0,1 1 0,0-1 0,0-1 0,0 1 0,1-2 0,-1 1 0,1-1 0,19 3 0,-26-6 0,1 1 0,0-1 0,0 0 0,-1 0 0,1 0 0,0-1 0,0 1 0,-1-1 0,1 0 0,-1 0 0,1 0 0,0 0 0,-1-1 0,0 1 0,1-1 0,-1 0 0,0 0 0,0 0 0,0 0 0,0-1 0,0 1 0,-1-1 0,1 0 0,-1 0 0,1 0 0,-1 0 0,0 0 0,0 0 0,-1-1 0,1 1 0,1-6 0,1-4 0,0 0 0,-1 0 0,0 0 0,-2-1 0,1 1 0,-1-1 0,-2-20 0,-3-17 0,-3 0 0,-19-77 0,5 56 0,-32-77 0,53 148 0,-1 1 0,1-1 0,0 0 0,0 0 0,-1 0 0,1 0 0,-1 0 0,1 1 0,-1-1 0,1 0 0,-1 0 0,1 1 0,-1-1 0,0 0 0,1 1 0,-1-1 0,0 1 0,0-1 0,1 1 0,-1-1 0,0 1 0,0-1 0,0 1 0,0 0 0,0 0 0,0-1 0,1 1 0,-1 0 0,-1 0 0,0 0 0,1 1 0,0-1 0,-1 1 0,1 0 0,0-1 0,0 1 0,0 0 0,0 0 0,0-1 0,0 1 0,0 0 0,0 0 0,0 0 0,0 0 0,0 1 0,1-1 0,-1 0 0,0 0 0,0 2 0,-4 9 0,1 0 0,0 0 0,1 0 0,0 0 0,0 1 0,2-1 0,-1 17 0,2 1 0,7 57 0,-2-58 0,1 0 0,2-1 0,1 0 0,1 0 0,1-1 0,1-1 0,25 39 0,-31-57 0,0 0 0,0 0 0,1 0 0,0-1 0,1 0 0,0 0 0,0-1 0,0 0 0,1-1 0,-1 0 0,1 0 0,1-1 0,-1 0 0,1 0 0,-1-1 0,1 0 0,0-1 0,0 0 0,0-1 0,0 0 0,1 0 0,18-3 0,-25 2 0,1-1 0,-1 0 0,1-1 0,-1 1 0,1-1 0,-1 0 0,0 0 0,0 0 0,0-1 0,0 1 0,0-1 0,-1 0 0,1 0 0,-1 0 0,0-1 0,0 1 0,0-1 0,0 0 0,3-4 0,-4 4 0,0 1 0,-1 0 0,1-1 0,-1 1 0,1-1 0,-1 1 0,0-1 0,0 0 0,0 1 0,-1-1 0,1 0 0,-1 0 0,0 0 0,0 1 0,-1-1 0,1 0 0,-1 0 0,1 0 0,-1 1 0,-1-1 0,1 0 0,0 1 0,-4-6 0,5 8 0,0 1 0,0 0 0,0-1 0,0 1 0,-1 0 0,1-1 0,0 1 0,0 0 0,0-1 0,-1 1 0,1 0 0,0-1 0,0 1 0,-1 0 0,1 0 0,0-1 0,-1 1 0,1 0 0,0 0 0,-1 0 0,1 0 0,0-1 0,-1 1 0,1 0 0,-1 0 0,1 0 0,0 0 0,-1 0 0,1 0 0,-1 0 0,1 0 0,0 0 0,-1 0 0,0 1 0,1-1 0,-1 1 0,0 0 0,1-1 0,-1 1 0,1 0 0,0-1 0,-1 1 0,1 0 0,0 0 0,-1 0 0,1-1 0,0 1 0,0 1 0,-4 30 0,3-24 0,1 0 0,0 1 0,1-1 0,-1 1 0,2-1 0,-1 0 0,1 0 0,1 1 0,-1-1 0,1-1 0,1 1 0,-1 0 0,1-1 0,1 0 0,-1 0 0,1 0 0,6 6 0,9 8-1365,-12-14-5461</inkml:trace>
</inkml:ink>
</file>

<file path=ppt/ink/ink43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9-22T16:34:56.351"/>
    </inkml:context>
    <inkml:brush xml:id="br0">
      <inkml:brushProperty name="width" value="0.05" units="cm"/>
      <inkml:brushProperty name="height" value="0.05" units="cm"/>
      <inkml:brushProperty name="color" value="#00A0D7"/>
    </inkml:brush>
  </inkml:definitions>
  <inkml:trace contextRef="#ctx0" brushRef="#br0">0 0 24575,'0'0'-8191</inkml:trace>
</inkml:ink>
</file>

<file path=ppt/ink/ink43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9-22T16:34:56.880"/>
    </inkml:context>
    <inkml:brush xml:id="br0">
      <inkml:brushProperty name="width" value="0.05" units="cm"/>
      <inkml:brushProperty name="height" value="0.05" units="cm"/>
      <inkml:brushProperty name="color" value="#00A0D7"/>
    </inkml:brush>
  </inkml:definitions>
  <inkml:trace contextRef="#ctx0" brushRef="#br0">1 38 24575,'1'-2'0,"-1"0"0,1 0 0,1-1 0,-1 1 0,0 0 0,0 0 0,1 0 0,-1 1 0,1-1 0,0 0 0,-1 1 0,1-1 0,0 0 0,0 1 0,0 0 0,0 0 0,0-1 0,0 1 0,1 1 0,-1-1 0,0 0 0,1 0 0,-1 1 0,0-1 0,1 1 0,-1 0 0,0 0 0,1 0 0,-1 0 0,1 0 0,2 1 0,-2-1 0,0 1 0,-1-1 0,1 1 0,0 0 0,-1 0 0,1 0 0,-1 0 0,1 0 0,-1 1 0,1-1 0,-1 1 0,0 0 0,0-1 0,0 1 0,0 0 0,0 0 0,0 1 0,0-1 0,0 0 0,-1 0 0,0 1 0,1-1 0,-1 1 0,0 0 0,0-1 0,1 5 0,0 12 0,-1-1 0,-1 1 0,-2 24 0,0 8 0,2-36 0,-1-4 0,1 0 0,0-1 0,1 1 0,1 0 0,2 10 0,-3-17 0,0-1 0,0 0 0,1 0 0,-1-1 0,1 1 0,0 0 0,-1 0 0,1-1 0,0 1 0,1-1 0,-1 0 0,0 1 0,1-1 0,-1 0 0,1-1 0,0 1 0,0 0 0,-1-1 0,1 1 0,0-1 0,5 1 0,8 3 0,1-1 0,0-1 0,0 0 0,18 0 0,-25-4-136,-1 1-1,1-1 1,0-1-1,-1 0 1,1 0-1,-1-1 1,1 0-1,-1-1 0,9-5 1,-9 4-6690</inkml:trace>
</inkml:ink>
</file>

<file path=ppt/ink/ink43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9-22T16:34:57.446"/>
    </inkml:context>
    <inkml:brush xml:id="br0">
      <inkml:brushProperty name="width" value="0.05" units="cm"/>
      <inkml:brushProperty name="height" value="0.05" units="cm"/>
      <inkml:brushProperty name="color" value="#00A0D7"/>
    </inkml:brush>
  </inkml:definitions>
  <inkml:trace contextRef="#ctx0" brushRef="#br0">1 127 24575,'189'-41'0,"-121"24"0,92-26 0,-142 35 0,-18 7 0,1 1 0,-1 0 0,0 0 0,1 0 0,-1 0 0,0 0 0,1 0 0,-1-1 0,0 1 0,0 0 0,1 0 0,-1-1 0,0 1 0,0 0 0,0 0 0,1-1 0,-1 1 0,0 0 0,0 0 0,0-1 0,0 1 0,1 0 0,-1-1 0,0 1 0,0 0 0,0-1 0,0 1 0,0 0 0,0-1 0,0 1 0,0 0 0,0-1 0,0 1 0,0 0 0,0-1 0,0 1 0,0 0 0,0-1 0,-1 1 0,1 0 0,0-1 0,0 1 0,0 0 0,0 0 0,-1-1 0,1 1 0,0 0 0,0 0 0,-1-1 0,1 1 0,0 0 0,0 0 0,-1-1 0,1 1 0,-1 0 0,0-1 0,1 1 0,-1 0 0,1-1 0,-1 1 0,1 0 0,-1 0 0,0 0 0,1 0 0,-1 0 0,0-1 0,1 1 0,-1 0 0,1 0 0,-1 0 0,0 1 0,1-1 0,-1 0 0,1 0 0,-1 0 0,0 0 0,1 1 0,-2-1 0,1 1 0,0 0 0,0 0 0,0 0 0,0 0 0,0 0 0,0 0 0,0 0 0,0 0 0,0 1 0,0 1 0,-1 1 0,0 1 0,0-1 0,0 1 0,1-1 0,-1 8 0,0-2 0,1-1 0,1 0 0,0 0 0,0 0 0,2 10 0,-1-15 0,0-1 0,0 0 0,0 0 0,0 0 0,0 0 0,0 0 0,1 0 0,0 0 0,-1 0 0,1 0 0,0-1 0,0 1 0,1-1 0,-1 1 0,0-1 0,1 0 0,3 3 0,4 1 7,0-1 0,0 0 0,1 0 0,0-1 0,11 2-1,57 10-214,-35-8-990,-27-5-5628</inkml:trace>
</inkml:ink>
</file>

<file path=ppt/ink/ink43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9-22T16:34:57.897"/>
    </inkml:context>
    <inkml:brush xml:id="br0">
      <inkml:brushProperty name="width" value="0.05" units="cm"/>
      <inkml:brushProperty name="height" value="0.05" units="cm"/>
      <inkml:brushProperty name="color" value="#00A0D7"/>
    </inkml:brush>
  </inkml:definitions>
  <inkml:trace contextRef="#ctx0" brushRef="#br0">69 364 24575,'-7'5'0,"1"-1"0,-1 1 0,1 0 0,0 0 0,0 0 0,0 1 0,-6 9 0,11-13 0,-1 0 0,1 0 0,-1 0 0,1 1 0,0-1 0,0 0 0,0 0 0,1 1 0,-1-1 0,0 1 0,1-1 0,0 1 0,-1-1 0,1 1 0,0-1 0,0 0 0,0 1 0,1-1 0,-1 1 0,1-1 0,-1 1 0,1-1 0,0 0 0,0 1 0,0-1 0,0 0 0,2 3 0,0-1 0,0 0 0,0-1 0,0 1 0,1-1 0,0 0 0,-1 0 0,1 0 0,0 0 0,0-1 0,1 1 0,-1-1 0,0 0 0,1-1 0,-1 1 0,1-1 0,9 2 0,-12-3 0,1 0 0,0 1 0,-1-1 0,1-1 0,-1 1 0,1 0 0,-1 0 0,1-1 0,-1 0 0,1 1 0,-1-1 0,1 0 0,-1 0 0,0-1 0,0 1 0,1 0 0,-1-1 0,0 1 0,0-1 0,0 0 0,-1 1 0,1-1 0,0 0 0,-1 0 0,1 0 0,-1 0 0,1-1 0,-1 1 0,0 0 0,0-1 0,0 1 0,1-5 0,1-6 0,-1 0 0,0 1 0,-1-1 0,0 0 0,-1-13 0,-9-65 0,-3 30 0,-2 0 0,-30-81 0,33 109 0,9 30 0,1 5 0,0 11 0,3 22 0,9 25 8,28 94 0,-14-66-1389,-18-59-5445</inkml:trace>
</inkml:ink>
</file>

<file path=ppt/ink/ink43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9-22T16:34:58.273"/>
    </inkml:context>
    <inkml:brush xml:id="br0">
      <inkml:brushProperty name="width" value="0.05" units="cm"/>
      <inkml:brushProperty name="height" value="0.05" units="cm"/>
      <inkml:brushProperty name="color" value="#00A0D7"/>
    </inkml:brush>
  </inkml:definitions>
  <inkml:trace contextRef="#ctx0" brushRef="#br0">1 10 24575,'0'-5'0,"2"1"0,2 4 0,1 1 0,1 4 0,2 3 0,-1 2 0,1 1 0,-1 0 0,-1 0 0,-2 2 0,-2-2-8191</inkml:trace>
</inkml:ink>
</file>

<file path=ppt/ink/ink44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9-22T16:34:59.197"/>
    </inkml:context>
    <inkml:brush xml:id="br0">
      <inkml:brushProperty name="width" value="0.05" units="cm"/>
      <inkml:brushProperty name="height" value="0.05" units="cm"/>
      <inkml:brushProperty name="color" value="#00A0D7"/>
    </inkml:brush>
  </inkml:definitions>
  <inkml:trace contextRef="#ctx0" brushRef="#br0">2 633 24575,'10'-3'0,"0"-1"0,0 0 0,0-1 0,-1 0 0,0-1 0,0 0 0,15-12 0,-20 14 0,0 0 0,0 0 0,-1-1 0,0 1 0,1-1 0,-1 0 0,-1 1 0,1-2 0,-1 1 0,0 0 0,0 0 0,0-1 0,-1 1 0,0 0 0,0-1 0,0-8 0,-1-4 0,-1 0 0,-1 0 0,0 0 0,-6-19 0,-25-70 0,21 69 0,-16-54 0,-18-52 0,44 158 0,2 11 0,42 258 0,-5-127 0,-30-137 0,0 1 0,1-1 0,1 0 0,1-1 0,19 29 0,-25-42 15,0-1 0,0 1 0,0-1 0,0 0 0,1 0 0,0 0 0,9 5 0,-13-8-74,1 0-1,0 0 1,0 0-1,0-1 1,1 1 0,-1 0-1,0-1 1,0 1-1,0-1 1,0 0 0,1 0-1,-1 0 1,0 0-1,0 0 1,0 0 0,0-1-1,1 1 1,-1-1-1,0 1 1,0-1 0,0 0-1,0 0 1,0 0-1,2-1 1,5-5-6767</inkml:trace>
</inkml:ink>
</file>

<file path=ppt/ink/ink44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9-22T16:34:59.364"/>
    </inkml:context>
    <inkml:brush xml:id="br0">
      <inkml:brushProperty name="width" value="0.05" units="cm"/>
      <inkml:brushProperty name="height" value="0.05" units="cm"/>
      <inkml:brushProperty name="color" value="#00A0D7"/>
    </inkml:brush>
  </inkml:definitions>
  <inkml:trace contextRef="#ctx0" brushRef="#br0">1 1 24575,'5'17'0,"4"9"0,1 2 0,1-1 0,-2-2 0,1-6 0,-2-4 0,-2-4-8191</inkml:trace>
</inkml:ink>
</file>

<file path=ppt/ink/ink44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9-22T16:34:59.554"/>
    </inkml:context>
    <inkml:brush xml:id="br0">
      <inkml:brushProperty name="width" value="0.05" units="cm"/>
      <inkml:brushProperty name="height" value="0.05" units="cm"/>
      <inkml:brushProperty name="color" value="#00A0D7"/>
    </inkml:brush>
  </inkml:definitions>
  <inkml:trace contextRef="#ctx0" brushRef="#br0">0 0 24575,'8'20'0,"4"10"0,1 4 0,-2-2 0,-3-2 0,0-5 0,-2-6-8191</inkml:trace>
</inkml:ink>
</file>

<file path=ppt/ink/ink44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9-22T16:35:00.255"/>
    </inkml:context>
    <inkml:brush xml:id="br0">
      <inkml:brushProperty name="width" value="0.05" units="cm"/>
      <inkml:brushProperty name="height" value="0.05" units="cm"/>
      <inkml:brushProperty name="color" value="#00A0D7"/>
    </inkml:brush>
  </inkml:definitions>
  <inkml:trace contextRef="#ctx0" brushRef="#br0">1 85 24575,'13'18'0,"1"-1"0,1-1 0,23 21 0,0-1 0,-36-34 0,0-1 0,-1 1 0,1 0 0,0-1 0,0 1 0,0-1 0,0 0 0,0 1 0,1-1 0,-1 0 0,0-1 0,0 1 0,1 0 0,3 0 0,-4-1 0,-1 0 0,0 0 0,1 0 0,-1-1 0,0 1 0,1-1 0,-1 1 0,0-1 0,0 1 0,1-1 0,-1 1 0,0-1 0,0 0 0,0 0 0,0 0 0,0 0 0,0 0 0,0 0 0,0 0 0,0 0 0,0 0 0,-1 0 0,1 0 0,0 0 0,-1-1 0,1 1 0,0-2 0,1-3 0,-1 0 0,1 0 0,-1-1 0,0 1 0,0 0 0,-1-1 0,0-8 0,0 8 0,0-1 0,1 0 0,2-13 0,-3 21 0,0 0 0,0 0 0,0-1 0,0 1 0,0 0 0,0 0 0,1-1 0,-1 1 0,0 0 0,0 0 0,0 0 0,0-1 0,0 1 0,0 0 0,1 0 0,-1 0 0,0-1 0,0 1 0,0 0 0,1 0 0,-1 0 0,0 0 0,0-1 0,0 1 0,1 0 0,-1 0 0,0 0 0,0 0 0,1 0 0,-1 0 0,0 0 0,0 0 0,1 0 0,-1 0 0,0 0 0,0 0 0,1 0 0,-1 0 0,0 0 0,12 8 0,8 16 0,-19-23 0,8 11 0,1-1 0,0-1 0,0 0 0,1 0 0,1-1 0,-1 0 0,1-1 0,1-1 0,0 0 0,0 0 0,0-2 0,0 1 0,1-2 0,0 1 0,26 3 0,-33-8 0,1 0 0,-1-1 0,0 1 0,1-1 0,-1-1 0,1 0 0,-1 0 0,0 0 0,0-1 0,0 1 0,0-2 0,-1 1 0,1-1 0,-1 0 0,0 0 0,0-1 0,6-6 0,-5 5 0,-1 0 0,0-1 0,-1 1 0,1-1 0,-1 0 0,-1 0 0,1-1 0,-1 0 0,0 1 0,-1-1 0,0 0 0,0-1 0,-1 1 0,2-14 0,-4 17 0,0 0 0,0 0 0,0-1 0,-1 1 0,0 0 0,0 0 0,0 0 0,0 0 0,-1 0 0,-4-7 0,5 10 0,1 1 0,-1 0 0,0-1 0,0 1 0,0 0 0,0 0 0,0 0 0,0 0 0,0 0 0,0 0 0,0 0 0,0 0 0,-1 0 0,1 0 0,0 1 0,-1-1 0,1 1 0,-1-1 0,1 1 0,-1-1 0,1 1 0,-1 0 0,1 0 0,-1-1 0,1 1 0,-1 0 0,1 1 0,-1-1 0,1 0 0,0 0 0,-1 1 0,1-1 0,-1 0 0,1 1 0,-1 0 0,1-1 0,0 1 0,-1 0 0,1 0 0,-2 1 0,0 0 0,0 0 0,1 0 0,-1 0 0,0 1 0,1-1 0,0 1 0,-1-1 0,1 1 0,0 0 0,0 0 0,1 0 0,-1 0 0,1 1 0,-1-1 0,1 0 0,-1 7 0,0-2 0,1 1 0,0-1 0,1 1 0,0-1 0,2 17 0,-1-21 0,0 0 0,0 0 0,0 0 0,1 0 0,0 0 0,0 0 0,0-1 0,0 1 0,0-1 0,1 1 0,-1-1 0,1 0 0,0 0 0,0 0 0,0 0 0,0 0 0,1-1 0,-1 1 0,1-1 0,6 3 0,3 1 0,1 0 0,1-1 0,-1 0 0,20 3 0,5-1-341,1-2 0,-1-2-1,50-1 1,-75-3-6485</inkml:trace>
</inkml:ink>
</file>

<file path=ppt/ink/ink44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9-22T16:35:00.885"/>
    </inkml:context>
    <inkml:brush xml:id="br0">
      <inkml:brushProperty name="width" value="0.05" units="cm"/>
      <inkml:brushProperty name="height" value="0.05" units="cm"/>
      <inkml:brushProperty name="color" value="#00A0D7"/>
    </inkml:brush>
  </inkml:definitions>
  <inkml:trace contextRef="#ctx0" brushRef="#br0">123 167 24575,'-9'-2'0,"0"1"0,0 0 0,0 1 0,0-1 0,-1 2 0,-15 2 0,22-3 0,1 1 0,0-1 0,0 1 0,0 0 0,0 0 0,0 0 0,0 0 0,0 0 0,0 0 0,0 1 0,1-1 0,-1 1 0,0-1 0,1 1 0,-1 0 0,1-1 0,-1 1 0,1 0 0,0 0 0,0 0 0,0 0 0,0 0 0,0 0 0,1 0 0,-1 0 0,0 1 0,1-1 0,0 0 0,-1 0 0,1 1 0,0-1 0,0 0 0,1 3 0,-1-2 0,1 1 0,-1-1 0,1 1 0,0-1 0,0 0 0,0 1 0,0-1 0,1 0 0,-1 0 0,1 0 0,0 0 0,0 0 0,0 0 0,0-1 0,1 1 0,-1 0 0,4 1 0,-4-2 0,0 0 0,0-1 0,0 1 0,1-1 0,-1 1 0,1-1 0,-1 0 0,1 0 0,0 0 0,-1-1 0,1 1 0,0 0 0,0-1 0,-1 0 0,1 0 0,0 0 0,0 0 0,-1 0 0,1 0 0,0-1 0,4-1 0,-2 0 0,0-1 0,0 1 0,0-1 0,0 0 0,-1-1 0,1 1 0,-1-1 0,0 0 0,0 0 0,-1 0 0,6-8 0,15-16 0,-23 27 0,1 0 0,-1 0 0,0-1 0,1 1 0,-1 0 0,1 0 0,-1 0 0,1 1 0,0-1 0,-1 0 0,1 0 0,0 1 0,0-1 0,-1 1 0,1 0 0,0 0 0,0-1 0,0 1 0,-1 0 0,1 0 0,0 1 0,0-1 0,0 0 0,-1 0 0,1 1 0,0 0 0,0-1 0,-1 1 0,1 0 0,1 1 0,5 3 0,-1 0 0,0 1 0,0 0 0,0 0 0,6 8 0,14 13 0,-16-20 0,-1-1 0,1 0 0,0 0 0,1-1 0,-1 0 0,1-1 0,0-1 0,0 0 0,0 0 0,1-1 0,-1-1 0,1 0 0,-1 0 0,1-2 0,-1 1 0,19-5 0,-28 5 0,0-1 0,-1 0 0,1 0 0,0 0 0,0 0 0,-1 0 0,1-1 0,-1 1 0,1-1 0,-1 0 0,0 0 0,1 0 0,-1 0 0,0 0 0,0 0 0,0 0 0,-1-1 0,1 1 0,-1-1 0,1 1 0,-1-1 0,0 0 0,0 1 0,0-1 0,0 0 0,0 0 0,0-4 0,0 0 0,-1 0 0,0 0 0,0 1 0,-1-1 0,1 0 0,-2 0 0,1 1 0,-1-1 0,0 1 0,0-1 0,-3-6 0,-8-13 0,5 11 0,0 0 0,2 0 0,0-1 0,1 1 0,-7-31 0,12 25 120,0 21-155,0-1 1,0 1-1,0-1 1,0 1-1,0-1 1,0 1-1,0 0 1,0-1-1,0 1 1,0-1-1,0 1 1,1 0-1,-1-1 0,0 1 1,0-1-1,0 1 1,1 0-1,-1-1 1,0 1-1,0 0 1,1-1-1,-1 1 1,0 0-1,0-1 1,1 1-1,-1 0 1,0 0-1,1-1 0,-1 1 1,1 0-1,-1 0 1,0 0-1,1 0 1,-1-1-1,1 1 1,-1 0-1,0 0 1,1 0-1,-1 0 1,1 0-1,-1 0 0,1 0 1</inkml:trace>
</inkml:ink>
</file>

<file path=ppt/ink/ink44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9-22T16:35:01.669"/>
    </inkml:context>
    <inkml:brush xml:id="br0">
      <inkml:brushProperty name="width" value="0.05" units="cm"/>
      <inkml:brushProperty name="height" value="0.05" units="cm"/>
      <inkml:brushProperty name="color" value="#00A0D7"/>
    </inkml:brush>
  </inkml:definitions>
  <inkml:trace contextRef="#ctx0" brushRef="#br0">67 254 24575,'11'70'0,"4"-1"0,42 123 0,-56-190 0,0 1 0,0 0 0,0 0 0,1 0 0,-1 0 0,4 4 0,-2-6 0,-2-6 0,-3-9 0,-47-145 0,34 117 0,1 1 0,-14-84 0,23 87 0,3-1 0,2-50 0,0 85 0,1 0 0,-1 0 0,1 0 0,0 1 0,0-1 0,0 1 0,1-1 0,-1 0 0,1 1 0,3-5 0,-5 7 0,1 0 0,0 0 0,0 0 0,0 0 0,0 1 0,-1-1 0,1 0 0,0 0 0,0 1 0,0-1 0,1 1 0,-1-1 0,0 1 0,0-1 0,0 1 0,0-1 0,0 1 0,1 0 0,-1 0 0,0 0 0,0 0 0,0 0 0,1 0 0,-1 0 0,0 0 0,0 0 0,0 0 0,1 1 0,-1-1 0,0 0 0,0 1 0,0-1 0,0 1 0,0 0 0,0-1 0,2 2 0,2 1 0,-1 1 0,1 0 0,-1 0 0,0 1 0,0-1 0,0 1 0,5 8 0,20 38 0,-28-48 0,1 0 0,-1-1 0,0 1 0,0 0 0,0 0 0,-1 0 0,1 0 0,-1 0 0,1 0 0,-1 0 0,0 0 0,0 0 0,0 0 0,-1 0 0,1 0 0,-1 0 0,0 0 0,1-1 0,-1 1 0,-1 0 0,1 0 0,-2 3 0,0-3 0,1 0 0,-1 0 0,1 0 0,-1 0 0,0 0 0,0-1 0,0 1 0,0-1 0,-1 0 0,1 0 0,-1 0 0,1-1 0,-1 1 0,0-1 0,1 0 0,-9 1 0,5 0-105,0-1 0,0 0 0,-1-1 0,1 0 0,0 0 0,0 0 0,-1-1 0,1 0 0,0 0 0,0-1 0,0 0 0,-9-4 0,6 0-6721</inkml:trace>
</inkml:ink>
</file>

<file path=ppt/ink/ink44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9-22T16:35:02.124"/>
    </inkml:context>
    <inkml:brush xml:id="br0">
      <inkml:brushProperty name="width" value="0.05" units="cm"/>
      <inkml:brushProperty name="height" value="0.05" units="cm"/>
      <inkml:brushProperty name="color" value="#00A0D7"/>
    </inkml:brush>
  </inkml:definitions>
  <inkml:trace contextRef="#ctx0" brushRef="#br0">16 1 24575,'-4'31'0,"-7"86"0,10-94 0,1 0 0,6 46 0,-2-55 0,0 0 0,0 0 0,1 0 0,1-1 0,0 0 0,1 0 0,0 0 0,1-1 0,1 0 0,15 17 0,-23-28 0,0 0 0,0 1 0,0-1 0,0 0 0,1 0 0,-1 0 0,0 0 0,1 0 0,-1 0 0,1 0 0,-1-1 0,1 1 0,-1 0 0,1-1 0,0 1 0,-1-1 0,1 1 0,0-1 0,-1 0 0,1 0 0,0 0 0,-1 0 0,1 0 0,0 0 0,-1-1 0,3 1 0,-2-1 0,0-1 0,0 1 0,-1 0 0,1-1 0,0 1 0,0-1 0,-1 1 0,1-1 0,-1 0 0,0 0 0,1 1 0,-1-1 0,0 0 0,0 0 0,0 0 0,0-1 0,-1 1 0,1 0 0,0-3 0,0-1 0,0-1 0,0 1 0,-1-9 0,0 10 0,1 0 0,-1 0 0,0-1 0,1 1 0,3-8 0,-4 12 0,0 1 0,0-1 0,0 1 0,0 0 0,1-1 0,-1 1 0,0-1 0,0 1 0,1 0 0,-1-1 0,0 1 0,1 0 0,-1-1 0,0 1 0,1 0 0,-1 0 0,0-1 0,1 1 0,-1 0 0,1 0 0,-1 0 0,1 0 0,-1-1 0,0 1 0,1 0 0,-1 0 0,2 0 0,-1 0 0,0 0 0,0 1 0,1-1 0,-1 0 0,0 1 0,0-1 0,0 1 0,0-1 0,1 1 0,0 0 0,24 21 0,-24-20 0,41 42 13,-23-23-702,38 32 0,-45-44-6137</inkml:trace>
</inkml:ink>
</file>

<file path=ppt/ink/ink44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9-22T16:35:02.501"/>
    </inkml:context>
    <inkml:brush xml:id="br0">
      <inkml:brushProperty name="width" value="0.05" units="cm"/>
      <inkml:brushProperty name="height" value="0.05" units="cm"/>
      <inkml:brushProperty name="color" value="#00A0D7"/>
    </inkml:brush>
  </inkml:definitions>
  <inkml:trace contextRef="#ctx0" brushRef="#br0">77 3 24575,'-3'-1'0,"-1"0"0,1 1 0,-1 0 0,1-1 0,-1 1 0,1 1 0,-1-1 0,1 0 0,-1 1 0,1 0 0,-1-1 0,-3 3 0,6-2 0,-1 0 0,0 0 0,0 0 0,1 0 0,-1 1 0,1-1 0,-1 0 0,1 1 0,-1-1 0,1 1 0,0 0 0,0-1 0,0 1 0,0 0 0,0 0 0,0 0 0,0 0 0,1 0 0,-1 0 0,1 0 0,-1 0 0,1 2 0,-1 3 0,1 0 0,0-1 0,0 1 0,1 0 0,0 0 0,0 0 0,0-1 0,1 1 0,3 8 0,-4-12 0,1 1 0,-1-1 0,1 1 0,0-1 0,0 0 0,0 1 0,0-1 0,1 0 0,-1-1 0,1 1 0,0 0 0,-1-1 0,1 1 0,0-1 0,1 0 0,-1 0 0,0 0 0,4 1 0,-5-2 0,0-1 0,0 0 0,0 0 0,0 1 0,0-1 0,0-1 0,0 1 0,0 0 0,0 0 0,0-1 0,0 1 0,0-1 0,0 1 0,0-1 0,-1 0 0,1 0 0,0 0 0,0 0 0,-1 0 0,1 0 0,-1 0 0,1-1 0,-1 1 0,1-1 0,-1 1 0,0-1 0,0 1 0,1-1 0,0-2 0,1-1 0,0 0 0,0-1 0,-1 0 0,1 0 0,-1 0 0,0 0 0,-1 0 0,2-6 0,-3 4 0,0 6 0,0 0 0,1 0 0,-1 0 0,0 0 0,1-1 0,-1 1 0,1 0 0,-1 0 0,1 0 0,0 0 0,1-1 0,-2 3 0,1 0 0,-1 0 0,0-1 0,0 1 0,0 0 0,1 0 0,-1 0 0,0 0 0,0 0 0,1 1 0,-1-1 0,0 0 0,0 0 0,1 0 0,-1 0 0,0 0 0,0 0 0,1 0 0,-1 0 0,0 0 0,0 1 0,0-1 0,0 0 0,1 0 0,-1 0 0,0 0 0,0 1 0,0-1 0,0 0 0,1 0 0,-1 0 0,0 1 0,0-1 0,0 0 0,0 0 0,0 1 0,0-1 0,0 0 0,0 1 0,5 9 0,20 65-1365,-20-61-5461</inkml:trace>
</inkml:ink>
</file>

<file path=ppt/ink/ink44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9-22T16:35:03.221"/>
    </inkml:context>
    <inkml:brush xml:id="br0">
      <inkml:brushProperty name="width" value="0.05" units="cm"/>
      <inkml:brushProperty name="height" value="0.05" units="cm"/>
      <inkml:brushProperty name="color" value="#00A0D7"/>
    </inkml:brush>
  </inkml:definitions>
  <inkml:trace contextRef="#ctx0" brushRef="#br0">90 67 24575,'-4'-2'0,"-1"1"0,1-1 0,-1 1 0,1 0 0,-1 1 0,0-1 0,1 1 0,-1 0 0,-9 0 0,12 1 0,1-1 0,-1 0 0,0 1 0,1-1 0,-1 1 0,1-1 0,-1 1 0,1 0 0,-1 0 0,1 0 0,-1 0 0,1 0 0,0 0 0,0 0 0,-1 0 0,1 0 0,0 1 0,0-1 0,0 0 0,0 1 0,0-1 0,1 1 0,-1-1 0,0 1 0,1-1 0,-1 1 0,1 0 0,-1-1 0,1 1 0,0 3 0,-1 2 0,2 1 0,-1-1 0,1 1 0,0-1 0,0 1 0,5 13 0,19 43 0,-24-60 0,13 19 0,-12-19 0,0-1 0,0 0 0,0 1 0,0-1 0,0 1 0,-1 0 0,1 0 0,-1 0 0,0-1 0,1 8 0,-2-10 0,0 0 0,0-1 0,0 1 0,0 0 0,-1-1 0,1 1 0,0 0 0,0-1 0,0 1 0,-1 0 0,1-1 0,0 1 0,-1-1 0,1 1 0,-1-1 0,1 1 0,0 0 0,-1-1 0,1 0 0,-1 1 0,0-1 0,1 1 0,-1-1 0,1 0 0,-1 1 0,0-1 0,1 0 0,-1 1 0,1-1 0,-1 0 0,0 0 0,1 0 0,-1 0 0,0 0 0,1 0 0,-1 0 0,0 0 0,0 0 0,1 0 0,-1 0 0,0 0 0,1 0 0,-1 0 0,0-1 0,1 1 0,-2-1 0,0 1 0,0-1 0,0 0 0,0 0 0,0 0 0,0 0 0,-1 0 0,2 0 0,-1 0 0,0-1 0,0 1 0,0-1 0,-2-2 0,4 4 0,0-1 0,0 1 0,0 0 0,0-1 0,0 1 0,0 0 0,0 0 0,0-1 0,0 1 0,0 0 0,0-1 0,0 1 0,0 0 0,0 0 0,0-1 0,0 1 0,1 0 0,-1 0 0,0-1 0,0 1 0,0 0 0,0 0 0,1-1 0,-1 1 0,0 0 0,0 0 0,0 0 0,1-1 0,-1 1 0,0 0 0,0 0 0,1 0 0,-1 0 0,0 0 0,1 0 0,-1 0 0,0-1 0,0 1 0,1 0 0,-1 0 0,0 0 0,1 0 0,-1 0 0,0 0 0,0 0 0,1 1 0,16-3 0,-16 2 0,19-1 0,88-8 0,-95 7 0,-1-1 0,0 0 0,0 0 0,0-2 0,-1 1 0,20-12 0,-20 10 0,-1-1 0,0-1 0,0 0 0,-1 0 0,0-1 0,10-12 0,-14 16 0,-1-1 0,-1 1 0,1-1 0,-1 0 0,0 0 0,0-1 0,-1 1 0,0-1 0,0 1 0,0-1 0,-1 1 0,0-1 0,0-7 0,-1 6 0,-1-29 0,1 35 0,0 0 0,-1 0 0,1-1 0,-1 1 0,1 0 0,-1 0 0,0 0 0,0 0 0,0 0 0,0 0 0,0 1 0,0-1 0,-3-3 0,3 4 0,0 1 0,0-1 0,0 1 0,0-1 0,0 1 0,0 0 0,0 0 0,0-1 0,0 1 0,0 0 0,0 0 0,0 0 0,0 0 0,0 0 0,0 0 0,0 0 0,0 1 0,0-1 0,0 0 0,0 0 0,0 1 0,0-1 0,0 1 0,0-1 0,0 1 0,0-1 0,0 1 0,0 0 0,1-1 0,-1 1 0,0 0 0,-1 1 0,-1 1 0,-1 1 0,0 0 0,1 0 0,-6 10 0,3-5 0,2 0 0,-1 0 0,1 0 0,1 1 0,0 0 0,0 0 0,1 0 0,0 0 0,0 17 0,2-21 0,0 0 0,1 0 0,-1 0 0,1 1 0,1-1 0,-1 0 0,1 0 0,0-1 0,1 1 0,-1 0 0,1-1 0,0 1 0,1-1 0,-1 0 0,1 0 0,0 0 0,5 4 0,6 4-136,1 0-1,0-1 1,1-1-1,0-1 1,1-1-1,0 0 1,0-1-1,1-1 0,20 5 1,-20-6-6690</inkml:trace>
</inkml:ink>
</file>

<file path=ppt/ink/ink44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9-22T16:35:06.962"/>
    </inkml:context>
    <inkml:brush xml:id="br0">
      <inkml:brushProperty name="width" value="0.05" units="cm"/>
      <inkml:brushProperty name="height" value="0.05" units="cm"/>
      <inkml:brushProperty name="color" value="#00A0D7"/>
    </inkml:brush>
  </inkml:definitions>
  <inkml:trace contextRef="#ctx0" brushRef="#br0">299 1007 24575,'-29'-68'0,"19"41"0,-16-28 0,-22-40 0,-46-133 0,72 166 0,2-1 0,-21-125 0,37 169 0,2-1 0,0 1 0,2-1 0,0 0 0,1 1 0,6-36 0,-6 53 0,-1-1 0,1 0 0,0 1 0,0-1 0,0 1 0,0 0 0,1-1 0,-1 1 0,1 0 0,-1 0 0,1 0 0,0 0 0,0 0 0,-1 0 0,2 1 0,-1-1 0,0 0 0,3-1 0,-1 2 0,-1 0 0,0 0 0,1 0 0,-1 0 0,1 0 0,-1 1 0,1 0 0,0 0 0,-1 0 0,1 0 0,-1 0 0,5 1 0,3 2 0,0 0 0,0 1 0,0 0 0,-1 1 0,1 0 0,-1 0 0,14 10 0,-20-11 0,16 9 0,-1 2 0,0 0 0,25 27 0,-42-40 0,0 0 0,-1 1 0,1-1 0,-1 0 0,1 0 0,-1 1 0,0-1 0,0 1 0,0-1 0,0 1 0,0-1 0,-1 1 0,1 4 0,-1-6 0,0 0 0,0 1 0,-1-1 0,1 1 0,0-1 0,-1 0 0,1 1 0,-1-1 0,0 0 0,1 0 0,-1 0 0,0 1 0,0-1 0,0 0 0,0 0 0,0 0 0,0 0 0,0 0 0,0 0 0,0-1 0,0 1 0,0 0 0,-1-1 0,1 1 0,0 0 0,-3 0 0,-1 0 0,-1 1 0,1-1 0,0 0 0,-1 0 0,-6 0 0,6-1 0,0 0 0,1 1 0,-1 0 0,-6 2 0,11-3 0,0 0 0,0 1 0,0-1 0,0 0 0,1 1 0,-1-1 0,0 1 0,0-1 0,0 1 0,1-1 0,-1 1 0,0 0 0,1-1 0,-1 1 0,1 0 0,-1 0 0,0-1 0,1 1 0,0 0 0,-1 0 0,1 0 0,-1 0 0,1 1 0,0 0 0,0-1 0,0 1 0,0 0 0,0-1 0,0 1 0,0 0 0,1-1 0,-1 1 0,1-1 0,-1 1 0,1-1 0,1 3 0,2 3 0,1 0 0,0 0 0,0-1 0,7 7 0,25 22 0,2-2 0,47 32 0,19 14 0,-92-68 0,-2-2 0,0 0 0,-1 0 0,0 1 0,13 17 0,-22-26 0,0 0 0,-1 0 0,1 0 0,0 0 0,-1 0 0,1 0 0,-1 1 0,1-1 0,-1 0 0,1 0 0,-1 1 0,0-1 0,0 0 0,0 1 0,0-1 0,0 0 0,0 0 0,0 1 0,0-1 0,0 2 0,-1-2 0,0 0 0,1 0 0,-1 0 0,0 0 0,1 0 0,-1-1 0,0 1 0,0 0 0,0 0 0,0-1 0,0 1 0,0 0 0,0-1 0,0 1 0,0-1 0,0 1 0,-2 0 0,-5 0 0,0 1 0,0-1 0,-1 0 0,-14-1 0,-174-19 0,138 11 0,50 6-273,0 2 0,-1-1 0,1 1 0,-16 3 0,11-1-6553</inkml:trace>
</inkml:ink>
</file>

<file path=ppt/ink/ink45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9-22T16:35:07.809"/>
    </inkml:context>
    <inkml:brush xml:id="br0">
      <inkml:brushProperty name="width" value="0.05" units="cm"/>
      <inkml:brushProperty name="height" value="0.05" units="cm"/>
      <inkml:brushProperty name="color" value="#00A0D7"/>
    </inkml:brush>
  </inkml:definitions>
  <inkml:trace contextRef="#ctx0" brushRef="#br0">297 46 24575,'-3'0'0,"-3"0"0,-3 0 0,-5 0 0,-3-3 0,-3 0 0,-4-3 0,-2 0 0,1 1 0,-1-1 0,1 0 0,3 2 0,3 0 0,2 2 0,1 1 0,1 4 0,3 0-8191</inkml:trace>
</inkml:ink>
</file>

<file path=ppt/ink/ink45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9-22T16:35:09.628"/>
    </inkml:context>
    <inkml:brush xml:id="br0">
      <inkml:brushProperty name="width" value="0.05" units="cm"/>
      <inkml:brushProperty name="height" value="0.05" units="cm"/>
      <inkml:brushProperty name="color" value="#00A0D7"/>
    </inkml:brush>
  </inkml:definitions>
  <inkml:trace contextRef="#ctx0" brushRef="#br0">208 32 24575,'1'-3'0,"1"0"0,0 0 0,1 0 0,-1 0 0,0 0 0,1 0 0,4-3 0,-6 5 0,-1 1 0,1 0 0,-1-1 0,1 1 0,-1 0 0,1-1 0,-1 1 0,1 0 0,-1 0 0,1-1 0,0 1 0,-1 0 0,1 0 0,0 0 0,-1 0 0,1 0 0,-1 0 0,1 0 0,0 0 0,0 0 0,0 1 0,-1-1 0,1 1 0,-1-1 0,1 1 0,0-1 0,-1 1 0,1-1 0,-1 1 0,0 0 0,1-1 0,-1 1 0,1 0 0,-1-1 0,0 1 0,0 0 0,1 0 0,-1-1 0,0 1 0,0 0 0,0 0 0,0 0 0,3 20 0,-2 0 0,-1 0 0,-3 36 0,-15 42 0,7-50 0,10-44 0,0 0 0,0 0 0,-1 0 0,0 0 0,0 0 0,0 0 0,0-1 0,-1 1 0,-3 5 0,4-8 0,0-1 0,1 1 0,-1 0 0,0 0 0,0-1 0,-1 0 0,1 1 0,0-1 0,0 0 0,-1 0 0,1 0 0,0 0 0,-1 0 0,1-1 0,-1 1 0,1-1 0,-1 0 0,1 1 0,-1-1 0,-4-1 0,1 1 0,0-2 0,0 1 0,1 0 0,-1-1 0,0 0 0,0-1 0,1 1 0,-1-1 0,1 0 0,0 0 0,0-1 0,0 0 0,1 1 0,-9-10 0,6 6 0,1-1 0,-1 0 0,2 0 0,-1-1 0,1 0 0,0 0 0,1 0 0,-5-12 0,8 17 0,0-1 0,0 1 0,0-1 0,0 1 0,1-1 0,-1 1 0,1-1 0,1 0 0,-1 1 0,0-1 0,2-4 0,-1 8 0,-1-1 0,1 0 0,0 0 0,-1 1 0,1-1 0,0 1 0,0-1 0,0 1 0,0-1 0,1 1 0,-1 0 0,0-1 0,1 1 0,-1 0 0,0 0 0,1 0 0,-1 0 0,1 0 0,0 0 0,-1 1 0,1-1 0,0 0 0,0 1 0,-1-1 0,1 1 0,0 0 0,0 0 0,-1-1 0,1 1 0,2 1 0,6-1 0,0 1 0,0 1 0,-1 0 0,1 0 0,0 1 0,-1 0 0,0 0 0,1 1 0,14 10 0,7 5 0,35 29 0,-62-45 0,7 4-170,-1 2-1,0 0 0,0 0 1,0 1-1,-1 0 0,-1 0 1,12 18-1,-15-17-6655</inkml:trace>
</inkml:ink>
</file>

<file path=ppt/ink/ink45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9-22T16:35:10.442"/>
    </inkml:context>
    <inkml:brush xml:id="br0">
      <inkml:brushProperty name="width" value="0.05" units="cm"/>
      <inkml:brushProperty name="height" value="0.05" units="cm"/>
      <inkml:brushProperty name="color" value="#00A0D7"/>
    </inkml:brush>
  </inkml:definitions>
  <inkml:trace contextRef="#ctx0" brushRef="#br0">0 14 24575,'9'20'0,"0"0"0,1-1 0,1 0 0,1-1 0,25 30 0,-26-36 0,0-1 0,0 0 0,1-1 0,1 0 0,-1-1 0,2 0 0,-1-1 0,25 10 0,-36-17 0,0 0 0,1 0 0,-1 0 0,0 0 0,0-1 0,1 1 0,-1-1 0,0 0 0,0 0 0,1 0 0,-1 0 0,0 0 0,1 0 0,-1 0 0,0-1 0,0 1 0,1-1 0,-1 0 0,0 0 0,0 1 0,0-1 0,0-1 0,0 1 0,0 0 0,0 0 0,0-1 0,0 1 0,2-4 0,-1 1 0,-1 0 0,1 0 0,-1 0 0,1-1 0,-1 1 0,-1-1 0,1 0 0,-1 1 0,1-1 0,-1 0 0,-1 0 0,1-7 0,-1-20 0,0-6 0,0 38 0,0 0 0,0 0 0,0-1 0,0 1 0,1 0 0,-1 0 0,0 0 0,0-1 0,0 1 0,0 0 0,0 0 0,0 0 0,0 0 0,0 0 0,1-1 0,-1 1 0,0 0 0,0 0 0,0 0 0,0 0 0,0 0 0,1 0 0,-1-1 0,0 1 0,0 0 0,0 0 0,0 0 0,1 0 0,-1 0 0,0 0 0,0 0 0,0 0 0,1 0 0,-1 0 0,0 0 0,0 0 0,0 0 0,0 0 0,1 0 0,-1 0 0,0 0 0,0 0 0,0 0 0,1 0 0,-1 1 0,0-1 0,0 0 0,0 0 0,0 0 0,1 0 0,-1 0 0,0 0 0,0 0 0,0 1 0,9 6 0,15 15 0,0 0 0,39 25 0,-48-38 0,-1 0 0,2-1 0,-1-1 0,1 0 0,0-1 0,24 5 0,-36-10 0,0 0 0,0-1 0,-1 1 0,1-1 0,0 0 0,0 0 0,0 0 0,0-1 0,-1 1 0,1-1 0,0 0 0,0 0 0,-1 0 0,5-3 0,-6 3 0,1-1 0,-1 1 0,0-1 0,0 0 0,1 0 0,-2 0 0,1 0 0,0 0 0,0-1 0,-1 1 0,1 0 0,-1-1 0,1 1 0,-1-1 0,0 1 0,0-1 0,-1 0 0,1 0 0,0-5 0,0 1 9,0 0 1,-1-1-1,0 1 0,-1-1 0,1 1 1,-2 0-1,1 0 0,-1-1 0,0 1 0,0 0 1,-1 0-1,-5-10 0,0 3-306,0 1 0,-1 0 0,-1 0 0,-19-19 0,14 17-6529</inkml:trace>
</inkml:ink>
</file>

<file path=ppt/ink/ink45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9-22T16:34:34.558"/>
    </inkml:context>
    <inkml:brush xml:id="br0">
      <inkml:brushProperty name="width" value="0.05" units="cm"/>
      <inkml:brushProperty name="height" value="0.05" units="cm"/>
      <inkml:brushProperty name="color" value="#00A0D7"/>
    </inkml:brush>
  </inkml:definitions>
  <inkml:trace contextRef="#ctx0" brushRef="#br0">43 13 24575,'-2'-1'0,"0"-1"0,0 1 0,0 0 0,-1-1 0,1 1 0,-1 0 0,-2 0 0,4 0 0,0 1 0,0-1 0,0 1 0,-1 0 0,1-1 0,0 1 0,0 0 0,-1 0 0,1 0 0,0 0 0,0 0 0,-1 0 0,1 0 0,0 1 0,-2 0 0,3-1 0,0 0 0,0 1 0,0-1 0,0 0 0,0 1 0,-1-1 0,1 0 0,0 1 0,0-1 0,0 1 0,0-1 0,1 0 0,-1 1 0,0-1 0,0 1 0,0-1 0,0 0 0,0 1 0,0-1 0,1 0 0,-1 1 0,0-1 0,0 0 0,0 1 0,1-1 0,-1 0 0,0 0 0,0 1 0,1-1 0,-1 0 0,0 0 0,1 1 0,-1-1 0,12 10 0,8 3 0,1-1 0,22 10 0,18 10 0,130 68 0,-127-64 0,-2-1 0,93 44 0,58 27 0,-52-42 0,105 48 0,197 127 0,313 182 0,-392-226 0,-227-128 0,-71-33 0,112 43 0,-110-43 0,-37-12 0,90 55 0,-141-76 0,1-1-52,2 2-42,0-1 1,-1 1-1,1-1 0,0 1 0,-1 0 0,0 0 1,1 0-1,-1 0 0,0 0 0,0 1 0,0-1 1,0 0-1,1 5 0</inkml:trace>
</inkml:ink>
</file>

<file path=ppt/ink/ink45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9-22T16:34:35.995"/>
    </inkml:context>
    <inkml:brush xml:id="br0">
      <inkml:brushProperty name="width" value="0.05" units="cm"/>
      <inkml:brushProperty name="height" value="0.05" units="cm"/>
      <inkml:brushProperty name="color" value="#00A0D7"/>
    </inkml:brush>
  </inkml:definitions>
  <inkml:trace contextRef="#ctx0" brushRef="#br0">119 2370 24575,'1'-13'0,"0"1"0,5-19 0,1-16 0,0-12 0,-4 44 0,-1 0 0,-1 0 0,0-1 0,-2-23 0,-7-35 0,3-80 0,-3 16 0,1 15 0,0-30 0,-1-24 0,10 113 0,-4-77 0,-12 53 0,0 21 0,9 46 0,1 1 0,1-1 0,-1-28 0,3 16 0,2 0 0,8-48 0,-6 61 0,0 0 0,-2 0 0,0 0 0,-2-1 0,0 1 0,-8-37 0,3 25 0,-13-54 0,16 73 0,0 0 0,1 0 0,1-1 0,0 1 0,1-17 0,-1-21 0,-7 5 0,2 18 0,0-3 0,3 19 0,1 0 0,-2-21 0,7-33-1365</inkml:trace>
</inkml:ink>
</file>

<file path=ppt/ink/ink45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9-22T16:34:37.361"/>
    </inkml:context>
    <inkml:brush xml:id="br0">
      <inkml:brushProperty name="width" value="0.05" units="cm"/>
      <inkml:brushProperty name="height" value="0.05" units="cm"/>
      <inkml:brushProperty name="color" value="#00A0D7"/>
    </inkml:brush>
  </inkml:definitions>
  <inkml:trace contextRef="#ctx0" brushRef="#br0">2775 858 24575,'-8'-7'0,"0"1"0,-1 1 0,1-1 0,-1 1 0,0 1 0,-1 0 0,-10-4 0,-15-6 0,8 3 0,-1 1 0,0 2 0,-1 1 0,-34-4 0,-22-6 0,53 9 0,-137-36 0,133 32 0,0-1 0,-53-29 0,48 22 0,-62-23 0,-47-6 0,113 37 0,-79-22 0,-172-63 0,164 44 0,99 44 0,-1 1 0,-41-6 0,-6-2 0,-288-76 0,245 52 0,32 10 0,61 22 0,-23-13 0,29 13 0,1 1 0,-1 0 0,-26-6 0,15 7 0,10 2 0,-1 0 0,-35-2 0,34 5 58,-25-5 0,26 3-798,-29-1-1,35 4-6085</inkml:trace>
</inkml:ink>
</file>

<file path=ppt/ink/ink45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9-22T16:34:38.984"/>
    </inkml:context>
    <inkml:brush xml:id="br0">
      <inkml:brushProperty name="width" value="0.05" units="cm"/>
      <inkml:brushProperty name="height" value="0.05" units="cm"/>
      <inkml:brushProperty name="color" value="#00A0D7"/>
    </inkml:brush>
  </inkml:definitions>
  <inkml:trace contextRef="#ctx0" brushRef="#br0">983 466 24575,'-30'-17'0,"-112"-59"0,61 33 0,55 28 0,-50-22 0,55 30 0,0 0 0,0 1 0,0 2 0,0 0 0,-1 1 0,-29 0 0,40 2 0,0-1 0,-1 0 0,1-1 0,0 0 0,1-1 0,-19-8 0,21 8 0,-44-21 0,47 22 0,1 1 0,0-1 0,-1 0 0,1-1 0,0 1 0,1-1 0,-1 0 0,-5-7 0,8 10 0,1 1 0,0 0 0,-1-1 0,1 1 0,0-1 0,-1 1 0,1-1 0,0 1 0,0-1 0,-1 0 0,1 1 0,0-1 0,0 1 0,0-1 0,0 1 0,0-1 0,0 0 0,0 1 0,0-1 0,0 1 0,0-1 0,0 1 0,0-1 0,0 0 0,1 1 0,-1-1 0,0 1 0,0-1 0,1 1 0,-1-1 0,0 1 0,1-1 0,-1 1 0,0-1 0,1 1 0,-1 0 0,1-1 0,-1 1 0,1 0 0,-1-1 0,1 1 0,-1 0 0,1-1 0,-1 1 0,1 0 0,-1 0 0,1 0 0,-1-1 0,1 1 0,0 0 0,-1 0 0,1 0 0,-1 0 0,1 0 0,0 0 0,4 0 0,-1 0 0,0 0 0,0 0 0,1 0 0,-1 1 0,5 1 0,16 6 0,45 23 0,-25-10 0,236 106 0,147 61 0,-28-23 0,90 30 0,-290-107 0,41 16 0,-44-23 0,27 9 0,-201-82 0,199 59 0,-108-47 0,-99-18 0,-15-2 0,1 0 0,-1 0 0,1 0 0,-1 0 0,1 0 0,0 1 0,-1-1 0,1 0 0,-1 0 0,1 0 0,-1 1 0,1-1 0,-1 0 0,1 1 0,-1-1 0,1 0 0,-1 1 0,0-1 0,1 1 0,-1-1 0,1 1 0,-2 0 0,0-1 0,0 0 0,-1 1 0,1-1 0,0 0 0,0 0 0,0 0 0,-1 0 0,1 0 0,0 0 0,0 0 0,0 0 0,-1 0 0,1-1 0,0 1 0,-1-1 0,-1 0 0,-53-11 0,1-3 0,-96-40 0,-32-14 0,54 22 0,80 28 0,-413-173 0,35-6 0,274 128 0,-286-119 0,158 71 0,-16-4 0,183 76 0,-32-11 0,83 37 0,17 7 0,0-3 0,-77-38 0,113 49 0,8 3 0,-1 0 0,0 0 0,0 1 0,0-1 0,0 1 0,0 0 0,-4-1 0,4 2-1365</inkml:trace>
</inkml:ink>
</file>

<file path=ppt/ink/ink45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9-22T16:34:40.025"/>
    </inkml:context>
    <inkml:brush xml:id="br0">
      <inkml:brushProperty name="width" value="0.05" units="cm"/>
      <inkml:brushProperty name="height" value="0.05" units="cm"/>
      <inkml:brushProperty name="color" value="#00A0D7"/>
    </inkml:brush>
  </inkml:definitions>
  <inkml:trace contextRef="#ctx0" brushRef="#br0">134 1 24575,'-4'1'0,"0"0"0,0 0 0,1 0 0,-1 1 0,0 0 0,0 0 0,1 0 0,-1 0 0,1 0 0,0 1 0,0-1 0,0 1 0,0 0 0,0 0 0,1 0 0,-1 1 0,-2 4 0,2-3 0,1 1 0,0-1 0,0 1 0,0 0 0,1 0 0,0 0 0,0 0 0,0 0 0,1 0 0,0 1 0,1 5 0,15 100 0,0-17 0,-16-89 0,15 170 0,-14-131 0,-8 86 0,-1-67 0,-23 210 0,25-217 0,-3 58 0,2-23 0,-1-1 0,1-1 0,-1 1 0,7-66 0,-5 26 0,-1 21 0,7-53 6,1 0 0,1-1 0,1 1 1,1 0-1,6 18 0,36 89-179,-17-53-1056,-25-60-5597</inkml:trace>
</inkml:ink>
</file>

<file path=ppt/ink/ink45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9-22T16:34:41.274"/>
    </inkml:context>
    <inkml:brush xml:id="br0">
      <inkml:brushProperty name="width" value="0.05" units="cm"/>
      <inkml:brushProperty name="height" value="0.05" units="cm"/>
      <inkml:brushProperty name="color" value="#00A0D7"/>
    </inkml:brush>
  </inkml:definitions>
  <inkml:trace contextRef="#ctx0" brushRef="#br0">1 0 24575,'55'17'0,"99"45"0,-38-14 0,47 17 0,191 63 0,-61-29 0,-6 15 0,-216-85 0,301 134 0,-81-27 0,-71-22 0,-104-52 0,92 39 0,-22-22 0,-6 6 0,-127-58 0,94 37 0,-146-63 0,1-1 0,0 1 0,-1 0 0,1 0 0,0-1 0,0 1 0,-1-1 0,1 0 0,0 1 0,0-1 0,0 0 0,-1 0 0,1 0 0,0 0 0,0-1 0,2 1 0,-4-1 0,0 1 0,0 0 0,0-1 0,0 1 0,0 0 0,-1-1 0,1 1 0,0 0 0,0-1 0,0 1 0,0 0 0,-1 0 0,1-1 0,0 1 0,0 0 0,-1 0 0,1-1 0,0 1 0,-1 0 0,1 0 0,0 0 0,0-1 0,-1 1 0,1 0 0,0 0 0,-1 0 0,-10-6 0,8 5 0,0 0 0,0-1 0,0 1 0,-1 1 0,1-1 0,0 0 0,-1 1 0,1 0 0,-5 0 0,8 0 0,-1 0 0,1 0 0,0-1 0,0 1 0,0 0 0,0 1 0,0-1 0,-1 0 0,1 0 0,0 0 0,0 0 0,0 0 0,0 0 0,0 0 0,0 0 0,-1 0 0,1 0 0,0 0 0,0 0 0,0 0 0,0 0 0,0 0 0,0 1 0,0-1 0,-1 0 0,1 0 0,0 0 0,0 0 0,0 0 0,0 0 0,0 0 0,0 1 0,0-1 0,0 0 0,0 0 0,0 0 0,0 0 0,0 1 0,4 4 0,10 6 0,-12-10 0,76 45 0,-22-13 0,41 32-1365,-78-52-5461</inkml:trace>
</inkml:ink>
</file>

<file path=ppt/ink/ink45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9-22T16:35:14.035"/>
    </inkml:context>
    <inkml:brush xml:id="br0">
      <inkml:brushProperty name="width" value="0.05" units="cm"/>
      <inkml:brushProperty name="height" value="0.05" units="cm"/>
      <inkml:brushProperty name="color" value="#00A0D7"/>
    </inkml:brush>
  </inkml:definitions>
  <inkml:trace contextRef="#ctx0" brushRef="#br0">286 16 24575,'-32'-5'0,"-14"-2"0,-4 3 0,2 5 0,3 2 0,8 0 0,9 1-8191</inkml:trace>
</inkml:ink>
</file>

<file path=ppt/ink/ink46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9-22T16:35:15.347"/>
    </inkml:context>
    <inkml:brush xml:id="br0">
      <inkml:brushProperty name="width" value="0.05" units="cm"/>
      <inkml:brushProperty name="height" value="0.05" units="cm"/>
      <inkml:brushProperty name="color" value="#00A0D7"/>
    </inkml:brush>
  </inkml:definitions>
  <inkml:trace contextRef="#ctx0" brushRef="#br0">1 0 24575,'0'0'-8191</inkml:trace>
</inkml:ink>
</file>

<file path=ppt/ink/ink46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9-22T16:35:16.891"/>
    </inkml:context>
    <inkml:brush xml:id="br0">
      <inkml:brushProperty name="width" value="0.05" units="cm"/>
      <inkml:brushProperty name="height" value="0.05" units="cm"/>
      <inkml:brushProperty name="color" value="#00A0D7"/>
    </inkml:brush>
  </inkml:definitions>
  <inkml:trace contextRef="#ctx0" brushRef="#br0">386 17 24575,'4'-4'0,"2"-4"0,-7 8 0,0-1 0,0 1 0,0-1 0,0 1 0,0 0 0,1 0 0,-1-1 0,0 1 0,0 0 0,0 0 0,0 0 0,0 0 0,-2 0 0,-197-1 0,105 2 0,87-1-170,0 0-1,0 0 0,0 1 1,0 1-1,0-1 0,0 1 1,-9 3-1,5 1-6655</inkml:trace>
</inkml:ink>
</file>

<file path=ppt/ink/ink46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9-22T16:35:17.752"/>
    </inkml:context>
    <inkml:brush xml:id="br0">
      <inkml:brushProperty name="width" value="0.05" units="cm"/>
      <inkml:brushProperty name="height" value="0.05" units="cm"/>
      <inkml:brushProperty name="color" value="#00A0D7"/>
    </inkml:brush>
  </inkml:definitions>
  <inkml:trace contextRef="#ctx0" brushRef="#br0">90 725 24575,'2'3'0,"1"0"0,1-1 0,-1 1 0,0-1 0,1 0 0,-1 1 0,1-2 0,3 3 0,-6-4 0,0 0 0,0 1 0,0-1 0,-1 0 0,1 0 0,0 0 0,0 0 0,0 0 0,-1 0 0,1 0 0,0 0 0,0 0 0,0 0 0,-1-1 0,1 1 0,0 0 0,0 0 0,1-1 0,-2 0 0,1 0 0,0 0 0,0 0 0,0 1 0,-1-1 0,1 0 0,0 0 0,-1 0 0,1 0 0,-1-1 0,1 1 0,-1 0 0,0 0 0,1 0 0,-1 0 0,0-3 0,1-5 0,0-1 0,-1-1 0,0 1 0,0 0 0,-1 0 0,-1 1 0,-4-16 0,-26-69 0,14 46 0,-12-53 0,-19-115 0,46 200 0,-1-1 0,1 0 0,1-1 0,1 1 0,1-29 0,0 45 0,1-1 0,-1 0 0,0 0 0,1 0 0,-1 1 0,1-1 0,-1 0 0,1 0 0,0 1 0,0-1 0,0 1 0,0-1 0,0 1 0,0-1 0,0 1 0,1-1 0,-1 1 0,3-2 0,-1 1 0,-1 1 0,1 0 0,0 0 0,-1 0 0,1 0 0,0 0 0,0 0 0,0 1 0,0-1 0,5 1 0,3 0 0,0 1 0,-1 1 0,1-1 0,0 2 0,11 3 0,-2 1 0,-1 0 0,29 16 0,-47-23 0,-1 0 0,1 1 0,-1-1 0,0 1 0,1-1 0,-1 0 0,1 1 0,-1-1 0,0 1 0,1-1 0,-1 1 0,0-1 0,0 1 0,1-1 0,-1 1 0,0-1 0,0 1 0,0-1 0,0 1 0,0-1 0,0 1 0,0 0 0,0-1 0,0 1 0,0 0 0,-4 18 0,0 2 0,4-17 0,1-1 0,0 1 0,1-1 0,-1 1 0,0-1 0,1 0 0,0 0 0,0 1 0,0-1 0,0 0 0,0-1 0,1 1 0,-1 0 0,5 3 0,5 4 0,1-1 0,13 9 0,-13-11 0,95 58 0,-15-12 0,-90-51 0,0 0 0,0 0 0,0 0 0,-1 1 0,1-1 0,-1 1 0,0-1 0,1 1 0,2 5 0,-4-7 0,-1 0 0,0 0 0,1 0 0,-1-1 0,0 1 0,0 0 0,0 0 0,1 0 0,-1 0 0,0-1 0,0 1 0,0 0 0,0 0 0,-1 0 0,1 0 0,0-1 0,0 1 0,-1 1 0,1-1 0,-1 0 0,0 0 0,0 0 0,0 0 0,0 0 0,1 0 0,-1 0 0,0 0 0,-1 0 0,1 0 0,0-1 0,0 1 0,0-1 0,0 1 0,-2 0 0,-8 2 0,0 0 0,0-1 0,0 0 0,0-1 0,-1 0 0,-14-1 0,-16 1 0,5 1-108,-38 5 342,65-6-483,1 1 1,0 0-1,0 1 1,0 0-1,-15 7 1,9-1-6578</inkml:trace>
</inkml:ink>
</file>

<file path=ppt/ink/ink46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9-22T16:35:18.346"/>
    </inkml:context>
    <inkml:brush xml:id="br0">
      <inkml:brushProperty name="width" value="0.05" units="cm"/>
      <inkml:brushProperty name="height" value="0.05" units="cm"/>
      <inkml:brushProperty name="color" value="#00A0D7"/>
    </inkml:brush>
  </inkml:definitions>
  <inkml:trace contextRef="#ctx0" brushRef="#br0">241 24 24575,'-31'-8'0,"-14"1"0,-5 0 0,4 5 0,7 3 0,10 0-8191</inkml:trace>
</inkml:ink>
</file>

<file path=ppt/ink/ink46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9-22T16:35:18.779"/>
    </inkml:context>
    <inkml:brush xml:id="br0">
      <inkml:brushProperty name="width" value="0.05" units="cm"/>
      <inkml:brushProperty name="height" value="0.05" units="cm"/>
      <inkml:brushProperty name="color" value="#00A0D7"/>
    </inkml:brush>
  </inkml:definitions>
  <inkml:trace contextRef="#ctx0" brushRef="#br0">78 0 24575,'-8'5'0,"-4"2"0,-1 2 0,0-1 0,1 1 0,1 2 0,3-1-8191</inkml:trace>
</inkml:ink>
</file>

<file path=ppt/ink/ink46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9-22T16:39:09.385"/>
    </inkml:context>
    <inkml:brush xml:id="br0">
      <inkml:brushProperty name="width" value="0.05" units="cm"/>
      <inkml:brushProperty name="height" value="0.05" units="cm"/>
      <inkml:brushProperty name="color" value="#FF0066"/>
    </inkml:brush>
  </inkml:definitions>
  <inkml:trace contextRef="#ctx0" brushRef="#br0">2070 31 24575,'68'0'0,"-177"0"0,-394 0-6122,-16 0 3710,3 0 4268,26 0 4822,627 7-6678,-5 1 0,548-9-651,-53-26 524,-358 13 123,-104 11 656,-516 2-513,162 2-290,-13-2-47,-169 1-153,1 21 188,202 5-232,142-22-433,-3 2-5286</inkml:trace>
</inkml:ink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PlaceHolder 1"/>
          <p:cNvSpPr>
            <a:spLocks noGrp="1" noRot="1" noChangeAspect="1"/>
          </p:cNvSpPr>
          <p:nvPr>
            <p:ph type="sldImg"/>
          </p:nvPr>
        </p:nvSpPr>
        <p:spPr>
          <a:xfrm>
            <a:off x="216000" y="812520"/>
            <a:ext cx="7127280" cy="400896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ctr">
            <a:noAutofit/>
          </a:bodyPr>
          <a:lstStyle/>
          <a:p>
            <a:r>
              <a:rPr lang="en-US" sz="1800" b="0" u="none" strike="noStrike">
                <a:solidFill>
                  <a:schemeClr val="dk1"/>
                </a:solidFill>
                <a:effectLst/>
                <a:uFillTx/>
                <a:latin typeface="Aptos"/>
              </a:rPr>
              <a:t>Click to move the slide</a:t>
            </a:r>
          </a:p>
        </p:txBody>
      </p:sp>
      <p:sp>
        <p:nvSpPr>
          <p:cNvPr id="3" name="PlaceHolder 2"/>
          <p:cNvSpPr>
            <a:spLocks noGrp="1"/>
          </p:cNvSpPr>
          <p:nvPr>
            <p:ph type="body"/>
          </p:nvPr>
        </p:nvSpPr>
        <p:spPr>
          <a:xfrm>
            <a:off x="756000" y="5078520"/>
            <a:ext cx="6047640" cy="481104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Autofit/>
          </a:bodyPr>
          <a:lstStyle/>
          <a:p>
            <a:pPr indent="0">
              <a:buNone/>
            </a:pPr>
            <a:r>
              <a:rPr lang="en-US" sz="20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Click to edit the notes format</a:t>
            </a:r>
          </a:p>
        </p:txBody>
      </p:sp>
      <p:sp>
        <p:nvSpPr>
          <p:cNvPr id="4" name="PlaceHolder 3"/>
          <p:cNvSpPr>
            <a:spLocks noGrp="1"/>
          </p:cNvSpPr>
          <p:nvPr>
            <p:ph type="hdr"/>
          </p:nvPr>
        </p:nvSpPr>
        <p:spPr>
          <a:xfrm>
            <a:off x="0" y="0"/>
            <a:ext cx="3280680" cy="53424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Autofit/>
          </a:bodyPr>
          <a:lstStyle/>
          <a:p>
            <a:pPr indent="0">
              <a:buNone/>
            </a:pPr>
            <a:r>
              <a:rPr lang="en-US" sz="1400" b="0" u="none" strike="noStrike">
                <a:solidFill>
                  <a:srgbClr val="000000"/>
                </a:solidFill>
                <a:effectLst/>
                <a:uFillTx/>
                <a:latin typeface="Times New Roman"/>
              </a:rPr>
              <a:t> </a:t>
            </a:r>
          </a:p>
        </p:txBody>
      </p:sp>
      <p:sp>
        <p:nvSpPr>
          <p:cNvPr id="5" name="PlaceHolder 4"/>
          <p:cNvSpPr>
            <a:spLocks noGrp="1"/>
          </p:cNvSpPr>
          <p:nvPr>
            <p:ph type="dt" idx="1"/>
          </p:nvPr>
        </p:nvSpPr>
        <p:spPr>
          <a:xfrm>
            <a:off x="4278960" y="0"/>
            <a:ext cx="3280680" cy="53424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Autofit/>
          </a:bodyPr>
          <a:lstStyle>
            <a:lvl1pPr indent="0" algn="r">
              <a:buNone/>
              <a:defRPr lang="en-US" sz="1400" b="0" u="none" strike="noStrike">
                <a:solidFill>
                  <a:srgbClr val="000000"/>
                </a:solidFill>
                <a:effectLst/>
                <a:uFillTx/>
                <a:latin typeface="Times New Roman"/>
              </a:defRPr>
            </a:lvl1pPr>
          </a:lstStyle>
          <a:p>
            <a:pPr indent="0" algn="r">
              <a:buNone/>
            </a:pPr>
            <a:r>
              <a:rPr lang="en-US" sz="1400" b="0" u="none" strike="noStrike">
                <a:solidFill>
                  <a:srgbClr val="000000"/>
                </a:solidFill>
                <a:effectLst/>
                <a:uFillTx/>
                <a:latin typeface="Times New Roman"/>
              </a:rPr>
              <a:t> </a:t>
            </a:r>
          </a:p>
        </p:txBody>
      </p:sp>
      <p:sp>
        <p:nvSpPr>
          <p:cNvPr id="6" name="PlaceHolder 5"/>
          <p:cNvSpPr>
            <a:spLocks noGrp="1"/>
          </p:cNvSpPr>
          <p:nvPr>
            <p:ph type="ftr" idx="2"/>
          </p:nvPr>
        </p:nvSpPr>
        <p:spPr>
          <a:xfrm>
            <a:off x="0" y="10157400"/>
            <a:ext cx="3280680" cy="53424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b">
            <a:noAutofit/>
          </a:bodyPr>
          <a:lstStyle>
            <a:lvl1pPr indent="0">
              <a:buNone/>
              <a:defRPr lang="en-US" sz="1400" b="0" u="none" strike="noStrike">
                <a:solidFill>
                  <a:srgbClr val="000000"/>
                </a:solidFill>
                <a:effectLst/>
                <a:uFillTx/>
                <a:latin typeface="Times New Roman"/>
              </a:defRPr>
            </a:lvl1pPr>
          </a:lstStyle>
          <a:p>
            <a:pPr indent="0">
              <a:buNone/>
            </a:pPr>
            <a:r>
              <a:rPr lang="en-US" sz="1400" b="0" u="none" strike="noStrike">
                <a:solidFill>
                  <a:srgbClr val="000000"/>
                </a:solidFill>
                <a:effectLst/>
                <a:uFillTx/>
                <a:latin typeface="Times New Roman"/>
              </a:rPr>
              <a:t> </a:t>
            </a:r>
          </a:p>
        </p:txBody>
      </p:sp>
      <p:sp>
        <p:nvSpPr>
          <p:cNvPr id="7" name="PlaceHolder 6"/>
          <p:cNvSpPr>
            <a:spLocks noGrp="1"/>
          </p:cNvSpPr>
          <p:nvPr>
            <p:ph type="sldNum" idx="3"/>
          </p:nvPr>
        </p:nvSpPr>
        <p:spPr>
          <a:xfrm>
            <a:off x="4278960" y="10157400"/>
            <a:ext cx="3280680" cy="53424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b">
            <a:noAutofit/>
          </a:bodyPr>
          <a:lstStyle>
            <a:lvl1pPr indent="0" algn="r">
              <a:buNone/>
              <a:defRPr lang="en-US" sz="1400" b="0" u="none" strike="noStrike">
                <a:solidFill>
                  <a:srgbClr val="000000"/>
                </a:solidFill>
                <a:effectLst/>
                <a:uFillTx/>
                <a:latin typeface="Times New Roman"/>
              </a:defRPr>
            </a:lvl1pPr>
          </a:lstStyle>
          <a:p>
            <a:pPr indent="0" algn="r">
              <a:buNone/>
            </a:pPr>
            <a:fld id="{B107CC0B-26CF-4D7B-83A1-219EED61A1E8}" type="slidenum">
              <a:rPr lang="en-US" sz="1400" b="0" u="none" strike="noStrike">
                <a:solidFill>
                  <a:srgbClr val="000000"/>
                </a:solidFill>
                <a:effectLst/>
                <a:uFillTx/>
                <a:latin typeface="Times New Roman"/>
              </a:rPr>
              <a:t>‹#›</a:t>
            </a:fld>
            <a:endParaRPr lang="en-US" sz="1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3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4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5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6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7.xml"/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8.xml"/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1.xml"/><Relationship Id="rId1" Type="http://schemas.openxmlformats.org/officeDocument/2006/relationships/notesMaster" Target="../notesMasters/notesMaster1.xml"/></Relationships>
</file>

<file path=ppt/notesSlides/_rels/notesSlide1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2.xml"/><Relationship Id="rId1" Type="http://schemas.openxmlformats.org/officeDocument/2006/relationships/notesMaster" Target="../notesMasters/notesMaster1.xml"/></Relationships>
</file>

<file path=ppt/notesSlides/_rels/notesSlide1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3.xml"/><Relationship Id="rId1" Type="http://schemas.openxmlformats.org/officeDocument/2006/relationships/notesMaster" Target="../notesMasters/notesMaster1.xml"/></Relationships>
</file>

<file path=ppt/notesSlides/_rels/notesSlide1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4.xml"/><Relationship Id="rId1" Type="http://schemas.openxmlformats.org/officeDocument/2006/relationships/notesMaster" Target="../notesMasters/notesMaster1.xml"/></Relationships>
</file>

<file path=ppt/notesSlides/_rels/notesSlide1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5.xml"/><Relationship Id="rId1" Type="http://schemas.openxmlformats.org/officeDocument/2006/relationships/notesMaster" Target="../notesMasters/notesMaster1.xml"/></Relationships>
</file>

<file path=ppt/notesSlides/_rels/notesSlide1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6.xml"/><Relationship Id="rId1" Type="http://schemas.openxmlformats.org/officeDocument/2006/relationships/notesMaster" Target="../notesMasters/notesMaster1.xml"/></Relationships>
</file>

<file path=ppt/notesSlides/_rels/notesSlide2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7.xml"/><Relationship Id="rId1" Type="http://schemas.openxmlformats.org/officeDocument/2006/relationships/notesMaster" Target="../notesMasters/notesMaster1.xml"/></Relationships>
</file>

<file path=ppt/notesSlides/_rels/notesSlide2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8.xml"/><Relationship Id="rId1" Type="http://schemas.openxmlformats.org/officeDocument/2006/relationships/notesMaster" Target="../notesMasters/notesMaster1.xml"/></Relationships>
</file>

<file path=ppt/notesSlides/_rels/notesSlide2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9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5" name="PlaceHolder 1"/>
          <p:cNvSpPr>
            <a:spLocks noGrp="1" noRot="1" noChangeAspect="1"/>
          </p:cNvSpPr>
          <p:nvPr>
            <p:ph type="sldImg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ln w="0">
            <a:noFill/>
          </a:ln>
        </p:spPr>
      </p:sp>
      <p:sp>
        <p:nvSpPr>
          <p:cNvPr id="196" name="PlaceHolder 2"/>
          <p:cNvSpPr>
            <a:spLocks noGrp="1"/>
          </p:cNvSpPr>
          <p:nvPr>
            <p:ph type="body"/>
          </p:nvPr>
        </p:nvSpPr>
        <p:spPr>
          <a:xfrm>
            <a:off x="685800" y="4400640"/>
            <a:ext cx="5486040" cy="360000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t">
            <a:noAutofit/>
          </a:bodyPr>
          <a:lstStyle/>
          <a:p>
            <a:pPr indent="0">
              <a:buNone/>
            </a:pPr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97" name="PlaceHolder 3"/>
          <p:cNvSpPr>
            <a:spLocks noGrp="1"/>
          </p:cNvSpPr>
          <p:nvPr>
            <p:ph type="sldNum" idx="4"/>
          </p:nvPr>
        </p:nvSpPr>
        <p:spPr>
          <a:xfrm>
            <a:off x="3884760" y="8685360"/>
            <a:ext cx="2971440" cy="45828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b">
            <a:noAutofit/>
          </a:bodyPr>
          <a:lstStyle>
            <a:lvl1pPr indent="0" algn="r" defTabSz="914400">
              <a:lnSpc>
                <a:spcPct val="100000"/>
              </a:lnSpc>
              <a:buNone/>
              <a:defRPr lang="en-US" sz="1200" b="0" u="none" strike="noStrike">
                <a:solidFill>
                  <a:schemeClr val="dk1"/>
                </a:solidFill>
                <a:effectLst/>
                <a:uFillTx/>
                <a:latin typeface="+mn-lt"/>
                <a:ea typeface="+mn-ea"/>
              </a:defRPr>
            </a:lvl1pPr>
          </a:lstStyle>
          <a:p>
            <a:pPr indent="0" algn="r" defTabSz="914400">
              <a:lnSpc>
                <a:spcPct val="100000"/>
              </a:lnSpc>
              <a:buNone/>
            </a:pPr>
            <a:fld id="{C8FDC2E4-6A8F-471E-9ACB-60AFD883A6ED}" type="slidenum">
              <a:rPr lang="en-US" sz="1200" b="0" u="none" strike="noStrike">
                <a:solidFill>
                  <a:schemeClr val="dk1"/>
                </a:solidFill>
                <a:effectLst/>
                <a:uFillTx/>
                <a:latin typeface="+mn-lt"/>
                <a:ea typeface="+mn-ea"/>
              </a:rPr>
              <a:t>3</a:t>
            </a:fld>
            <a:endParaRPr lang="en-US" sz="12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8" name="PlaceHolder 1"/>
          <p:cNvSpPr>
            <a:spLocks noGrp="1" noRot="1" noChangeAspect="1"/>
          </p:cNvSpPr>
          <p:nvPr>
            <p:ph type="sldImg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ln w="0">
            <a:noFill/>
          </a:ln>
        </p:spPr>
      </p:sp>
      <p:sp>
        <p:nvSpPr>
          <p:cNvPr id="199" name="PlaceHolder 2"/>
          <p:cNvSpPr>
            <a:spLocks noGrp="1"/>
          </p:cNvSpPr>
          <p:nvPr>
            <p:ph type="body"/>
          </p:nvPr>
        </p:nvSpPr>
        <p:spPr>
          <a:xfrm>
            <a:off x="685800" y="4400640"/>
            <a:ext cx="5486040" cy="360000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t">
            <a:noAutofit/>
          </a:bodyPr>
          <a:lstStyle/>
          <a:p>
            <a:pPr indent="0">
              <a:buNone/>
            </a:pPr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00" name="PlaceHolder 3"/>
          <p:cNvSpPr>
            <a:spLocks noGrp="1"/>
          </p:cNvSpPr>
          <p:nvPr>
            <p:ph type="sldNum" idx="5"/>
          </p:nvPr>
        </p:nvSpPr>
        <p:spPr>
          <a:xfrm>
            <a:off x="3884760" y="8685360"/>
            <a:ext cx="2971440" cy="45828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b">
            <a:noAutofit/>
          </a:bodyPr>
          <a:lstStyle>
            <a:lvl1pPr indent="0" algn="r" defTabSz="914400">
              <a:lnSpc>
                <a:spcPct val="100000"/>
              </a:lnSpc>
              <a:buNone/>
              <a:defRPr lang="en-US" sz="1200" b="0" u="none" strike="noStrike">
                <a:solidFill>
                  <a:schemeClr val="dk1"/>
                </a:solidFill>
                <a:effectLst/>
                <a:uFillTx/>
                <a:latin typeface="+mn-lt"/>
                <a:ea typeface="+mn-ea"/>
              </a:defRPr>
            </a:lvl1pPr>
          </a:lstStyle>
          <a:p>
            <a:pPr indent="0" algn="r" defTabSz="914400">
              <a:lnSpc>
                <a:spcPct val="100000"/>
              </a:lnSpc>
              <a:buNone/>
            </a:pPr>
            <a:fld id="{DCB7298D-9326-43FE-AA5A-2A84A76DA271}" type="slidenum">
              <a:rPr lang="en-US" sz="1200" b="0" u="none" strike="noStrike">
                <a:solidFill>
                  <a:schemeClr val="dk1"/>
                </a:solidFill>
                <a:effectLst/>
                <a:uFillTx/>
                <a:latin typeface="+mn-lt"/>
                <a:ea typeface="+mn-ea"/>
              </a:rPr>
              <a:t>4</a:t>
            </a:fld>
            <a:endParaRPr lang="en-US" sz="12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1" name="PlaceHolder 1"/>
          <p:cNvSpPr>
            <a:spLocks noGrp="1" noRot="1" noChangeAspect="1"/>
          </p:cNvSpPr>
          <p:nvPr>
            <p:ph type="sldImg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ln w="0">
            <a:noFill/>
          </a:ln>
        </p:spPr>
      </p:sp>
      <p:sp>
        <p:nvSpPr>
          <p:cNvPr id="202" name="PlaceHolder 2"/>
          <p:cNvSpPr>
            <a:spLocks noGrp="1"/>
          </p:cNvSpPr>
          <p:nvPr>
            <p:ph type="body"/>
          </p:nvPr>
        </p:nvSpPr>
        <p:spPr>
          <a:xfrm>
            <a:off x="685800" y="4400640"/>
            <a:ext cx="5486040" cy="360000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t">
            <a:noAutofit/>
          </a:bodyPr>
          <a:lstStyle/>
          <a:p>
            <a:pPr indent="0">
              <a:buNone/>
            </a:pPr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03" name="PlaceHolder 3"/>
          <p:cNvSpPr>
            <a:spLocks noGrp="1"/>
          </p:cNvSpPr>
          <p:nvPr>
            <p:ph type="sldNum" idx="6"/>
          </p:nvPr>
        </p:nvSpPr>
        <p:spPr>
          <a:xfrm>
            <a:off x="3884760" y="8685360"/>
            <a:ext cx="2971440" cy="45828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b">
            <a:noAutofit/>
          </a:bodyPr>
          <a:lstStyle>
            <a:lvl1pPr indent="0" algn="r" defTabSz="914400">
              <a:lnSpc>
                <a:spcPct val="100000"/>
              </a:lnSpc>
              <a:buNone/>
              <a:defRPr lang="en-US" sz="1200" b="0" u="none" strike="noStrike">
                <a:solidFill>
                  <a:schemeClr val="dk1"/>
                </a:solidFill>
                <a:effectLst/>
                <a:uFillTx/>
                <a:latin typeface="+mn-lt"/>
                <a:ea typeface="+mn-ea"/>
              </a:defRPr>
            </a:lvl1pPr>
          </a:lstStyle>
          <a:p>
            <a:pPr indent="0" algn="r" defTabSz="914400">
              <a:lnSpc>
                <a:spcPct val="100000"/>
              </a:lnSpc>
              <a:buNone/>
            </a:pPr>
            <a:fld id="{CB3ECBF2-2EAF-44DA-A839-EF1F24B011AA}" type="slidenum">
              <a:rPr lang="en-US" sz="1200" b="0" u="none" strike="noStrike">
                <a:solidFill>
                  <a:schemeClr val="dk1"/>
                </a:solidFill>
                <a:effectLst/>
                <a:uFillTx/>
                <a:latin typeface="+mn-lt"/>
                <a:ea typeface="+mn-ea"/>
              </a:rPr>
              <a:t>5</a:t>
            </a:fld>
            <a:endParaRPr lang="en-US" sz="12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4" name="PlaceHolder 1"/>
          <p:cNvSpPr>
            <a:spLocks noGrp="1" noRot="1" noChangeAspect="1"/>
          </p:cNvSpPr>
          <p:nvPr>
            <p:ph type="sldImg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ln w="0">
            <a:noFill/>
          </a:ln>
        </p:spPr>
      </p:sp>
      <p:sp>
        <p:nvSpPr>
          <p:cNvPr id="205" name="PlaceHolder 2"/>
          <p:cNvSpPr>
            <a:spLocks noGrp="1"/>
          </p:cNvSpPr>
          <p:nvPr>
            <p:ph type="body"/>
          </p:nvPr>
        </p:nvSpPr>
        <p:spPr>
          <a:xfrm>
            <a:off x="685800" y="4400640"/>
            <a:ext cx="5486040" cy="360000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t">
            <a:noAutofit/>
          </a:bodyPr>
          <a:lstStyle/>
          <a:p>
            <a:pPr indent="0">
              <a:buNone/>
            </a:pPr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06" name="PlaceHolder 3"/>
          <p:cNvSpPr>
            <a:spLocks noGrp="1"/>
          </p:cNvSpPr>
          <p:nvPr>
            <p:ph type="sldNum" idx="7"/>
          </p:nvPr>
        </p:nvSpPr>
        <p:spPr>
          <a:xfrm>
            <a:off x="3884760" y="8685360"/>
            <a:ext cx="2971440" cy="45828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b">
            <a:noAutofit/>
          </a:bodyPr>
          <a:lstStyle>
            <a:lvl1pPr indent="0" algn="r" defTabSz="914400">
              <a:lnSpc>
                <a:spcPct val="100000"/>
              </a:lnSpc>
              <a:buNone/>
              <a:defRPr lang="en-US" sz="1200" b="0" u="none" strike="noStrike">
                <a:solidFill>
                  <a:schemeClr val="dk1"/>
                </a:solidFill>
                <a:effectLst/>
                <a:uFillTx/>
                <a:latin typeface="+mn-lt"/>
                <a:ea typeface="+mn-ea"/>
              </a:defRPr>
            </a:lvl1pPr>
          </a:lstStyle>
          <a:p>
            <a:pPr indent="0" algn="r" defTabSz="914400">
              <a:lnSpc>
                <a:spcPct val="100000"/>
              </a:lnSpc>
              <a:buNone/>
            </a:pPr>
            <a:fld id="{E3970527-FB7F-4CFA-9658-1B2DA60346B9}" type="slidenum">
              <a:rPr lang="en-US" sz="1200" b="0" u="none" strike="noStrike">
                <a:solidFill>
                  <a:schemeClr val="dk1"/>
                </a:solidFill>
                <a:effectLst/>
                <a:uFillTx/>
                <a:latin typeface="+mn-lt"/>
                <a:ea typeface="+mn-ea"/>
              </a:rPr>
              <a:t>6</a:t>
            </a:fld>
            <a:endParaRPr lang="en-US" sz="12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7" name="PlaceHolder 1"/>
          <p:cNvSpPr>
            <a:spLocks noGrp="1" noRot="1" noChangeAspect="1"/>
          </p:cNvSpPr>
          <p:nvPr>
            <p:ph type="sldImg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ln w="0">
            <a:noFill/>
          </a:ln>
        </p:spPr>
      </p:sp>
      <p:sp>
        <p:nvSpPr>
          <p:cNvPr id="208" name="PlaceHolder 2"/>
          <p:cNvSpPr>
            <a:spLocks noGrp="1"/>
          </p:cNvSpPr>
          <p:nvPr>
            <p:ph type="body"/>
          </p:nvPr>
        </p:nvSpPr>
        <p:spPr>
          <a:xfrm>
            <a:off x="685800" y="4400640"/>
            <a:ext cx="5486040" cy="360000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t">
            <a:noAutofit/>
          </a:bodyPr>
          <a:lstStyle/>
          <a:p>
            <a:pPr indent="0">
              <a:buNone/>
            </a:pPr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09" name="PlaceHolder 3"/>
          <p:cNvSpPr>
            <a:spLocks noGrp="1"/>
          </p:cNvSpPr>
          <p:nvPr>
            <p:ph type="sldNum" idx="8"/>
          </p:nvPr>
        </p:nvSpPr>
        <p:spPr>
          <a:xfrm>
            <a:off x="3884760" y="8685360"/>
            <a:ext cx="2971440" cy="45828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b">
            <a:noAutofit/>
          </a:bodyPr>
          <a:lstStyle>
            <a:lvl1pPr indent="0" algn="r" defTabSz="914400">
              <a:lnSpc>
                <a:spcPct val="100000"/>
              </a:lnSpc>
              <a:buNone/>
              <a:defRPr lang="en-US" sz="1200" b="0" u="none" strike="noStrike">
                <a:solidFill>
                  <a:schemeClr val="dk1"/>
                </a:solidFill>
                <a:effectLst/>
                <a:uFillTx/>
                <a:latin typeface="+mn-lt"/>
                <a:ea typeface="+mn-ea"/>
              </a:defRPr>
            </a:lvl1pPr>
          </a:lstStyle>
          <a:p>
            <a:pPr indent="0" algn="r" defTabSz="914400">
              <a:lnSpc>
                <a:spcPct val="100000"/>
              </a:lnSpc>
              <a:buNone/>
            </a:pPr>
            <a:fld id="{8A7D1C1A-56E7-4108-87DF-1F8B20106E80}" type="slidenum">
              <a:rPr lang="en-US" sz="1200" b="0" u="none" strike="noStrike">
                <a:solidFill>
                  <a:schemeClr val="dk1"/>
                </a:solidFill>
                <a:effectLst/>
                <a:uFillTx/>
                <a:latin typeface="+mn-lt"/>
                <a:ea typeface="+mn-ea"/>
              </a:rPr>
              <a:t>7</a:t>
            </a:fld>
            <a:endParaRPr lang="en-US" sz="12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0" name="PlaceHolder 1"/>
          <p:cNvSpPr>
            <a:spLocks noGrp="1" noRot="1" noChangeAspect="1"/>
          </p:cNvSpPr>
          <p:nvPr>
            <p:ph type="sldImg"/>
          </p:nvPr>
        </p:nvSpPr>
        <p:spPr>
          <a:xfrm>
            <a:off x="685800" y="1143000"/>
            <a:ext cx="5486040" cy="3085920"/>
          </a:xfrm>
          <a:prstGeom prst="rect">
            <a:avLst/>
          </a:prstGeom>
          <a:ln w="0">
            <a:noFill/>
          </a:ln>
        </p:spPr>
      </p:sp>
      <p:sp>
        <p:nvSpPr>
          <p:cNvPr id="211" name="PlaceHolder 2"/>
          <p:cNvSpPr>
            <a:spLocks noGrp="1"/>
          </p:cNvSpPr>
          <p:nvPr>
            <p:ph type="body"/>
          </p:nvPr>
        </p:nvSpPr>
        <p:spPr>
          <a:xfrm>
            <a:off x="685800" y="4400640"/>
            <a:ext cx="5486040" cy="360000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t">
            <a:noAutofit/>
          </a:bodyPr>
          <a:lstStyle/>
          <a:p>
            <a:pPr indent="0">
              <a:buNone/>
            </a:pPr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12" name="PlaceHolder 3"/>
          <p:cNvSpPr>
            <a:spLocks noGrp="1"/>
          </p:cNvSpPr>
          <p:nvPr>
            <p:ph type="sldNum" idx="9"/>
          </p:nvPr>
        </p:nvSpPr>
        <p:spPr>
          <a:xfrm>
            <a:off x="3884760" y="8685360"/>
            <a:ext cx="2971440" cy="45828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b">
            <a:noAutofit/>
          </a:bodyPr>
          <a:lstStyle>
            <a:lvl1pPr indent="0" algn="r" defTabSz="914400">
              <a:lnSpc>
                <a:spcPct val="100000"/>
              </a:lnSpc>
              <a:buNone/>
              <a:defRPr lang="en-US" sz="1200" b="0" u="none" strike="noStrike">
                <a:solidFill>
                  <a:schemeClr val="dk1"/>
                </a:solidFill>
                <a:effectLst/>
                <a:uFillTx/>
                <a:latin typeface="+mn-lt"/>
                <a:ea typeface="+mn-ea"/>
              </a:defRPr>
            </a:lvl1pPr>
          </a:lstStyle>
          <a:p>
            <a:pPr indent="0" algn="r" defTabSz="914400">
              <a:lnSpc>
                <a:spcPct val="100000"/>
              </a:lnSpc>
              <a:buNone/>
            </a:pPr>
            <a:fld id="{FD3B4A99-27FB-4D68-A763-7CE91B2778E0}" type="slidenum">
              <a:rPr lang="en-US" sz="1200" b="0" u="none" strike="noStrike">
                <a:solidFill>
                  <a:schemeClr val="dk1"/>
                </a:solidFill>
                <a:effectLst/>
                <a:uFillTx/>
                <a:latin typeface="+mn-lt"/>
                <a:ea typeface="+mn-ea"/>
              </a:rPr>
              <a:t>8</a:t>
            </a:fld>
            <a:endParaRPr lang="en-US" sz="12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3" name="PlaceHolder 1"/>
          <p:cNvSpPr>
            <a:spLocks noGrp="1" noRot="1" noChangeAspect="1"/>
          </p:cNvSpPr>
          <p:nvPr>
            <p:ph type="sldImg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ln w="0">
            <a:noFill/>
          </a:ln>
        </p:spPr>
      </p:sp>
      <p:sp>
        <p:nvSpPr>
          <p:cNvPr id="214" name="PlaceHolder 2"/>
          <p:cNvSpPr>
            <a:spLocks noGrp="1"/>
          </p:cNvSpPr>
          <p:nvPr>
            <p:ph type="body"/>
          </p:nvPr>
        </p:nvSpPr>
        <p:spPr>
          <a:xfrm>
            <a:off x="685800" y="4400640"/>
            <a:ext cx="5486040" cy="360000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t">
            <a:noAutofit/>
          </a:bodyPr>
          <a:lstStyle/>
          <a:p>
            <a:pPr indent="0">
              <a:buNone/>
            </a:pPr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15" name="PlaceHolder 3"/>
          <p:cNvSpPr>
            <a:spLocks noGrp="1"/>
          </p:cNvSpPr>
          <p:nvPr>
            <p:ph type="sldNum" idx="10"/>
          </p:nvPr>
        </p:nvSpPr>
        <p:spPr>
          <a:xfrm>
            <a:off x="3884760" y="8685360"/>
            <a:ext cx="2971440" cy="45828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b">
            <a:noAutofit/>
          </a:bodyPr>
          <a:lstStyle>
            <a:lvl1pPr indent="0" algn="r" defTabSz="914400">
              <a:lnSpc>
                <a:spcPct val="100000"/>
              </a:lnSpc>
              <a:buNone/>
              <a:defRPr lang="en-US" sz="1200" b="0" u="none" strike="noStrike">
                <a:solidFill>
                  <a:schemeClr val="dk1"/>
                </a:solidFill>
                <a:effectLst/>
                <a:uFillTx/>
                <a:latin typeface="+mn-lt"/>
                <a:ea typeface="+mn-ea"/>
              </a:defRPr>
            </a:lvl1pPr>
          </a:lstStyle>
          <a:p>
            <a:pPr indent="0" algn="r" defTabSz="914400">
              <a:lnSpc>
                <a:spcPct val="100000"/>
              </a:lnSpc>
              <a:buNone/>
            </a:pPr>
            <a:fld id="{F52B09D8-BC4E-4DD0-B5CE-3BDE29D996E1}" type="slidenum">
              <a:rPr lang="en-US" sz="1200" b="0" u="none" strike="noStrike">
                <a:solidFill>
                  <a:schemeClr val="dk1"/>
                </a:solidFill>
                <a:effectLst/>
                <a:uFillTx/>
                <a:latin typeface="+mn-lt"/>
                <a:ea typeface="+mn-ea"/>
              </a:rPr>
              <a:t>12</a:t>
            </a:fld>
            <a:endParaRPr lang="en-US" sz="12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B1DDA6B3-344E-536A-03FF-8122D88CA94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3" name="PlaceHolder 1">
            <a:extLst>
              <a:ext uri="{FF2B5EF4-FFF2-40B4-BE49-F238E27FC236}">
                <a16:creationId xmlns:a16="http://schemas.microsoft.com/office/drawing/2014/main" id="{8230D12F-BA47-5628-6C35-7E7C91A1D967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ln w="0">
            <a:noFill/>
          </a:ln>
        </p:spPr>
      </p:sp>
      <p:sp>
        <p:nvSpPr>
          <p:cNvPr id="214" name="PlaceHolder 2">
            <a:extLst>
              <a:ext uri="{FF2B5EF4-FFF2-40B4-BE49-F238E27FC236}">
                <a16:creationId xmlns:a16="http://schemas.microsoft.com/office/drawing/2014/main" id="{8309C457-84A5-A9C2-9CEF-F0616AEAA430}"/>
              </a:ext>
            </a:extLst>
          </p:cNvPr>
          <p:cNvSpPr>
            <a:spLocks noGrp="1"/>
          </p:cNvSpPr>
          <p:nvPr>
            <p:ph type="body"/>
          </p:nvPr>
        </p:nvSpPr>
        <p:spPr>
          <a:xfrm>
            <a:off x="685800" y="4400640"/>
            <a:ext cx="5486040" cy="360000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t">
            <a:noAutofit/>
          </a:bodyPr>
          <a:lstStyle/>
          <a:p>
            <a:pPr indent="0">
              <a:buNone/>
            </a:pPr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15" name="PlaceHolder 3">
            <a:extLst>
              <a:ext uri="{FF2B5EF4-FFF2-40B4-BE49-F238E27FC236}">
                <a16:creationId xmlns:a16="http://schemas.microsoft.com/office/drawing/2014/main" id="{E40FA8DF-2D0E-0FB6-5637-BD4DF9B34F0A}"/>
              </a:ext>
            </a:extLst>
          </p:cNvPr>
          <p:cNvSpPr>
            <a:spLocks noGrp="1"/>
          </p:cNvSpPr>
          <p:nvPr>
            <p:ph type="sldNum" idx="10"/>
          </p:nvPr>
        </p:nvSpPr>
        <p:spPr>
          <a:xfrm>
            <a:off x="3884760" y="8685360"/>
            <a:ext cx="2971440" cy="45828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b">
            <a:noAutofit/>
          </a:bodyPr>
          <a:lstStyle>
            <a:lvl1pPr indent="0" algn="r" defTabSz="914400">
              <a:lnSpc>
                <a:spcPct val="100000"/>
              </a:lnSpc>
              <a:buNone/>
              <a:defRPr lang="en-US" sz="1200" b="0" u="none" strike="noStrike">
                <a:solidFill>
                  <a:schemeClr val="dk1"/>
                </a:solidFill>
                <a:effectLst/>
                <a:uFillTx/>
                <a:latin typeface="+mn-lt"/>
                <a:ea typeface="+mn-ea"/>
              </a:defRPr>
            </a:lvl1pPr>
          </a:lstStyle>
          <a:p>
            <a:pPr indent="0" algn="r" defTabSz="914400">
              <a:lnSpc>
                <a:spcPct val="100000"/>
              </a:lnSpc>
              <a:buNone/>
            </a:pPr>
            <a:fld id="{F52B09D8-BC4E-4DD0-B5CE-3BDE29D996E1}" type="slidenum">
              <a:rPr lang="en-US" sz="1200" b="0" u="none" strike="noStrike">
                <a:solidFill>
                  <a:schemeClr val="dk1"/>
                </a:solidFill>
                <a:effectLst/>
                <a:uFillTx/>
                <a:latin typeface="+mn-lt"/>
                <a:ea typeface="+mn-ea"/>
              </a:rPr>
              <a:t>13</a:t>
            </a:fld>
            <a:endParaRPr lang="en-US" sz="12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</p:spTree>
    <p:extLst>
      <p:ext uri="{BB962C8B-B14F-4D97-AF65-F5344CB8AC3E}">
        <p14:creationId xmlns:p14="http://schemas.microsoft.com/office/powerpoint/2010/main" val="2489100449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6" name="PlaceHolder 1"/>
          <p:cNvSpPr>
            <a:spLocks noGrp="1" noRot="1" noChangeAspect="1"/>
          </p:cNvSpPr>
          <p:nvPr>
            <p:ph type="sldImg"/>
          </p:nvPr>
        </p:nvSpPr>
        <p:spPr>
          <a:xfrm>
            <a:off x="685800" y="1143000"/>
            <a:ext cx="5486040" cy="3085920"/>
          </a:xfrm>
          <a:prstGeom prst="rect">
            <a:avLst/>
          </a:prstGeom>
          <a:ln w="0">
            <a:noFill/>
          </a:ln>
        </p:spPr>
      </p:sp>
      <p:sp>
        <p:nvSpPr>
          <p:cNvPr id="217" name="PlaceHolder 2"/>
          <p:cNvSpPr>
            <a:spLocks noGrp="1"/>
          </p:cNvSpPr>
          <p:nvPr>
            <p:ph type="body"/>
          </p:nvPr>
        </p:nvSpPr>
        <p:spPr>
          <a:xfrm>
            <a:off x="685800" y="4400640"/>
            <a:ext cx="5486040" cy="360000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t">
            <a:noAutofit/>
          </a:bodyPr>
          <a:lstStyle/>
          <a:p>
            <a:pPr indent="0">
              <a:buNone/>
            </a:pPr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18" name="PlaceHolder 3"/>
          <p:cNvSpPr>
            <a:spLocks noGrp="1"/>
          </p:cNvSpPr>
          <p:nvPr>
            <p:ph type="sldNum" idx="11"/>
          </p:nvPr>
        </p:nvSpPr>
        <p:spPr>
          <a:xfrm>
            <a:off x="3884760" y="8685360"/>
            <a:ext cx="2971440" cy="45828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b">
            <a:noAutofit/>
          </a:bodyPr>
          <a:lstStyle>
            <a:lvl1pPr indent="0" algn="r" defTabSz="914400">
              <a:lnSpc>
                <a:spcPct val="100000"/>
              </a:lnSpc>
              <a:buNone/>
              <a:defRPr lang="en-US" sz="1200" b="0" u="none" strike="noStrike">
                <a:solidFill>
                  <a:schemeClr val="dk1"/>
                </a:solidFill>
                <a:effectLst/>
                <a:uFillTx/>
                <a:latin typeface="+mn-lt"/>
                <a:ea typeface="+mn-ea"/>
              </a:defRPr>
            </a:lvl1pPr>
          </a:lstStyle>
          <a:p>
            <a:pPr indent="0" algn="r" defTabSz="914400">
              <a:lnSpc>
                <a:spcPct val="100000"/>
              </a:lnSpc>
              <a:buNone/>
            </a:pPr>
            <a:fld id="{2FBC23BB-A180-426F-84B0-954A07B7739A}" type="slidenum">
              <a:rPr lang="en-US" sz="1200" b="0" u="none" strike="noStrike">
                <a:solidFill>
                  <a:schemeClr val="dk1"/>
                </a:solidFill>
                <a:effectLst/>
                <a:uFillTx/>
                <a:latin typeface="+mn-lt"/>
                <a:ea typeface="+mn-ea"/>
              </a:rPr>
              <a:t>14</a:t>
            </a:fld>
            <a:endParaRPr lang="en-US" sz="12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9" name="PlaceHolder 1"/>
          <p:cNvSpPr>
            <a:spLocks noGrp="1" noRot="1" noChangeAspect="1"/>
          </p:cNvSpPr>
          <p:nvPr>
            <p:ph type="sldImg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ln w="0">
            <a:noFill/>
          </a:ln>
        </p:spPr>
      </p:sp>
      <p:sp>
        <p:nvSpPr>
          <p:cNvPr id="220" name="PlaceHolder 2"/>
          <p:cNvSpPr>
            <a:spLocks noGrp="1"/>
          </p:cNvSpPr>
          <p:nvPr>
            <p:ph type="body"/>
          </p:nvPr>
        </p:nvSpPr>
        <p:spPr>
          <a:xfrm>
            <a:off x="685800" y="4400640"/>
            <a:ext cx="5486040" cy="360000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t">
            <a:noAutofit/>
          </a:bodyPr>
          <a:lstStyle/>
          <a:p>
            <a:pPr indent="0">
              <a:buNone/>
            </a:pPr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21" name="PlaceHolder 3"/>
          <p:cNvSpPr>
            <a:spLocks noGrp="1"/>
          </p:cNvSpPr>
          <p:nvPr>
            <p:ph type="sldNum" idx="12"/>
          </p:nvPr>
        </p:nvSpPr>
        <p:spPr>
          <a:xfrm>
            <a:off x="3884760" y="8685360"/>
            <a:ext cx="2971440" cy="45828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b">
            <a:noAutofit/>
          </a:bodyPr>
          <a:lstStyle>
            <a:lvl1pPr indent="0" algn="r" defTabSz="914400">
              <a:lnSpc>
                <a:spcPct val="100000"/>
              </a:lnSpc>
              <a:buNone/>
              <a:defRPr lang="en-US" sz="1200" b="0" u="none" strike="noStrike">
                <a:solidFill>
                  <a:schemeClr val="dk1"/>
                </a:solidFill>
                <a:effectLst/>
                <a:uFillTx/>
                <a:latin typeface="+mn-lt"/>
                <a:ea typeface="+mn-ea"/>
              </a:defRPr>
            </a:lvl1pPr>
          </a:lstStyle>
          <a:p>
            <a:pPr indent="0" algn="r" defTabSz="914400">
              <a:lnSpc>
                <a:spcPct val="100000"/>
              </a:lnSpc>
              <a:buNone/>
            </a:pPr>
            <a:fld id="{E299AE7E-D394-4655-B36B-84020FE6E8D0}" type="slidenum">
              <a:rPr lang="en-US" sz="1200" b="0" u="none" strike="noStrike">
                <a:solidFill>
                  <a:schemeClr val="dk1"/>
                </a:solidFill>
                <a:effectLst/>
                <a:uFillTx/>
                <a:latin typeface="+mn-lt"/>
                <a:ea typeface="+mn-ea"/>
              </a:rPr>
              <a:t>15</a:t>
            </a:fld>
            <a:endParaRPr lang="en-US" sz="12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2" name="PlaceHolder 1"/>
          <p:cNvSpPr>
            <a:spLocks noGrp="1" noRot="1" noChangeAspect="1"/>
          </p:cNvSpPr>
          <p:nvPr>
            <p:ph type="sldImg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ln w="0">
            <a:noFill/>
          </a:ln>
        </p:spPr>
      </p:sp>
      <p:sp>
        <p:nvSpPr>
          <p:cNvPr id="223" name="PlaceHolder 2"/>
          <p:cNvSpPr>
            <a:spLocks noGrp="1"/>
          </p:cNvSpPr>
          <p:nvPr>
            <p:ph type="body"/>
          </p:nvPr>
        </p:nvSpPr>
        <p:spPr>
          <a:xfrm>
            <a:off x="685800" y="4400640"/>
            <a:ext cx="5486040" cy="360000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t">
            <a:noAutofit/>
          </a:bodyPr>
          <a:lstStyle/>
          <a:p>
            <a:pPr indent="0">
              <a:buNone/>
            </a:pPr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24" name="PlaceHolder 3"/>
          <p:cNvSpPr>
            <a:spLocks noGrp="1"/>
          </p:cNvSpPr>
          <p:nvPr>
            <p:ph type="sldNum" idx="13"/>
          </p:nvPr>
        </p:nvSpPr>
        <p:spPr>
          <a:xfrm>
            <a:off x="3884760" y="8685360"/>
            <a:ext cx="2971440" cy="45828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b">
            <a:noAutofit/>
          </a:bodyPr>
          <a:lstStyle>
            <a:lvl1pPr indent="0" algn="r" defTabSz="914400">
              <a:lnSpc>
                <a:spcPct val="100000"/>
              </a:lnSpc>
              <a:buNone/>
              <a:defRPr lang="en-US" sz="1200" b="0" u="none" strike="noStrike">
                <a:solidFill>
                  <a:schemeClr val="dk1"/>
                </a:solidFill>
                <a:effectLst/>
                <a:uFillTx/>
                <a:latin typeface="+mn-lt"/>
                <a:ea typeface="+mn-ea"/>
              </a:defRPr>
            </a:lvl1pPr>
          </a:lstStyle>
          <a:p>
            <a:pPr indent="0" algn="r" defTabSz="914400">
              <a:lnSpc>
                <a:spcPct val="100000"/>
              </a:lnSpc>
              <a:buNone/>
            </a:pPr>
            <a:fld id="{FAD44B32-F11F-4535-BE4C-95A14A493F11}" type="slidenum">
              <a:rPr lang="en-US" sz="1200" b="0" u="none" strike="noStrike">
                <a:solidFill>
                  <a:schemeClr val="dk1"/>
                </a:solidFill>
                <a:effectLst/>
                <a:uFillTx/>
                <a:latin typeface="+mn-lt"/>
                <a:ea typeface="+mn-ea"/>
              </a:rPr>
              <a:t>16</a:t>
            </a:fld>
            <a:endParaRPr lang="en-US" sz="12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5" name="PlaceHolder 1"/>
          <p:cNvSpPr>
            <a:spLocks noGrp="1" noRot="1" noChangeAspect="1"/>
          </p:cNvSpPr>
          <p:nvPr>
            <p:ph type="sldImg"/>
          </p:nvPr>
        </p:nvSpPr>
        <p:spPr>
          <a:xfrm>
            <a:off x="685800" y="1143000"/>
            <a:ext cx="5486040" cy="3085920"/>
          </a:xfrm>
          <a:prstGeom prst="rect">
            <a:avLst/>
          </a:prstGeom>
          <a:ln w="0">
            <a:noFill/>
          </a:ln>
        </p:spPr>
      </p:sp>
      <p:sp>
        <p:nvSpPr>
          <p:cNvPr id="226" name="PlaceHolder 2"/>
          <p:cNvSpPr>
            <a:spLocks noGrp="1"/>
          </p:cNvSpPr>
          <p:nvPr>
            <p:ph type="body"/>
          </p:nvPr>
        </p:nvSpPr>
        <p:spPr>
          <a:xfrm>
            <a:off x="685800" y="4400640"/>
            <a:ext cx="5486040" cy="360000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t">
            <a:noAutofit/>
          </a:bodyPr>
          <a:lstStyle/>
          <a:p>
            <a:pPr indent="0">
              <a:buNone/>
            </a:pPr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27" name="PlaceHolder 3"/>
          <p:cNvSpPr>
            <a:spLocks noGrp="1"/>
          </p:cNvSpPr>
          <p:nvPr>
            <p:ph type="sldNum" idx="14"/>
          </p:nvPr>
        </p:nvSpPr>
        <p:spPr>
          <a:xfrm>
            <a:off x="3884760" y="8685360"/>
            <a:ext cx="2971440" cy="45828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b">
            <a:noAutofit/>
          </a:bodyPr>
          <a:lstStyle>
            <a:lvl1pPr indent="0" algn="r" defTabSz="914400">
              <a:lnSpc>
                <a:spcPct val="100000"/>
              </a:lnSpc>
              <a:buNone/>
              <a:defRPr lang="en-US" sz="1200" b="0" u="none" strike="noStrike">
                <a:solidFill>
                  <a:schemeClr val="dk1"/>
                </a:solidFill>
                <a:effectLst/>
                <a:uFillTx/>
                <a:latin typeface="+mn-lt"/>
                <a:ea typeface="+mn-ea"/>
              </a:defRPr>
            </a:lvl1pPr>
          </a:lstStyle>
          <a:p>
            <a:pPr indent="0" algn="r" defTabSz="914400">
              <a:lnSpc>
                <a:spcPct val="100000"/>
              </a:lnSpc>
              <a:buNone/>
            </a:pPr>
            <a:fld id="{D40F199B-59C7-4C80-9B9D-FC6BF2E18226}" type="slidenum">
              <a:rPr lang="en-US" sz="1200" b="0" u="none" strike="noStrike">
                <a:solidFill>
                  <a:schemeClr val="dk1"/>
                </a:solidFill>
                <a:effectLst/>
                <a:uFillTx/>
                <a:latin typeface="+mn-lt"/>
                <a:ea typeface="+mn-ea"/>
              </a:rPr>
              <a:t>17</a:t>
            </a:fld>
            <a:endParaRPr lang="en-US" sz="12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</p:spTree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8" name="PlaceHolder 1"/>
          <p:cNvSpPr>
            <a:spLocks noGrp="1" noRot="1" noChangeAspect="1"/>
          </p:cNvSpPr>
          <p:nvPr>
            <p:ph type="sldImg"/>
          </p:nvPr>
        </p:nvSpPr>
        <p:spPr>
          <a:xfrm>
            <a:off x="685800" y="1143000"/>
            <a:ext cx="5486040" cy="3085920"/>
          </a:xfrm>
          <a:prstGeom prst="rect">
            <a:avLst/>
          </a:prstGeom>
          <a:ln w="0">
            <a:noFill/>
          </a:ln>
        </p:spPr>
      </p:sp>
      <p:sp>
        <p:nvSpPr>
          <p:cNvPr id="229" name="PlaceHolder 2"/>
          <p:cNvSpPr>
            <a:spLocks noGrp="1"/>
          </p:cNvSpPr>
          <p:nvPr>
            <p:ph type="body"/>
          </p:nvPr>
        </p:nvSpPr>
        <p:spPr>
          <a:xfrm>
            <a:off x="685800" y="4400640"/>
            <a:ext cx="5486040" cy="360000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t">
            <a:noAutofit/>
          </a:bodyPr>
          <a:lstStyle/>
          <a:p>
            <a:pPr indent="0">
              <a:buNone/>
            </a:pPr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30" name="PlaceHolder 3"/>
          <p:cNvSpPr>
            <a:spLocks noGrp="1"/>
          </p:cNvSpPr>
          <p:nvPr>
            <p:ph type="sldNum" idx="15"/>
          </p:nvPr>
        </p:nvSpPr>
        <p:spPr>
          <a:xfrm>
            <a:off x="3884760" y="8685360"/>
            <a:ext cx="2971440" cy="45828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b">
            <a:noAutofit/>
          </a:bodyPr>
          <a:lstStyle>
            <a:lvl1pPr indent="0" algn="r" defTabSz="914400">
              <a:lnSpc>
                <a:spcPct val="100000"/>
              </a:lnSpc>
              <a:buNone/>
              <a:defRPr lang="en-US" sz="1200" b="0" u="none" strike="noStrike">
                <a:solidFill>
                  <a:schemeClr val="dk1"/>
                </a:solidFill>
                <a:effectLst/>
                <a:uFillTx/>
                <a:latin typeface="+mn-lt"/>
                <a:ea typeface="+mn-ea"/>
              </a:defRPr>
            </a:lvl1pPr>
          </a:lstStyle>
          <a:p>
            <a:pPr indent="0" algn="r" defTabSz="914400">
              <a:lnSpc>
                <a:spcPct val="100000"/>
              </a:lnSpc>
              <a:buNone/>
            </a:pPr>
            <a:fld id="{202FB271-AF13-4573-A5DD-7F00F1BEF697}" type="slidenum">
              <a:rPr lang="en-US" sz="1200" b="0" u="none" strike="noStrike">
                <a:solidFill>
                  <a:schemeClr val="dk1"/>
                </a:solidFill>
                <a:effectLst/>
                <a:uFillTx/>
                <a:latin typeface="+mn-lt"/>
                <a:ea typeface="+mn-ea"/>
              </a:rPr>
              <a:t>18</a:t>
            </a:fld>
            <a:endParaRPr lang="en-US" sz="12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</p:spTree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1" name="PlaceHolder 1"/>
          <p:cNvSpPr>
            <a:spLocks noGrp="1" noRot="1" noChangeAspect="1"/>
          </p:cNvSpPr>
          <p:nvPr>
            <p:ph type="sldImg"/>
          </p:nvPr>
        </p:nvSpPr>
        <p:spPr>
          <a:xfrm>
            <a:off x="685800" y="1143000"/>
            <a:ext cx="5486040" cy="3085920"/>
          </a:xfrm>
          <a:prstGeom prst="rect">
            <a:avLst/>
          </a:prstGeom>
          <a:ln w="0">
            <a:noFill/>
          </a:ln>
        </p:spPr>
      </p:sp>
      <p:sp>
        <p:nvSpPr>
          <p:cNvPr id="232" name="PlaceHolder 2"/>
          <p:cNvSpPr>
            <a:spLocks noGrp="1"/>
          </p:cNvSpPr>
          <p:nvPr>
            <p:ph type="body"/>
          </p:nvPr>
        </p:nvSpPr>
        <p:spPr>
          <a:xfrm>
            <a:off x="685800" y="4400640"/>
            <a:ext cx="5486040" cy="360000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t">
            <a:noAutofit/>
          </a:bodyPr>
          <a:lstStyle/>
          <a:p>
            <a:pPr indent="0">
              <a:buNone/>
            </a:pPr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33" name="PlaceHolder 3"/>
          <p:cNvSpPr>
            <a:spLocks noGrp="1"/>
          </p:cNvSpPr>
          <p:nvPr>
            <p:ph type="sldNum" idx="16"/>
          </p:nvPr>
        </p:nvSpPr>
        <p:spPr>
          <a:xfrm>
            <a:off x="3884760" y="8685360"/>
            <a:ext cx="2971440" cy="45828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b">
            <a:noAutofit/>
          </a:bodyPr>
          <a:lstStyle>
            <a:lvl1pPr indent="0" algn="r" defTabSz="914400">
              <a:lnSpc>
                <a:spcPct val="100000"/>
              </a:lnSpc>
              <a:buNone/>
              <a:defRPr lang="en-US" sz="1200" b="0" u="none" strike="noStrike">
                <a:solidFill>
                  <a:schemeClr val="dk1"/>
                </a:solidFill>
                <a:effectLst/>
                <a:uFillTx/>
                <a:latin typeface="+mn-lt"/>
                <a:ea typeface="+mn-ea"/>
              </a:defRPr>
            </a:lvl1pPr>
          </a:lstStyle>
          <a:p>
            <a:pPr indent="0" algn="r" defTabSz="914400">
              <a:lnSpc>
                <a:spcPct val="100000"/>
              </a:lnSpc>
              <a:buNone/>
            </a:pPr>
            <a:fld id="{D5657AB6-ACB7-48B9-9439-E707F06CF108}" type="slidenum">
              <a:rPr lang="en-US" sz="1200" b="0" u="none" strike="noStrike">
                <a:solidFill>
                  <a:schemeClr val="dk1"/>
                </a:solidFill>
                <a:effectLst/>
                <a:uFillTx/>
                <a:latin typeface="+mn-lt"/>
                <a:ea typeface="+mn-ea"/>
              </a:rPr>
              <a:t>21</a:t>
            </a:fld>
            <a:endParaRPr lang="en-US" sz="12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</p:spTree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4" name="PlaceHolder 1"/>
          <p:cNvSpPr>
            <a:spLocks noGrp="1" noRot="1" noChangeAspect="1"/>
          </p:cNvSpPr>
          <p:nvPr>
            <p:ph type="sldImg"/>
          </p:nvPr>
        </p:nvSpPr>
        <p:spPr>
          <a:xfrm>
            <a:off x="685800" y="1143000"/>
            <a:ext cx="5486040" cy="3085920"/>
          </a:xfrm>
          <a:prstGeom prst="rect">
            <a:avLst/>
          </a:prstGeom>
          <a:ln w="0">
            <a:noFill/>
          </a:ln>
        </p:spPr>
      </p:sp>
      <p:sp>
        <p:nvSpPr>
          <p:cNvPr id="235" name="PlaceHolder 2"/>
          <p:cNvSpPr>
            <a:spLocks noGrp="1"/>
          </p:cNvSpPr>
          <p:nvPr>
            <p:ph type="body"/>
          </p:nvPr>
        </p:nvSpPr>
        <p:spPr>
          <a:xfrm>
            <a:off x="685800" y="4400640"/>
            <a:ext cx="5486040" cy="360000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t">
            <a:noAutofit/>
          </a:bodyPr>
          <a:lstStyle/>
          <a:p>
            <a:pPr indent="0">
              <a:buNone/>
            </a:pPr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36" name="PlaceHolder 3"/>
          <p:cNvSpPr>
            <a:spLocks noGrp="1"/>
          </p:cNvSpPr>
          <p:nvPr>
            <p:ph type="sldNum" idx="17"/>
          </p:nvPr>
        </p:nvSpPr>
        <p:spPr>
          <a:xfrm>
            <a:off x="3884760" y="8685360"/>
            <a:ext cx="2971440" cy="45828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b">
            <a:noAutofit/>
          </a:bodyPr>
          <a:lstStyle>
            <a:lvl1pPr indent="0" algn="r" defTabSz="914400">
              <a:lnSpc>
                <a:spcPct val="100000"/>
              </a:lnSpc>
              <a:buNone/>
              <a:defRPr lang="en-US" sz="1200" b="0" u="none" strike="noStrike">
                <a:solidFill>
                  <a:schemeClr val="dk1"/>
                </a:solidFill>
                <a:effectLst/>
                <a:uFillTx/>
                <a:latin typeface="+mn-lt"/>
                <a:ea typeface="+mn-ea"/>
              </a:defRPr>
            </a:lvl1pPr>
          </a:lstStyle>
          <a:p>
            <a:pPr indent="0" algn="r" defTabSz="914400">
              <a:lnSpc>
                <a:spcPct val="100000"/>
              </a:lnSpc>
              <a:buNone/>
            </a:pPr>
            <a:fld id="{0D1D22FE-A601-4F4B-AD52-753EB6CAB5DD}" type="slidenum">
              <a:rPr lang="en-US" sz="1200" b="0" u="none" strike="noStrike">
                <a:solidFill>
                  <a:schemeClr val="dk1"/>
                </a:solidFill>
                <a:effectLst/>
                <a:uFillTx/>
                <a:latin typeface="+mn-lt"/>
                <a:ea typeface="+mn-ea"/>
              </a:rPr>
              <a:t>22</a:t>
            </a:fld>
            <a:endParaRPr lang="en-US" sz="12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</p:spTree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0" name="PlaceHolder 1"/>
          <p:cNvSpPr>
            <a:spLocks noGrp="1" noRot="1" noChangeAspect="1"/>
          </p:cNvSpPr>
          <p:nvPr>
            <p:ph type="sldImg"/>
          </p:nvPr>
        </p:nvSpPr>
        <p:spPr>
          <a:xfrm>
            <a:off x="685800" y="1143000"/>
            <a:ext cx="5486040" cy="3085920"/>
          </a:xfrm>
          <a:prstGeom prst="rect">
            <a:avLst/>
          </a:prstGeom>
          <a:ln w="0">
            <a:noFill/>
          </a:ln>
        </p:spPr>
      </p:sp>
      <p:sp>
        <p:nvSpPr>
          <p:cNvPr id="241" name="PlaceHolder 2"/>
          <p:cNvSpPr>
            <a:spLocks noGrp="1"/>
          </p:cNvSpPr>
          <p:nvPr>
            <p:ph type="body"/>
          </p:nvPr>
        </p:nvSpPr>
        <p:spPr>
          <a:xfrm>
            <a:off x="685800" y="4400640"/>
            <a:ext cx="5486040" cy="360000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t">
            <a:noAutofit/>
          </a:bodyPr>
          <a:lstStyle/>
          <a:p>
            <a:pPr indent="0">
              <a:buNone/>
            </a:pPr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42" name="PlaceHolder 3"/>
          <p:cNvSpPr>
            <a:spLocks noGrp="1"/>
          </p:cNvSpPr>
          <p:nvPr>
            <p:ph type="sldNum" idx="19"/>
          </p:nvPr>
        </p:nvSpPr>
        <p:spPr>
          <a:xfrm>
            <a:off x="3884760" y="8685360"/>
            <a:ext cx="2971440" cy="45828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b">
            <a:noAutofit/>
          </a:bodyPr>
          <a:lstStyle>
            <a:lvl1pPr indent="0" algn="r" defTabSz="914400">
              <a:lnSpc>
                <a:spcPct val="100000"/>
              </a:lnSpc>
              <a:buNone/>
              <a:defRPr lang="en-US" sz="1200" b="0" u="none" strike="noStrike">
                <a:solidFill>
                  <a:schemeClr val="dk1"/>
                </a:solidFill>
                <a:effectLst/>
                <a:uFillTx/>
                <a:latin typeface="+mn-lt"/>
                <a:ea typeface="+mn-ea"/>
              </a:defRPr>
            </a:lvl1pPr>
          </a:lstStyle>
          <a:p>
            <a:pPr indent="0" algn="r" defTabSz="914400">
              <a:lnSpc>
                <a:spcPct val="100000"/>
              </a:lnSpc>
              <a:buNone/>
            </a:pPr>
            <a:fld id="{6541DAED-F353-4B94-B3DE-97D7543FCD27}" type="slidenum">
              <a:rPr lang="en-US" sz="1200" b="0" u="none" strike="noStrike">
                <a:solidFill>
                  <a:schemeClr val="dk1"/>
                </a:solidFill>
                <a:effectLst/>
                <a:uFillTx/>
                <a:latin typeface="+mn-lt"/>
                <a:ea typeface="+mn-ea"/>
              </a:rPr>
              <a:t>23</a:t>
            </a:fld>
            <a:endParaRPr lang="en-US" sz="12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</p:spTree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3" name="PlaceHolder 1"/>
          <p:cNvSpPr>
            <a:spLocks noGrp="1" noRot="1" noChangeAspect="1"/>
          </p:cNvSpPr>
          <p:nvPr>
            <p:ph type="sldImg"/>
          </p:nvPr>
        </p:nvSpPr>
        <p:spPr>
          <a:xfrm>
            <a:off x="685800" y="1143000"/>
            <a:ext cx="5486040" cy="3085920"/>
          </a:xfrm>
          <a:prstGeom prst="rect">
            <a:avLst/>
          </a:prstGeom>
          <a:ln w="0">
            <a:noFill/>
          </a:ln>
        </p:spPr>
      </p:sp>
      <p:sp>
        <p:nvSpPr>
          <p:cNvPr id="244" name="PlaceHolder 2"/>
          <p:cNvSpPr>
            <a:spLocks noGrp="1"/>
          </p:cNvSpPr>
          <p:nvPr>
            <p:ph type="body"/>
          </p:nvPr>
        </p:nvSpPr>
        <p:spPr>
          <a:xfrm>
            <a:off x="685800" y="4400640"/>
            <a:ext cx="5486040" cy="360000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t">
            <a:noAutofit/>
          </a:bodyPr>
          <a:lstStyle/>
          <a:p>
            <a:pPr indent="0">
              <a:buNone/>
            </a:pPr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45" name="PlaceHolder 3"/>
          <p:cNvSpPr>
            <a:spLocks noGrp="1"/>
          </p:cNvSpPr>
          <p:nvPr>
            <p:ph type="sldNum" idx="20"/>
          </p:nvPr>
        </p:nvSpPr>
        <p:spPr>
          <a:xfrm>
            <a:off x="3884760" y="8685360"/>
            <a:ext cx="2971440" cy="45828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b">
            <a:noAutofit/>
          </a:bodyPr>
          <a:lstStyle>
            <a:lvl1pPr indent="0" algn="r" defTabSz="914400">
              <a:lnSpc>
                <a:spcPct val="100000"/>
              </a:lnSpc>
              <a:buNone/>
              <a:defRPr lang="en-US" sz="1200" b="0" u="none" strike="noStrike">
                <a:solidFill>
                  <a:schemeClr val="dk1"/>
                </a:solidFill>
                <a:effectLst/>
                <a:uFillTx/>
                <a:latin typeface="+mn-lt"/>
                <a:ea typeface="+mn-ea"/>
              </a:defRPr>
            </a:lvl1pPr>
          </a:lstStyle>
          <a:p>
            <a:pPr indent="0" algn="r" defTabSz="914400">
              <a:lnSpc>
                <a:spcPct val="100000"/>
              </a:lnSpc>
              <a:buNone/>
            </a:pPr>
            <a:fld id="{A9BFE9EB-0DE1-4989-AAB8-F1D39F9E1498}" type="slidenum">
              <a:rPr lang="en-US" sz="1200" b="0" u="none" strike="noStrike">
                <a:solidFill>
                  <a:schemeClr val="dk1"/>
                </a:solidFill>
                <a:effectLst/>
                <a:uFillTx/>
                <a:latin typeface="+mn-lt"/>
                <a:ea typeface="+mn-ea"/>
              </a:rPr>
              <a:t>24</a:t>
            </a:fld>
            <a:endParaRPr lang="en-US" sz="12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</p:spTree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6" name="PlaceHolder 1"/>
          <p:cNvSpPr>
            <a:spLocks noGrp="1" noRot="1" noChangeAspect="1"/>
          </p:cNvSpPr>
          <p:nvPr>
            <p:ph type="sldImg"/>
          </p:nvPr>
        </p:nvSpPr>
        <p:spPr>
          <a:xfrm>
            <a:off x="685800" y="1143000"/>
            <a:ext cx="5486040" cy="3085920"/>
          </a:xfrm>
          <a:prstGeom prst="rect">
            <a:avLst/>
          </a:prstGeom>
          <a:ln w="0">
            <a:noFill/>
          </a:ln>
        </p:spPr>
      </p:sp>
      <p:sp>
        <p:nvSpPr>
          <p:cNvPr id="247" name="PlaceHolder 2"/>
          <p:cNvSpPr>
            <a:spLocks noGrp="1"/>
          </p:cNvSpPr>
          <p:nvPr>
            <p:ph type="body"/>
          </p:nvPr>
        </p:nvSpPr>
        <p:spPr>
          <a:xfrm>
            <a:off x="685800" y="4400640"/>
            <a:ext cx="5486040" cy="360000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t">
            <a:noAutofit/>
          </a:bodyPr>
          <a:lstStyle/>
          <a:p>
            <a:pPr indent="0">
              <a:buNone/>
            </a:pPr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48" name="PlaceHolder 3"/>
          <p:cNvSpPr>
            <a:spLocks noGrp="1"/>
          </p:cNvSpPr>
          <p:nvPr>
            <p:ph type="sldNum" idx="21"/>
          </p:nvPr>
        </p:nvSpPr>
        <p:spPr>
          <a:xfrm>
            <a:off x="3884760" y="8685360"/>
            <a:ext cx="2971440" cy="45828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b">
            <a:noAutofit/>
          </a:bodyPr>
          <a:lstStyle>
            <a:lvl1pPr indent="0" algn="r" defTabSz="914400">
              <a:lnSpc>
                <a:spcPct val="100000"/>
              </a:lnSpc>
              <a:buNone/>
              <a:defRPr lang="en-US" sz="1200" b="0" u="none" strike="noStrike">
                <a:solidFill>
                  <a:schemeClr val="dk1"/>
                </a:solidFill>
                <a:effectLst/>
                <a:uFillTx/>
                <a:latin typeface="+mn-lt"/>
                <a:ea typeface="+mn-ea"/>
              </a:defRPr>
            </a:lvl1pPr>
          </a:lstStyle>
          <a:p>
            <a:pPr indent="0" algn="r" defTabSz="914400">
              <a:lnSpc>
                <a:spcPct val="100000"/>
              </a:lnSpc>
              <a:buNone/>
            </a:pPr>
            <a:fld id="{3C32DEC9-309E-4F37-B695-F5FF72737CFD}" type="slidenum">
              <a:rPr lang="en-US" sz="1200" b="0" u="none" strike="noStrike">
                <a:solidFill>
                  <a:schemeClr val="dk1"/>
                </a:solidFill>
                <a:effectLst/>
                <a:uFillTx/>
                <a:latin typeface="+mn-lt"/>
                <a:ea typeface="+mn-ea"/>
              </a:rPr>
              <a:t>25</a:t>
            </a:fld>
            <a:endParaRPr lang="en-US" sz="12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</p:spTree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9" name="PlaceHolder 1"/>
          <p:cNvSpPr>
            <a:spLocks noGrp="1" noRot="1" noChangeAspect="1"/>
          </p:cNvSpPr>
          <p:nvPr>
            <p:ph type="sldImg"/>
          </p:nvPr>
        </p:nvSpPr>
        <p:spPr>
          <a:xfrm>
            <a:off x="685800" y="1143000"/>
            <a:ext cx="5486040" cy="3085920"/>
          </a:xfrm>
          <a:prstGeom prst="rect">
            <a:avLst/>
          </a:prstGeom>
          <a:ln w="0">
            <a:noFill/>
          </a:ln>
        </p:spPr>
      </p:sp>
      <p:sp>
        <p:nvSpPr>
          <p:cNvPr id="250" name="PlaceHolder 2"/>
          <p:cNvSpPr>
            <a:spLocks noGrp="1"/>
          </p:cNvSpPr>
          <p:nvPr>
            <p:ph type="body"/>
          </p:nvPr>
        </p:nvSpPr>
        <p:spPr>
          <a:xfrm>
            <a:off x="685800" y="4400640"/>
            <a:ext cx="5486040" cy="360000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t">
            <a:noAutofit/>
          </a:bodyPr>
          <a:lstStyle/>
          <a:p>
            <a:pPr indent="0">
              <a:buNone/>
            </a:pPr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51" name="PlaceHolder 3"/>
          <p:cNvSpPr>
            <a:spLocks noGrp="1"/>
          </p:cNvSpPr>
          <p:nvPr>
            <p:ph type="sldNum" idx="22"/>
          </p:nvPr>
        </p:nvSpPr>
        <p:spPr>
          <a:xfrm>
            <a:off x="3884760" y="8685360"/>
            <a:ext cx="2971440" cy="45828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b">
            <a:noAutofit/>
          </a:bodyPr>
          <a:lstStyle>
            <a:lvl1pPr indent="0" algn="r" defTabSz="914400">
              <a:lnSpc>
                <a:spcPct val="100000"/>
              </a:lnSpc>
              <a:buNone/>
              <a:defRPr lang="en-US" sz="1200" b="0" u="none" strike="noStrike">
                <a:solidFill>
                  <a:schemeClr val="dk1"/>
                </a:solidFill>
                <a:effectLst/>
                <a:uFillTx/>
                <a:latin typeface="+mn-lt"/>
                <a:ea typeface="+mn-ea"/>
              </a:defRPr>
            </a:lvl1pPr>
          </a:lstStyle>
          <a:p>
            <a:pPr indent="0" algn="r" defTabSz="914400">
              <a:lnSpc>
                <a:spcPct val="100000"/>
              </a:lnSpc>
              <a:buNone/>
            </a:pPr>
            <a:fld id="{8C2F1773-9CA4-456E-8C24-BAD063610FA9}" type="slidenum">
              <a:rPr lang="en-US" sz="1200" b="0" u="none" strike="noStrike">
                <a:solidFill>
                  <a:schemeClr val="dk1"/>
                </a:solidFill>
                <a:effectLst/>
                <a:uFillTx/>
                <a:latin typeface="+mn-lt"/>
                <a:ea typeface="+mn-ea"/>
              </a:rPr>
              <a:t>26</a:t>
            </a:fld>
            <a:endParaRPr lang="en-US" sz="12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</p:spTree>
  </p:cSld>
  <p:clrMapOvr>
    <a:masterClrMapping/>
  </p:clrMapOvr>
</p:notes>
</file>

<file path=ppt/notesSlides/notesSlide2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2" name="PlaceHolder 1"/>
          <p:cNvSpPr>
            <a:spLocks noGrp="1" noRot="1" noChangeAspect="1"/>
          </p:cNvSpPr>
          <p:nvPr>
            <p:ph type="sldImg"/>
          </p:nvPr>
        </p:nvSpPr>
        <p:spPr>
          <a:xfrm>
            <a:off x="685800" y="1143000"/>
            <a:ext cx="5486040" cy="3085920"/>
          </a:xfrm>
          <a:prstGeom prst="rect">
            <a:avLst/>
          </a:prstGeom>
          <a:ln w="0">
            <a:noFill/>
          </a:ln>
        </p:spPr>
      </p:sp>
      <p:sp>
        <p:nvSpPr>
          <p:cNvPr id="253" name="PlaceHolder 2"/>
          <p:cNvSpPr>
            <a:spLocks noGrp="1"/>
          </p:cNvSpPr>
          <p:nvPr>
            <p:ph type="body"/>
          </p:nvPr>
        </p:nvSpPr>
        <p:spPr>
          <a:xfrm>
            <a:off x="685800" y="4400640"/>
            <a:ext cx="5486040" cy="360000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t">
            <a:noAutofit/>
          </a:bodyPr>
          <a:lstStyle/>
          <a:p>
            <a:pPr indent="0">
              <a:buNone/>
            </a:pPr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54" name="PlaceHolder 3"/>
          <p:cNvSpPr>
            <a:spLocks noGrp="1"/>
          </p:cNvSpPr>
          <p:nvPr>
            <p:ph type="sldNum" idx="23"/>
          </p:nvPr>
        </p:nvSpPr>
        <p:spPr>
          <a:xfrm>
            <a:off x="3884760" y="8685360"/>
            <a:ext cx="2971440" cy="45828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b">
            <a:noAutofit/>
          </a:bodyPr>
          <a:lstStyle>
            <a:lvl1pPr indent="0" algn="r" defTabSz="914400">
              <a:lnSpc>
                <a:spcPct val="100000"/>
              </a:lnSpc>
              <a:buNone/>
              <a:defRPr lang="en-US" sz="1200" b="0" u="none" strike="noStrike">
                <a:solidFill>
                  <a:schemeClr val="dk1"/>
                </a:solidFill>
                <a:effectLst/>
                <a:uFillTx/>
                <a:latin typeface="+mn-lt"/>
                <a:ea typeface="+mn-ea"/>
              </a:defRPr>
            </a:lvl1pPr>
          </a:lstStyle>
          <a:p>
            <a:pPr indent="0" algn="r" defTabSz="914400">
              <a:lnSpc>
                <a:spcPct val="100000"/>
              </a:lnSpc>
              <a:buNone/>
            </a:pPr>
            <a:fld id="{8D77926F-9D43-4E07-8E20-44DFD2AAEABC}" type="slidenum">
              <a:rPr lang="en-US" sz="1200" b="0" u="none" strike="noStrike">
                <a:solidFill>
                  <a:schemeClr val="dk1"/>
                </a:solidFill>
                <a:effectLst/>
                <a:uFillTx/>
                <a:latin typeface="+mn-lt"/>
                <a:ea typeface="+mn-ea"/>
              </a:rPr>
              <a:t>27</a:t>
            </a:fld>
            <a:endParaRPr lang="en-US" sz="12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</p:spTree>
  </p:cSld>
  <p:clrMapOvr>
    <a:masterClrMapping/>
  </p:clrMapOvr>
</p:notes>
</file>

<file path=ppt/notesSlides/notesSlide2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5" name="PlaceHolder 1"/>
          <p:cNvSpPr>
            <a:spLocks noGrp="1" noRot="1" noChangeAspect="1"/>
          </p:cNvSpPr>
          <p:nvPr>
            <p:ph type="sldImg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ln w="0">
            <a:noFill/>
          </a:ln>
        </p:spPr>
      </p:sp>
      <p:sp>
        <p:nvSpPr>
          <p:cNvPr id="256" name="PlaceHolder 2"/>
          <p:cNvSpPr>
            <a:spLocks noGrp="1"/>
          </p:cNvSpPr>
          <p:nvPr>
            <p:ph type="body"/>
          </p:nvPr>
        </p:nvSpPr>
        <p:spPr>
          <a:xfrm>
            <a:off x="685800" y="4400640"/>
            <a:ext cx="5486040" cy="360000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t">
            <a:noAutofit/>
          </a:bodyPr>
          <a:lstStyle/>
          <a:p>
            <a:pPr indent="0">
              <a:buNone/>
            </a:pPr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57" name="PlaceHolder 3"/>
          <p:cNvSpPr>
            <a:spLocks noGrp="1"/>
          </p:cNvSpPr>
          <p:nvPr>
            <p:ph type="sldNum" idx="24"/>
          </p:nvPr>
        </p:nvSpPr>
        <p:spPr>
          <a:xfrm>
            <a:off x="3884760" y="8685360"/>
            <a:ext cx="2971440" cy="45828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b">
            <a:noAutofit/>
          </a:bodyPr>
          <a:lstStyle>
            <a:lvl1pPr indent="0" algn="r" defTabSz="914400">
              <a:lnSpc>
                <a:spcPct val="100000"/>
              </a:lnSpc>
              <a:buNone/>
              <a:defRPr lang="en-US" sz="1200" b="0" u="none" strike="noStrike">
                <a:solidFill>
                  <a:schemeClr val="dk1"/>
                </a:solidFill>
                <a:effectLst/>
                <a:uFillTx/>
                <a:latin typeface="+mn-lt"/>
                <a:ea typeface="+mn-ea"/>
              </a:defRPr>
            </a:lvl1pPr>
          </a:lstStyle>
          <a:p>
            <a:pPr indent="0" algn="r" defTabSz="914400">
              <a:lnSpc>
                <a:spcPct val="100000"/>
              </a:lnSpc>
              <a:buNone/>
            </a:pPr>
            <a:fld id="{28847340-FE8B-4100-8D56-FE4F859A2F54}" type="slidenum">
              <a:rPr lang="en-US" sz="1200" b="0" u="none" strike="noStrike">
                <a:solidFill>
                  <a:schemeClr val="dk1"/>
                </a:solidFill>
                <a:effectLst/>
                <a:uFillTx/>
                <a:latin typeface="+mn-lt"/>
                <a:ea typeface="+mn-ea"/>
              </a:rPr>
              <a:t>28</a:t>
            </a:fld>
            <a:endParaRPr lang="en-US" sz="12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</p:spTree>
  </p:cSld>
  <p:clrMapOvr>
    <a:masterClrMapping/>
  </p:clrMapOvr>
</p:notes>
</file>

<file path=ppt/notesSlides/notesSlide2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8" name="PlaceHolder 1"/>
          <p:cNvSpPr>
            <a:spLocks noGrp="1" noRot="1" noChangeAspect="1"/>
          </p:cNvSpPr>
          <p:nvPr>
            <p:ph type="sldImg"/>
          </p:nvPr>
        </p:nvSpPr>
        <p:spPr>
          <a:xfrm>
            <a:off x="685800" y="1143000"/>
            <a:ext cx="5486040" cy="3085920"/>
          </a:xfrm>
          <a:prstGeom prst="rect">
            <a:avLst/>
          </a:prstGeom>
          <a:ln w="0">
            <a:noFill/>
          </a:ln>
        </p:spPr>
      </p:sp>
      <p:sp>
        <p:nvSpPr>
          <p:cNvPr id="259" name="PlaceHolder 2"/>
          <p:cNvSpPr>
            <a:spLocks noGrp="1"/>
          </p:cNvSpPr>
          <p:nvPr>
            <p:ph type="body"/>
          </p:nvPr>
        </p:nvSpPr>
        <p:spPr>
          <a:xfrm>
            <a:off x="685800" y="4400640"/>
            <a:ext cx="5486040" cy="360000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t">
            <a:noAutofit/>
          </a:bodyPr>
          <a:lstStyle/>
          <a:p>
            <a:pPr indent="0">
              <a:buNone/>
            </a:pPr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60" name="PlaceHolder 3"/>
          <p:cNvSpPr>
            <a:spLocks noGrp="1"/>
          </p:cNvSpPr>
          <p:nvPr>
            <p:ph type="sldNum" idx="25"/>
          </p:nvPr>
        </p:nvSpPr>
        <p:spPr>
          <a:xfrm>
            <a:off x="3884760" y="8685360"/>
            <a:ext cx="2971440" cy="45828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b">
            <a:noAutofit/>
          </a:bodyPr>
          <a:lstStyle>
            <a:lvl1pPr indent="0" algn="r" defTabSz="914400">
              <a:lnSpc>
                <a:spcPct val="100000"/>
              </a:lnSpc>
              <a:buNone/>
              <a:defRPr lang="en-US" sz="1200" b="0" u="none" strike="noStrike">
                <a:solidFill>
                  <a:schemeClr val="dk1"/>
                </a:solidFill>
                <a:effectLst/>
                <a:uFillTx/>
                <a:latin typeface="+mn-lt"/>
                <a:ea typeface="+mn-ea"/>
              </a:defRPr>
            </a:lvl1pPr>
          </a:lstStyle>
          <a:p>
            <a:pPr indent="0" algn="r" defTabSz="914400">
              <a:lnSpc>
                <a:spcPct val="100000"/>
              </a:lnSpc>
              <a:buNone/>
            </a:pPr>
            <a:fld id="{C815690C-2795-4C38-9CBA-DECC6CBEBEBD}" type="slidenum">
              <a:rPr lang="en-US" sz="1200" b="0" u="none" strike="noStrike">
                <a:solidFill>
                  <a:schemeClr val="dk1"/>
                </a:solidFill>
                <a:effectLst/>
                <a:uFillTx/>
                <a:latin typeface="+mn-lt"/>
                <a:ea typeface="+mn-ea"/>
              </a:rPr>
              <a:t>29</a:t>
            </a:fld>
            <a:endParaRPr lang="en-US" sz="12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</p:spTree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DEFAUL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2" Type="http://schemas.openxmlformats.org/officeDocument/2006/relationships/theme" Target="../theme/theme1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PlaceHolder 1"/>
          <p:cNvSpPr>
            <a:spLocks noGrp="1"/>
          </p:cNvSpPr>
          <p:nvPr>
            <p:ph type="title"/>
          </p:nvPr>
        </p:nvSpPr>
        <p:spPr>
          <a:xfrm>
            <a:off x="609480" y="273600"/>
            <a:ext cx="10972440" cy="114480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ctr">
            <a:noAutofit/>
          </a:bodyPr>
          <a:lstStyle/>
          <a:p>
            <a:pPr indent="0">
              <a:buNone/>
            </a:pPr>
            <a:r>
              <a:rPr lang="en-US" sz="1800" b="0" u="none" strike="noStrike">
                <a:solidFill>
                  <a:schemeClr val="dk1"/>
                </a:solidFill>
                <a:effectLst/>
                <a:uFillTx/>
                <a:latin typeface="Aptos"/>
              </a:rPr>
              <a:t>Click to edit the title text format</a:t>
            </a:r>
          </a:p>
        </p:txBody>
      </p:sp>
      <p:sp>
        <p:nvSpPr>
          <p:cNvPr id="3" name="PlaceHolder 2"/>
          <p:cNvSpPr>
            <a:spLocks noGrp="1"/>
          </p:cNvSpPr>
          <p:nvPr>
            <p:ph type="body"/>
          </p:nvPr>
        </p:nvSpPr>
        <p:spPr>
          <a:xfrm>
            <a:off x="609480" y="1604520"/>
            <a:ext cx="10972440" cy="397728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rmAutofit/>
          </a:bodyPr>
          <a:lstStyle/>
          <a:p>
            <a:pPr marL="432000" indent="-324000">
              <a:spcBef>
                <a:spcPts val="1417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en-US" sz="3200" b="0" u="none" strike="noStrike">
                <a:solidFill>
                  <a:schemeClr val="dk1"/>
                </a:solidFill>
                <a:effectLst/>
                <a:uFillTx/>
                <a:latin typeface="Aptos"/>
              </a:rPr>
              <a:t>Click to edit the outline text format</a:t>
            </a:r>
          </a:p>
          <a:p>
            <a:pPr marL="864000" lvl="1" indent="-324000">
              <a:spcBef>
                <a:spcPts val="1134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lang="en-US" sz="2400" b="0" u="none" strike="noStrike">
                <a:solidFill>
                  <a:schemeClr val="dk1"/>
                </a:solidFill>
                <a:effectLst/>
                <a:uFillTx/>
                <a:latin typeface="Aptos"/>
              </a:rPr>
              <a:t>Second Outline Level</a:t>
            </a:r>
          </a:p>
          <a:p>
            <a:pPr marL="1296000" lvl="2" indent="-288000">
              <a:spcBef>
                <a:spcPts val="850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en-US" sz="2000" b="0" u="none" strike="noStrike">
                <a:solidFill>
                  <a:schemeClr val="dk1"/>
                </a:solidFill>
                <a:effectLst/>
                <a:uFillTx/>
                <a:latin typeface="Aptos"/>
              </a:rPr>
              <a:t>Third Outline Level</a:t>
            </a:r>
          </a:p>
          <a:p>
            <a:pPr marL="1728000" lvl="3" indent="-216000">
              <a:spcBef>
                <a:spcPts val="567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lang="en-US" sz="2000" b="0" u="none" strike="noStrike">
                <a:solidFill>
                  <a:schemeClr val="dk1"/>
                </a:solidFill>
                <a:effectLst/>
                <a:uFillTx/>
                <a:latin typeface="Aptos"/>
              </a:rPr>
              <a:t>Fourth Outline Level</a:t>
            </a:r>
          </a:p>
          <a:p>
            <a:pPr marL="2160000" lvl="4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en-US" sz="2000" b="0" u="none" strike="noStrike">
                <a:solidFill>
                  <a:schemeClr val="dk1"/>
                </a:solidFill>
                <a:effectLst/>
                <a:uFillTx/>
                <a:latin typeface="Aptos"/>
              </a:rPr>
              <a:t>Fifth Outline Level</a:t>
            </a:r>
          </a:p>
          <a:p>
            <a:pPr marL="2592000" lvl="5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en-US" sz="2000" b="0" u="none" strike="noStrike">
                <a:solidFill>
                  <a:schemeClr val="dk1"/>
                </a:solidFill>
                <a:effectLst/>
                <a:uFillTx/>
                <a:latin typeface="Aptos"/>
              </a:rPr>
              <a:t>Sixth Outline Level</a:t>
            </a:r>
          </a:p>
          <a:p>
            <a:pPr marL="3024000" lvl="6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en-US" sz="2000" b="0" u="none" strike="noStrike">
                <a:solidFill>
                  <a:schemeClr val="dk1"/>
                </a:solidFill>
                <a:effectLst/>
                <a:uFillTx/>
                <a:latin typeface="Aptos"/>
              </a:rPr>
              <a:t>Seventh Outline Level</a:t>
            </a:r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g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4.xml.rels><?xml version="1.0" encoding="UTF-8" standalone="yes"?>
<Relationships xmlns="http://schemas.openxmlformats.org/package/2006/relationships"><Relationship Id="rId8" Type="http://schemas.openxmlformats.org/officeDocument/2006/relationships/image" Target="../media/image4.png"/><Relationship Id="rId13" Type="http://schemas.openxmlformats.org/officeDocument/2006/relationships/customXml" Target="../ink/ink6.xml"/><Relationship Id="rId3" Type="http://schemas.openxmlformats.org/officeDocument/2006/relationships/customXml" Target="../ink/ink1.xml"/><Relationship Id="rId7" Type="http://schemas.openxmlformats.org/officeDocument/2006/relationships/customXml" Target="../ink/ink3.xml"/><Relationship Id="rId12" Type="http://schemas.openxmlformats.org/officeDocument/2006/relationships/image" Target="../media/image6.pn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3.png"/><Relationship Id="rId11" Type="http://schemas.openxmlformats.org/officeDocument/2006/relationships/customXml" Target="../ink/ink5.xml"/><Relationship Id="rId5" Type="http://schemas.openxmlformats.org/officeDocument/2006/relationships/customXml" Target="../ink/ink2.xml"/><Relationship Id="rId10" Type="http://schemas.openxmlformats.org/officeDocument/2006/relationships/image" Target="../media/image5.png"/><Relationship Id="rId4" Type="http://schemas.openxmlformats.org/officeDocument/2006/relationships/image" Target="../media/image2.png"/><Relationship Id="rId9" Type="http://schemas.openxmlformats.org/officeDocument/2006/relationships/customXml" Target="../ink/ink4.xml"/><Relationship Id="rId14" Type="http://schemas.openxmlformats.org/officeDocument/2006/relationships/image" Target="../media/image7.png"/></Relationships>
</file>

<file path=ppt/slides/_rels/slide5.xml.rels><?xml version="1.0" encoding="UTF-8" standalone="yes"?>
<Relationships xmlns="http://schemas.openxmlformats.org/package/2006/relationships"><Relationship Id="rId8" Type="http://schemas.openxmlformats.org/officeDocument/2006/relationships/customXml" Target="../ink/ink9.xml"/><Relationship Id="rId13" Type="http://schemas.openxmlformats.org/officeDocument/2006/relationships/image" Target="../media/image13.png"/><Relationship Id="rId3" Type="http://schemas.openxmlformats.org/officeDocument/2006/relationships/image" Target="../media/image8.png"/><Relationship Id="rId7" Type="http://schemas.openxmlformats.org/officeDocument/2006/relationships/image" Target="../media/image10.png"/><Relationship Id="rId12" Type="http://schemas.openxmlformats.org/officeDocument/2006/relationships/customXml" Target="../ink/ink11.xml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1.xml"/><Relationship Id="rId6" Type="http://schemas.openxmlformats.org/officeDocument/2006/relationships/customXml" Target="../ink/ink8.xml"/><Relationship Id="rId11" Type="http://schemas.openxmlformats.org/officeDocument/2006/relationships/image" Target="../media/image12.png"/><Relationship Id="rId5" Type="http://schemas.openxmlformats.org/officeDocument/2006/relationships/image" Target="../media/image9.png"/><Relationship Id="rId10" Type="http://schemas.openxmlformats.org/officeDocument/2006/relationships/customXml" Target="../ink/ink10.xml"/><Relationship Id="rId4" Type="http://schemas.openxmlformats.org/officeDocument/2006/relationships/customXml" Target="../ink/ink7.xml"/><Relationship Id="rId9" Type="http://schemas.openxmlformats.org/officeDocument/2006/relationships/image" Target="../media/image11.png"/></Relationships>
</file>

<file path=ppt/slides/_rels/slide6.xml.rels><?xml version="1.0" encoding="UTF-8" standalone="yes"?>
<Relationships xmlns="http://schemas.openxmlformats.org/package/2006/relationships"><Relationship Id="rId117" Type="http://schemas.openxmlformats.org/officeDocument/2006/relationships/customXml" Target="../ink/ink68.xml"/><Relationship Id="rId299" Type="http://schemas.openxmlformats.org/officeDocument/2006/relationships/image" Target="../media/image160.png"/><Relationship Id="rId21" Type="http://schemas.openxmlformats.org/officeDocument/2006/relationships/customXml" Target="../ink/ink20.xml"/><Relationship Id="rId63" Type="http://schemas.openxmlformats.org/officeDocument/2006/relationships/customXml" Target="../ink/ink41.xml"/><Relationship Id="rId159" Type="http://schemas.openxmlformats.org/officeDocument/2006/relationships/customXml" Target="../ink/ink89.xml"/><Relationship Id="rId324" Type="http://schemas.openxmlformats.org/officeDocument/2006/relationships/customXml" Target="../ink/ink174.xml"/><Relationship Id="rId366" Type="http://schemas.openxmlformats.org/officeDocument/2006/relationships/customXml" Target="../ink/ink195.xml"/><Relationship Id="rId170" Type="http://schemas.openxmlformats.org/officeDocument/2006/relationships/image" Target="../media/image98.png"/><Relationship Id="rId226" Type="http://schemas.openxmlformats.org/officeDocument/2006/relationships/image" Target="../media/image125.png"/><Relationship Id="rId268" Type="http://schemas.openxmlformats.org/officeDocument/2006/relationships/customXml" Target="../ink/ink145.xml"/><Relationship Id="rId32" Type="http://schemas.openxmlformats.org/officeDocument/2006/relationships/image" Target="../media/image29.png"/><Relationship Id="rId74" Type="http://schemas.openxmlformats.org/officeDocument/2006/relationships/image" Target="../media/image50.png"/><Relationship Id="rId128" Type="http://schemas.openxmlformats.org/officeDocument/2006/relationships/image" Target="../media/image77.png"/><Relationship Id="rId335" Type="http://schemas.openxmlformats.org/officeDocument/2006/relationships/image" Target="../media/image178.png"/><Relationship Id="rId377" Type="http://schemas.openxmlformats.org/officeDocument/2006/relationships/image" Target="../media/image199.png"/><Relationship Id="rId5" Type="http://schemas.openxmlformats.org/officeDocument/2006/relationships/customXml" Target="../ink/ink12.xml"/><Relationship Id="rId181" Type="http://schemas.openxmlformats.org/officeDocument/2006/relationships/customXml" Target="../ink/ink100.xml"/><Relationship Id="rId237" Type="http://schemas.openxmlformats.org/officeDocument/2006/relationships/customXml" Target="../ink/ink129.xml"/><Relationship Id="rId279" Type="http://schemas.openxmlformats.org/officeDocument/2006/relationships/image" Target="../media/image150.png"/><Relationship Id="rId43" Type="http://schemas.openxmlformats.org/officeDocument/2006/relationships/customXml" Target="../ink/ink31.xml"/><Relationship Id="rId139" Type="http://schemas.openxmlformats.org/officeDocument/2006/relationships/customXml" Target="../ink/ink79.xml"/><Relationship Id="rId290" Type="http://schemas.openxmlformats.org/officeDocument/2006/relationships/customXml" Target="../ink/ink157.xml"/><Relationship Id="rId304" Type="http://schemas.openxmlformats.org/officeDocument/2006/relationships/customXml" Target="../ink/ink164.xml"/><Relationship Id="rId346" Type="http://schemas.openxmlformats.org/officeDocument/2006/relationships/customXml" Target="../ink/ink185.xml"/><Relationship Id="rId388" Type="http://schemas.openxmlformats.org/officeDocument/2006/relationships/customXml" Target="../ink/ink206.xml"/><Relationship Id="rId85" Type="http://schemas.openxmlformats.org/officeDocument/2006/relationships/customXml" Target="../ink/ink52.xml"/><Relationship Id="rId150" Type="http://schemas.openxmlformats.org/officeDocument/2006/relationships/image" Target="../media/image88.png"/><Relationship Id="rId192" Type="http://schemas.openxmlformats.org/officeDocument/2006/relationships/image" Target="../media/image109.png"/><Relationship Id="rId206" Type="http://schemas.openxmlformats.org/officeDocument/2006/relationships/image" Target="../media/image116.png"/><Relationship Id="rId248" Type="http://schemas.openxmlformats.org/officeDocument/2006/relationships/customXml" Target="../ink/ink135.xml"/><Relationship Id="rId12" Type="http://schemas.openxmlformats.org/officeDocument/2006/relationships/image" Target="../media/image19.png"/><Relationship Id="rId108" Type="http://schemas.openxmlformats.org/officeDocument/2006/relationships/image" Target="../media/image67.png"/><Relationship Id="rId315" Type="http://schemas.openxmlformats.org/officeDocument/2006/relationships/image" Target="../media/image168.png"/><Relationship Id="rId357" Type="http://schemas.openxmlformats.org/officeDocument/2006/relationships/image" Target="../media/image189.png"/><Relationship Id="rId54" Type="http://schemas.openxmlformats.org/officeDocument/2006/relationships/image" Target="../media/image40.png"/><Relationship Id="rId96" Type="http://schemas.openxmlformats.org/officeDocument/2006/relationships/image" Target="../media/image61.png"/><Relationship Id="rId161" Type="http://schemas.openxmlformats.org/officeDocument/2006/relationships/customXml" Target="../ink/ink90.xml"/><Relationship Id="rId217" Type="http://schemas.openxmlformats.org/officeDocument/2006/relationships/image" Target="../media/image121.png"/><Relationship Id="rId259" Type="http://schemas.openxmlformats.org/officeDocument/2006/relationships/image" Target="../media/image141.png"/><Relationship Id="rId23" Type="http://schemas.openxmlformats.org/officeDocument/2006/relationships/customXml" Target="../ink/ink21.xml"/><Relationship Id="rId119" Type="http://schemas.openxmlformats.org/officeDocument/2006/relationships/customXml" Target="../ink/ink69.xml"/><Relationship Id="rId270" Type="http://schemas.openxmlformats.org/officeDocument/2006/relationships/image" Target="../media/image146.png"/><Relationship Id="rId326" Type="http://schemas.openxmlformats.org/officeDocument/2006/relationships/customXml" Target="../ink/ink175.xml"/><Relationship Id="rId65" Type="http://schemas.openxmlformats.org/officeDocument/2006/relationships/customXml" Target="../ink/ink42.xml"/><Relationship Id="rId130" Type="http://schemas.openxmlformats.org/officeDocument/2006/relationships/image" Target="../media/image78.png"/><Relationship Id="rId368" Type="http://schemas.openxmlformats.org/officeDocument/2006/relationships/customXml" Target="../ink/ink196.xml"/><Relationship Id="rId172" Type="http://schemas.openxmlformats.org/officeDocument/2006/relationships/image" Target="../media/image99.png"/><Relationship Id="rId228" Type="http://schemas.openxmlformats.org/officeDocument/2006/relationships/image" Target="../media/image126.png"/><Relationship Id="rId281" Type="http://schemas.openxmlformats.org/officeDocument/2006/relationships/image" Target="../media/image151.png"/><Relationship Id="rId337" Type="http://schemas.openxmlformats.org/officeDocument/2006/relationships/image" Target="../media/image179.png"/><Relationship Id="rId34" Type="http://schemas.openxmlformats.org/officeDocument/2006/relationships/image" Target="../media/image30.png"/><Relationship Id="rId76" Type="http://schemas.openxmlformats.org/officeDocument/2006/relationships/image" Target="../media/image51.png"/><Relationship Id="rId141" Type="http://schemas.openxmlformats.org/officeDocument/2006/relationships/customXml" Target="../ink/ink80.xml"/><Relationship Id="rId379" Type="http://schemas.openxmlformats.org/officeDocument/2006/relationships/image" Target="../media/image200.png"/><Relationship Id="rId7" Type="http://schemas.openxmlformats.org/officeDocument/2006/relationships/customXml" Target="../ink/ink13.xml"/><Relationship Id="rId183" Type="http://schemas.openxmlformats.org/officeDocument/2006/relationships/customXml" Target="../ink/ink101.xml"/><Relationship Id="rId239" Type="http://schemas.openxmlformats.org/officeDocument/2006/relationships/customXml" Target="../ink/ink130.xml"/><Relationship Id="rId250" Type="http://schemas.openxmlformats.org/officeDocument/2006/relationships/customXml" Target="../ink/ink136.xml"/><Relationship Id="rId292" Type="http://schemas.openxmlformats.org/officeDocument/2006/relationships/customXml" Target="../ink/ink158.xml"/><Relationship Id="rId306" Type="http://schemas.openxmlformats.org/officeDocument/2006/relationships/customXml" Target="../ink/ink165.xml"/><Relationship Id="rId45" Type="http://schemas.openxmlformats.org/officeDocument/2006/relationships/customXml" Target="../ink/ink32.xml"/><Relationship Id="rId87" Type="http://schemas.openxmlformats.org/officeDocument/2006/relationships/customXml" Target="../ink/ink53.xml"/><Relationship Id="rId110" Type="http://schemas.openxmlformats.org/officeDocument/2006/relationships/image" Target="../media/image68.png"/><Relationship Id="rId348" Type="http://schemas.openxmlformats.org/officeDocument/2006/relationships/customXml" Target="../ink/ink186.xml"/><Relationship Id="rId152" Type="http://schemas.openxmlformats.org/officeDocument/2006/relationships/image" Target="../media/image89.png"/><Relationship Id="rId194" Type="http://schemas.openxmlformats.org/officeDocument/2006/relationships/image" Target="../media/image110.png"/><Relationship Id="rId208" Type="http://schemas.openxmlformats.org/officeDocument/2006/relationships/image" Target="../media/image117.png"/><Relationship Id="rId261" Type="http://schemas.openxmlformats.org/officeDocument/2006/relationships/image" Target="../media/image142.png"/><Relationship Id="rId14" Type="http://schemas.openxmlformats.org/officeDocument/2006/relationships/image" Target="../media/image20.png"/><Relationship Id="rId56" Type="http://schemas.openxmlformats.org/officeDocument/2006/relationships/image" Target="../media/image41.png"/><Relationship Id="rId317" Type="http://schemas.openxmlformats.org/officeDocument/2006/relationships/image" Target="../media/image169.png"/><Relationship Id="rId359" Type="http://schemas.openxmlformats.org/officeDocument/2006/relationships/image" Target="../media/image190.png"/><Relationship Id="rId98" Type="http://schemas.openxmlformats.org/officeDocument/2006/relationships/image" Target="../media/image62.png"/><Relationship Id="rId121" Type="http://schemas.openxmlformats.org/officeDocument/2006/relationships/customXml" Target="../ink/ink70.xml"/><Relationship Id="rId163" Type="http://schemas.openxmlformats.org/officeDocument/2006/relationships/customXml" Target="../ink/ink91.xml"/><Relationship Id="rId219" Type="http://schemas.openxmlformats.org/officeDocument/2006/relationships/image" Target="../media/image122.png"/><Relationship Id="rId370" Type="http://schemas.openxmlformats.org/officeDocument/2006/relationships/customXml" Target="../ink/ink197.xml"/><Relationship Id="rId230" Type="http://schemas.openxmlformats.org/officeDocument/2006/relationships/image" Target="../media/image127.png"/><Relationship Id="rId25" Type="http://schemas.openxmlformats.org/officeDocument/2006/relationships/customXml" Target="../ink/ink22.xml"/><Relationship Id="rId67" Type="http://schemas.openxmlformats.org/officeDocument/2006/relationships/customXml" Target="../ink/ink43.xml"/><Relationship Id="rId272" Type="http://schemas.openxmlformats.org/officeDocument/2006/relationships/customXml" Target="../ink/ink148.xml"/><Relationship Id="rId328" Type="http://schemas.openxmlformats.org/officeDocument/2006/relationships/customXml" Target="../ink/ink176.xml"/><Relationship Id="rId132" Type="http://schemas.openxmlformats.org/officeDocument/2006/relationships/image" Target="../media/image79.png"/><Relationship Id="rId174" Type="http://schemas.openxmlformats.org/officeDocument/2006/relationships/image" Target="../media/image100.png"/><Relationship Id="rId381" Type="http://schemas.openxmlformats.org/officeDocument/2006/relationships/image" Target="../media/image201.png"/><Relationship Id="rId241" Type="http://schemas.openxmlformats.org/officeDocument/2006/relationships/customXml" Target="../ink/ink131.xml"/><Relationship Id="rId36" Type="http://schemas.openxmlformats.org/officeDocument/2006/relationships/image" Target="../media/image31.png"/><Relationship Id="rId283" Type="http://schemas.openxmlformats.org/officeDocument/2006/relationships/image" Target="../media/image152.png"/><Relationship Id="rId339" Type="http://schemas.openxmlformats.org/officeDocument/2006/relationships/image" Target="../media/image180.png"/><Relationship Id="rId78" Type="http://schemas.openxmlformats.org/officeDocument/2006/relationships/image" Target="../media/image52.png"/><Relationship Id="rId101" Type="http://schemas.openxmlformats.org/officeDocument/2006/relationships/customXml" Target="../ink/ink60.xml"/><Relationship Id="rId143" Type="http://schemas.openxmlformats.org/officeDocument/2006/relationships/customXml" Target="../ink/ink81.xml"/><Relationship Id="rId185" Type="http://schemas.openxmlformats.org/officeDocument/2006/relationships/customXml" Target="../ink/ink102.xml"/><Relationship Id="rId350" Type="http://schemas.openxmlformats.org/officeDocument/2006/relationships/customXml" Target="../ink/ink187.xml"/><Relationship Id="rId9" Type="http://schemas.openxmlformats.org/officeDocument/2006/relationships/customXml" Target="../ink/ink14.xml"/><Relationship Id="rId210" Type="http://schemas.openxmlformats.org/officeDocument/2006/relationships/image" Target="../media/image118.png"/><Relationship Id="rId252" Type="http://schemas.openxmlformats.org/officeDocument/2006/relationships/customXml" Target="../ink/ink137.xml"/><Relationship Id="rId294" Type="http://schemas.openxmlformats.org/officeDocument/2006/relationships/customXml" Target="../ink/ink159.xml"/><Relationship Id="rId308" Type="http://schemas.openxmlformats.org/officeDocument/2006/relationships/customXml" Target="../ink/ink166.xml"/><Relationship Id="rId47" Type="http://schemas.openxmlformats.org/officeDocument/2006/relationships/customXml" Target="../ink/ink33.xml"/><Relationship Id="rId68" Type="http://schemas.openxmlformats.org/officeDocument/2006/relationships/image" Target="../media/image47.png"/><Relationship Id="rId89" Type="http://schemas.openxmlformats.org/officeDocument/2006/relationships/customXml" Target="../ink/ink54.xml"/><Relationship Id="rId112" Type="http://schemas.openxmlformats.org/officeDocument/2006/relationships/image" Target="../media/image69.png"/><Relationship Id="rId133" Type="http://schemas.openxmlformats.org/officeDocument/2006/relationships/customXml" Target="../ink/ink76.xml"/><Relationship Id="rId154" Type="http://schemas.openxmlformats.org/officeDocument/2006/relationships/image" Target="../media/image90.png"/><Relationship Id="rId175" Type="http://schemas.openxmlformats.org/officeDocument/2006/relationships/customXml" Target="../ink/ink97.xml"/><Relationship Id="rId340" Type="http://schemas.openxmlformats.org/officeDocument/2006/relationships/customXml" Target="../ink/ink182.xml"/><Relationship Id="rId361" Type="http://schemas.openxmlformats.org/officeDocument/2006/relationships/image" Target="../media/image191.png"/><Relationship Id="rId196" Type="http://schemas.openxmlformats.org/officeDocument/2006/relationships/image" Target="../media/image111.png"/><Relationship Id="rId200" Type="http://schemas.openxmlformats.org/officeDocument/2006/relationships/image" Target="../media/image113.png"/><Relationship Id="rId382" Type="http://schemas.openxmlformats.org/officeDocument/2006/relationships/customXml" Target="../ink/ink203.xml"/><Relationship Id="rId16" Type="http://schemas.openxmlformats.org/officeDocument/2006/relationships/image" Target="../media/image21.png"/><Relationship Id="rId221" Type="http://schemas.openxmlformats.org/officeDocument/2006/relationships/image" Target="../media/image123.png"/><Relationship Id="rId242" Type="http://schemas.openxmlformats.org/officeDocument/2006/relationships/customXml" Target="../ink/ink132.xml"/><Relationship Id="rId263" Type="http://schemas.openxmlformats.org/officeDocument/2006/relationships/image" Target="../media/image143.png"/><Relationship Id="rId284" Type="http://schemas.openxmlformats.org/officeDocument/2006/relationships/customXml" Target="../ink/ink154.xml"/><Relationship Id="rId319" Type="http://schemas.openxmlformats.org/officeDocument/2006/relationships/image" Target="../media/image170.png"/><Relationship Id="rId37" Type="http://schemas.openxmlformats.org/officeDocument/2006/relationships/customXml" Target="../ink/ink28.xml"/><Relationship Id="rId58" Type="http://schemas.openxmlformats.org/officeDocument/2006/relationships/image" Target="../media/image42.png"/><Relationship Id="rId79" Type="http://schemas.openxmlformats.org/officeDocument/2006/relationships/customXml" Target="../ink/ink49.xml"/><Relationship Id="rId102" Type="http://schemas.openxmlformats.org/officeDocument/2006/relationships/image" Target="../media/image64.png"/><Relationship Id="rId123" Type="http://schemas.openxmlformats.org/officeDocument/2006/relationships/customXml" Target="../ink/ink71.xml"/><Relationship Id="rId144" Type="http://schemas.openxmlformats.org/officeDocument/2006/relationships/image" Target="../media/image85.png"/><Relationship Id="rId330" Type="http://schemas.openxmlformats.org/officeDocument/2006/relationships/customXml" Target="../ink/ink177.xml"/><Relationship Id="rId90" Type="http://schemas.openxmlformats.org/officeDocument/2006/relationships/image" Target="../media/image58.png"/><Relationship Id="rId165" Type="http://schemas.openxmlformats.org/officeDocument/2006/relationships/customXml" Target="../ink/ink92.xml"/><Relationship Id="rId186" Type="http://schemas.openxmlformats.org/officeDocument/2006/relationships/image" Target="../media/image106.png"/><Relationship Id="rId351" Type="http://schemas.openxmlformats.org/officeDocument/2006/relationships/image" Target="../media/image186.png"/><Relationship Id="rId372" Type="http://schemas.openxmlformats.org/officeDocument/2006/relationships/customXml" Target="../ink/ink198.xml"/><Relationship Id="rId211" Type="http://schemas.openxmlformats.org/officeDocument/2006/relationships/customXml" Target="../ink/ink115.xml"/><Relationship Id="rId232" Type="http://schemas.openxmlformats.org/officeDocument/2006/relationships/image" Target="../media/image128.png"/><Relationship Id="rId253" Type="http://schemas.openxmlformats.org/officeDocument/2006/relationships/image" Target="../media/image138.png"/><Relationship Id="rId274" Type="http://schemas.openxmlformats.org/officeDocument/2006/relationships/customXml" Target="../ink/ink149.xml"/><Relationship Id="rId295" Type="http://schemas.openxmlformats.org/officeDocument/2006/relationships/image" Target="../media/image158.png"/><Relationship Id="rId309" Type="http://schemas.openxmlformats.org/officeDocument/2006/relationships/image" Target="../media/image165.png"/><Relationship Id="rId27" Type="http://schemas.openxmlformats.org/officeDocument/2006/relationships/customXml" Target="../ink/ink23.xml"/><Relationship Id="rId48" Type="http://schemas.openxmlformats.org/officeDocument/2006/relationships/image" Target="../media/image37.png"/><Relationship Id="rId69" Type="http://schemas.openxmlformats.org/officeDocument/2006/relationships/customXml" Target="../ink/ink44.xml"/><Relationship Id="rId113" Type="http://schemas.openxmlformats.org/officeDocument/2006/relationships/customXml" Target="../ink/ink66.xml"/><Relationship Id="rId134" Type="http://schemas.openxmlformats.org/officeDocument/2006/relationships/image" Target="../media/image80.png"/><Relationship Id="rId320" Type="http://schemas.openxmlformats.org/officeDocument/2006/relationships/customXml" Target="../ink/ink172.xml"/><Relationship Id="rId80" Type="http://schemas.openxmlformats.org/officeDocument/2006/relationships/image" Target="../media/image53.png"/><Relationship Id="rId155" Type="http://schemas.openxmlformats.org/officeDocument/2006/relationships/customXml" Target="../ink/ink87.xml"/><Relationship Id="rId176" Type="http://schemas.openxmlformats.org/officeDocument/2006/relationships/image" Target="../media/image101.png"/><Relationship Id="rId197" Type="http://schemas.openxmlformats.org/officeDocument/2006/relationships/customXml" Target="../ink/ink108.xml"/><Relationship Id="rId341" Type="http://schemas.openxmlformats.org/officeDocument/2006/relationships/image" Target="../media/image181.png"/><Relationship Id="rId362" Type="http://schemas.openxmlformats.org/officeDocument/2006/relationships/customXml" Target="../ink/ink193.xml"/><Relationship Id="rId383" Type="http://schemas.openxmlformats.org/officeDocument/2006/relationships/image" Target="../media/image202.png"/><Relationship Id="rId201" Type="http://schemas.openxmlformats.org/officeDocument/2006/relationships/customXml" Target="../ink/ink110.xml"/><Relationship Id="rId222" Type="http://schemas.openxmlformats.org/officeDocument/2006/relationships/customXml" Target="../ink/ink121.xml"/><Relationship Id="rId243" Type="http://schemas.openxmlformats.org/officeDocument/2006/relationships/image" Target="../media/image133.png"/><Relationship Id="rId264" Type="http://schemas.openxmlformats.org/officeDocument/2006/relationships/customXml" Target="../ink/ink143.xml"/><Relationship Id="rId285" Type="http://schemas.openxmlformats.org/officeDocument/2006/relationships/image" Target="../media/image153.png"/><Relationship Id="rId17" Type="http://schemas.openxmlformats.org/officeDocument/2006/relationships/customXml" Target="../ink/ink18.xml"/><Relationship Id="rId38" Type="http://schemas.openxmlformats.org/officeDocument/2006/relationships/image" Target="../media/image32.png"/><Relationship Id="rId59" Type="http://schemas.openxmlformats.org/officeDocument/2006/relationships/customXml" Target="../ink/ink39.xml"/><Relationship Id="rId103" Type="http://schemas.openxmlformats.org/officeDocument/2006/relationships/customXml" Target="../ink/ink61.xml"/><Relationship Id="rId124" Type="http://schemas.openxmlformats.org/officeDocument/2006/relationships/image" Target="../media/image75.png"/><Relationship Id="rId310" Type="http://schemas.openxmlformats.org/officeDocument/2006/relationships/customXml" Target="../ink/ink167.xml"/><Relationship Id="rId70" Type="http://schemas.openxmlformats.org/officeDocument/2006/relationships/image" Target="../media/image48.png"/><Relationship Id="rId91" Type="http://schemas.openxmlformats.org/officeDocument/2006/relationships/customXml" Target="../ink/ink55.xml"/><Relationship Id="rId145" Type="http://schemas.openxmlformats.org/officeDocument/2006/relationships/customXml" Target="../ink/ink82.xml"/><Relationship Id="rId166" Type="http://schemas.openxmlformats.org/officeDocument/2006/relationships/image" Target="../media/image96.png"/><Relationship Id="rId187" Type="http://schemas.openxmlformats.org/officeDocument/2006/relationships/customXml" Target="../ink/ink103.xml"/><Relationship Id="rId331" Type="http://schemas.openxmlformats.org/officeDocument/2006/relationships/image" Target="../media/image176.png"/><Relationship Id="rId352" Type="http://schemas.openxmlformats.org/officeDocument/2006/relationships/customXml" Target="../ink/ink188.xml"/><Relationship Id="rId373" Type="http://schemas.openxmlformats.org/officeDocument/2006/relationships/image" Target="../media/image197.png"/><Relationship Id="rId1" Type="http://schemas.openxmlformats.org/officeDocument/2006/relationships/slideLayout" Target="../slideLayouts/slideLayout1.xml"/><Relationship Id="rId212" Type="http://schemas.openxmlformats.org/officeDocument/2006/relationships/image" Target="../media/image119.png"/><Relationship Id="rId233" Type="http://schemas.openxmlformats.org/officeDocument/2006/relationships/customXml" Target="../ink/ink127.xml"/><Relationship Id="rId254" Type="http://schemas.openxmlformats.org/officeDocument/2006/relationships/customXml" Target="../ink/ink138.xml"/><Relationship Id="rId28" Type="http://schemas.openxmlformats.org/officeDocument/2006/relationships/image" Target="../media/image27.png"/><Relationship Id="rId49" Type="http://schemas.openxmlformats.org/officeDocument/2006/relationships/customXml" Target="../ink/ink34.xml"/><Relationship Id="rId114" Type="http://schemas.openxmlformats.org/officeDocument/2006/relationships/image" Target="../media/image70.png"/><Relationship Id="rId275" Type="http://schemas.openxmlformats.org/officeDocument/2006/relationships/image" Target="../media/image148.png"/><Relationship Id="rId296" Type="http://schemas.openxmlformats.org/officeDocument/2006/relationships/customXml" Target="../ink/ink160.xml"/><Relationship Id="rId300" Type="http://schemas.openxmlformats.org/officeDocument/2006/relationships/customXml" Target="../ink/ink162.xml"/><Relationship Id="rId60" Type="http://schemas.openxmlformats.org/officeDocument/2006/relationships/image" Target="../media/image43.png"/><Relationship Id="rId81" Type="http://schemas.openxmlformats.org/officeDocument/2006/relationships/customXml" Target="../ink/ink50.xml"/><Relationship Id="rId135" Type="http://schemas.openxmlformats.org/officeDocument/2006/relationships/customXml" Target="../ink/ink77.xml"/><Relationship Id="rId156" Type="http://schemas.openxmlformats.org/officeDocument/2006/relationships/image" Target="../media/image91.png"/><Relationship Id="rId177" Type="http://schemas.openxmlformats.org/officeDocument/2006/relationships/customXml" Target="../ink/ink98.xml"/><Relationship Id="rId198" Type="http://schemas.openxmlformats.org/officeDocument/2006/relationships/image" Target="../media/image112.png"/><Relationship Id="rId321" Type="http://schemas.openxmlformats.org/officeDocument/2006/relationships/image" Target="../media/image171.png"/><Relationship Id="rId342" Type="http://schemas.openxmlformats.org/officeDocument/2006/relationships/customXml" Target="../ink/ink183.xml"/><Relationship Id="rId363" Type="http://schemas.openxmlformats.org/officeDocument/2006/relationships/image" Target="../media/image192.png"/><Relationship Id="rId384" Type="http://schemas.openxmlformats.org/officeDocument/2006/relationships/customXml" Target="../ink/ink204.xml"/><Relationship Id="rId202" Type="http://schemas.openxmlformats.org/officeDocument/2006/relationships/image" Target="../media/image114.png"/><Relationship Id="rId223" Type="http://schemas.openxmlformats.org/officeDocument/2006/relationships/image" Target="../media/image124.png"/><Relationship Id="rId244" Type="http://schemas.openxmlformats.org/officeDocument/2006/relationships/customXml" Target="../ink/ink133.xml"/><Relationship Id="rId18" Type="http://schemas.openxmlformats.org/officeDocument/2006/relationships/image" Target="../media/image22.png"/><Relationship Id="rId39" Type="http://schemas.openxmlformats.org/officeDocument/2006/relationships/customXml" Target="../ink/ink29.xml"/><Relationship Id="rId265" Type="http://schemas.openxmlformats.org/officeDocument/2006/relationships/image" Target="../media/image144.png"/><Relationship Id="rId286" Type="http://schemas.openxmlformats.org/officeDocument/2006/relationships/customXml" Target="../ink/ink155.xml"/><Relationship Id="rId50" Type="http://schemas.openxmlformats.org/officeDocument/2006/relationships/image" Target="../media/image38.png"/><Relationship Id="rId104" Type="http://schemas.openxmlformats.org/officeDocument/2006/relationships/image" Target="../media/image65.png"/><Relationship Id="rId125" Type="http://schemas.openxmlformats.org/officeDocument/2006/relationships/customXml" Target="../ink/ink72.xml"/><Relationship Id="rId146" Type="http://schemas.openxmlformats.org/officeDocument/2006/relationships/image" Target="../media/image86.png"/><Relationship Id="rId167" Type="http://schemas.openxmlformats.org/officeDocument/2006/relationships/customXml" Target="../ink/ink93.xml"/><Relationship Id="rId188" Type="http://schemas.openxmlformats.org/officeDocument/2006/relationships/image" Target="../media/image107.png"/><Relationship Id="rId311" Type="http://schemas.openxmlformats.org/officeDocument/2006/relationships/image" Target="../media/image166.png"/><Relationship Id="rId332" Type="http://schemas.openxmlformats.org/officeDocument/2006/relationships/customXml" Target="../ink/ink178.xml"/><Relationship Id="rId353" Type="http://schemas.openxmlformats.org/officeDocument/2006/relationships/image" Target="../media/image187.png"/><Relationship Id="rId374" Type="http://schemas.openxmlformats.org/officeDocument/2006/relationships/customXml" Target="../ink/ink199.xml"/><Relationship Id="rId71" Type="http://schemas.openxmlformats.org/officeDocument/2006/relationships/customXml" Target="../ink/ink45.xml"/><Relationship Id="rId92" Type="http://schemas.openxmlformats.org/officeDocument/2006/relationships/image" Target="../media/image59.png"/><Relationship Id="rId213" Type="http://schemas.openxmlformats.org/officeDocument/2006/relationships/customXml" Target="../ink/ink116.xml"/><Relationship Id="rId234" Type="http://schemas.openxmlformats.org/officeDocument/2006/relationships/image" Target="../media/image129.png"/><Relationship Id="rId2" Type="http://schemas.openxmlformats.org/officeDocument/2006/relationships/notesSlide" Target="../notesSlides/notesSlide4.xml"/><Relationship Id="rId29" Type="http://schemas.openxmlformats.org/officeDocument/2006/relationships/customXml" Target="../ink/ink24.xml"/><Relationship Id="rId255" Type="http://schemas.openxmlformats.org/officeDocument/2006/relationships/image" Target="../media/image139.png"/><Relationship Id="rId276" Type="http://schemas.openxmlformats.org/officeDocument/2006/relationships/customXml" Target="../ink/ink150.xml"/><Relationship Id="rId297" Type="http://schemas.openxmlformats.org/officeDocument/2006/relationships/image" Target="../media/image159.png"/><Relationship Id="rId40" Type="http://schemas.openxmlformats.org/officeDocument/2006/relationships/image" Target="../media/image33.png"/><Relationship Id="rId115" Type="http://schemas.openxmlformats.org/officeDocument/2006/relationships/customXml" Target="../ink/ink67.xml"/><Relationship Id="rId136" Type="http://schemas.openxmlformats.org/officeDocument/2006/relationships/image" Target="../media/image81.png"/><Relationship Id="rId157" Type="http://schemas.openxmlformats.org/officeDocument/2006/relationships/customXml" Target="../ink/ink88.xml"/><Relationship Id="rId178" Type="http://schemas.openxmlformats.org/officeDocument/2006/relationships/image" Target="../media/image102.png"/><Relationship Id="rId301" Type="http://schemas.openxmlformats.org/officeDocument/2006/relationships/image" Target="../media/image161.png"/><Relationship Id="rId322" Type="http://schemas.openxmlformats.org/officeDocument/2006/relationships/customXml" Target="../ink/ink173.xml"/><Relationship Id="rId343" Type="http://schemas.openxmlformats.org/officeDocument/2006/relationships/image" Target="../media/image182.png"/><Relationship Id="rId364" Type="http://schemas.openxmlformats.org/officeDocument/2006/relationships/customXml" Target="../ink/ink194.xml"/><Relationship Id="rId61" Type="http://schemas.openxmlformats.org/officeDocument/2006/relationships/customXml" Target="../ink/ink40.xml"/><Relationship Id="rId82" Type="http://schemas.openxmlformats.org/officeDocument/2006/relationships/image" Target="../media/image54.png"/><Relationship Id="rId199" Type="http://schemas.openxmlformats.org/officeDocument/2006/relationships/customXml" Target="../ink/ink109.xml"/><Relationship Id="rId203" Type="http://schemas.openxmlformats.org/officeDocument/2006/relationships/customXml" Target="../ink/ink111.xml"/><Relationship Id="rId385" Type="http://schemas.openxmlformats.org/officeDocument/2006/relationships/image" Target="../media/image203.png"/><Relationship Id="rId19" Type="http://schemas.openxmlformats.org/officeDocument/2006/relationships/customXml" Target="../ink/ink19.xml"/><Relationship Id="rId224" Type="http://schemas.openxmlformats.org/officeDocument/2006/relationships/customXml" Target="../ink/ink122.xml"/><Relationship Id="rId245" Type="http://schemas.openxmlformats.org/officeDocument/2006/relationships/image" Target="../media/image134.png"/><Relationship Id="rId266" Type="http://schemas.openxmlformats.org/officeDocument/2006/relationships/customXml" Target="../ink/ink144.xml"/><Relationship Id="rId287" Type="http://schemas.openxmlformats.org/officeDocument/2006/relationships/image" Target="../media/image154.png"/><Relationship Id="rId30" Type="http://schemas.openxmlformats.org/officeDocument/2006/relationships/image" Target="../media/image28.png"/><Relationship Id="rId105" Type="http://schemas.openxmlformats.org/officeDocument/2006/relationships/customXml" Target="../ink/ink62.xml"/><Relationship Id="rId126" Type="http://schemas.openxmlformats.org/officeDocument/2006/relationships/image" Target="../media/image76.png"/><Relationship Id="rId147" Type="http://schemas.openxmlformats.org/officeDocument/2006/relationships/customXml" Target="../ink/ink83.xml"/><Relationship Id="rId168" Type="http://schemas.openxmlformats.org/officeDocument/2006/relationships/image" Target="../media/image97.png"/><Relationship Id="rId312" Type="http://schemas.openxmlformats.org/officeDocument/2006/relationships/customXml" Target="../ink/ink168.xml"/><Relationship Id="rId333" Type="http://schemas.openxmlformats.org/officeDocument/2006/relationships/image" Target="../media/image177.png"/><Relationship Id="rId354" Type="http://schemas.openxmlformats.org/officeDocument/2006/relationships/customXml" Target="../ink/ink189.xml"/><Relationship Id="rId51" Type="http://schemas.openxmlformats.org/officeDocument/2006/relationships/customXml" Target="../ink/ink35.xml"/><Relationship Id="rId72" Type="http://schemas.openxmlformats.org/officeDocument/2006/relationships/image" Target="../media/image49.png"/><Relationship Id="rId93" Type="http://schemas.openxmlformats.org/officeDocument/2006/relationships/customXml" Target="../ink/ink56.xml"/><Relationship Id="rId189" Type="http://schemas.openxmlformats.org/officeDocument/2006/relationships/customXml" Target="../ink/ink104.xml"/><Relationship Id="rId375" Type="http://schemas.openxmlformats.org/officeDocument/2006/relationships/image" Target="../media/image198.png"/><Relationship Id="rId3" Type="http://schemas.openxmlformats.org/officeDocument/2006/relationships/image" Target="../media/image14.png"/><Relationship Id="rId214" Type="http://schemas.openxmlformats.org/officeDocument/2006/relationships/customXml" Target="../ink/ink117.xml"/><Relationship Id="rId235" Type="http://schemas.openxmlformats.org/officeDocument/2006/relationships/customXml" Target="../ink/ink128.xml"/><Relationship Id="rId256" Type="http://schemas.openxmlformats.org/officeDocument/2006/relationships/customXml" Target="../ink/ink139.xml"/><Relationship Id="rId277" Type="http://schemas.openxmlformats.org/officeDocument/2006/relationships/image" Target="../media/image149.png"/><Relationship Id="rId298" Type="http://schemas.openxmlformats.org/officeDocument/2006/relationships/customXml" Target="../ink/ink161.xml"/><Relationship Id="rId116" Type="http://schemas.openxmlformats.org/officeDocument/2006/relationships/image" Target="../media/image71.png"/><Relationship Id="rId137" Type="http://schemas.openxmlformats.org/officeDocument/2006/relationships/customXml" Target="../ink/ink78.xml"/><Relationship Id="rId158" Type="http://schemas.openxmlformats.org/officeDocument/2006/relationships/image" Target="../media/image92.png"/><Relationship Id="rId302" Type="http://schemas.openxmlformats.org/officeDocument/2006/relationships/customXml" Target="../ink/ink163.xml"/><Relationship Id="rId323" Type="http://schemas.openxmlformats.org/officeDocument/2006/relationships/image" Target="../media/image172.png"/><Relationship Id="rId344" Type="http://schemas.openxmlformats.org/officeDocument/2006/relationships/customXml" Target="../ink/ink184.xml"/><Relationship Id="rId20" Type="http://schemas.openxmlformats.org/officeDocument/2006/relationships/image" Target="../media/image23.png"/><Relationship Id="rId41" Type="http://schemas.openxmlformats.org/officeDocument/2006/relationships/customXml" Target="../ink/ink30.xml"/><Relationship Id="rId62" Type="http://schemas.openxmlformats.org/officeDocument/2006/relationships/image" Target="../media/image44.png"/><Relationship Id="rId83" Type="http://schemas.openxmlformats.org/officeDocument/2006/relationships/customXml" Target="../ink/ink51.xml"/><Relationship Id="rId179" Type="http://schemas.openxmlformats.org/officeDocument/2006/relationships/customXml" Target="../ink/ink99.xml"/><Relationship Id="rId365" Type="http://schemas.openxmlformats.org/officeDocument/2006/relationships/image" Target="../media/image193.png"/><Relationship Id="rId386" Type="http://schemas.openxmlformats.org/officeDocument/2006/relationships/customXml" Target="../ink/ink205.xml"/><Relationship Id="rId190" Type="http://schemas.openxmlformats.org/officeDocument/2006/relationships/image" Target="../media/image108.png"/><Relationship Id="rId204" Type="http://schemas.openxmlformats.org/officeDocument/2006/relationships/image" Target="../media/image115.png"/><Relationship Id="rId225" Type="http://schemas.openxmlformats.org/officeDocument/2006/relationships/customXml" Target="../ink/ink123.xml"/><Relationship Id="rId246" Type="http://schemas.openxmlformats.org/officeDocument/2006/relationships/customXml" Target="../ink/ink134.xml"/><Relationship Id="rId267" Type="http://schemas.openxmlformats.org/officeDocument/2006/relationships/image" Target="../media/image145.png"/><Relationship Id="rId288" Type="http://schemas.openxmlformats.org/officeDocument/2006/relationships/customXml" Target="../ink/ink156.xml"/><Relationship Id="rId106" Type="http://schemas.openxmlformats.org/officeDocument/2006/relationships/image" Target="../media/image66.png"/><Relationship Id="rId127" Type="http://schemas.openxmlformats.org/officeDocument/2006/relationships/customXml" Target="../ink/ink73.xml"/><Relationship Id="rId313" Type="http://schemas.openxmlformats.org/officeDocument/2006/relationships/image" Target="../media/image167.png"/><Relationship Id="rId10" Type="http://schemas.openxmlformats.org/officeDocument/2006/relationships/image" Target="../media/image18.png"/><Relationship Id="rId31" Type="http://schemas.openxmlformats.org/officeDocument/2006/relationships/customXml" Target="../ink/ink25.xml"/><Relationship Id="rId52" Type="http://schemas.openxmlformats.org/officeDocument/2006/relationships/image" Target="../media/image39.png"/><Relationship Id="rId73" Type="http://schemas.openxmlformats.org/officeDocument/2006/relationships/customXml" Target="../ink/ink46.xml"/><Relationship Id="rId94" Type="http://schemas.openxmlformats.org/officeDocument/2006/relationships/image" Target="../media/image60.png"/><Relationship Id="rId148" Type="http://schemas.openxmlformats.org/officeDocument/2006/relationships/image" Target="../media/image87.png"/><Relationship Id="rId169" Type="http://schemas.openxmlformats.org/officeDocument/2006/relationships/customXml" Target="../ink/ink94.xml"/><Relationship Id="rId334" Type="http://schemas.openxmlformats.org/officeDocument/2006/relationships/customXml" Target="../ink/ink179.xml"/><Relationship Id="rId355" Type="http://schemas.openxmlformats.org/officeDocument/2006/relationships/image" Target="../media/image188.png"/><Relationship Id="rId376" Type="http://schemas.openxmlformats.org/officeDocument/2006/relationships/customXml" Target="../ink/ink200.xml"/><Relationship Id="rId4" Type="http://schemas.openxmlformats.org/officeDocument/2006/relationships/image" Target="../media/image15.png"/><Relationship Id="rId180" Type="http://schemas.openxmlformats.org/officeDocument/2006/relationships/image" Target="../media/image103.png"/><Relationship Id="rId215" Type="http://schemas.openxmlformats.org/officeDocument/2006/relationships/image" Target="../media/image120.png"/><Relationship Id="rId236" Type="http://schemas.openxmlformats.org/officeDocument/2006/relationships/image" Target="../media/image130.png"/><Relationship Id="rId257" Type="http://schemas.openxmlformats.org/officeDocument/2006/relationships/image" Target="../media/image140.png"/><Relationship Id="rId278" Type="http://schemas.openxmlformats.org/officeDocument/2006/relationships/customXml" Target="../ink/ink151.xml"/><Relationship Id="rId303" Type="http://schemas.openxmlformats.org/officeDocument/2006/relationships/image" Target="../media/image162.png"/><Relationship Id="rId42" Type="http://schemas.openxmlformats.org/officeDocument/2006/relationships/image" Target="../media/image34.png"/><Relationship Id="rId84" Type="http://schemas.openxmlformats.org/officeDocument/2006/relationships/image" Target="../media/image55.png"/><Relationship Id="rId138" Type="http://schemas.openxmlformats.org/officeDocument/2006/relationships/image" Target="../media/image82.png"/><Relationship Id="rId345" Type="http://schemas.openxmlformats.org/officeDocument/2006/relationships/image" Target="../media/image183.png"/><Relationship Id="rId387" Type="http://schemas.openxmlformats.org/officeDocument/2006/relationships/image" Target="../media/image204.png"/><Relationship Id="rId191" Type="http://schemas.openxmlformats.org/officeDocument/2006/relationships/customXml" Target="../ink/ink105.xml"/><Relationship Id="rId205" Type="http://schemas.openxmlformats.org/officeDocument/2006/relationships/customXml" Target="../ink/ink112.xml"/><Relationship Id="rId247" Type="http://schemas.openxmlformats.org/officeDocument/2006/relationships/image" Target="../media/image135.png"/><Relationship Id="rId107" Type="http://schemas.openxmlformats.org/officeDocument/2006/relationships/customXml" Target="../ink/ink63.xml"/><Relationship Id="rId289" Type="http://schemas.openxmlformats.org/officeDocument/2006/relationships/image" Target="../media/image155.png"/><Relationship Id="rId11" Type="http://schemas.openxmlformats.org/officeDocument/2006/relationships/customXml" Target="../ink/ink15.xml"/><Relationship Id="rId53" Type="http://schemas.openxmlformats.org/officeDocument/2006/relationships/customXml" Target="../ink/ink36.xml"/><Relationship Id="rId149" Type="http://schemas.openxmlformats.org/officeDocument/2006/relationships/customXml" Target="../ink/ink84.xml"/><Relationship Id="rId314" Type="http://schemas.openxmlformats.org/officeDocument/2006/relationships/customXml" Target="../ink/ink169.xml"/><Relationship Id="rId356" Type="http://schemas.openxmlformats.org/officeDocument/2006/relationships/customXml" Target="../ink/ink190.xml"/><Relationship Id="rId95" Type="http://schemas.openxmlformats.org/officeDocument/2006/relationships/customXml" Target="../ink/ink57.xml"/><Relationship Id="rId160" Type="http://schemas.openxmlformats.org/officeDocument/2006/relationships/image" Target="../media/image93.png"/><Relationship Id="rId216" Type="http://schemas.openxmlformats.org/officeDocument/2006/relationships/customXml" Target="../ink/ink118.xml"/><Relationship Id="rId258" Type="http://schemas.openxmlformats.org/officeDocument/2006/relationships/customXml" Target="../ink/ink140.xml"/><Relationship Id="rId22" Type="http://schemas.openxmlformats.org/officeDocument/2006/relationships/image" Target="../media/image24.png"/><Relationship Id="rId64" Type="http://schemas.openxmlformats.org/officeDocument/2006/relationships/image" Target="../media/image45.png"/><Relationship Id="rId118" Type="http://schemas.openxmlformats.org/officeDocument/2006/relationships/image" Target="../media/image72.png"/><Relationship Id="rId325" Type="http://schemas.openxmlformats.org/officeDocument/2006/relationships/image" Target="../media/image173.png"/><Relationship Id="rId367" Type="http://schemas.openxmlformats.org/officeDocument/2006/relationships/image" Target="../media/image194.png"/><Relationship Id="rId171" Type="http://schemas.openxmlformats.org/officeDocument/2006/relationships/customXml" Target="../ink/ink95.xml"/><Relationship Id="rId227" Type="http://schemas.openxmlformats.org/officeDocument/2006/relationships/customXml" Target="../ink/ink124.xml"/><Relationship Id="rId269" Type="http://schemas.openxmlformats.org/officeDocument/2006/relationships/customXml" Target="../ink/ink146.xml"/><Relationship Id="rId33" Type="http://schemas.openxmlformats.org/officeDocument/2006/relationships/customXml" Target="../ink/ink26.xml"/><Relationship Id="rId129" Type="http://schemas.openxmlformats.org/officeDocument/2006/relationships/customXml" Target="../ink/ink74.xml"/><Relationship Id="rId280" Type="http://schemas.openxmlformats.org/officeDocument/2006/relationships/customXml" Target="../ink/ink152.xml"/><Relationship Id="rId336" Type="http://schemas.openxmlformats.org/officeDocument/2006/relationships/customXml" Target="../ink/ink180.xml"/><Relationship Id="rId75" Type="http://schemas.openxmlformats.org/officeDocument/2006/relationships/customXml" Target="../ink/ink47.xml"/><Relationship Id="rId140" Type="http://schemas.openxmlformats.org/officeDocument/2006/relationships/image" Target="../media/image83.png"/><Relationship Id="rId182" Type="http://schemas.openxmlformats.org/officeDocument/2006/relationships/image" Target="../media/image104.png"/><Relationship Id="rId378" Type="http://schemas.openxmlformats.org/officeDocument/2006/relationships/customXml" Target="../ink/ink201.xml"/><Relationship Id="rId6" Type="http://schemas.openxmlformats.org/officeDocument/2006/relationships/image" Target="../media/image16.png"/><Relationship Id="rId238" Type="http://schemas.openxmlformats.org/officeDocument/2006/relationships/image" Target="../media/image131.png"/><Relationship Id="rId291" Type="http://schemas.openxmlformats.org/officeDocument/2006/relationships/image" Target="../media/image156.png"/><Relationship Id="rId305" Type="http://schemas.openxmlformats.org/officeDocument/2006/relationships/image" Target="../media/image163.png"/><Relationship Id="rId347" Type="http://schemas.openxmlformats.org/officeDocument/2006/relationships/image" Target="../media/image184.png"/><Relationship Id="rId44" Type="http://schemas.openxmlformats.org/officeDocument/2006/relationships/image" Target="../media/image35.png"/><Relationship Id="rId86" Type="http://schemas.openxmlformats.org/officeDocument/2006/relationships/image" Target="../media/image56.png"/><Relationship Id="rId151" Type="http://schemas.openxmlformats.org/officeDocument/2006/relationships/customXml" Target="../ink/ink85.xml"/><Relationship Id="rId193" Type="http://schemas.openxmlformats.org/officeDocument/2006/relationships/customXml" Target="../ink/ink106.xml"/><Relationship Id="rId207" Type="http://schemas.openxmlformats.org/officeDocument/2006/relationships/customXml" Target="../ink/ink113.xml"/><Relationship Id="rId249" Type="http://schemas.openxmlformats.org/officeDocument/2006/relationships/image" Target="../media/image136.png"/><Relationship Id="rId13" Type="http://schemas.openxmlformats.org/officeDocument/2006/relationships/customXml" Target="../ink/ink16.xml"/><Relationship Id="rId109" Type="http://schemas.openxmlformats.org/officeDocument/2006/relationships/customXml" Target="../ink/ink64.xml"/><Relationship Id="rId260" Type="http://schemas.openxmlformats.org/officeDocument/2006/relationships/customXml" Target="../ink/ink141.xml"/><Relationship Id="rId316" Type="http://schemas.openxmlformats.org/officeDocument/2006/relationships/customXml" Target="../ink/ink170.xml"/><Relationship Id="rId55" Type="http://schemas.openxmlformats.org/officeDocument/2006/relationships/customXml" Target="../ink/ink37.xml"/><Relationship Id="rId97" Type="http://schemas.openxmlformats.org/officeDocument/2006/relationships/customXml" Target="../ink/ink58.xml"/><Relationship Id="rId120" Type="http://schemas.openxmlformats.org/officeDocument/2006/relationships/image" Target="../media/image73.png"/><Relationship Id="rId358" Type="http://schemas.openxmlformats.org/officeDocument/2006/relationships/customXml" Target="../ink/ink191.xml"/><Relationship Id="rId162" Type="http://schemas.openxmlformats.org/officeDocument/2006/relationships/image" Target="../media/image94.png"/><Relationship Id="rId218" Type="http://schemas.openxmlformats.org/officeDocument/2006/relationships/customXml" Target="../ink/ink119.xml"/><Relationship Id="rId271" Type="http://schemas.openxmlformats.org/officeDocument/2006/relationships/customXml" Target="../ink/ink147.xml"/><Relationship Id="rId24" Type="http://schemas.openxmlformats.org/officeDocument/2006/relationships/image" Target="../media/image25.png"/><Relationship Id="rId66" Type="http://schemas.openxmlformats.org/officeDocument/2006/relationships/image" Target="../media/image46.png"/><Relationship Id="rId131" Type="http://schemas.openxmlformats.org/officeDocument/2006/relationships/customXml" Target="../ink/ink75.xml"/><Relationship Id="rId327" Type="http://schemas.openxmlformats.org/officeDocument/2006/relationships/image" Target="../media/image174.png"/><Relationship Id="rId369" Type="http://schemas.openxmlformats.org/officeDocument/2006/relationships/image" Target="../media/image195.png"/><Relationship Id="rId173" Type="http://schemas.openxmlformats.org/officeDocument/2006/relationships/customXml" Target="../ink/ink96.xml"/><Relationship Id="rId229" Type="http://schemas.openxmlformats.org/officeDocument/2006/relationships/customXml" Target="../ink/ink125.xml"/><Relationship Id="rId380" Type="http://schemas.openxmlformats.org/officeDocument/2006/relationships/customXml" Target="../ink/ink202.xml"/><Relationship Id="rId240" Type="http://schemas.openxmlformats.org/officeDocument/2006/relationships/image" Target="../media/image132.png"/><Relationship Id="rId35" Type="http://schemas.openxmlformats.org/officeDocument/2006/relationships/customXml" Target="../ink/ink27.xml"/><Relationship Id="rId77" Type="http://schemas.openxmlformats.org/officeDocument/2006/relationships/customXml" Target="../ink/ink48.xml"/><Relationship Id="rId100" Type="http://schemas.openxmlformats.org/officeDocument/2006/relationships/image" Target="../media/image63.png"/><Relationship Id="rId282" Type="http://schemas.openxmlformats.org/officeDocument/2006/relationships/customXml" Target="../ink/ink153.xml"/><Relationship Id="rId338" Type="http://schemas.openxmlformats.org/officeDocument/2006/relationships/customXml" Target="../ink/ink181.xml"/><Relationship Id="rId8" Type="http://schemas.openxmlformats.org/officeDocument/2006/relationships/image" Target="../media/image17.png"/><Relationship Id="rId142" Type="http://schemas.openxmlformats.org/officeDocument/2006/relationships/image" Target="../media/image84.png"/><Relationship Id="rId184" Type="http://schemas.openxmlformats.org/officeDocument/2006/relationships/image" Target="../media/image105.png"/><Relationship Id="rId251" Type="http://schemas.openxmlformats.org/officeDocument/2006/relationships/image" Target="../media/image137.png"/><Relationship Id="rId46" Type="http://schemas.openxmlformats.org/officeDocument/2006/relationships/image" Target="../media/image36.png"/><Relationship Id="rId293" Type="http://schemas.openxmlformats.org/officeDocument/2006/relationships/image" Target="../media/image157.png"/><Relationship Id="rId307" Type="http://schemas.openxmlformats.org/officeDocument/2006/relationships/image" Target="../media/image164.png"/><Relationship Id="rId349" Type="http://schemas.openxmlformats.org/officeDocument/2006/relationships/image" Target="../media/image185.png"/><Relationship Id="rId88" Type="http://schemas.openxmlformats.org/officeDocument/2006/relationships/image" Target="../media/image57.png"/><Relationship Id="rId111" Type="http://schemas.openxmlformats.org/officeDocument/2006/relationships/customXml" Target="../ink/ink65.xml"/><Relationship Id="rId153" Type="http://schemas.openxmlformats.org/officeDocument/2006/relationships/customXml" Target="../ink/ink86.xml"/><Relationship Id="rId195" Type="http://schemas.openxmlformats.org/officeDocument/2006/relationships/customXml" Target="../ink/ink107.xml"/><Relationship Id="rId209" Type="http://schemas.openxmlformats.org/officeDocument/2006/relationships/customXml" Target="../ink/ink114.xml"/><Relationship Id="rId360" Type="http://schemas.openxmlformats.org/officeDocument/2006/relationships/customXml" Target="../ink/ink192.xml"/><Relationship Id="rId220" Type="http://schemas.openxmlformats.org/officeDocument/2006/relationships/customXml" Target="../ink/ink120.xml"/><Relationship Id="rId15" Type="http://schemas.openxmlformats.org/officeDocument/2006/relationships/customXml" Target="../ink/ink17.xml"/><Relationship Id="rId57" Type="http://schemas.openxmlformats.org/officeDocument/2006/relationships/customXml" Target="../ink/ink38.xml"/><Relationship Id="rId262" Type="http://schemas.openxmlformats.org/officeDocument/2006/relationships/customXml" Target="../ink/ink142.xml"/><Relationship Id="rId318" Type="http://schemas.openxmlformats.org/officeDocument/2006/relationships/customXml" Target="../ink/ink171.xml"/><Relationship Id="rId99" Type="http://schemas.openxmlformats.org/officeDocument/2006/relationships/customXml" Target="../ink/ink59.xml"/><Relationship Id="rId122" Type="http://schemas.openxmlformats.org/officeDocument/2006/relationships/image" Target="../media/image74.png"/><Relationship Id="rId164" Type="http://schemas.openxmlformats.org/officeDocument/2006/relationships/image" Target="../media/image95.png"/><Relationship Id="rId371" Type="http://schemas.openxmlformats.org/officeDocument/2006/relationships/image" Target="../media/image196.png"/><Relationship Id="rId26" Type="http://schemas.openxmlformats.org/officeDocument/2006/relationships/image" Target="../media/image26.png"/><Relationship Id="rId231" Type="http://schemas.openxmlformats.org/officeDocument/2006/relationships/customXml" Target="../ink/ink126.xml"/><Relationship Id="rId273" Type="http://schemas.openxmlformats.org/officeDocument/2006/relationships/image" Target="../media/image147.png"/><Relationship Id="rId329" Type="http://schemas.openxmlformats.org/officeDocument/2006/relationships/image" Target="../media/image175.png"/></Relationships>
</file>

<file path=ppt/slides/_rels/slide7.xml.rels><?xml version="1.0" encoding="UTF-8" standalone="yes"?>
<Relationships xmlns="http://schemas.openxmlformats.org/package/2006/relationships"><Relationship Id="rId117" Type="http://schemas.openxmlformats.org/officeDocument/2006/relationships/customXml" Target="../ink/ink263.xml"/><Relationship Id="rId21" Type="http://schemas.openxmlformats.org/officeDocument/2006/relationships/customXml" Target="../ink/ink215.xml"/><Relationship Id="rId42" Type="http://schemas.openxmlformats.org/officeDocument/2006/relationships/image" Target="../media/image225.png"/><Relationship Id="rId63" Type="http://schemas.openxmlformats.org/officeDocument/2006/relationships/customXml" Target="../ink/ink236.xml"/><Relationship Id="rId84" Type="http://schemas.openxmlformats.org/officeDocument/2006/relationships/image" Target="../media/image246.png"/><Relationship Id="rId138" Type="http://schemas.openxmlformats.org/officeDocument/2006/relationships/image" Target="../media/image49.png"/><Relationship Id="rId159" Type="http://schemas.openxmlformats.org/officeDocument/2006/relationships/image" Target="../media/image281.png"/><Relationship Id="rId170" Type="http://schemas.openxmlformats.org/officeDocument/2006/relationships/customXml" Target="../ink/ink290.xml"/><Relationship Id="rId191" Type="http://schemas.openxmlformats.org/officeDocument/2006/relationships/image" Target="../media/image297.png"/><Relationship Id="rId205" Type="http://schemas.openxmlformats.org/officeDocument/2006/relationships/customXml" Target="../ink/ink308.xml"/><Relationship Id="rId226" Type="http://schemas.openxmlformats.org/officeDocument/2006/relationships/image" Target="../media/image314.png"/><Relationship Id="rId247" Type="http://schemas.openxmlformats.org/officeDocument/2006/relationships/image" Target="../media/image324.png"/><Relationship Id="rId107" Type="http://schemas.openxmlformats.org/officeDocument/2006/relationships/customXml" Target="../ink/ink258.xml"/><Relationship Id="rId11" Type="http://schemas.openxmlformats.org/officeDocument/2006/relationships/customXml" Target="../ink/ink210.xml"/><Relationship Id="rId32" Type="http://schemas.openxmlformats.org/officeDocument/2006/relationships/image" Target="../media/image220.png"/><Relationship Id="rId53" Type="http://schemas.openxmlformats.org/officeDocument/2006/relationships/customXml" Target="../ink/ink231.xml"/><Relationship Id="rId74" Type="http://schemas.openxmlformats.org/officeDocument/2006/relationships/image" Target="../media/image241.png"/><Relationship Id="rId128" Type="http://schemas.openxmlformats.org/officeDocument/2006/relationships/image" Target="../media/image267.png"/><Relationship Id="rId149" Type="http://schemas.openxmlformats.org/officeDocument/2006/relationships/customXml" Target="../ink/ink279.xml"/><Relationship Id="rId5" Type="http://schemas.openxmlformats.org/officeDocument/2006/relationships/customXml" Target="../ink/ink207.xml"/><Relationship Id="rId95" Type="http://schemas.openxmlformats.org/officeDocument/2006/relationships/customXml" Target="../ink/ink252.xml"/><Relationship Id="rId160" Type="http://schemas.openxmlformats.org/officeDocument/2006/relationships/customXml" Target="../ink/ink285.xml"/><Relationship Id="rId181" Type="http://schemas.openxmlformats.org/officeDocument/2006/relationships/image" Target="../media/image292.png"/><Relationship Id="rId216" Type="http://schemas.openxmlformats.org/officeDocument/2006/relationships/image" Target="../media/image309.png"/><Relationship Id="rId237" Type="http://schemas.openxmlformats.org/officeDocument/2006/relationships/customXml" Target="../ink/ink324.xml"/><Relationship Id="rId22" Type="http://schemas.openxmlformats.org/officeDocument/2006/relationships/image" Target="../media/image215.png"/><Relationship Id="rId43" Type="http://schemas.openxmlformats.org/officeDocument/2006/relationships/customXml" Target="../ink/ink226.xml"/><Relationship Id="rId64" Type="http://schemas.openxmlformats.org/officeDocument/2006/relationships/image" Target="../media/image236.png"/><Relationship Id="rId118" Type="http://schemas.openxmlformats.org/officeDocument/2006/relationships/image" Target="../media/image262.png"/><Relationship Id="rId139" Type="http://schemas.openxmlformats.org/officeDocument/2006/relationships/customXml" Target="../ink/ink274.xml"/><Relationship Id="rId85" Type="http://schemas.openxmlformats.org/officeDocument/2006/relationships/customXml" Target="../ink/ink247.xml"/><Relationship Id="rId150" Type="http://schemas.openxmlformats.org/officeDocument/2006/relationships/image" Target="../media/image277.png"/><Relationship Id="rId171" Type="http://schemas.openxmlformats.org/officeDocument/2006/relationships/image" Target="../media/image287.png"/><Relationship Id="rId192" Type="http://schemas.openxmlformats.org/officeDocument/2006/relationships/customXml" Target="../ink/ink301.xml"/><Relationship Id="rId206" Type="http://schemas.openxmlformats.org/officeDocument/2006/relationships/image" Target="../media/image304.png"/><Relationship Id="rId227" Type="http://schemas.openxmlformats.org/officeDocument/2006/relationships/customXml" Target="../ink/ink319.xml"/><Relationship Id="rId248" Type="http://schemas.openxmlformats.org/officeDocument/2006/relationships/customXml" Target="../ink/ink330.xml"/><Relationship Id="rId12" Type="http://schemas.openxmlformats.org/officeDocument/2006/relationships/image" Target="../media/image210.png"/><Relationship Id="rId33" Type="http://schemas.openxmlformats.org/officeDocument/2006/relationships/customXml" Target="../ink/ink221.xml"/><Relationship Id="rId108" Type="http://schemas.openxmlformats.org/officeDocument/2006/relationships/image" Target="../media/image257.png"/><Relationship Id="rId129" Type="http://schemas.openxmlformats.org/officeDocument/2006/relationships/customXml" Target="../ink/ink269.xml"/><Relationship Id="rId54" Type="http://schemas.openxmlformats.org/officeDocument/2006/relationships/image" Target="../media/image231.png"/><Relationship Id="rId75" Type="http://schemas.openxmlformats.org/officeDocument/2006/relationships/customXml" Target="../ink/ink242.xml"/><Relationship Id="rId96" Type="http://schemas.openxmlformats.org/officeDocument/2006/relationships/image" Target="../media/image252.png"/><Relationship Id="rId140" Type="http://schemas.openxmlformats.org/officeDocument/2006/relationships/image" Target="../media/image272.png"/><Relationship Id="rId161" Type="http://schemas.openxmlformats.org/officeDocument/2006/relationships/image" Target="../media/image282.png"/><Relationship Id="rId182" Type="http://schemas.openxmlformats.org/officeDocument/2006/relationships/customXml" Target="../ink/ink296.xml"/><Relationship Id="rId217" Type="http://schemas.openxmlformats.org/officeDocument/2006/relationships/customXml" Target="../ink/ink314.xml"/><Relationship Id="rId6" Type="http://schemas.openxmlformats.org/officeDocument/2006/relationships/image" Target="../media/image207.png"/><Relationship Id="rId238" Type="http://schemas.openxmlformats.org/officeDocument/2006/relationships/image" Target="../media/image320.png"/><Relationship Id="rId23" Type="http://schemas.openxmlformats.org/officeDocument/2006/relationships/customXml" Target="../ink/ink216.xml"/><Relationship Id="rId119" Type="http://schemas.openxmlformats.org/officeDocument/2006/relationships/customXml" Target="../ink/ink264.xml"/><Relationship Id="rId44" Type="http://schemas.openxmlformats.org/officeDocument/2006/relationships/image" Target="../media/image226.png"/><Relationship Id="rId65" Type="http://schemas.openxmlformats.org/officeDocument/2006/relationships/customXml" Target="../ink/ink237.xml"/><Relationship Id="rId86" Type="http://schemas.openxmlformats.org/officeDocument/2006/relationships/image" Target="../media/image247.png"/><Relationship Id="rId130" Type="http://schemas.openxmlformats.org/officeDocument/2006/relationships/image" Target="../media/image268.png"/><Relationship Id="rId151" Type="http://schemas.openxmlformats.org/officeDocument/2006/relationships/customXml" Target="../ink/ink280.xml"/><Relationship Id="rId172" Type="http://schemas.openxmlformats.org/officeDocument/2006/relationships/customXml" Target="../ink/ink291.xml"/><Relationship Id="rId193" Type="http://schemas.openxmlformats.org/officeDocument/2006/relationships/image" Target="../media/image298.png"/><Relationship Id="rId207" Type="http://schemas.openxmlformats.org/officeDocument/2006/relationships/customXml" Target="../ink/ink309.xml"/><Relationship Id="rId228" Type="http://schemas.openxmlformats.org/officeDocument/2006/relationships/image" Target="../media/image315.png"/><Relationship Id="rId249" Type="http://schemas.openxmlformats.org/officeDocument/2006/relationships/image" Target="../media/image325.png"/><Relationship Id="rId13" Type="http://schemas.openxmlformats.org/officeDocument/2006/relationships/customXml" Target="../ink/ink211.xml"/><Relationship Id="rId109" Type="http://schemas.openxmlformats.org/officeDocument/2006/relationships/customXml" Target="../ink/ink259.xml"/><Relationship Id="rId34" Type="http://schemas.openxmlformats.org/officeDocument/2006/relationships/image" Target="../media/image221.png"/><Relationship Id="rId55" Type="http://schemas.openxmlformats.org/officeDocument/2006/relationships/customXml" Target="../ink/ink232.xml"/><Relationship Id="rId76" Type="http://schemas.openxmlformats.org/officeDocument/2006/relationships/image" Target="../media/image242.png"/><Relationship Id="rId97" Type="http://schemas.openxmlformats.org/officeDocument/2006/relationships/customXml" Target="../ink/ink253.xml"/><Relationship Id="rId120" Type="http://schemas.openxmlformats.org/officeDocument/2006/relationships/image" Target="../media/image263.png"/><Relationship Id="rId141" Type="http://schemas.openxmlformats.org/officeDocument/2006/relationships/customXml" Target="../ink/ink275.xml"/><Relationship Id="rId7" Type="http://schemas.openxmlformats.org/officeDocument/2006/relationships/customXml" Target="../ink/ink208.xml"/><Relationship Id="rId162" Type="http://schemas.openxmlformats.org/officeDocument/2006/relationships/customXml" Target="../ink/ink286.xml"/><Relationship Id="rId183" Type="http://schemas.openxmlformats.org/officeDocument/2006/relationships/image" Target="../media/image293.png"/><Relationship Id="rId218" Type="http://schemas.openxmlformats.org/officeDocument/2006/relationships/image" Target="../media/image310.png"/><Relationship Id="rId239" Type="http://schemas.openxmlformats.org/officeDocument/2006/relationships/customXml" Target="../ink/ink325.xml"/><Relationship Id="rId250" Type="http://schemas.openxmlformats.org/officeDocument/2006/relationships/customXml" Target="../ink/ink331.xml"/><Relationship Id="rId24" Type="http://schemas.openxmlformats.org/officeDocument/2006/relationships/image" Target="../media/image216.png"/><Relationship Id="rId45" Type="http://schemas.openxmlformats.org/officeDocument/2006/relationships/customXml" Target="../ink/ink227.xml"/><Relationship Id="rId66" Type="http://schemas.openxmlformats.org/officeDocument/2006/relationships/image" Target="../media/image237.png"/><Relationship Id="rId87" Type="http://schemas.openxmlformats.org/officeDocument/2006/relationships/customXml" Target="../ink/ink248.xml"/><Relationship Id="rId110" Type="http://schemas.openxmlformats.org/officeDocument/2006/relationships/image" Target="../media/image258.png"/><Relationship Id="rId131" Type="http://schemas.openxmlformats.org/officeDocument/2006/relationships/customXml" Target="../ink/ink270.xml"/><Relationship Id="rId152" Type="http://schemas.openxmlformats.org/officeDocument/2006/relationships/image" Target="../media/image278.png"/><Relationship Id="rId173" Type="http://schemas.openxmlformats.org/officeDocument/2006/relationships/image" Target="../media/image288.png"/><Relationship Id="rId194" Type="http://schemas.openxmlformats.org/officeDocument/2006/relationships/customXml" Target="../ink/ink302.xml"/><Relationship Id="rId208" Type="http://schemas.openxmlformats.org/officeDocument/2006/relationships/image" Target="../media/image305.png"/><Relationship Id="rId229" Type="http://schemas.openxmlformats.org/officeDocument/2006/relationships/customXml" Target="../ink/ink320.xml"/><Relationship Id="rId240" Type="http://schemas.openxmlformats.org/officeDocument/2006/relationships/image" Target="../media/image321.png"/><Relationship Id="rId14" Type="http://schemas.openxmlformats.org/officeDocument/2006/relationships/image" Target="../media/image211.png"/><Relationship Id="rId35" Type="http://schemas.openxmlformats.org/officeDocument/2006/relationships/customXml" Target="../ink/ink222.xml"/><Relationship Id="rId56" Type="http://schemas.openxmlformats.org/officeDocument/2006/relationships/image" Target="../media/image232.png"/><Relationship Id="rId77" Type="http://schemas.openxmlformats.org/officeDocument/2006/relationships/customXml" Target="../ink/ink243.xml"/><Relationship Id="rId100" Type="http://schemas.openxmlformats.org/officeDocument/2006/relationships/image" Target="../media/image254.png"/><Relationship Id="rId8" Type="http://schemas.openxmlformats.org/officeDocument/2006/relationships/image" Target="../media/image208.png"/><Relationship Id="rId98" Type="http://schemas.openxmlformats.org/officeDocument/2006/relationships/image" Target="../media/image253.png"/><Relationship Id="rId121" Type="http://schemas.openxmlformats.org/officeDocument/2006/relationships/customXml" Target="../ink/ink265.xml"/><Relationship Id="rId142" Type="http://schemas.openxmlformats.org/officeDocument/2006/relationships/image" Target="../media/image273.png"/><Relationship Id="rId163" Type="http://schemas.openxmlformats.org/officeDocument/2006/relationships/image" Target="../media/image283.png"/><Relationship Id="rId184" Type="http://schemas.openxmlformats.org/officeDocument/2006/relationships/customXml" Target="../ink/ink297.xml"/><Relationship Id="rId219" Type="http://schemas.openxmlformats.org/officeDocument/2006/relationships/customXml" Target="../ink/ink315.xml"/><Relationship Id="rId230" Type="http://schemas.openxmlformats.org/officeDocument/2006/relationships/image" Target="../media/image316.png"/><Relationship Id="rId251" Type="http://schemas.openxmlformats.org/officeDocument/2006/relationships/image" Target="../media/image326.png"/><Relationship Id="rId25" Type="http://schemas.openxmlformats.org/officeDocument/2006/relationships/customXml" Target="../ink/ink217.xml"/><Relationship Id="rId46" Type="http://schemas.openxmlformats.org/officeDocument/2006/relationships/image" Target="../media/image227.png"/><Relationship Id="rId67" Type="http://schemas.openxmlformats.org/officeDocument/2006/relationships/customXml" Target="../ink/ink238.xml"/><Relationship Id="rId88" Type="http://schemas.openxmlformats.org/officeDocument/2006/relationships/image" Target="../media/image248.png"/><Relationship Id="rId111" Type="http://schemas.openxmlformats.org/officeDocument/2006/relationships/customXml" Target="../ink/ink260.xml"/><Relationship Id="rId132" Type="http://schemas.openxmlformats.org/officeDocument/2006/relationships/image" Target="../media/image269.png"/><Relationship Id="rId153" Type="http://schemas.openxmlformats.org/officeDocument/2006/relationships/customXml" Target="../ink/ink281.xml"/><Relationship Id="rId174" Type="http://schemas.openxmlformats.org/officeDocument/2006/relationships/customXml" Target="../ink/ink292.xml"/><Relationship Id="rId195" Type="http://schemas.openxmlformats.org/officeDocument/2006/relationships/image" Target="../media/image299.png"/><Relationship Id="rId209" Type="http://schemas.openxmlformats.org/officeDocument/2006/relationships/customXml" Target="../ink/ink310.xml"/><Relationship Id="rId220" Type="http://schemas.openxmlformats.org/officeDocument/2006/relationships/image" Target="../media/image311.png"/><Relationship Id="rId241" Type="http://schemas.openxmlformats.org/officeDocument/2006/relationships/customXml" Target="../ink/ink326.xml"/><Relationship Id="rId15" Type="http://schemas.openxmlformats.org/officeDocument/2006/relationships/customXml" Target="../ink/ink212.xml"/><Relationship Id="rId36" Type="http://schemas.openxmlformats.org/officeDocument/2006/relationships/image" Target="../media/image222.png"/><Relationship Id="rId57" Type="http://schemas.openxmlformats.org/officeDocument/2006/relationships/customXml" Target="../ink/ink233.xml"/><Relationship Id="rId78" Type="http://schemas.openxmlformats.org/officeDocument/2006/relationships/image" Target="../media/image243.png"/><Relationship Id="rId99" Type="http://schemas.openxmlformats.org/officeDocument/2006/relationships/customXml" Target="../ink/ink254.xml"/><Relationship Id="rId101" Type="http://schemas.openxmlformats.org/officeDocument/2006/relationships/customXml" Target="../ink/ink255.xml"/><Relationship Id="rId122" Type="http://schemas.openxmlformats.org/officeDocument/2006/relationships/image" Target="../media/image264.png"/><Relationship Id="rId143" Type="http://schemas.openxmlformats.org/officeDocument/2006/relationships/customXml" Target="../ink/ink276.xml"/><Relationship Id="rId164" Type="http://schemas.openxmlformats.org/officeDocument/2006/relationships/customXml" Target="../ink/ink287.xml"/><Relationship Id="rId185" Type="http://schemas.openxmlformats.org/officeDocument/2006/relationships/image" Target="../media/image294.png"/><Relationship Id="rId9" Type="http://schemas.openxmlformats.org/officeDocument/2006/relationships/customXml" Target="../ink/ink209.xml"/><Relationship Id="rId210" Type="http://schemas.openxmlformats.org/officeDocument/2006/relationships/image" Target="../media/image306.png"/><Relationship Id="rId26" Type="http://schemas.openxmlformats.org/officeDocument/2006/relationships/image" Target="../media/image217.png"/><Relationship Id="rId231" Type="http://schemas.openxmlformats.org/officeDocument/2006/relationships/customXml" Target="../ink/ink321.xml"/><Relationship Id="rId252" Type="http://schemas.openxmlformats.org/officeDocument/2006/relationships/customXml" Target="../ink/ink332.xml"/><Relationship Id="rId47" Type="http://schemas.openxmlformats.org/officeDocument/2006/relationships/customXml" Target="../ink/ink228.xml"/><Relationship Id="rId68" Type="http://schemas.openxmlformats.org/officeDocument/2006/relationships/image" Target="../media/image238.png"/><Relationship Id="rId89" Type="http://schemas.openxmlformats.org/officeDocument/2006/relationships/customXml" Target="../ink/ink249.xml"/><Relationship Id="rId112" Type="http://schemas.openxmlformats.org/officeDocument/2006/relationships/image" Target="../media/image259.png"/><Relationship Id="rId133" Type="http://schemas.openxmlformats.org/officeDocument/2006/relationships/customXml" Target="../ink/ink271.xml"/><Relationship Id="rId154" Type="http://schemas.openxmlformats.org/officeDocument/2006/relationships/image" Target="../media/image279.png"/><Relationship Id="rId175" Type="http://schemas.openxmlformats.org/officeDocument/2006/relationships/image" Target="../media/image289.png"/><Relationship Id="rId196" Type="http://schemas.openxmlformats.org/officeDocument/2006/relationships/customXml" Target="../ink/ink303.xml"/><Relationship Id="rId200" Type="http://schemas.openxmlformats.org/officeDocument/2006/relationships/image" Target="../media/image301.png"/><Relationship Id="rId16" Type="http://schemas.openxmlformats.org/officeDocument/2006/relationships/image" Target="../media/image212.png"/><Relationship Id="rId221" Type="http://schemas.openxmlformats.org/officeDocument/2006/relationships/customXml" Target="../ink/ink316.xml"/><Relationship Id="rId242" Type="http://schemas.openxmlformats.org/officeDocument/2006/relationships/image" Target="../media/image322.png"/><Relationship Id="rId37" Type="http://schemas.openxmlformats.org/officeDocument/2006/relationships/customXml" Target="../ink/ink223.xml"/><Relationship Id="rId58" Type="http://schemas.openxmlformats.org/officeDocument/2006/relationships/image" Target="../media/image233.png"/><Relationship Id="rId79" Type="http://schemas.openxmlformats.org/officeDocument/2006/relationships/customXml" Target="../ink/ink244.xml"/><Relationship Id="rId102" Type="http://schemas.openxmlformats.org/officeDocument/2006/relationships/image" Target="../media/image86.png"/><Relationship Id="rId123" Type="http://schemas.openxmlformats.org/officeDocument/2006/relationships/customXml" Target="../ink/ink266.xml"/><Relationship Id="rId144" Type="http://schemas.openxmlformats.org/officeDocument/2006/relationships/image" Target="../media/image274.png"/><Relationship Id="rId90" Type="http://schemas.openxmlformats.org/officeDocument/2006/relationships/image" Target="../media/image249.png"/><Relationship Id="rId165" Type="http://schemas.openxmlformats.org/officeDocument/2006/relationships/image" Target="../media/image284.png"/><Relationship Id="rId186" Type="http://schemas.openxmlformats.org/officeDocument/2006/relationships/customXml" Target="../ink/ink298.xml"/><Relationship Id="rId211" Type="http://schemas.openxmlformats.org/officeDocument/2006/relationships/customXml" Target="../ink/ink311.xml"/><Relationship Id="rId232" Type="http://schemas.openxmlformats.org/officeDocument/2006/relationships/image" Target="../media/image317.png"/><Relationship Id="rId253" Type="http://schemas.openxmlformats.org/officeDocument/2006/relationships/image" Target="../media/image327.png"/><Relationship Id="rId27" Type="http://schemas.openxmlformats.org/officeDocument/2006/relationships/customXml" Target="../ink/ink218.xml"/><Relationship Id="rId48" Type="http://schemas.openxmlformats.org/officeDocument/2006/relationships/image" Target="../media/image228.png"/><Relationship Id="rId69" Type="http://schemas.openxmlformats.org/officeDocument/2006/relationships/customXml" Target="../ink/ink239.xml"/><Relationship Id="rId113" Type="http://schemas.openxmlformats.org/officeDocument/2006/relationships/customXml" Target="../ink/ink261.xml"/><Relationship Id="rId134" Type="http://schemas.openxmlformats.org/officeDocument/2006/relationships/image" Target="../media/image270.png"/><Relationship Id="rId80" Type="http://schemas.openxmlformats.org/officeDocument/2006/relationships/image" Target="../media/image244.png"/><Relationship Id="rId155" Type="http://schemas.openxmlformats.org/officeDocument/2006/relationships/customXml" Target="../ink/ink282.xml"/><Relationship Id="rId176" Type="http://schemas.openxmlformats.org/officeDocument/2006/relationships/customXml" Target="../ink/ink293.xml"/><Relationship Id="rId197" Type="http://schemas.openxmlformats.org/officeDocument/2006/relationships/image" Target="../media/image300.png"/><Relationship Id="rId201" Type="http://schemas.openxmlformats.org/officeDocument/2006/relationships/customXml" Target="../ink/ink306.xml"/><Relationship Id="rId222" Type="http://schemas.openxmlformats.org/officeDocument/2006/relationships/image" Target="../media/image312.png"/><Relationship Id="rId243" Type="http://schemas.openxmlformats.org/officeDocument/2006/relationships/customXml" Target="../ink/ink327.xml"/><Relationship Id="rId17" Type="http://schemas.openxmlformats.org/officeDocument/2006/relationships/customXml" Target="../ink/ink213.xml"/><Relationship Id="rId38" Type="http://schemas.openxmlformats.org/officeDocument/2006/relationships/image" Target="../media/image223.png"/><Relationship Id="rId59" Type="http://schemas.openxmlformats.org/officeDocument/2006/relationships/customXml" Target="../ink/ink234.xml"/><Relationship Id="rId103" Type="http://schemas.openxmlformats.org/officeDocument/2006/relationships/customXml" Target="../ink/ink256.xml"/><Relationship Id="rId124" Type="http://schemas.openxmlformats.org/officeDocument/2006/relationships/image" Target="../media/image265.png"/><Relationship Id="rId70" Type="http://schemas.openxmlformats.org/officeDocument/2006/relationships/image" Target="../media/image239.png"/><Relationship Id="rId91" Type="http://schemas.openxmlformats.org/officeDocument/2006/relationships/customXml" Target="../ink/ink250.xml"/><Relationship Id="rId145" Type="http://schemas.openxmlformats.org/officeDocument/2006/relationships/customXml" Target="../ink/ink277.xml"/><Relationship Id="rId166" Type="http://schemas.openxmlformats.org/officeDocument/2006/relationships/customXml" Target="../ink/ink288.xml"/><Relationship Id="rId187" Type="http://schemas.openxmlformats.org/officeDocument/2006/relationships/image" Target="../media/image295.png"/><Relationship Id="rId1" Type="http://schemas.openxmlformats.org/officeDocument/2006/relationships/slideLayout" Target="../slideLayouts/slideLayout1.xml"/><Relationship Id="rId212" Type="http://schemas.openxmlformats.org/officeDocument/2006/relationships/image" Target="../media/image307.png"/><Relationship Id="rId233" Type="http://schemas.openxmlformats.org/officeDocument/2006/relationships/customXml" Target="../ink/ink322.xml"/><Relationship Id="rId28" Type="http://schemas.openxmlformats.org/officeDocument/2006/relationships/image" Target="../media/image218.png"/><Relationship Id="rId49" Type="http://schemas.openxmlformats.org/officeDocument/2006/relationships/customXml" Target="../ink/ink229.xml"/><Relationship Id="rId114" Type="http://schemas.openxmlformats.org/officeDocument/2006/relationships/image" Target="../media/image260.png"/><Relationship Id="rId60" Type="http://schemas.openxmlformats.org/officeDocument/2006/relationships/image" Target="../media/image234.png"/><Relationship Id="rId81" Type="http://schemas.openxmlformats.org/officeDocument/2006/relationships/customXml" Target="../ink/ink245.xml"/><Relationship Id="rId135" Type="http://schemas.openxmlformats.org/officeDocument/2006/relationships/customXml" Target="../ink/ink272.xml"/><Relationship Id="rId156" Type="http://schemas.openxmlformats.org/officeDocument/2006/relationships/image" Target="../media/image280.png"/><Relationship Id="rId177" Type="http://schemas.openxmlformats.org/officeDocument/2006/relationships/image" Target="../media/image290.png"/><Relationship Id="rId198" Type="http://schemas.openxmlformats.org/officeDocument/2006/relationships/customXml" Target="../ink/ink304.xml"/><Relationship Id="rId202" Type="http://schemas.openxmlformats.org/officeDocument/2006/relationships/image" Target="../media/image302.png"/><Relationship Id="rId223" Type="http://schemas.openxmlformats.org/officeDocument/2006/relationships/customXml" Target="../ink/ink317.xml"/><Relationship Id="rId244" Type="http://schemas.openxmlformats.org/officeDocument/2006/relationships/image" Target="../media/image323.png"/><Relationship Id="rId18" Type="http://schemas.openxmlformats.org/officeDocument/2006/relationships/image" Target="../media/image213.png"/><Relationship Id="rId39" Type="http://schemas.openxmlformats.org/officeDocument/2006/relationships/customXml" Target="../ink/ink224.xml"/><Relationship Id="rId50" Type="http://schemas.openxmlformats.org/officeDocument/2006/relationships/image" Target="../media/image229.png"/><Relationship Id="rId104" Type="http://schemas.openxmlformats.org/officeDocument/2006/relationships/image" Target="../media/image255.png"/><Relationship Id="rId125" Type="http://schemas.openxmlformats.org/officeDocument/2006/relationships/customXml" Target="../ink/ink267.xml"/><Relationship Id="rId146" Type="http://schemas.openxmlformats.org/officeDocument/2006/relationships/image" Target="../media/image275.png"/><Relationship Id="rId167" Type="http://schemas.openxmlformats.org/officeDocument/2006/relationships/image" Target="../media/image285.png"/><Relationship Id="rId188" Type="http://schemas.openxmlformats.org/officeDocument/2006/relationships/customXml" Target="../ink/ink299.xml"/><Relationship Id="rId71" Type="http://schemas.openxmlformats.org/officeDocument/2006/relationships/customXml" Target="../ink/ink240.xml"/><Relationship Id="rId92" Type="http://schemas.openxmlformats.org/officeDocument/2006/relationships/image" Target="../media/image250.png"/><Relationship Id="rId213" Type="http://schemas.openxmlformats.org/officeDocument/2006/relationships/customXml" Target="../ink/ink312.xml"/><Relationship Id="rId234" Type="http://schemas.openxmlformats.org/officeDocument/2006/relationships/image" Target="../media/image318.png"/><Relationship Id="rId2" Type="http://schemas.openxmlformats.org/officeDocument/2006/relationships/notesSlide" Target="../notesSlides/notesSlide5.xml"/><Relationship Id="rId29" Type="http://schemas.openxmlformats.org/officeDocument/2006/relationships/customXml" Target="../ink/ink219.xml"/><Relationship Id="rId40" Type="http://schemas.openxmlformats.org/officeDocument/2006/relationships/image" Target="../media/image224.png"/><Relationship Id="rId115" Type="http://schemas.openxmlformats.org/officeDocument/2006/relationships/customXml" Target="../ink/ink262.xml"/><Relationship Id="rId136" Type="http://schemas.openxmlformats.org/officeDocument/2006/relationships/image" Target="../media/image271.png"/><Relationship Id="rId157" Type="http://schemas.openxmlformats.org/officeDocument/2006/relationships/customXml" Target="../ink/ink283.xml"/><Relationship Id="rId178" Type="http://schemas.openxmlformats.org/officeDocument/2006/relationships/customXml" Target="../ink/ink294.xml"/><Relationship Id="rId61" Type="http://schemas.openxmlformats.org/officeDocument/2006/relationships/customXml" Target="../ink/ink235.xml"/><Relationship Id="rId82" Type="http://schemas.openxmlformats.org/officeDocument/2006/relationships/image" Target="../media/image245.png"/><Relationship Id="rId199" Type="http://schemas.openxmlformats.org/officeDocument/2006/relationships/customXml" Target="../ink/ink305.xml"/><Relationship Id="rId203" Type="http://schemas.openxmlformats.org/officeDocument/2006/relationships/customXml" Target="../ink/ink307.xml"/><Relationship Id="rId19" Type="http://schemas.openxmlformats.org/officeDocument/2006/relationships/customXml" Target="../ink/ink214.xml"/><Relationship Id="rId224" Type="http://schemas.openxmlformats.org/officeDocument/2006/relationships/image" Target="../media/image313.png"/><Relationship Id="rId245" Type="http://schemas.openxmlformats.org/officeDocument/2006/relationships/customXml" Target="../ink/ink328.xml"/><Relationship Id="rId30" Type="http://schemas.openxmlformats.org/officeDocument/2006/relationships/image" Target="../media/image219.png"/><Relationship Id="rId105" Type="http://schemas.openxmlformats.org/officeDocument/2006/relationships/customXml" Target="../ink/ink257.xml"/><Relationship Id="rId126" Type="http://schemas.openxmlformats.org/officeDocument/2006/relationships/image" Target="../media/image266.png"/><Relationship Id="rId147" Type="http://schemas.openxmlformats.org/officeDocument/2006/relationships/customXml" Target="../ink/ink278.xml"/><Relationship Id="rId168" Type="http://schemas.openxmlformats.org/officeDocument/2006/relationships/customXml" Target="../ink/ink289.xml"/><Relationship Id="rId51" Type="http://schemas.openxmlformats.org/officeDocument/2006/relationships/customXml" Target="../ink/ink230.xml"/><Relationship Id="rId72" Type="http://schemas.openxmlformats.org/officeDocument/2006/relationships/image" Target="../media/image240.png"/><Relationship Id="rId93" Type="http://schemas.openxmlformats.org/officeDocument/2006/relationships/customXml" Target="../ink/ink251.xml"/><Relationship Id="rId189" Type="http://schemas.openxmlformats.org/officeDocument/2006/relationships/image" Target="../media/image296.png"/><Relationship Id="rId3" Type="http://schemas.openxmlformats.org/officeDocument/2006/relationships/image" Target="../media/image205.png"/><Relationship Id="rId214" Type="http://schemas.openxmlformats.org/officeDocument/2006/relationships/image" Target="../media/image308.png"/><Relationship Id="rId235" Type="http://schemas.openxmlformats.org/officeDocument/2006/relationships/customXml" Target="../ink/ink323.xml"/><Relationship Id="rId116" Type="http://schemas.openxmlformats.org/officeDocument/2006/relationships/image" Target="../media/image261.png"/><Relationship Id="rId137" Type="http://schemas.openxmlformats.org/officeDocument/2006/relationships/customXml" Target="../ink/ink273.xml"/><Relationship Id="rId158" Type="http://schemas.openxmlformats.org/officeDocument/2006/relationships/customXml" Target="../ink/ink284.xml"/><Relationship Id="rId20" Type="http://schemas.openxmlformats.org/officeDocument/2006/relationships/image" Target="../media/image214.png"/><Relationship Id="rId41" Type="http://schemas.openxmlformats.org/officeDocument/2006/relationships/customXml" Target="../ink/ink225.xml"/><Relationship Id="rId62" Type="http://schemas.openxmlformats.org/officeDocument/2006/relationships/image" Target="../media/image235.png"/><Relationship Id="rId83" Type="http://schemas.openxmlformats.org/officeDocument/2006/relationships/customXml" Target="../ink/ink246.xml"/><Relationship Id="rId179" Type="http://schemas.openxmlformats.org/officeDocument/2006/relationships/image" Target="../media/image291.png"/><Relationship Id="rId190" Type="http://schemas.openxmlformats.org/officeDocument/2006/relationships/customXml" Target="../ink/ink300.xml"/><Relationship Id="rId204" Type="http://schemas.openxmlformats.org/officeDocument/2006/relationships/image" Target="../media/image303.png"/><Relationship Id="rId225" Type="http://schemas.openxmlformats.org/officeDocument/2006/relationships/customXml" Target="../ink/ink318.xml"/><Relationship Id="rId246" Type="http://schemas.openxmlformats.org/officeDocument/2006/relationships/customXml" Target="../ink/ink329.xml"/><Relationship Id="rId106" Type="http://schemas.openxmlformats.org/officeDocument/2006/relationships/image" Target="../media/image256.png"/><Relationship Id="rId127" Type="http://schemas.openxmlformats.org/officeDocument/2006/relationships/customXml" Target="../ink/ink268.xml"/><Relationship Id="rId10" Type="http://schemas.openxmlformats.org/officeDocument/2006/relationships/image" Target="../media/image209.png"/><Relationship Id="rId31" Type="http://schemas.openxmlformats.org/officeDocument/2006/relationships/customXml" Target="../ink/ink220.xml"/><Relationship Id="rId52" Type="http://schemas.openxmlformats.org/officeDocument/2006/relationships/image" Target="../media/image230.png"/><Relationship Id="rId73" Type="http://schemas.openxmlformats.org/officeDocument/2006/relationships/customXml" Target="../ink/ink241.xml"/><Relationship Id="rId94" Type="http://schemas.openxmlformats.org/officeDocument/2006/relationships/image" Target="../media/image251.png"/><Relationship Id="rId148" Type="http://schemas.openxmlformats.org/officeDocument/2006/relationships/image" Target="../media/image276.png"/><Relationship Id="rId169" Type="http://schemas.openxmlformats.org/officeDocument/2006/relationships/image" Target="../media/image286.png"/><Relationship Id="rId4" Type="http://schemas.openxmlformats.org/officeDocument/2006/relationships/image" Target="../media/image206.png"/><Relationship Id="rId180" Type="http://schemas.openxmlformats.org/officeDocument/2006/relationships/customXml" Target="../ink/ink295.xml"/><Relationship Id="rId215" Type="http://schemas.openxmlformats.org/officeDocument/2006/relationships/customXml" Target="../ink/ink313.xml"/><Relationship Id="rId236" Type="http://schemas.openxmlformats.org/officeDocument/2006/relationships/image" Target="../media/image319.png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328.png"/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329.png"/></Relationships>
</file>

<file path=ppt/slides/_rels/slide9.xml.rels><?xml version="1.0" encoding="UTF-8" standalone="yes"?>
<Relationships xmlns="http://schemas.openxmlformats.org/package/2006/relationships"><Relationship Id="rId26" Type="http://schemas.openxmlformats.org/officeDocument/2006/relationships/customXml" Target="../ink/ink344.xml"/><Relationship Id="rId21" Type="http://schemas.openxmlformats.org/officeDocument/2006/relationships/image" Target="../media/image340.png"/><Relationship Id="rId42" Type="http://schemas.openxmlformats.org/officeDocument/2006/relationships/customXml" Target="../ink/ink352.xml"/><Relationship Id="rId47" Type="http://schemas.openxmlformats.org/officeDocument/2006/relationships/image" Target="../media/image353.png"/><Relationship Id="rId63" Type="http://schemas.openxmlformats.org/officeDocument/2006/relationships/image" Target="../media/image361.png"/><Relationship Id="rId68" Type="http://schemas.openxmlformats.org/officeDocument/2006/relationships/customXml" Target="../ink/ink365.xml"/><Relationship Id="rId84" Type="http://schemas.openxmlformats.org/officeDocument/2006/relationships/customXml" Target="../ink/ink373.xml"/><Relationship Id="rId89" Type="http://schemas.openxmlformats.org/officeDocument/2006/relationships/image" Target="../media/image374.png"/><Relationship Id="rId16" Type="http://schemas.openxmlformats.org/officeDocument/2006/relationships/customXml" Target="../ink/ink339.xml"/><Relationship Id="rId107" Type="http://schemas.openxmlformats.org/officeDocument/2006/relationships/image" Target="../media/image383.png"/><Relationship Id="rId11" Type="http://schemas.openxmlformats.org/officeDocument/2006/relationships/image" Target="../media/image335.png"/><Relationship Id="rId32" Type="http://schemas.openxmlformats.org/officeDocument/2006/relationships/customXml" Target="../ink/ink347.xml"/><Relationship Id="rId37" Type="http://schemas.openxmlformats.org/officeDocument/2006/relationships/image" Target="../media/image348.png"/><Relationship Id="rId53" Type="http://schemas.openxmlformats.org/officeDocument/2006/relationships/image" Target="../media/image356.png"/><Relationship Id="rId58" Type="http://schemas.openxmlformats.org/officeDocument/2006/relationships/customXml" Target="../ink/ink360.xml"/><Relationship Id="rId74" Type="http://schemas.openxmlformats.org/officeDocument/2006/relationships/customXml" Target="../ink/ink368.xml"/><Relationship Id="rId79" Type="http://schemas.openxmlformats.org/officeDocument/2006/relationships/image" Target="../media/image369.png"/><Relationship Id="rId102" Type="http://schemas.openxmlformats.org/officeDocument/2006/relationships/customXml" Target="../ink/ink382.xml"/><Relationship Id="rId5" Type="http://schemas.openxmlformats.org/officeDocument/2006/relationships/image" Target="../media/image332.png"/><Relationship Id="rId90" Type="http://schemas.openxmlformats.org/officeDocument/2006/relationships/customXml" Target="../ink/ink376.xml"/><Relationship Id="rId95" Type="http://schemas.openxmlformats.org/officeDocument/2006/relationships/image" Target="../media/image377.png"/><Relationship Id="rId22" Type="http://schemas.openxmlformats.org/officeDocument/2006/relationships/customXml" Target="../ink/ink342.xml"/><Relationship Id="rId27" Type="http://schemas.openxmlformats.org/officeDocument/2006/relationships/image" Target="../media/image343.png"/><Relationship Id="rId43" Type="http://schemas.openxmlformats.org/officeDocument/2006/relationships/image" Target="../media/image351.png"/><Relationship Id="rId48" Type="http://schemas.openxmlformats.org/officeDocument/2006/relationships/customXml" Target="../ink/ink355.xml"/><Relationship Id="rId64" Type="http://schemas.openxmlformats.org/officeDocument/2006/relationships/customXml" Target="../ink/ink363.xml"/><Relationship Id="rId69" Type="http://schemas.openxmlformats.org/officeDocument/2006/relationships/image" Target="../media/image364.png"/><Relationship Id="rId80" Type="http://schemas.openxmlformats.org/officeDocument/2006/relationships/customXml" Target="../ink/ink371.xml"/><Relationship Id="rId85" Type="http://schemas.openxmlformats.org/officeDocument/2006/relationships/image" Target="../media/image372.png"/><Relationship Id="rId12" Type="http://schemas.openxmlformats.org/officeDocument/2006/relationships/customXml" Target="../ink/ink337.xml"/><Relationship Id="rId17" Type="http://schemas.openxmlformats.org/officeDocument/2006/relationships/image" Target="../media/image338.png"/><Relationship Id="rId33" Type="http://schemas.openxmlformats.org/officeDocument/2006/relationships/image" Target="../media/image346.png"/><Relationship Id="rId38" Type="http://schemas.openxmlformats.org/officeDocument/2006/relationships/customXml" Target="../ink/ink350.xml"/><Relationship Id="rId59" Type="http://schemas.openxmlformats.org/officeDocument/2006/relationships/image" Target="../media/image359.png"/><Relationship Id="rId103" Type="http://schemas.openxmlformats.org/officeDocument/2006/relationships/image" Target="../media/image381.png"/><Relationship Id="rId108" Type="http://schemas.openxmlformats.org/officeDocument/2006/relationships/customXml" Target="../ink/ink385.xml"/><Relationship Id="rId54" Type="http://schemas.openxmlformats.org/officeDocument/2006/relationships/customXml" Target="../ink/ink358.xml"/><Relationship Id="rId70" Type="http://schemas.openxmlformats.org/officeDocument/2006/relationships/customXml" Target="../ink/ink366.xml"/><Relationship Id="rId75" Type="http://schemas.openxmlformats.org/officeDocument/2006/relationships/image" Target="../media/image367.png"/><Relationship Id="rId91" Type="http://schemas.openxmlformats.org/officeDocument/2006/relationships/image" Target="../media/image375.png"/><Relationship Id="rId96" Type="http://schemas.openxmlformats.org/officeDocument/2006/relationships/customXml" Target="../ink/ink379.xml"/><Relationship Id="rId1" Type="http://schemas.openxmlformats.org/officeDocument/2006/relationships/slideLayout" Target="../slideLayouts/slideLayout1.xml"/><Relationship Id="rId6" Type="http://schemas.openxmlformats.org/officeDocument/2006/relationships/customXml" Target="../ink/ink334.xml"/><Relationship Id="rId15" Type="http://schemas.openxmlformats.org/officeDocument/2006/relationships/image" Target="../media/image337.png"/><Relationship Id="rId23" Type="http://schemas.openxmlformats.org/officeDocument/2006/relationships/image" Target="../media/image341.png"/><Relationship Id="rId28" Type="http://schemas.openxmlformats.org/officeDocument/2006/relationships/customXml" Target="../ink/ink345.xml"/><Relationship Id="rId36" Type="http://schemas.openxmlformats.org/officeDocument/2006/relationships/customXml" Target="../ink/ink349.xml"/><Relationship Id="rId49" Type="http://schemas.openxmlformats.org/officeDocument/2006/relationships/image" Target="../media/image354.png"/><Relationship Id="rId57" Type="http://schemas.openxmlformats.org/officeDocument/2006/relationships/image" Target="../media/image358.png"/><Relationship Id="rId106" Type="http://schemas.openxmlformats.org/officeDocument/2006/relationships/customXml" Target="../ink/ink384.xml"/><Relationship Id="rId10" Type="http://schemas.openxmlformats.org/officeDocument/2006/relationships/customXml" Target="../ink/ink336.xml"/><Relationship Id="rId31" Type="http://schemas.openxmlformats.org/officeDocument/2006/relationships/image" Target="../media/image345.png"/><Relationship Id="rId44" Type="http://schemas.openxmlformats.org/officeDocument/2006/relationships/customXml" Target="../ink/ink353.xml"/><Relationship Id="rId52" Type="http://schemas.openxmlformats.org/officeDocument/2006/relationships/customXml" Target="../ink/ink357.xml"/><Relationship Id="rId60" Type="http://schemas.openxmlformats.org/officeDocument/2006/relationships/customXml" Target="../ink/ink361.xml"/><Relationship Id="rId65" Type="http://schemas.openxmlformats.org/officeDocument/2006/relationships/image" Target="../media/image362.png"/><Relationship Id="rId73" Type="http://schemas.openxmlformats.org/officeDocument/2006/relationships/image" Target="../media/image366.png"/><Relationship Id="rId78" Type="http://schemas.openxmlformats.org/officeDocument/2006/relationships/customXml" Target="../ink/ink370.xml"/><Relationship Id="rId81" Type="http://schemas.openxmlformats.org/officeDocument/2006/relationships/image" Target="../media/image370.png"/><Relationship Id="rId86" Type="http://schemas.openxmlformats.org/officeDocument/2006/relationships/customXml" Target="../ink/ink374.xml"/><Relationship Id="rId94" Type="http://schemas.openxmlformats.org/officeDocument/2006/relationships/customXml" Target="../ink/ink378.xml"/><Relationship Id="rId99" Type="http://schemas.openxmlformats.org/officeDocument/2006/relationships/image" Target="../media/image379.png"/><Relationship Id="rId101" Type="http://schemas.openxmlformats.org/officeDocument/2006/relationships/image" Target="../media/image380.png"/><Relationship Id="rId4" Type="http://schemas.openxmlformats.org/officeDocument/2006/relationships/customXml" Target="../ink/ink333.xml"/><Relationship Id="rId9" Type="http://schemas.openxmlformats.org/officeDocument/2006/relationships/image" Target="../media/image334.png"/><Relationship Id="rId13" Type="http://schemas.openxmlformats.org/officeDocument/2006/relationships/image" Target="../media/image336.png"/><Relationship Id="rId18" Type="http://schemas.openxmlformats.org/officeDocument/2006/relationships/customXml" Target="../ink/ink340.xml"/><Relationship Id="rId39" Type="http://schemas.openxmlformats.org/officeDocument/2006/relationships/image" Target="../media/image349.png"/><Relationship Id="rId109" Type="http://schemas.openxmlformats.org/officeDocument/2006/relationships/image" Target="../media/image384.png"/><Relationship Id="rId34" Type="http://schemas.openxmlformats.org/officeDocument/2006/relationships/customXml" Target="../ink/ink348.xml"/><Relationship Id="rId50" Type="http://schemas.openxmlformats.org/officeDocument/2006/relationships/customXml" Target="../ink/ink356.xml"/><Relationship Id="rId55" Type="http://schemas.openxmlformats.org/officeDocument/2006/relationships/image" Target="../media/image357.png"/><Relationship Id="rId76" Type="http://schemas.openxmlformats.org/officeDocument/2006/relationships/customXml" Target="../ink/ink369.xml"/><Relationship Id="rId97" Type="http://schemas.openxmlformats.org/officeDocument/2006/relationships/image" Target="../media/image378.png"/><Relationship Id="rId104" Type="http://schemas.openxmlformats.org/officeDocument/2006/relationships/customXml" Target="../ink/ink383.xml"/><Relationship Id="rId7" Type="http://schemas.openxmlformats.org/officeDocument/2006/relationships/image" Target="../media/image333.png"/><Relationship Id="rId71" Type="http://schemas.openxmlformats.org/officeDocument/2006/relationships/image" Target="../media/image365.png"/><Relationship Id="rId92" Type="http://schemas.openxmlformats.org/officeDocument/2006/relationships/customXml" Target="../ink/ink377.xml"/><Relationship Id="rId2" Type="http://schemas.openxmlformats.org/officeDocument/2006/relationships/image" Target="../media/image330.png"/><Relationship Id="rId29" Type="http://schemas.openxmlformats.org/officeDocument/2006/relationships/image" Target="../media/image344.png"/><Relationship Id="rId24" Type="http://schemas.openxmlformats.org/officeDocument/2006/relationships/customXml" Target="../ink/ink343.xml"/><Relationship Id="rId40" Type="http://schemas.openxmlformats.org/officeDocument/2006/relationships/customXml" Target="../ink/ink351.xml"/><Relationship Id="rId45" Type="http://schemas.openxmlformats.org/officeDocument/2006/relationships/image" Target="../media/image352.png"/><Relationship Id="rId66" Type="http://schemas.openxmlformats.org/officeDocument/2006/relationships/customXml" Target="../ink/ink364.xml"/><Relationship Id="rId87" Type="http://schemas.openxmlformats.org/officeDocument/2006/relationships/image" Target="../media/image373.png"/><Relationship Id="rId110" Type="http://schemas.openxmlformats.org/officeDocument/2006/relationships/customXml" Target="../ink/ink386.xml"/><Relationship Id="rId61" Type="http://schemas.openxmlformats.org/officeDocument/2006/relationships/image" Target="../media/image360.png"/><Relationship Id="rId82" Type="http://schemas.openxmlformats.org/officeDocument/2006/relationships/customXml" Target="../ink/ink372.xml"/><Relationship Id="rId19" Type="http://schemas.openxmlformats.org/officeDocument/2006/relationships/image" Target="../media/image339.png"/><Relationship Id="rId14" Type="http://schemas.openxmlformats.org/officeDocument/2006/relationships/customXml" Target="../ink/ink338.xml"/><Relationship Id="rId30" Type="http://schemas.openxmlformats.org/officeDocument/2006/relationships/customXml" Target="../ink/ink346.xml"/><Relationship Id="rId35" Type="http://schemas.openxmlformats.org/officeDocument/2006/relationships/image" Target="../media/image347.png"/><Relationship Id="rId56" Type="http://schemas.openxmlformats.org/officeDocument/2006/relationships/customXml" Target="../ink/ink359.xml"/><Relationship Id="rId77" Type="http://schemas.openxmlformats.org/officeDocument/2006/relationships/image" Target="../media/image368.png"/><Relationship Id="rId100" Type="http://schemas.openxmlformats.org/officeDocument/2006/relationships/customXml" Target="../ink/ink381.xml"/><Relationship Id="rId105" Type="http://schemas.openxmlformats.org/officeDocument/2006/relationships/image" Target="../media/image382.png"/><Relationship Id="rId8" Type="http://schemas.openxmlformats.org/officeDocument/2006/relationships/customXml" Target="../ink/ink335.xml"/><Relationship Id="rId51" Type="http://schemas.openxmlformats.org/officeDocument/2006/relationships/image" Target="../media/image355.png"/><Relationship Id="rId72" Type="http://schemas.openxmlformats.org/officeDocument/2006/relationships/customXml" Target="../ink/ink367.xml"/><Relationship Id="rId93" Type="http://schemas.openxmlformats.org/officeDocument/2006/relationships/image" Target="../media/image376.png"/><Relationship Id="rId98" Type="http://schemas.openxmlformats.org/officeDocument/2006/relationships/customXml" Target="../ink/ink380.xml"/><Relationship Id="rId3" Type="http://schemas.openxmlformats.org/officeDocument/2006/relationships/image" Target="../media/image331.png"/><Relationship Id="rId25" Type="http://schemas.openxmlformats.org/officeDocument/2006/relationships/image" Target="../media/image342.png"/><Relationship Id="rId46" Type="http://schemas.openxmlformats.org/officeDocument/2006/relationships/customXml" Target="../ink/ink354.xml"/><Relationship Id="rId67" Type="http://schemas.openxmlformats.org/officeDocument/2006/relationships/image" Target="../media/image363.png"/><Relationship Id="rId20" Type="http://schemas.openxmlformats.org/officeDocument/2006/relationships/customXml" Target="../ink/ink341.xml"/><Relationship Id="rId41" Type="http://schemas.openxmlformats.org/officeDocument/2006/relationships/image" Target="../media/image350.png"/><Relationship Id="rId62" Type="http://schemas.openxmlformats.org/officeDocument/2006/relationships/customXml" Target="../ink/ink362.xml"/><Relationship Id="rId83" Type="http://schemas.openxmlformats.org/officeDocument/2006/relationships/image" Target="../media/image371.png"/><Relationship Id="rId88" Type="http://schemas.openxmlformats.org/officeDocument/2006/relationships/customXml" Target="../ink/ink375.xml"/><Relationship Id="rId111" Type="http://schemas.openxmlformats.org/officeDocument/2006/relationships/image" Target="../media/image385.png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387.png"/><Relationship Id="rId2" Type="http://schemas.openxmlformats.org/officeDocument/2006/relationships/image" Target="../media/image386.png"/><Relationship Id="rId1" Type="http://schemas.openxmlformats.org/officeDocument/2006/relationships/slideLayout" Target="../slideLayouts/slideLayout1.xml"/></Relationships>
</file>

<file path=ppt/slides/_rels/slide11.xml.rels><?xml version="1.0" encoding="UTF-8" standalone="yes"?>
<Relationships xmlns="http://schemas.openxmlformats.org/package/2006/relationships"><Relationship Id="rId8" Type="http://schemas.openxmlformats.org/officeDocument/2006/relationships/customXml" Target="../ink/ink389.xml"/><Relationship Id="rId13" Type="http://schemas.openxmlformats.org/officeDocument/2006/relationships/image" Target="../media/image394.png"/><Relationship Id="rId3" Type="http://schemas.openxmlformats.org/officeDocument/2006/relationships/image" Target="../media/image389.png"/><Relationship Id="rId7" Type="http://schemas.openxmlformats.org/officeDocument/2006/relationships/image" Target="../media/image391.png"/><Relationship Id="rId12" Type="http://schemas.openxmlformats.org/officeDocument/2006/relationships/customXml" Target="../ink/ink391.xml"/><Relationship Id="rId2" Type="http://schemas.openxmlformats.org/officeDocument/2006/relationships/image" Target="../media/image388.png"/><Relationship Id="rId1" Type="http://schemas.openxmlformats.org/officeDocument/2006/relationships/slideLayout" Target="../slideLayouts/slideLayout1.xml"/><Relationship Id="rId6" Type="http://schemas.openxmlformats.org/officeDocument/2006/relationships/customXml" Target="../ink/ink388.xml"/><Relationship Id="rId11" Type="http://schemas.openxmlformats.org/officeDocument/2006/relationships/image" Target="../media/image393.png"/><Relationship Id="rId5" Type="http://schemas.openxmlformats.org/officeDocument/2006/relationships/image" Target="../media/image390.png"/><Relationship Id="rId10" Type="http://schemas.openxmlformats.org/officeDocument/2006/relationships/customXml" Target="../ink/ink390.xml"/><Relationship Id="rId4" Type="http://schemas.openxmlformats.org/officeDocument/2006/relationships/customXml" Target="../ink/ink387.xml"/><Relationship Id="rId9" Type="http://schemas.openxmlformats.org/officeDocument/2006/relationships/image" Target="../media/image392.png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1.xml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1.xml"/></Relationships>
</file>

<file path=ppt/slides/_rels/slide14.xml.rels><?xml version="1.0" encoding="UTF-8" standalone="yes"?>
<Relationships xmlns="http://schemas.openxmlformats.org/package/2006/relationships"><Relationship Id="rId3" Type="http://schemas.openxmlformats.org/officeDocument/2006/relationships/image" Target="../media/image395.png"/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396.png"/></Relationships>
</file>

<file path=ppt/slides/_rels/slide15.xml.rels><?xml version="1.0" encoding="UTF-8" standalone="yes"?>
<Relationships xmlns="http://schemas.openxmlformats.org/package/2006/relationships"><Relationship Id="rId117" Type="http://schemas.openxmlformats.org/officeDocument/2006/relationships/customXml" Target="../ink/ink448.xml"/><Relationship Id="rId21" Type="http://schemas.openxmlformats.org/officeDocument/2006/relationships/customXml" Target="../ink/ink400.xml"/><Relationship Id="rId42" Type="http://schemas.openxmlformats.org/officeDocument/2006/relationships/image" Target="../media/image417.png"/><Relationship Id="rId63" Type="http://schemas.openxmlformats.org/officeDocument/2006/relationships/customXml" Target="../ink/ink421.xml"/><Relationship Id="rId84" Type="http://schemas.openxmlformats.org/officeDocument/2006/relationships/image" Target="../media/image438.png"/><Relationship Id="rId138" Type="http://schemas.openxmlformats.org/officeDocument/2006/relationships/image" Target="../media/image464.png"/><Relationship Id="rId107" Type="http://schemas.openxmlformats.org/officeDocument/2006/relationships/customXml" Target="../ink/ink443.xml"/><Relationship Id="rId11" Type="http://schemas.openxmlformats.org/officeDocument/2006/relationships/customXml" Target="../ink/ink395.xml"/><Relationship Id="rId32" Type="http://schemas.openxmlformats.org/officeDocument/2006/relationships/image" Target="../media/image412.png"/><Relationship Id="rId53" Type="http://schemas.openxmlformats.org/officeDocument/2006/relationships/customXml" Target="../ink/ink416.xml"/><Relationship Id="rId74" Type="http://schemas.openxmlformats.org/officeDocument/2006/relationships/image" Target="../media/image433.png"/><Relationship Id="rId128" Type="http://schemas.openxmlformats.org/officeDocument/2006/relationships/image" Target="../media/image459.png"/><Relationship Id="rId149" Type="http://schemas.openxmlformats.org/officeDocument/2006/relationships/image" Target="../media/image469.png"/><Relationship Id="rId5" Type="http://schemas.openxmlformats.org/officeDocument/2006/relationships/customXml" Target="../ink/ink392.xml"/><Relationship Id="rId95" Type="http://schemas.openxmlformats.org/officeDocument/2006/relationships/customXml" Target="../ink/ink437.xml"/><Relationship Id="rId22" Type="http://schemas.openxmlformats.org/officeDocument/2006/relationships/image" Target="../media/image407.png"/><Relationship Id="rId27" Type="http://schemas.openxmlformats.org/officeDocument/2006/relationships/customXml" Target="../ink/ink403.xml"/><Relationship Id="rId43" Type="http://schemas.openxmlformats.org/officeDocument/2006/relationships/customXml" Target="../ink/ink411.xml"/><Relationship Id="rId48" Type="http://schemas.openxmlformats.org/officeDocument/2006/relationships/image" Target="../media/image420.png"/><Relationship Id="rId64" Type="http://schemas.openxmlformats.org/officeDocument/2006/relationships/image" Target="../media/image428.png"/><Relationship Id="rId69" Type="http://schemas.openxmlformats.org/officeDocument/2006/relationships/customXml" Target="../ink/ink424.xml"/><Relationship Id="rId113" Type="http://schemas.openxmlformats.org/officeDocument/2006/relationships/customXml" Target="../ink/ink446.xml"/><Relationship Id="rId118" Type="http://schemas.openxmlformats.org/officeDocument/2006/relationships/image" Target="../media/image454.png"/><Relationship Id="rId134" Type="http://schemas.openxmlformats.org/officeDocument/2006/relationships/image" Target="../media/image462.png"/><Relationship Id="rId139" Type="http://schemas.openxmlformats.org/officeDocument/2006/relationships/customXml" Target="../ink/ink459.xml"/><Relationship Id="rId80" Type="http://schemas.openxmlformats.org/officeDocument/2006/relationships/image" Target="../media/image436.png"/><Relationship Id="rId85" Type="http://schemas.openxmlformats.org/officeDocument/2006/relationships/customXml" Target="../ink/ink432.xml"/><Relationship Id="rId150" Type="http://schemas.openxmlformats.org/officeDocument/2006/relationships/customXml" Target="../ink/ink465.xml"/><Relationship Id="rId12" Type="http://schemas.openxmlformats.org/officeDocument/2006/relationships/image" Target="../media/image402.png"/><Relationship Id="rId17" Type="http://schemas.openxmlformats.org/officeDocument/2006/relationships/customXml" Target="../ink/ink398.xml"/><Relationship Id="rId33" Type="http://schemas.openxmlformats.org/officeDocument/2006/relationships/customXml" Target="../ink/ink406.xml"/><Relationship Id="rId38" Type="http://schemas.openxmlformats.org/officeDocument/2006/relationships/image" Target="../media/image415.png"/><Relationship Id="rId59" Type="http://schemas.openxmlformats.org/officeDocument/2006/relationships/customXml" Target="../ink/ink419.xml"/><Relationship Id="rId103" Type="http://schemas.openxmlformats.org/officeDocument/2006/relationships/customXml" Target="../ink/ink441.xml"/><Relationship Id="rId108" Type="http://schemas.openxmlformats.org/officeDocument/2006/relationships/image" Target="../media/image449.png"/><Relationship Id="rId124" Type="http://schemas.openxmlformats.org/officeDocument/2006/relationships/image" Target="../media/image457.png"/><Relationship Id="rId129" Type="http://schemas.openxmlformats.org/officeDocument/2006/relationships/customXml" Target="../ink/ink454.xml"/><Relationship Id="rId54" Type="http://schemas.openxmlformats.org/officeDocument/2006/relationships/image" Target="../media/image423.png"/><Relationship Id="rId70" Type="http://schemas.openxmlformats.org/officeDocument/2006/relationships/image" Target="../media/image431.png"/><Relationship Id="rId75" Type="http://schemas.openxmlformats.org/officeDocument/2006/relationships/customXml" Target="../ink/ink427.xml"/><Relationship Id="rId91" Type="http://schemas.openxmlformats.org/officeDocument/2006/relationships/customXml" Target="../ink/ink435.xml"/><Relationship Id="rId96" Type="http://schemas.openxmlformats.org/officeDocument/2006/relationships/image" Target="../media/image443.png"/><Relationship Id="rId140" Type="http://schemas.openxmlformats.org/officeDocument/2006/relationships/image" Target="../media/image465.png"/><Relationship Id="rId145" Type="http://schemas.openxmlformats.org/officeDocument/2006/relationships/image" Target="../media/image467.png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399.png"/><Relationship Id="rId23" Type="http://schemas.openxmlformats.org/officeDocument/2006/relationships/customXml" Target="../ink/ink401.xml"/><Relationship Id="rId28" Type="http://schemas.openxmlformats.org/officeDocument/2006/relationships/image" Target="../media/image410.png"/><Relationship Id="rId49" Type="http://schemas.openxmlformats.org/officeDocument/2006/relationships/customXml" Target="../ink/ink414.xml"/><Relationship Id="rId114" Type="http://schemas.openxmlformats.org/officeDocument/2006/relationships/image" Target="../media/image452.png"/><Relationship Id="rId119" Type="http://schemas.openxmlformats.org/officeDocument/2006/relationships/customXml" Target="../ink/ink449.xml"/><Relationship Id="rId44" Type="http://schemas.openxmlformats.org/officeDocument/2006/relationships/image" Target="../media/image418.png"/><Relationship Id="rId60" Type="http://schemas.openxmlformats.org/officeDocument/2006/relationships/image" Target="../media/image426.png"/><Relationship Id="rId65" Type="http://schemas.openxmlformats.org/officeDocument/2006/relationships/customXml" Target="../ink/ink422.xml"/><Relationship Id="rId81" Type="http://schemas.openxmlformats.org/officeDocument/2006/relationships/customXml" Target="../ink/ink430.xml"/><Relationship Id="rId86" Type="http://schemas.openxmlformats.org/officeDocument/2006/relationships/image" Target="../media/image439.png"/><Relationship Id="rId130" Type="http://schemas.openxmlformats.org/officeDocument/2006/relationships/image" Target="../media/image460.png"/><Relationship Id="rId135" Type="http://schemas.openxmlformats.org/officeDocument/2006/relationships/customXml" Target="../ink/ink457.xml"/><Relationship Id="rId151" Type="http://schemas.openxmlformats.org/officeDocument/2006/relationships/image" Target="../media/image470.png"/><Relationship Id="rId13" Type="http://schemas.openxmlformats.org/officeDocument/2006/relationships/customXml" Target="../ink/ink396.xml"/><Relationship Id="rId18" Type="http://schemas.openxmlformats.org/officeDocument/2006/relationships/image" Target="../media/image405.png"/><Relationship Id="rId39" Type="http://schemas.openxmlformats.org/officeDocument/2006/relationships/customXml" Target="../ink/ink409.xml"/><Relationship Id="rId109" Type="http://schemas.openxmlformats.org/officeDocument/2006/relationships/customXml" Target="../ink/ink444.xml"/><Relationship Id="rId34" Type="http://schemas.openxmlformats.org/officeDocument/2006/relationships/image" Target="../media/image413.png"/><Relationship Id="rId50" Type="http://schemas.openxmlformats.org/officeDocument/2006/relationships/image" Target="../media/image421.png"/><Relationship Id="rId55" Type="http://schemas.openxmlformats.org/officeDocument/2006/relationships/customXml" Target="../ink/ink417.xml"/><Relationship Id="rId76" Type="http://schemas.openxmlformats.org/officeDocument/2006/relationships/image" Target="../media/image434.png"/><Relationship Id="rId97" Type="http://schemas.openxmlformats.org/officeDocument/2006/relationships/customXml" Target="../ink/ink438.xml"/><Relationship Id="rId104" Type="http://schemas.openxmlformats.org/officeDocument/2006/relationships/image" Target="../media/image447.png"/><Relationship Id="rId120" Type="http://schemas.openxmlformats.org/officeDocument/2006/relationships/image" Target="../media/image455.png"/><Relationship Id="rId125" Type="http://schemas.openxmlformats.org/officeDocument/2006/relationships/customXml" Target="../ink/ink452.xml"/><Relationship Id="rId141" Type="http://schemas.openxmlformats.org/officeDocument/2006/relationships/customXml" Target="../ink/ink460.xml"/><Relationship Id="rId146" Type="http://schemas.openxmlformats.org/officeDocument/2006/relationships/customXml" Target="../ink/ink463.xml"/><Relationship Id="rId7" Type="http://schemas.openxmlformats.org/officeDocument/2006/relationships/customXml" Target="../ink/ink393.xml"/><Relationship Id="rId71" Type="http://schemas.openxmlformats.org/officeDocument/2006/relationships/customXml" Target="../ink/ink425.xml"/><Relationship Id="rId92" Type="http://schemas.openxmlformats.org/officeDocument/2006/relationships/image" Target="../media/image226.png"/><Relationship Id="rId2" Type="http://schemas.openxmlformats.org/officeDocument/2006/relationships/notesSlide" Target="../notesSlides/notesSlide10.xml"/><Relationship Id="rId29" Type="http://schemas.openxmlformats.org/officeDocument/2006/relationships/customXml" Target="../ink/ink404.xml"/><Relationship Id="rId24" Type="http://schemas.openxmlformats.org/officeDocument/2006/relationships/image" Target="../media/image408.png"/><Relationship Id="rId40" Type="http://schemas.openxmlformats.org/officeDocument/2006/relationships/image" Target="../media/image416.png"/><Relationship Id="rId45" Type="http://schemas.openxmlformats.org/officeDocument/2006/relationships/customXml" Target="../ink/ink412.xml"/><Relationship Id="rId66" Type="http://schemas.openxmlformats.org/officeDocument/2006/relationships/image" Target="../media/image429.png"/><Relationship Id="rId87" Type="http://schemas.openxmlformats.org/officeDocument/2006/relationships/customXml" Target="../ink/ink433.xml"/><Relationship Id="rId110" Type="http://schemas.openxmlformats.org/officeDocument/2006/relationships/image" Target="../media/image450.png"/><Relationship Id="rId115" Type="http://schemas.openxmlformats.org/officeDocument/2006/relationships/customXml" Target="../ink/ink447.xml"/><Relationship Id="rId131" Type="http://schemas.openxmlformats.org/officeDocument/2006/relationships/customXml" Target="../ink/ink455.xml"/><Relationship Id="rId136" Type="http://schemas.openxmlformats.org/officeDocument/2006/relationships/image" Target="../media/image463.png"/><Relationship Id="rId61" Type="http://schemas.openxmlformats.org/officeDocument/2006/relationships/customXml" Target="../ink/ink420.xml"/><Relationship Id="rId82" Type="http://schemas.openxmlformats.org/officeDocument/2006/relationships/image" Target="../media/image437.png"/><Relationship Id="rId19" Type="http://schemas.openxmlformats.org/officeDocument/2006/relationships/customXml" Target="../ink/ink399.xml"/><Relationship Id="rId14" Type="http://schemas.openxmlformats.org/officeDocument/2006/relationships/image" Target="../media/image403.png"/><Relationship Id="rId30" Type="http://schemas.openxmlformats.org/officeDocument/2006/relationships/image" Target="../media/image411.png"/><Relationship Id="rId35" Type="http://schemas.openxmlformats.org/officeDocument/2006/relationships/customXml" Target="../ink/ink407.xml"/><Relationship Id="rId56" Type="http://schemas.openxmlformats.org/officeDocument/2006/relationships/image" Target="../media/image424.png"/><Relationship Id="rId77" Type="http://schemas.openxmlformats.org/officeDocument/2006/relationships/customXml" Target="../ink/ink428.xml"/><Relationship Id="rId100" Type="http://schemas.openxmlformats.org/officeDocument/2006/relationships/image" Target="../media/image445.png"/><Relationship Id="rId105" Type="http://schemas.openxmlformats.org/officeDocument/2006/relationships/customXml" Target="../ink/ink442.xml"/><Relationship Id="rId126" Type="http://schemas.openxmlformats.org/officeDocument/2006/relationships/image" Target="../media/image458.png"/><Relationship Id="rId147" Type="http://schemas.openxmlformats.org/officeDocument/2006/relationships/image" Target="../media/image468.png"/><Relationship Id="rId8" Type="http://schemas.openxmlformats.org/officeDocument/2006/relationships/image" Target="../media/image400.png"/><Relationship Id="rId51" Type="http://schemas.openxmlformats.org/officeDocument/2006/relationships/customXml" Target="../ink/ink415.xml"/><Relationship Id="rId72" Type="http://schemas.openxmlformats.org/officeDocument/2006/relationships/image" Target="../media/image432.png"/><Relationship Id="rId93" Type="http://schemas.openxmlformats.org/officeDocument/2006/relationships/customXml" Target="../ink/ink436.xml"/><Relationship Id="rId98" Type="http://schemas.openxmlformats.org/officeDocument/2006/relationships/image" Target="../media/image444.png"/><Relationship Id="rId121" Type="http://schemas.openxmlformats.org/officeDocument/2006/relationships/customXml" Target="../ink/ink450.xml"/><Relationship Id="rId142" Type="http://schemas.openxmlformats.org/officeDocument/2006/relationships/customXml" Target="../ink/ink461.xml"/><Relationship Id="rId3" Type="http://schemas.openxmlformats.org/officeDocument/2006/relationships/image" Target="../media/image397.png"/><Relationship Id="rId25" Type="http://schemas.openxmlformats.org/officeDocument/2006/relationships/customXml" Target="../ink/ink402.xml"/><Relationship Id="rId46" Type="http://schemas.openxmlformats.org/officeDocument/2006/relationships/image" Target="../media/image419.png"/><Relationship Id="rId67" Type="http://schemas.openxmlformats.org/officeDocument/2006/relationships/customXml" Target="../ink/ink423.xml"/><Relationship Id="rId116" Type="http://schemas.openxmlformats.org/officeDocument/2006/relationships/image" Target="../media/image453.png"/><Relationship Id="rId137" Type="http://schemas.openxmlformats.org/officeDocument/2006/relationships/customXml" Target="../ink/ink458.xml"/><Relationship Id="rId20" Type="http://schemas.openxmlformats.org/officeDocument/2006/relationships/image" Target="../media/image406.png"/><Relationship Id="rId41" Type="http://schemas.openxmlformats.org/officeDocument/2006/relationships/customXml" Target="../ink/ink410.xml"/><Relationship Id="rId62" Type="http://schemas.openxmlformats.org/officeDocument/2006/relationships/image" Target="../media/image427.png"/><Relationship Id="rId83" Type="http://schemas.openxmlformats.org/officeDocument/2006/relationships/customXml" Target="../ink/ink431.xml"/><Relationship Id="rId88" Type="http://schemas.openxmlformats.org/officeDocument/2006/relationships/image" Target="../media/image440.png"/><Relationship Id="rId111" Type="http://schemas.openxmlformats.org/officeDocument/2006/relationships/customXml" Target="../ink/ink445.xml"/><Relationship Id="rId132" Type="http://schemas.openxmlformats.org/officeDocument/2006/relationships/image" Target="../media/image461.png"/><Relationship Id="rId15" Type="http://schemas.openxmlformats.org/officeDocument/2006/relationships/customXml" Target="../ink/ink397.xml"/><Relationship Id="rId36" Type="http://schemas.openxmlformats.org/officeDocument/2006/relationships/image" Target="../media/image414.png"/><Relationship Id="rId57" Type="http://schemas.openxmlformats.org/officeDocument/2006/relationships/customXml" Target="../ink/ink418.xml"/><Relationship Id="rId106" Type="http://schemas.openxmlformats.org/officeDocument/2006/relationships/image" Target="../media/image448.png"/><Relationship Id="rId127" Type="http://schemas.openxmlformats.org/officeDocument/2006/relationships/customXml" Target="../ink/ink453.xml"/><Relationship Id="rId10" Type="http://schemas.openxmlformats.org/officeDocument/2006/relationships/image" Target="../media/image401.png"/><Relationship Id="rId31" Type="http://schemas.openxmlformats.org/officeDocument/2006/relationships/customXml" Target="../ink/ink405.xml"/><Relationship Id="rId52" Type="http://schemas.openxmlformats.org/officeDocument/2006/relationships/image" Target="../media/image422.png"/><Relationship Id="rId73" Type="http://schemas.openxmlformats.org/officeDocument/2006/relationships/customXml" Target="../ink/ink426.xml"/><Relationship Id="rId78" Type="http://schemas.openxmlformats.org/officeDocument/2006/relationships/image" Target="../media/image435.png"/><Relationship Id="rId94" Type="http://schemas.openxmlformats.org/officeDocument/2006/relationships/image" Target="../media/image442.png"/><Relationship Id="rId99" Type="http://schemas.openxmlformats.org/officeDocument/2006/relationships/customXml" Target="../ink/ink439.xml"/><Relationship Id="rId101" Type="http://schemas.openxmlformats.org/officeDocument/2006/relationships/customXml" Target="../ink/ink440.xml"/><Relationship Id="rId122" Type="http://schemas.openxmlformats.org/officeDocument/2006/relationships/image" Target="../media/image456.png"/><Relationship Id="rId143" Type="http://schemas.openxmlformats.org/officeDocument/2006/relationships/image" Target="../media/image466.png"/><Relationship Id="rId148" Type="http://schemas.openxmlformats.org/officeDocument/2006/relationships/customXml" Target="../ink/ink464.xml"/><Relationship Id="rId4" Type="http://schemas.openxmlformats.org/officeDocument/2006/relationships/image" Target="../media/image398.png"/><Relationship Id="rId9" Type="http://schemas.openxmlformats.org/officeDocument/2006/relationships/customXml" Target="../ink/ink394.xml"/><Relationship Id="rId26" Type="http://schemas.openxmlformats.org/officeDocument/2006/relationships/image" Target="../media/image409.png"/><Relationship Id="rId47" Type="http://schemas.openxmlformats.org/officeDocument/2006/relationships/customXml" Target="../ink/ink413.xml"/><Relationship Id="rId68" Type="http://schemas.openxmlformats.org/officeDocument/2006/relationships/image" Target="../media/image430.png"/><Relationship Id="rId89" Type="http://schemas.openxmlformats.org/officeDocument/2006/relationships/customXml" Target="../ink/ink434.xml"/><Relationship Id="rId112" Type="http://schemas.openxmlformats.org/officeDocument/2006/relationships/image" Target="../media/image451.png"/><Relationship Id="rId133" Type="http://schemas.openxmlformats.org/officeDocument/2006/relationships/customXml" Target="../ink/ink456.xml"/><Relationship Id="rId16" Type="http://schemas.openxmlformats.org/officeDocument/2006/relationships/image" Target="../media/image404.png"/><Relationship Id="rId37" Type="http://schemas.openxmlformats.org/officeDocument/2006/relationships/customXml" Target="../ink/ink408.xml"/><Relationship Id="rId58" Type="http://schemas.openxmlformats.org/officeDocument/2006/relationships/image" Target="../media/image425.png"/><Relationship Id="rId79" Type="http://schemas.openxmlformats.org/officeDocument/2006/relationships/customXml" Target="../ink/ink429.xml"/><Relationship Id="rId102" Type="http://schemas.openxmlformats.org/officeDocument/2006/relationships/image" Target="../media/image446.png"/><Relationship Id="rId123" Type="http://schemas.openxmlformats.org/officeDocument/2006/relationships/customXml" Target="../ink/ink451.xml"/><Relationship Id="rId144" Type="http://schemas.openxmlformats.org/officeDocument/2006/relationships/customXml" Target="../ink/ink462.xml"/><Relationship Id="rId90" Type="http://schemas.openxmlformats.org/officeDocument/2006/relationships/image" Target="../media/image441.png"/></Relationships>
</file>

<file path=ppt/slides/_rels/slide16.xml.rels><?xml version="1.0" encoding="UTF-8" standalone="yes"?>
<Relationships xmlns="http://schemas.openxmlformats.org/package/2006/relationships"><Relationship Id="rId3" Type="http://schemas.openxmlformats.org/officeDocument/2006/relationships/image" Target="../media/image471.png"/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472.png"/></Relationships>
</file>

<file path=ppt/slides/_rels/slide17.xml.rels><?xml version="1.0" encoding="UTF-8" standalone="yes"?>
<Relationships xmlns="http://schemas.openxmlformats.org/package/2006/relationships"><Relationship Id="rId3" Type="http://schemas.openxmlformats.org/officeDocument/2006/relationships/image" Target="../media/image473.png"/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1.xml"/></Relationships>
</file>

<file path=ppt/slides/_rels/slide18.xml.rels><?xml version="1.0" encoding="UTF-8" standalone="yes"?>
<Relationships xmlns="http://schemas.openxmlformats.org/package/2006/relationships"><Relationship Id="rId3" Type="http://schemas.openxmlformats.org/officeDocument/2006/relationships/image" Target="../media/image474.png"/><Relationship Id="rId2" Type="http://schemas.openxmlformats.org/officeDocument/2006/relationships/notesSlide" Target="../notesSlides/notesSlide13.xml"/><Relationship Id="rId1" Type="http://schemas.openxmlformats.org/officeDocument/2006/relationships/slideLayout" Target="../slideLayouts/slideLayout1.xml"/></Relationships>
</file>

<file path=ppt/slides/_rels/slide19.xml.rels><?xml version="1.0" encoding="UTF-8" standalone="yes"?>
<Relationships xmlns="http://schemas.openxmlformats.org/package/2006/relationships"><Relationship Id="rId3" Type="http://schemas.openxmlformats.org/officeDocument/2006/relationships/image" Target="../media/image476.png"/><Relationship Id="rId2" Type="http://schemas.openxmlformats.org/officeDocument/2006/relationships/image" Target="../media/image475.png"/><Relationship Id="rId1" Type="http://schemas.openxmlformats.org/officeDocument/2006/relationships/slideLayout" Target="../slideLayouts/slideLayout1.xml"/></Relationships>
</file>

<file path=ppt/slides/_rels/slide20.xml.rels><?xml version="1.0" encoding="UTF-8" standalone="yes"?>
<Relationships xmlns="http://schemas.openxmlformats.org/package/2006/relationships"><Relationship Id="rId3" Type="http://schemas.openxmlformats.org/officeDocument/2006/relationships/image" Target="../media/image477.png"/><Relationship Id="rId2" Type="http://schemas.openxmlformats.org/officeDocument/2006/relationships/image" Target="../media/image476.png"/><Relationship Id="rId1" Type="http://schemas.openxmlformats.org/officeDocument/2006/relationships/slideLayout" Target="../slideLayouts/slideLayout1.xml"/></Relationships>
</file>

<file path=ppt/slides/_rels/slide21.xml.rels><?xml version="1.0" encoding="UTF-8" standalone="yes"?>
<Relationships xmlns="http://schemas.openxmlformats.org/package/2006/relationships"><Relationship Id="rId3" Type="http://schemas.openxmlformats.org/officeDocument/2006/relationships/image" Target="../media/image478.png"/><Relationship Id="rId2" Type="http://schemas.openxmlformats.org/officeDocument/2006/relationships/notesSlide" Target="../notesSlides/notesSlide14.xml"/><Relationship Id="rId1" Type="http://schemas.openxmlformats.org/officeDocument/2006/relationships/slideLayout" Target="../slideLayouts/slideLayout1.xml"/></Relationships>
</file>

<file path=ppt/slides/_rels/slide22.xml.rels><?xml version="1.0" encoding="UTF-8" standalone="yes"?>
<Relationships xmlns="http://schemas.openxmlformats.org/package/2006/relationships"><Relationship Id="rId3" Type="http://schemas.openxmlformats.org/officeDocument/2006/relationships/image" Target="../media/image479.png"/><Relationship Id="rId2" Type="http://schemas.openxmlformats.org/officeDocument/2006/relationships/notesSlide" Target="../notesSlides/notesSlide15.xml"/><Relationship Id="rId1" Type="http://schemas.openxmlformats.org/officeDocument/2006/relationships/slideLayout" Target="../slideLayouts/slideLayout1.xml"/></Relationships>
</file>

<file path=ppt/slides/_rels/slide23.xml.rels><?xml version="1.0" encoding="UTF-8" standalone="yes"?>
<Relationships xmlns="http://schemas.openxmlformats.org/package/2006/relationships"><Relationship Id="rId3" Type="http://schemas.openxmlformats.org/officeDocument/2006/relationships/image" Target="../media/image480.png"/><Relationship Id="rId2" Type="http://schemas.openxmlformats.org/officeDocument/2006/relationships/notesSlide" Target="../notesSlides/notesSlide16.xml"/><Relationship Id="rId1" Type="http://schemas.openxmlformats.org/officeDocument/2006/relationships/slideLayout" Target="../slideLayouts/slideLayout1.xml"/></Relationships>
</file>

<file path=ppt/slides/_rels/slide2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7.xml"/><Relationship Id="rId1" Type="http://schemas.openxmlformats.org/officeDocument/2006/relationships/slideLayout" Target="../slideLayouts/slideLayout1.xml"/></Relationships>
</file>

<file path=ppt/slides/_rels/slide2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8.xml"/><Relationship Id="rId1" Type="http://schemas.openxmlformats.org/officeDocument/2006/relationships/slideLayout" Target="../slideLayouts/slideLayout1.xml"/></Relationships>
</file>

<file path=ppt/slides/_rels/slide2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9.xml"/><Relationship Id="rId1" Type="http://schemas.openxmlformats.org/officeDocument/2006/relationships/slideLayout" Target="../slideLayouts/slideLayout1.xml"/></Relationships>
</file>

<file path=ppt/slides/_rels/slide2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0.xml"/><Relationship Id="rId1" Type="http://schemas.openxmlformats.org/officeDocument/2006/relationships/slideLayout" Target="../slideLayouts/slideLayout1.xml"/></Relationships>
</file>

<file path=ppt/slides/_rels/slide2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1.xml"/><Relationship Id="rId1" Type="http://schemas.openxmlformats.org/officeDocument/2006/relationships/slideLayout" Target="../slideLayouts/slideLayout1.xml"/></Relationships>
</file>

<file path=ppt/slides/_rels/slide2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2.xml"/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 dpi="0" rotWithShape="1">
          <a:blip r:embed="rId2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>
            <a:extLst>
              <a:ext uri="{FF2B5EF4-FFF2-40B4-BE49-F238E27FC236}">
                <a16:creationId xmlns:a16="http://schemas.microsoft.com/office/drawing/2014/main" id="{FDB04326-6382-23AA-4F6C-A33C0B53EFAD}"/>
              </a:ext>
            </a:extLst>
          </p:cNvPr>
          <p:cNvSpPr txBox="1"/>
          <p:nvPr/>
        </p:nvSpPr>
        <p:spPr>
          <a:xfrm>
            <a:off x="1072733" y="444212"/>
            <a:ext cx="10046533" cy="156966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US" sz="3200" b="1" dirty="0">
                <a:solidFill>
                  <a:schemeClr val="bg1"/>
                </a:solidFill>
              </a:rPr>
              <a:t>ECEN 4/5632  Theory and Application of Digital Filters</a:t>
            </a:r>
          </a:p>
          <a:p>
            <a:pPr algn="ctr"/>
            <a:r>
              <a:rPr lang="en-US" sz="3200" b="1" dirty="0">
                <a:solidFill>
                  <a:schemeClr val="bg1"/>
                </a:solidFill>
              </a:rPr>
              <a:t>Lecture 9, 9-22-26</a:t>
            </a:r>
          </a:p>
          <a:p>
            <a:pPr algn="ctr"/>
            <a:r>
              <a:rPr lang="en-US" sz="3200" b="1" dirty="0">
                <a:solidFill>
                  <a:schemeClr val="bg1"/>
                </a:solidFill>
              </a:rPr>
              <a:t>Peter Mathys*</a:t>
            </a: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45862320-FA96-DD1A-C234-95E03B37257B}"/>
              </a:ext>
            </a:extLst>
          </p:cNvPr>
          <p:cNvSpPr txBox="1"/>
          <p:nvPr/>
        </p:nvSpPr>
        <p:spPr>
          <a:xfrm>
            <a:off x="482600" y="6488668"/>
            <a:ext cx="5266185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>
                <a:solidFill>
                  <a:schemeClr val="bg1"/>
                </a:solidFill>
              </a:rPr>
              <a:t>* With generous help from Gemini Pro and ChatGPT</a:t>
            </a:r>
          </a:p>
        </p:txBody>
      </p:sp>
    </p:spTree>
    <p:extLst>
      <p:ext uri="{BB962C8B-B14F-4D97-AF65-F5344CB8AC3E}">
        <p14:creationId xmlns:p14="http://schemas.microsoft.com/office/powerpoint/2010/main" val="2481203202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>
            <a:extLst>
              <a:ext uri="{FF2B5EF4-FFF2-40B4-BE49-F238E27FC236}">
                <a16:creationId xmlns:a16="http://schemas.microsoft.com/office/drawing/2014/main" id="{0591C22C-D3ED-B9BA-40C1-08EE993CFADF}"/>
              </a:ext>
            </a:extLst>
          </p:cNvPr>
          <p:cNvSpPr txBox="1"/>
          <p:nvPr/>
        </p:nvSpPr>
        <p:spPr>
          <a:xfrm>
            <a:off x="1004776" y="671255"/>
            <a:ext cx="2651303" cy="52322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2800" b="1" dirty="0"/>
              <a:t>Midterm Exam 1</a:t>
            </a: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D678359E-99B2-3DE8-8463-C61C3CA88C5E}"/>
              </a:ext>
            </a:extLst>
          </p:cNvPr>
          <p:cNvSpPr txBox="1"/>
          <p:nvPr/>
        </p:nvSpPr>
        <p:spPr>
          <a:xfrm>
            <a:off x="1004776" y="1679944"/>
            <a:ext cx="9378786" cy="230832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/>
              <a:t>Thursday September 24, 9:30 – 10:45 am, ECCR 131  for in-class students.</a:t>
            </a:r>
          </a:p>
          <a:p>
            <a:r>
              <a:rPr lang="en-US" dirty="0"/>
              <a:t>Between Sep. 24 and Sep. 30 for on-line students who must supply email address of exam proctor.</a:t>
            </a:r>
          </a:p>
          <a:p>
            <a:endParaRPr lang="en-US" dirty="0"/>
          </a:p>
          <a:p>
            <a:r>
              <a:rPr lang="en-US" dirty="0"/>
              <a:t>Covers Lectures 1 through 8 and Problem Sets 1 through 4</a:t>
            </a:r>
          </a:p>
          <a:p>
            <a:r>
              <a:rPr lang="en-US" dirty="0"/>
              <a:t>Exam problems will be similar to Problem Set questions</a:t>
            </a:r>
          </a:p>
          <a:p>
            <a:endParaRPr lang="en-US" dirty="0"/>
          </a:p>
          <a:p>
            <a:r>
              <a:rPr lang="en-US" dirty="0"/>
              <a:t>Closed book, notes, no cheat sheets. Reference formulas will be printed on exam.</a:t>
            </a:r>
          </a:p>
          <a:p>
            <a:r>
              <a:rPr lang="en-US" dirty="0"/>
              <a:t>No laptops, tablets, phones, basic scientific calculator o.k.</a:t>
            </a:r>
          </a:p>
        </p:txBody>
      </p:sp>
    </p:spTree>
    <p:extLst>
      <p:ext uri="{BB962C8B-B14F-4D97-AF65-F5344CB8AC3E}">
        <p14:creationId xmlns:p14="http://schemas.microsoft.com/office/powerpoint/2010/main" val="2667378562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17365D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Text 0"/>
          <p:cNvSpPr/>
          <p:nvPr/>
        </p:nvSpPr>
        <p:spPr>
          <a:xfrm>
            <a:off x="594360" y="502920"/>
            <a:ext cx="2285640" cy="31968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0" rIns="0" bIns="0" anchor="ctr">
            <a:noAutofit/>
          </a:bodyPr>
          <a:lstStyle/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500" b="1" u="none" strike="noStrike">
                <a:solidFill>
                  <a:srgbClr val="A7C7E7"/>
                </a:solidFill>
                <a:effectLst/>
                <a:uFillTx/>
                <a:latin typeface="Aptos"/>
              </a:rPr>
              <a:t>WEEK 5 ● LECTURE </a:t>
            </a:r>
            <a:r>
              <a:rPr lang="en-US" sz="1500" b="1" u="none" strike="noStrike" dirty="0">
                <a:solidFill>
                  <a:srgbClr val="A7C7E7"/>
                </a:solidFill>
                <a:effectLst/>
                <a:uFillTx/>
                <a:latin typeface="Aptos"/>
              </a:rPr>
              <a:t>9</a:t>
            </a:r>
            <a:endParaRPr lang="en-US" sz="1500" b="0" u="none" strike="noStrike" dirty="0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9" name="Text 1"/>
          <p:cNvSpPr/>
          <p:nvPr/>
        </p:nvSpPr>
        <p:spPr>
          <a:xfrm>
            <a:off x="594360" y="1234440"/>
            <a:ext cx="10515240" cy="123408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0" rIns="0" bIns="0" anchor="ctr">
            <a:noAutofit/>
          </a:bodyPr>
          <a:lstStyle/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3400" b="1" u="none" strike="noStrike">
                <a:solidFill>
                  <a:srgbClr val="FFFFFF"/>
                </a:solidFill>
                <a:effectLst/>
                <a:uFillTx/>
                <a:latin typeface="Aptos"/>
              </a:rPr>
              <a:t>Time/Frequency Responses and Group Delay</a:t>
            </a:r>
            <a:endParaRPr lang="en-US" sz="34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10" name="Text 2"/>
          <p:cNvSpPr/>
          <p:nvPr/>
        </p:nvSpPr>
        <p:spPr>
          <a:xfrm>
            <a:off x="594360" y="2743200"/>
            <a:ext cx="10606680" cy="63972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0" rIns="0" bIns="0" anchor="ctr">
            <a:noAutofit/>
          </a:bodyPr>
          <a:lstStyle/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800" b="0" u="none" strike="noStrike">
                <a:solidFill>
                  <a:srgbClr val="DDE8F3"/>
                </a:solidFill>
                <a:effectLst/>
                <a:uFillTx/>
                <a:latin typeface="Aptos"/>
              </a:rPr>
              <a:t>From pole-zero geometry to waveform dispersion and all-pass phase equalization</a:t>
            </a:r>
            <a:endParaRPr lang="en-US" sz="18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11" name="Text 3"/>
          <p:cNvSpPr/>
          <p:nvPr/>
        </p:nvSpPr>
        <p:spPr>
          <a:xfrm>
            <a:off x="594360" y="3931920"/>
            <a:ext cx="10332360" cy="45684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0" rIns="0" bIns="0" anchor="ctr">
            <a:noAutofit/>
          </a:bodyPr>
          <a:lstStyle/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2000" b="1" u="none" strike="noStrike">
                <a:solidFill>
                  <a:srgbClr val="FFFFFF"/>
                </a:solidFill>
                <a:effectLst/>
                <a:uFillTx/>
                <a:latin typeface="Aptos"/>
              </a:rPr>
              <a:t>pole-zero geometry  →  group delay  →  all-pass  →  ML feature timing</a:t>
            </a:r>
            <a:endParaRPr lang="en-US" sz="20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12" name="Text 4"/>
          <p:cNvSpPr/>
          <p:nvPr/>
        </p:nvSpPr>
        <p:spPr>
          <a:xfrm>
            <a:off x="594360" y="4983480"/>
            <a:ext cx="5943240" cy="31968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0" rIns="0" bIns="0" anchor="ctr">
            <a:noAutofit/>
          </a:bodyPr>
          <a:lstStyle/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400" b="0" u="none" strike="noStrike">
                <a:solidFill>
                  <a:srgbClr val="DDE8F3"/>
                </a:solidFill>
                <a:effectLst/>
                <a:uFillTx/>
                <a:latin typeface="Aptos"/>
              </a:rPr>
              <a:t>75 minutes • senior + first-year graduate ECE</a:t>
            </a:r>
            <a:endParaRPr lang="en-US" sz="14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13" name="Text 5"/>
          <p:cNvSpPr/>
          <p:nvPr/>
        </p:nvSpPr>
        <p:spPr>
          <a:xfrm>
            <a:off x="594360" y="5532120"/>
            <a:ext cx="6400440" cy="27396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0" rIns="0" bIns="0" anchor="ctr">
            <a:noAutofit/>
          </a:bodyPr>
          <a:lstStyle/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200" b="0" u="none" strike="noStrike">
                <a:solidFill>
                  <a:srgbClr val="A7C7E7"/>
                </a:solidFill>
                <a:effectLst/>
                <a:uFillTx/>
                <a:latin typeface="Aptos"/>
              </a:rPr>
              <a:t>Equations typeset in standard mathematical notation</a:t>
            </a:r>
            <a:endParaRPr lang="en-US" sz="12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" name="Text 0"/>
          <p:cNvSpPr/>
          <p:nvPr/>
        </p:nvSpPr>
        <p:spPr>
          <a:xfrm>
            <a:off x="411480" y="164520"/>
            <a:ext cx="5303160" cy="25560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0" rIns="0" bIns="0" anchor="ctr">
            <a:noAutofit/>
          </a:bodyPr>
          <a:lstStyle/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000" b="1" u="none" strike="noStrike">
                <a:solidFill>
                  <a:srgbClr val="2F75B5"/>
                </a:solidFill>
                <a:effectLst/>
                <a:uFillTx/>
                <a:latin typeface="Aptos"/>
              </a:rPr>
              <a:t>DSP + Machine Learning • Week 5</a:t>
            </a:r>
            <a:endParaRPr lang="en-US" sz="1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5" name="Text 1"/>
          <p:cNvSpPr/>
          <p:nvPr/>
        </p:nvSpPr>
        <p:spPr>
          <a:xfrm>
            <a:off x="411480" y="502920"/>
            <a:ext cx="11155320" cy="56664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0" rIns="0" bIns="0" anchor="ctr">
            <a:noAutofit/>
          </a:bodyPr>
          <a:lstStyle/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2700" b="1" u="none" strike="noStrike">
                <a:solidFill>
                  <a:srgbClr val="17365D"/>
                </a:solidFill>
                <a:effectLst/>
                <a:uFillTx/>
                <a:latin typeface="Aptos"/>
              </a:rPr>
              <a:t>Roadmap</a:t>
            </a:r>
            <a:endParaRPr lang="en-US" sz="27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6" name="Shape 2"/>
          <p:cNvSpPr/>
          <p:nvPr/>
        </p:nvSpPr>
        <p:spPr>
          <a:xfrm>
            <a:off x="411480" y="1124640"/>
            <a:ext cx="11292840" cy="360"/>
          </a:xfrm>
          <a:prstGeom prst="line">
            <a:avLst/>
          </a:prstGeom>
          <a:ln w="12700">
            <a:solidFill>
              <a:srgbClr val="D7E0EA"/>
            </a:solidFill>
            <a:round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-44640" rIns="90000" bIns="-44640" anchor="t" anchorCtr="1">
            <a:noAutofit/>
          </a:bodyPr>
          <a:lstStyle/>
          <a:p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7" name="Text 3"/>
          <p:cNvSpPr/>
          <p:nvPr/>
        </p:nvSpPr>
        <p:spPr>
          <a:xfrm>
            <a:off x="411480" y="6473880"/>
            <a:ext cx="3840120" cy="18252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0" rIns="0" bIns="0" anchor="ctr">
            <a:noAutofit/>
          </a:bodyPr>
          <a:lstStyle/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900" b="0" u="none" strike="noStrike">
                <a:solidFill>
                  <a:srgbClr val="6B7280"/>
                </a:solidFill>
                <a:effectLst/>
                <a:uFillTx/>
                <a:latin typeface="Aptos"/>
              </a:rPr>
              <a:t>Oppenheim &amp; Schafer + Raschka</a:t>
            </a:r>
            <a:endParaRPr lang="en-US" sz="9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8" name="Text 4"/>
          <p:cNvSpPr/>
          <p:nvPr/>
        </p:nvSpPr>
        <p:spPr>
          <a:xfrm>
            <a:off x="11338560" y="6446520"/>
            <a:ext cx="365400" cy="18252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0" rIns="0" bIns="0" anchor="ctr">
            <a:noAutofit/>
          </a:bodyPr>
          <a:lstStyle/>
          <a:p>
            <a:pPr algn="r"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900" b="0" u="none" strike="noStrike">
                <a:solidFill>
                  <a:srgbClr val="6B7280"/>
                </a:solidFill>
                <a:effectLst/>
                <a:uFillTx/>
                <a:latin typeface="Aptos"/>
              </a:rPr>
              <a:t>2</a:t>
            </a:r>
            <a:endParaRPr lang="en-US" sz="9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9" name="Text 5"/>
          <p:cNvSpPr/>
          <p:nvPr/>
        </p:nvSpPr>
        <p:spPr>
          <a:xfrm>
            <a:off x="640080" y="1417320"/>
            <a:ext cx="10972440" cy="448020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720" tIns="720" rIns="720" bIns="720" anchor="t">
            <a:noAutofit/>
          </a:bodyPr>
          <a:lstStyle/>
          <a:p>
            <a:pPr marL="228600" indent="-228600" defTabSz="914400">
              <a:lnSpc>
                <a:spcPct val="100000"/>
              </a:lnSpc>
              <a:buClr>
                <a:srgbClr val="1F2937"/>
              </a:buClr>
              <a:buFont typeface="Symbol" charset="2"/>
              <a:buChar char=""/>
            </a:pPr>
            <a:r>
              <a:rPr lang="en-US" sz="2000" b="0" u="none" strike="noStrike">
                <a:solidFill>
                  <a:srgbClr val="1F2937"/>
                </a:solidFill>
                <a:effectLst/>
                <a:uFillTx/>
                <a:latin typeface="Aptos"/>
              </a:rPr>
              <a:t>0–15 min • Read magnitude and phase directly from pole-zero geometry.</a:t>
            </a:r>
            <a:endParaRPr lang="en-US" sz="2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228600" indent="-228600" defTabSz="914400">
              <a:lnSpc>
                <a:spcPct val="100000"/>
              </a:lnSpc>
              <a:buClr>
                <a:srgbClr val="1F2937"/>
              </a:buClr>
              <a:buFont typeface="Symbol" charset="2"/>
              <a:buChar char=""/>
            </a:pPr>
            <a:r>
              <a:rPr lang="en-US" sz="2000" b="0" u="none" strike="noStrike">
                <a:solidFill>
                  <a:srgbClr val="1F2937"/>
                </a:solidFill>
                <a:effectLst/>
                <a:uFillTx/>
                <a:latin typeface="Aptos"/>
              </a:rPr>
              <a:t>15–40 min • Distinguish phase delay from group delay and connect nonlinear phase to dispersion.</a:t>
            </a:r>
            <a:endParaRPr lang="en-US" sz="2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228600" indent="-228600" defTabSz="914400">
              <a:lnSpc>
                <a:spcPct val="100000"/>
              </a:lnSpc>
              <a:buClr>
                <a:srgbClr val="1F2937"/>
              </a:buClr>
              <a:buFont typeface="Symbol" charset="2"/>
              <a:buChar char=""/>
            </a:pPr>
            <a:r>
              <a:rPr lang="en-US" sz="2000" b="0" u="none" strike="noStrike">
                <a:solidFill>
                  <a:srgbClr val="1F2937"/>
                </a:solidFill>
                <a:effectLst/>
                <a:uFillTx/>
                <a:latin typeface="Aptos"/>
              </a:rPr>
              <a:t>40–60 min • Build all-pass systems from reciprocal pole-zero structure.</a:t>
            </a:r>
            <a:endParaRPr lang="en-US" sz="2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228600" indent="-228600" defTabSz="914400">
              <a:lnSpc>
                <a:spcPct val="100000"/>
              </a:lnSpc>
              <a:buClr>
                <a:srgbClr val="1F2937"/>
              </a:buClr>
              <a:buFont typeface="Symbol" charset="2"/>
              <a:buChar char=""/>
            </a:pPr>
            <a:r>
              <a:rPr lang="en-US" sz="2000" b="0" u="none" strike="noStrike">
                <a:solidFill>
                  <a:srgbClr val="1F2937"/>
                </a:solidFill>
                <a:effectLst/>
                <a:uFillTx/>
                <a:latin typeface="Aptos"/>
              </a:rPr>
              <a:t>60–75 min • Ask whether preprocessing preserves the timing features an ML model actually uses.</a:t>
            </a:r>
            <a:endParaRPr lang="en-US" sz="2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mc:AlternateContent xmlns:mc="http://schemas.openxmlformats.org/markup-compatibility/2006">
        <mc:Choice xmlns:p14="http://schemas.microsoft.com/office/powerpoint/2010/main" Requires="p14">
          <p:contentPart p14:bwMode="auto" r:id="rId3">
            <p14:nvContentPartPr>
              <p14:cNvPr id="2" name="Ink 1">
                <a:extLst>
                  <a:ext uri="{FF2B5EF4-FFF2-40B4-BE49-F238E27FC236}">
                    <a16:creationId xmlns:a16="http://schemas.microsoft.com/office/drawing/2014/main" id="{93026103-4789-CF7F-0858-A4154A2E5C6F}"/>
                  </a:ext>
                </a:extLst>
              </p14:cNvPr>
              <p14:cNvContentPartPr/>
              <p14:nvPr/>
            </p14:nvContentPartPr>
            <p14:xfrm>
              <a:off x="4398262" y="1722056"/>
              <a:ext cx="632160" cy="21960"/>
            </p14:xfrm>
          </p:contentPart>
        </mc:Choice>
        <mc:Fallback>
          <p:pic>
            <p:nvPicPr>
              <p:cNvPr id="2" name="Ink 1">
                <a:extLst>
                  <a:ext uri="{FF2B5EF4-FFF2-40B4-BE49-F238E27FC236}">
                    <a16:creationId xmlns:a16="http://schemas.microsoft.com/office/drawing/2014/main" id="{93026103-4789-CF7F-0858-A4154A2E5C6F}"/>
                  </a:ext>
                </a:extLst>
              </p:cNvPr>
              <p:cNvPicPr/>
              <p:nvPr/>
            </p:nvPicPr>
            <p:blipFill>
              <a:blip r:embed="rId4"/>
              <a:stretch>
                <a:fillRect/>
              </a:stretch>
            </p:blipFill>
            <p:spPr>
              <a:xfrm>
                <a:off x="4389622" y="1713416"/>
                <a:ext cx="649800" cy="39600"/>
              </a:xfrm>
              <a:prstGeom prst="rect">
                <a:avLst/>
              </a:prstGeom>
            </p:spPr>
          </p:pic>
        </mc:Fallback>
      </mc:AlternateContent>
      <p:grpSp>
        <p:nvGrpSpPr>
          <p:cNvPr id="6" name="Group 5">
            <a:extLst>
              <a:ext uri="{FF2B5EF4-FFF2-40B4-BE49-F238E27FC236}">
                <a16:creationId xmlns:a16="http://schemas.microsoft.com/office/drawing/2014/main" id="{A08CC873-7E71-B203-0CB0-59CBA0F66FDF}"/>
              </a:ext>
            </a:extLst>
          </p:cNvPr>
          <p:cNvGrpSpPr/>
          <p:nvPr/>
        </p:nvGrpSpPr>
        <p:grpSpPr>
          <a:xfrm>
            <a:off x="8312902" y="2005016"/>
            <a:ext cx="2856960" cy="50760"/>
            <a:chOff x="8312902" y="2005016"/>
            <a:chExt cx="2856960" cy="50760"/>
          </a:xfrm>
        </p:grpSpPr>
        <mc:AlternateContent xmlns:mc="http://schemas.openxmlformats.org/markup-compatibility/2006">
          <mc:Choice xmlns:p14="http://schemas.microsoft.com/office/powerpoint/2010/main" Requires="p14">
            <p:contentPart p14:bwMode="auto" r:id="rId5">
              <p14:nvContentPartPr>
                <p14:cNvPr id="3" name="Ink 2">
                  <a:extLst>
                    <a:ext uri="{FF2B5EF4-FFF2-40B4-BE49-F238E27FC236}">
                      <a16:creationId xmlns:a16="http://schemas.microsoft.com/office/drawing/2014/main" id="{25FD0185-2D1B-0A7E-67DF-67274F2ED595}"/>
                    </a:ext>
                  </a:extLst>
                </p14:cNvPr>
                <p14:cNvContentPartPr/>
                <p14:nvPr/>
              </p14:nvContentPartPr>
              <p14:xfrm>
                <a:off x="8312902" y="2011496"/>
                <a:ext cx="772560" cy="19800"/>
              </p14:xfrm>
            </p:contentPart>
          </mc:Choice>
          <mc:Fallback>
            <p:pic>
              <p:nvPicPr>
                <p:cNvPr id="3" name="Ink 2">
                  <a:extLst>
                    <a:ext uri="{FF2B5EF4-FFF2-40B4-BE49-F238E27FC236}">
                      <a16:creationId xmlns:a16="http://schemas.microsoft.com/office/drawing/2014/main" id="{25FD0185-2D1B-0A7E-67DF-67274F2ED595}"/>
                    </a:ext>
                  </a:extLst>
                </p:cNvPr>
                <p:cNvPicPr/>
                <p:nvPr/>
              </p:nvPicPr>
              <p:blipFill>
                <a:blip r:embed="rId6"/>
                <a:stretch>
                  <a:fillRect/>
                </a:stretch>
              </p:blipFill>
              <p:spPr>
                <a:xfrm>
                  <a:off x="8304262" y="2002496"/>
                  <a:ext cx="790200" cy="374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7">
              <p14:nvContentPartPr>
                <p14:cNvPr id="4" name="Ink 3">
                  <a:extLst>
                    <a:ext uri="{FF2B5EF4-FFF2-40B4-BE49-F238E27FC236}">
                      <a16:creationId xmlns:a16="http://schemas.microsoft.com/office/drawing/2014/main" id="{98AD0D3F-B3F7-C0A6-6C6D-28BBE2D57D2C}"/>
                    </a:ext>
                  </a:extLst>
                </p14:cNvPr>
                <p14:cNvContentPartPr/>
                <p14:nvPr/>
              </p14:nvContentPartPr>
              <p14:xfrm>
                <a:off x="9330262" y="2035976"/>
                <a:ext cx="584640" cy="19800"/>
              </p14:xfrm>
            </p:contentPart>
          </mc:Choice>
          <mc:Fallback>
            <p:pic>
              <p:nvPicPr>
                <p:cNvPr id="4" name="Ink 3">
                  <a:extLst>
                    <a:ext uri="{FF2B5EF4-FFF2-40B4-BE49-F238E27FC236}">
                      <a16:creationId xmlns:a16="http://schemas.microsoft.com/office/drawing/2014/main" id="{98AD0D3F-B3F7-C0A6-6C6D-28BBE2D57D2C}"/>
                    </a:ext>
                  </a:extLst>
                </p:cNvPr>
                <p:cNvPicPr/>
                <p:nvPr/>
              </p:nvPicPr>
              <p:blipFill>
                <a:blip r:embed="rId8"/>
                <a:stretch>
                  <a:fillRect/>
                </a:stretch>
              </p:blipFill>
              <p:spPr>
                <a:xfrm>
                  <a:off x="9321622" y="2026976"/>
                  <a:ext cx="602280" cy="374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9">
              <p14:nvContentPartPr>
                <p14:cNvPr id="5" name="Ink 4">
                  <a:extLst>
                    <a:ext uri="{FF2B5EF4-FFF2-40B4-BE49-F238E27FC236}">
                      <a16:creationId xmlns:a16="http://schemas.microsoft.com/office/drawing/2014/main" id="{13A20A36-3700-6CA9-56CD-F594034AFE04}"/>
                    </a:ext>
                  </a:extLst>
                </p14:cNvPr>
                <p14:cNvContentPartPr/>
                <p14:nvPr/>
              </p14:nvContentPartPr>
              <p14:xfrm>
                <a:off x="10291822" y="2005016"/>
                <a:ext cx="878040" cy="36720"/>
              </p14:xfrm>
            </p:contentPart>
          </mc:Choice>
          <mc:Fallback>
            <p:pic>
              <p:nvPicPr>
                <p:cNvPr id="5" name="Ink 4">
                  <a:extLst>
                    <a:ext uri="{FF2B5EF4-FFF2-40B4-BE49-F238E27FC236}">
                      <a16:creationId xmlns:a16="http://schemas.microsoft.com/office/drawing/2014/main" id="{13A20A36-3700-6CA9-56CD-F594034AFE04}"/>
                    </a:ext>
                  </a:extLst>
                </p:cNvPr>
                <p:cNvPicPr/>
                <p:nvPr/>
              </p:nvPicPr>
              <p:blipFill>
                <a:blip r:embed="rId10"/>
                <a:stretch>
                  <a:fillRect/>
                </a:stretch>
              </p:blipFill>
              <p:spPr>
                <a:xfrm>
                  <a:off x="10282822" y="1996016"/>
                  <a:ext cx="895680" cy="54360"/>
                </a:xfrm>
                <a:prstGeom prst="rect">
                  <a:avLst/>
                </a:prstGeom>
              </p:spPr>
            </p:pic>
          </mc:Fallback>
        </mc:AlternateContent>
      </p:grpSp>
      <p:grpSp>
        <p:nvGrpSpPr>
          <p:cNvPr id="9" name="Group 8">
            <a:extLst>
              <a:ext uri="{FF2B5EF4-FFF2-40B4-BE49-F238E27FC236}">
                <a16:creationId xmlns:a16="http://schemas.microsoft.com/office/drawing/2014/main" id="{B382C8E1-EC24-9C6D-5A2A-A2AECAA0C8C5}"/>
              </a:ext>
            </a:extLst>
          </p:cNvPr>
          <p:cNvGrpSpPr/>
          <p:nvPr/>
        </p:nvGrpSpPr>
        <p:grpSpPr>
          <a:xfrm>
            <a:off x="2822902" y="2301296"/>
            <a:ext cx="1733400" cy="38520"/>
            <a:chOff x="2822902" y="2301296"/>
            <a:chExt cx="1733400" cy="38520"/>
          </a:xfrm>
        </p:grpSpPr>
        <mc:AlternateContent xmlns:mc="http://schemas.openxmlformats.org/markup-compatibility/2006">
          <mc:Choice xmlns:p14="http://schemas.microsoft.com/office/powerpoint/2010/main" Requires="p14">
            <p:contentPart p14:bwMode="auto" r:id="rId11">
              <p14:nvContentPartPr>
                <p14:cNvPr id="7" name="Ink 6">
                  <a:extLst>
                    <a:ext uri="{FF2B5EF4-FFF2-40B4-BE49-F238E27FC236}">
                      <a16:creationId xmlns:a16="http://schemas.microsoft.com/office/drawing/2014/main" id="{1D3AC3BC-5D7F-672E-2851-C81251DCD853}"/>
                    </a:ext>
                  </a:extLst>
                </p14:cNvPr>
                <p14:cNvContentPartPr/>
                <p14:nvPr/>
              </p14:nvContentPartPr>
              <p14:xfrm>
                <a:off x="2892382" y="2306696"/>
                <a:ext cx="1663920" cy="33120"/>
              </p14:xfrm>
            </p:contentPart>
          </mc:Choice>
          <mc:Fallback>
            <p:pic>
              <p:nvPicPr>
                <p:cNvPr id="7" name="Ink 6">
                  <a:extLst>
                    <a:ext uri="{FF2B5EF4-FFF2-40B4-BE49-F238E27FC236}">
                      <a16:creationId xmlns:a16="http://schemas.microsoft.com/office/drawing/2014/main" id="{1D3AC3BC-5D7F-672E-2851-C81251DCD853}"/>
                    </a:ext>
                  </a:extLst>
                </p:cNvPr>
                <p:cNvPicPr/>
                <p:nvPr/>
              </p:nvPicPr>
              <p:blipFill>
                <a:blip r:embed="rId12"/>
                <a:stretch>
                  <a:fillRect/>
                </a:stretch>
              </p:blipFill>
              <p:spPr>
                <a:xfrm>
                  <a:off x="2883382" y="2297696"/>
                  <a:ext cx="1681560" cy="507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3">
              <p14:nvContentPartPr>
                <p14:cNvPr id="8" name="Ink 7">
                  <a:extLst>
                    <a:ext uri="{FF2B5EF4-FFF2-40B4-BE49-F238E27FC236}">
                      <a16:creationId xmlns:a16="http://schemas.microsoft.com/office/drawing/2014/main" id="{EB76C73A-AB4E-A94A-764C-82804788E1A6}"/>
                    </a:ext>
                  </a:extLst>
                </p14:cNvPr>
                <p14:cNvContentPartPr/>
                <p14:nvPr/>
              </p14:nvContentPartPr>
              <p14:xfrm>
                <a:off x="2822902" y="2301296"/>
                <a:ext cx="1695960" cy="38160"/>
              </p14:xfrm>
            </p:contentPart>
          </mc:Choice>
          <mc:Fallback>
            <p:pic>
              <p:nvPicPr>
                <p:cNvPr id="8" name="Ink 7">
                  <a:extLst>
                    <a:ext uri="{FF2B5EF4-FFF2-40B4-BE49-F238E27FC236}">
                      <a16:creationId xmlns:a16="http://schemas.microsoft.com/office/drawing/2014/main" id="{EB76C73A-AB4E-A94A-764C-82804788E1A6}"/>
                    </a:ext>
                  </a:extLst>
                </p:cNvPr>
                <p:cNvPicPr/>
                <p:nvPr/>
              </p:nvPicPr>
              <p:blipFill>
                <a:blip r:embed="rId14"/>
                <a:stretch>
                  <a:fillRect/>
                </a:stretch>
              </p:blipFill>
              <p:spPr>
                <a:xfrm>
                  <a:off x="2813902" y="2292656"/>
                  <a:ext cx="1713600" cy="55800"/>
                </a:xfrm>
                <a:prstGeom prst="rect">
                  <a:avLst/>
                </a:prstGeom>
              </p:spPr>
            </p:pic>
          </mc:Fallback>
        </mc:AlternateContent>
      </p:grp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" name="Text 0"/>
          <p:cNvSpPr/>
          <p:nvPr/>
        </p:nvSpPr>
        <p:spPr>
          <a:xfrm>
            <a:off x="411480" y="164520"/>
            <a:ext cx="5303160" cy="25560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0" rIns="0" bIns="0" anchor="ctr">
            <a:noAutofit/>
          </a:bodyPr>
          <a:lstStyle/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000" b="1" u="none" strike="noStrike">
                <a:solidFill>
                  <a:srgbClr val="2F75B5"/>
                </a:solidFill>
                <a:effectLst/>
                <a:uFillTx/>
                <a:latin typeface="Aptos"/>
              </a:rPr>
              <a:t>DSP + Machine Learning • Week 5</a:t>
            </a:r>
            <a:endParaRPr lang="en-US" sz="1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1" name="Text 1"/>
          <p:cNvSpPr/>
          <p:nvPr/>
        </p:nvSpPr>
        <p:spPr>
          <a:xfrm>
            <a:off x="411480" y="502920"/>
            <a:ext cx="11155320" cy="56664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0" rIns="0" bIns="0" anchor="ctr">
            <a:noAutofit/>
          </a:bodyPr>
          <a:lstStyle/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2700" b="1" u="none" strike="noStrike">
                <a:solidFill>
                  <a:srgbClr val="17365D"/>
                </a:solidFill>
                <a:effectLst/>
                <a:uFillTx/>
                <a:latin typeface="Aptos"/>
              </a:rPr>
              <a:t>Frequency response is the z-transform evaluated on the unit circle</a:t>
            </a:r>
            <a:endParaRPr lang="en-US" sz="27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2" name="Shape 2"/>
          <p:cNvSpPr/>
          <p:nvPr/>
        </p:nvSpPr>
        <p:spPr>
          <a:xfrm>
            <a:off x="411480" y="1124640"/>
            <a:ext cx="11292840" cy="360"/>
          </a:xfrm>
          <a:prstGeom prst="line">
            <a:avLst/>
          </a:prstGeom>
          <a:ln w="12700">
            <a:solidFill>
              <a:srgbClr val="D7E0EA"/>
            </a:solidFill>
            <a:round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-44640" rIns="90000" bIns="-44640" anchor="t" anchorCtr="1">
            <a:noAutofit/>
          </a:bodyPr>
          <a:lstStyle/>
          <a:p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3" name="Text 3"/>
          <p:cNvSpPr/>
          <p:nvPr/>
        </p:nvSpPr>
        <p:spPr>
          <a:xfrm>
            <a:off x="411480" y="6473880"/>
            <a:ext cx="3840120" cy="18252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0" rIns="0" bIns="0" anchor="ctr">
            <a:noAutofit/>
          </a:bodyPr>
          <a:lstStyle/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900" b="0" u="none" strike="noStrike">
                <a:solidFill>
                  <a:srgbClr val="6B7280"/>
                </a:solidFill>
                <a:effectLst/>
                <a:uFillTx/>
                <a:latin typeface="Aptos"/>
              </a:rPr>
              <a:t>Oppenheim &amp; Schafer + Raschka</a:t>
            </a:r>
            <a:endParaRPr lang="en-US" sz="9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4" name="Text 4"/>
          <p:cNvSpPr/>
          <p:nvPr/>
        </p:nvSpPr>
        <p:spPr>
          <a:xfrm>
            <a:off x="11338560" y="6446520"/>
            <a:ext cx="365400" cy="18252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0" rIns="0" bIns="0" anchor="ctr">
            <a:noAutofit/>
          </a:bodyPr>
          <a:lstStyle/>
          <a:p>
            <a:pPr algn="r"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900" b="0" u="none" strike="noStrike">
                <a:solidFill>
                  <a:srgbClr val="6B7280"/>
                </a:solidFill>
                <a:effectLst/>
                <a:uFillTx/>
                <a:latin typeface="Aptos"/>
              </a:rPr>
              <a:t>3</a:t>
            </a:r>
            <a:endParaRPr lang="en-US" sz="9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5" name="Text 5"/>
          <p:cNvSpPr/>
          <p:nvPr/>
        </p:nvSpPr>
        <p:spPr>
          <a:xfrm>
            <a:off x="822960" y="1554480"/>
            <a:ext cx="10515240" cy="731160"/>
          </a:xfrm>
          <a:prstGeom prst="rect">
            <a:avLst/>
          </a:prstGeom>
          <a:solidFill>
            <a:srgbClr val="F4F7FB"/>
          </a:solidFill>
          <a:ln w="12700">
            <a:solidFill>
              <a:srgbClr val="D7E0EA"/>
            </a:solidFill>
            <a:round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360" tIns="360" rIns="360" bIns="360" anchor="ctr">
            <a:noAutofit/>
          </a:bodyPr>
          <a:lstStyle/>
          <a:p>
            <a:pPr algn="ctr" defTabSz="914400">
              <a:lnSpc>
                <a:spcPct val="100000"/>
              </a:lnSpc>
              <a:tabLst>
                <a:tab pos="0" algn="l"/>
              </a:tabLst>
            </a:pPr>
            <a:endParaRPr lang="en-US" sz="24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6" name="Text 6"/>
          <p:cNvSpPr/>
          <p:nvPr/>
        </p:nvSpPr>
        <p:spPr>
          <a:xfrm>
            <a:off x="822960" y="2560320"/>
            <a:ext cx="10423800" cy="219420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720" tIns="720" rIns="720" bIns="720" anchor="t">
            <a:noAutofit/>
          </a:bodyPr>
          <a:lstStyle/>
          <a:p>
            <a:pPr marL="228600" indent="-228600" defTabSz="914400">
              <a:lnSpc>
                <a:spcPct val="100000"/>
              </a:lnSpc>
              <a:buClr>
                <a:srgbClr val="1F2937"/>
              </a:buClr>
              <a:buFont typeface="Symbol" charset="2"/>
              <a:buChar char=""/>
            </a:pPr>
            <a:r>
              <a:rPr lang="en-US" sz="1800" b="0" u="none" strike="noStrike">
                <a:solidFill>
                  <a:srgbClr val="1F2937"/>
                </a:solidFill>
                <a:effectLst/>
                <a:uFillTx/>
                <a:latin typeface="Aptos"/>
              </a:rPr>
              <a:t>Every digital frequency ω corresponds to one point e^(jω) on the unit circle.</a:t>
            </a:r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228600" indent="-228600" defTabSz="914400">
              <a:lnSpc>
                <a:spcPct val="100000"/>
              </a:lnSpc>
              <a:buClr>
                <a:srgbClr val="1F2937"/>
              </a:buClr>
              <a:buFont typeface="Symbol" charset="2"/>
              <a:buChar char=""/>
            </a:pPr>
            <a:r>
              <a:rPr lang="en-US" sz="1800" b="0" u="none" strike="noStrike">
                <a:solidFill>
                  <a:srgbClr val="1F2937"/>
                </a:solidFill>
                <a:effectLst/>
                <a:uFillTx/>
                <a:latin typeface="Aptos"/>
              </a:rPr>
              <a:t>Magnitude and phase can be read geometrically from vectors drawn from poles and zeros to that point.</a:t>
            </a:r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pic>
        <p:nvPicPr>
          <p:cNvPr id="27" name="Picture 26" descr="eq_00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141882" y="1656842"/>
            <a:ext cx="3877396" cy="526435"/>
          </a:xfrm>
          <a:prstGeom prst="rect">
            <a:avLst/>
          </a:prstGeom>
        </p:spPr>
      </p:pic>
      <mc:AlternateContent xmlns:mc="http://schemas.openxmlformats.org/markup-compatibility/2006">
        <mc:Choice xmlns:p14="http://schemas.microsoft.com/office/powerpoint/2010/main" Requires="p14">
          <p:contentPart p14:bwMode="auto" r:id="rId4">
            <p14:nvContentPartPr>
              <p14:cNvPr id="2" name="Ink 1">
                <a:extLst>
                  <a:ext uri="{FF2B5EF4-FFF2-40B4-BE49-F238E27FC236}">
                    <a16:creationId xmlns:a16="http://schemas.microsoft.com/office/drawing/2014/main" id="{1AF170F9-E5A7-74AD-6B09-A91E9A29F9F6}"/>
                  </a:ext>
                </a:extLst>
              </p14:cNvPr>
              <p14:cNvContentPartPr/>
              <p14:nvPr/>
            </p14:nvContentPartPr>
            <p14:xfrm>
              <a:off x="1068982" y="2817176"/>
              <a:ext cx="2412000" cy="32760"/>
            </p14:xfrm>
          </p:contentPart>
        </mc:Choice>
        <mc:Fallback>
          <p:pic>
            <p:nvPicPr>
              <p:cNvPr id="2" name="Ink 1">
                <a:extLst>
                  <a:ext uri="{FF2B5EF4-FFF2-40B4-BE49-F238E27FC236}">
                    <a16:creationId xmlns:a16="http://schemas.microsoft.com/office/drawing/2014/main" id="{1AF170F9-E5A7-74AD-6B09-A91E9A29F9F6}"/>
                  </a:ext>
                </a:extLst>
              </p:cNvPr>
              <p:cNvPicPr/>
              <p:nvPr/>
            </p:nvPicPr>
            <p:blipFill>
              <a:blip r:embed="rId5"/>
              <a:stretch>
                <a:fillRect/>
              </a:stretch>
            </p:blipFill>
            <p:spPr>
              <a:xfrm>
                <a:off x="1059982" y="2808536"/>
                <a:ext cx="2429640" cy="50400"/>
              </a:xfrm>
              <a:prstGeom prst="rect">
                <a:avLst/>
              </a:prstGeom>
            </p:spPr>
          </p:pic>
        </mc:Fallback>
      </mc:AlternateContent>
      <p:grpSp>
        <p:nvGrpSpPr>
          <p:cNvPr id="5" name="Group 4">
            <a:extLst>
              <a:ext uri="{FF2B5EF4-FFF2-40B4-BE49-F238E27FC236}">
                <a16:creationId xmlns:a16="http://schemas.microsoft.com/office/drawing/2014/main" id="{2A5797C4-F2ED-51B4-36B8-B11AD92E6149}"/>
              </a:ext>
            </a:extLst>
          </p:cNvPr>
          <p:cNvGrpSpPr/>
          <p:nvPr/>
        </p:nvGrpSpPr>
        <p:grpSpPr>
          <a:xfrm>
            <a:off x="5005222" y="2795936"/>
            <a:ext cx="3264120" cy="61200"/>
            <a:chOff x="5005222" y="2795936"/>
            <a:chExt cx="3264120" cy="61200"/>
          </a:xfrm>
        </p:grpSpPr>
        <mc:AlternateContent xmlns:mc="http://schemas.openxmlformats.org/markup-compatibility/2006">
          <mc:Choice xmlns:p14="http://schemas.microsoft.com/office/powerpoint/2010/main" Requires="p14">
            <p:contentPart p14:bwMode="auto" r:id="rId6">
              <p14:nvContentPartPr>
                <p14:cNvPr id="3" name="Ink 2">
                  <a:extLst>
                    <a:ext uri="{FF2B5EF4-FFF2-40B4-BE49-F238E27FC236}">
                      <a16:creationId xmlns:a16="http://schemas.microsoft.com/office/drawing/2014/main" id="{02E051D3-9C87-F785-4BAD-4548C92BFCAC}"/>
                    </a:ext>
                  </a:extLst>
                </p14:cNvPr>
                <p14:cNvContentPartPr/>
                <p14:nvPr/>
              </p14:nvContentPartPr>
              <p14:xfrm>
                <a:off x="5005222" y="2795936"/>
                <a:ext cx="1612440" cy="48600"/>
              </p14:xfrm>
            </p:contentPart>
          </mc:Choice>
          <mc:Fallback>
            <p:pic>
              <p:nvPicPr>
                <p:cNvPr id="3" name="Ink 2">
                  <a:extLst>
                    <a:ext uri="{FF2B5EF4-FFF2-40B4-BE49-F238E27FC236}">
                      <a16:creationId xmlns:a16="http://schemas.microsoft.com/office/drawing/2014/main" id="{02E051D3-9C87-F785-4BAD-4548C92BFCAC}"/>
                    </a:ext>
                  </a:extLst>
                </p:cNvPr>
                <p:cNvPicPr/>
                <p:nvPr/>
              </p:nvPicPr>
              <p:blipFill>
                <a:blip r:embed="rId7"/>
                <a:stretch>
                  <a:fillRect/>
                </a:stretch>
              </p:blipFill>
              <p:spPr>
                <a:xfrm>
                  <a:off x="4996222" y="2787296"/>
                  <a:ext cx="1630080" cy="662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8">
              <p14:nvContentPartPr>
                <p14:cNvPr id="4" name="Ink 3">
                  <a:extLst>
                    <a:ext uri="{FF2B5EF4-FFF2-40B4-BE49-F238E27FC236}">
                      <a16:creationId xmlns:a16="http://schemas.microsoft.com/office/drawing/2014/main" id="{4288BBD9-955A-8B64-21DE-8BCB0629B508}"/>
                    </a:ext>
                  </a:extLst>
                </p14:cNvPr>
                <p14:cNvContentPartPr/>
                <p14:nvPr/>
              </p14:nvContentPartPr>
              <p14:xfrm>
                <a:off x="7486702" y="2838416"/>
                <a:ext cx="782640" cy="18720"/>
              </p14:xfrm>
            </p:contentPart>
          </mc:Choice>
          <mc:Fallback>
            <p:pic>
              <p:nvPicPr>
                <p:cNvPr id="4" name="Ink 3">
                  <a:extLst>
                    <a:ext uri="{FF2B5EF4-FFF2-40B4-BE49-F238E27FC236}">
                      <a16:creationId xmlns:a16="http://schemas.microsoft.com/office/drawing/2014/main" id="{4288BBD9-955A-8B64-21DE-8BCB0629B508}"/>
                    </a:ext>
                  </a:extLst>
                </p:cNvPr>
                <p:cNvPicPr/>
                <p:nvPr/>
              </p:nvPicPr>
              <p:blipFill>
                <a:blip r:embed="rId9"/>
                <a:stretch>
                  <a:fillRect/>
                </a:stretch>
              </p:blipFill>
              <p:spPr>
                <a:xfrm>
                  <a:off x="7477702" y="2829776"/>
                  <a:ext cx="800280" cy="36360"/>
                </a:xfrm>
                <a:prstGeom prst="rect">
                  <a:avLst/>
                </a:prstGeom>
              </p:spPr>
            </p:pic>
          </mc:Fallback>
        </mc:AlternateContent>
      </p:grpSp>
      <p:grpSp>
        <p:nvGrpSpPr>
          <p:cNvPr id="8" name="Group 7">
            <a:extLst>
              <a:ext uri="{FF2B5EF4-FFF2-40B4-BE49-F238E27FC236}">
                <a16:creationId xmlns:a16="http://schemas.microsoft.com/office/drawing/2014/main" id="{82D08D9E-EAAD-AD50-D24B-C59A7474A6D8}"/>
              </a:ext>
            </a:extLst>
          </p:cNvPr>
          <p:cNvGrpSpPr/>
          <p:nvPr/>
        </p:nvGrpSpPr>
        <p:grpSpPr>
          <a:xfrm>
            <a:off x="1383262" y="3120296"/>
            <a:ext cx="4161240" cy="32760"/>
            <a:chOff x="1383262" y="3120296"/>
            <a:chExt cx="4161240" cy="32760"/>
          </a:xfrm>
        </p:grpSpPr>
        <mc:AlternateContent xmlns:mc="http://schemas.openxmlformats.org/markup-compatibility/2006">
          <mc:Choice xmlns:p14="http://schemas.microsoft.com/office/powerpoint/2010/main" Requires="p14">
            <p:contentPart p14:bwMode="auto" r:id="rId10">
              <p14:nvContentPartPr>
                <p14:cNvPr id="6" name="Ink 5">
                  <a:extLst>
                    <a:ext uri="{FF2B5EF4-FFF2-40B4-BE49-F238E27FC236}">
                      <a16:creationId xmlns:a16="http://schemas.microsoft.com/office/drawing/2014/main" id="{917CA897-D893-DB40-80B4-EB780F2C0D5B}"/>
                    </a:ext>
                  </a:extLst>
                </p14:cNvPr>
                <p14:cNvContentPartPr/>
                <p14:nvPr/>
              </p14:nvContentPartPr>
              <p14:xfrm>
                <a:off x="1383262" y="3141176"/>
                <a:ext cx="1588680" cy="11880"/>
              </p14:xfrm>
            </p:contentPart>
          </mc:Choice>
          <mc:Fallback>
            <p:pic>
              <p:nvPicPr>
                <p:cNvPr id="6" name="Ink 5">
                  <a:extLst>
                    <a:ext uri="{FF2B5EF4-FFF2-40B4-BE49-F238E27FC236}">
                      <a16:creationId xmlns:a16="http://schemas.microsoft.com/office/drawing/2014/main" id="{917CA897-D893-DB40-80B4-EB780F2C0D5B}"/>
                    </a:ext>
                  </a:extLst>
                </p:cNvPr>
                <p:cNvPicPr/>
                <p:nvPr/>
              </p:nvPicPr>
              <p:blipFill>
                <a:blip r:embed="rId11"/>
                <a:stretch>
                  <a:fillRect/>
                </a:stretch>
              </p:blipFill>
              <p:spPr>
                <a:xfrm>
                  <a:off x="1374262" y="3132536"/>
                  <a:ext cx="1606320" cy="295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2">
              <p14:nvContentPartPr>
                <p14:cNvPr id="7" name="Ink 6">
                  <a:extLst>
                    <a:ext uri="{FF2B5EF4-FFF2-40B4-BE49-F238E27FC236}">
                      <a16:creationId xmlns:a16="http://schemas.microsoft.com/office/drawing/2014/main" id="{BD14840B-5F48-B090-A503-CB94513E002E}"/>
                    </a:ext>
                  </a:extLst>
                </p14:cNvPr>
                <p14:cNvContentPartPr/>
                <p14:nvPr/>
              </p14:nvContentPartPr>
              <p14:xfrm>
                <a:off x="3934222" y="3120296"/>
                <a:ext cx="1610280" cy="32760"/>
              </p14:xfrm>
            </p:contentPart>
          </mc:Choice>
          <mc:Fallback>
            <p:pic>
              <p:nvPicPr>
                <p:cNvPr id="7" name="Ink 6">
                  <a:extLst>
                    <a:ext uri="{FF2B5EF4-FFF2-40B4-BE49-F238E27FC236}">
                      <a16:creationId xmlns:a16="http://schemas.microsoft.com/office/drawing/2014/main" id="{BD14840B-5F48-B090-A503-CB94513E002E}"/>
                    </a:ext>
                  </a:extLst>
                </p:cNvPr>
                <p:cNvPicPr/>
                <p:nvPr/>
              </p:nvPicPr>
              <p:blipFill>
                <a:blip r:embed="rId13"/>
                <a:stretch>
                  <a:fillRect/>
                </a:stretch>
              </p:blipFill>
              <p:spPr>
                <a:xfrm>
                  <a:off x="3925582" y="3111656"/>
                  <a:ext cx="1627920" cy="50400"/>
                </a:xfrm>
                <a:prstGeom prst="rect">
                  <a:avLst/>
                </a:prstGeom>
              </p:spPr>
            </p:pic>
          </mc:Fallback>
        </mc:AlternateContent>
      </p:grp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" name="Text 0"/>
          <p:cNvSpPr/>
          <p:nvPr/>
        </p:nvSpPr>
        <p:spPr>
          <a:xfrm>
            <a:off x="411480" y="164520"/>
            <a:ext cx="5303160" cy="25560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0" rIns="0" bIns="0" anchor="ctr">
            <a:noAutofit/>
          </a:bodyPr>
          <a:lstStyle/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000" b="1" u="none" strike="noStrike">
                <a:solidFill>
                  <a:srgbClr val="2F75B5"/>
                </a:solidFill>
                <a:effectLst/>
                <a:uFillTx/>
                <a:latin typeface="Aptos"/>
              </a:rPr>
              <a:t>DSP + Machine Learning • Week 5</a:t>
            </a:r>
            <a:endParaRPr lang="en-US" sz="1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8" name="Text 1"/>
          <p:cNvSpPr/>
          <p:nvPr/>
        </p:nvSpPr>
        <p:spPr>
          <a:xfrm>
            <a:off x="411480" y="502920"/>
            <a:ext cx="11155320" cy="56664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0" rIns="0" bIns="0" anchor="ctr">
            <a:noAutofit/>
          </a:bodyPr>
          <a:lstStyle/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2700" b="1" u="none" strike="noStrike">
                <a:solidFill>
                  <a:srgbClr val="17365D"/>
                </a:solidFill>
                <a:effectLst/>
                <a:uFillTx/>
                <a:latin typeface="Aptos"/>
              </a:rPr>
              <a:t>Pole-zero geometry: magnitude is a distance ratio</a:t>
            </a:r>
            <a:endParaRPr lang="en-US" sz="27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9" name="Shape 2"/>
          <p:cNvSpPr/>
          <p:nvPr/>
        </p:nvSpPr>
        <p:spPr>
          <a:xfrm>
            <a:off x="411480" y="1124640"/>
            <a:ext cx="11292840" cy="360"/>
          </a:xfrm>
          <a:prstGeom prst="line">
            <a:avLst/>
          </a:prstGeom>
          <a:ln w="12700">
            <a:solidFill>
              <a:srgbClr val="D7E0EA"/>
            </a:solidFill>
            <a:round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-44640" rIns="90000" bIns="-44640" anchor="t" anchorCtr="1">
            <a:noAutofit/>
          </a:bodyPr>
          <a:lstStyle/>
          <a:p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30" name="Text 3"/>
          <p:cNvSpPr/>
          <p:nvPr/>
        </p:nvSpPr>
        <p:spPr>
          <a:xfrm>
            <a:off x="411480" y="6473880"/>
            <a:ext cx="3840120" cy="18252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0" rIns="0" bIns="0" anchor="ctr">
            <a:noAutofit/>
          </a:bodyPr>
          <a:lstStyle/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900" b="0" u="none" strike="noStrike">
                <a:solidFill>
                  <a:srgbClr val="6B7280"/>
                </a:solidFill>
                <a:effectLst/>
                <a:uFillTx/>
                <a:latin typeface="Aptos"/>
              </a:rPr>
              <a:t>Oppenheim &amp; Schafer + Raschka</a:t>
            </a:r>
            <a:endParaRPr lang="en-US" sz="9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31" name="Text 4"/>
          <p:cNvSpPr/>
          <p:nvPr/>
        </p:nvSpPr>
        <p:spPr>
          <a:xfrm>
            <a:off x="11338560" y="6446520"/>
            <a:ext cx="365400" cy="18252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0" rIns="0" bIns="0" anchor="ctr">
            <a:noAutofit/>
          </a:bodyPr>
          <a:lstStyle/>
          <a:p>
            <a:pPr algn="r"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900" b="0" u="none" strike="noStrike">
                <a:solidFill>
                  <a:srgbClr val="6B7280"/>
                </a:solidFill>
                <a:effectLst/>
                <a:uFillTx/>
                <a:latin typeface="Aptos"/>
              </a:rPr>
              <a:t>4</a:t>
            </a:r>
            <a:endParaRPr lang="en-US" sz="9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32" name="Text 5"/>
          <p:cNvSpPr/>
          <p:nvPr/>
        </p:nvSpPr>
        <p:spPr>
          <a:xfrm>
            <a:off x="685800" y="1371600"/>
            <a:ext cx="5577480" cy="914040"/>
          </a:xfrm>
          <a:prstGeom prst="rect">
            <a:avLst/>
          </a:prstGeom>
          <a:solidFill>
            <a:srgbClr val="F4F7FB"/>
          </a:solidFill>
          <a:ln w="12700">
            <a:solidFill>
              <a:srgbClr val="D7E0EA"/>
            </a:solidFill>
            <a:round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360" tIns="360" rIns="360" bIns="360" anchor="ctr">
            <a:noAutofit/>
          </a:bodyPr>
          <a:lstStyle/>
          <a:p>
            <a:pPr algn="ctr" defTabSz="914400">
              <a:lnSpc>
                <a:spcPct val="100000"/>
              </a:lnSpc>
              <a:tabLst>
                <a:tab pos="0" algn="l"/>
              </a:tabLst>
            </a:pPr>
            <a:endParaRPr lang="en-US" sz="2000" b="0" u="none" strike="noStrike" dirty="0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34" name="Shape 6"/>
          <p:cNvSpPr/>
          <p:nvPr/>
        </p:nvSpPr>
        <p:spPr>
          <a:xfrm>
            <a:off x="685800" y="2743200"/>
            <a:ext cx="5394600" cy="2102760"/>
          </a:xfrm>
          <a:prstGeom prst="roundRect">
            <a:avLst>
              <a:gd name="adj" fmla="val 2609"/>
            </a:avLst>
          </a:prstGeom>
          <a:solidFill>
            <a:srgbClr val="F7FAFC"/>
          </a:solidFill>
          <a:ln w="19050">
            <a:solidFill>
              <a:srgbClr val="2F8F9D"/>
            </a:solidFill>
            <a:round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t">
            <a:noAutofit/>
          </a:bodyPr>
          <a:lstStyle/>
          <a:p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35" name="Text 7"/>
          <p:cNvSpPr/>
          <p:nvPr/>
        </p:nvSpPr>
        <p:spPr>
          <a:xfrm>
            <a:off x="831960" y="2853000"/>
            <a:ext cx="5101920" cy="25560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0" rIns="0" bIns="0" anchor="ctr">
            <a:noAutofit/>
          </a:bodyPr>
          <a:lstStyle/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200" b="1" u="none" strike="noStrike">
                <a:solidFill>
                  <a:srgbClr val="2F8F9D"/>
                </a:solidFill>
                <a:effectLst/>
                <a:uFillTx/>
                <a:latin typeface="Aptos"/>
              </a:rPr>
              <a:t>Interpretation</a:t>
            </a:r>
            <a:endParaRPr lang="en-US" sz="12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36" name="Text 8"/>
          <p:cNvSpPr/>
          <p:nvPr/>
        </p:nvSpPr>
        <p:spPr>
          <a:xfrm>
            <a:off x="831960" y="3182040"/>
            <a:ext cx="5101920" cy="157248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360" tIns="360" rIns="360" bIns="360" anchor="t">
            <a:noAutofit/>
          </a:bodyPr>
          <a:lstStyle/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600" b="0" u="none" strike="noStrike">
                <a:solidFill>
                  <a:srgbClr val="1F2937"/>
                </a:solidFill>
                <a:effectLst/>
                <a:uFillTx/>
                <a:latin typeface="Aptos"/>
              </a:rPr>
              <a:t>Zeros pull the response toward zero when the unit-circle point passes nearby. Poles push the response upward when the unit-circle point passes nearby.</a:t>
            </a:r>
            <a:endParaRPr lang="en-US" sz="16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pic>
        <p:nvPicPr>
          <p:cNvPr id="37" name="Picture 36" descr="eq_01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418302" y="1499566"/>
            <a:ext cx="2112476" cy="658108"/>
          </a:xfrm>
          <a:prstGeom prst="rect">
            <a:avLst/>
          </a:prstGeom>
        </p:spPr>
      </p:pic>
      <p:pic>
        <p:nvPicPr>
          <p:cNvPr id="9" name="Picture 8">
            <a:extLst>
              <a:ext uri="{FF2B5EF4-FFF2-40B4-BE49-F238E27FC236}">
                <a16:creationId xmlns:a16="http://schemas.microsoft.com/office/drawing/2014/main" id="{1FAABE81-E95A-B3A8-445E-EB524CF0F933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704814" y="1499566"/>
            <a:ext cx="4801386" cy="4707852"/>
          </a:xfrm>
          <a:prstGeom prst="rect">
            <a:avLst/>
          </a:prstGeom>
        </p:spPr>
      </p:pic>
      <p:grpSp>
        <p:nvGrpSpPr>
          <p:cNvPr id="12" name="Group 11">
            <a:extLst>
              <a:ext uri="{FF2B5EF4-FFF2-40B4-BE49-F238E27FC236}">
                <a16:creationId xmlns:a16="http://schemas.microsoft.com/office/drawing/2014/main" id="{DB05D8C0-DF60-5AAA-A278-A6539A322B5A}"/>
              </a:ext>
            </a:extLst>
          </p:cNvPr>
          <p:cNvGrpSpPr/>
          <p:nvPr/>
        </p:nvGrpSpPr>
        <p:grpSpPr>
          <a:xfrm>
            <a:off x="10813462" y="3898976"/>
            <a:ext cx="271080" cy="146880"/>
            <a:chOff x="10813462" y="3898976"/>
            <a:chExt cx="271080" cy="146880"/>
          </a:xfrm>
        </p:grpSpPr>
        <mc:AlternateContent xmlns:mc="http://schemas.openxmlformats.org/markup-compatibility/2006">
          <mc:Choice xmlns:p14="http://schemas.microsoft.com/office/powerpoint/2010/main" Requires="p14">
            <p:contentPart p14:bwMode="auto" r:id="rId5">
              <p14:nvContentPartPr>
                <p14:cNvPr id="7" name="Ink 6">
                  <a:extLst>
                    <a:ext uri="{FF2B5EF4-FFF2-40B4-BE49-F238E27FC236}">
                      <a16:creationId xmlns:a16="http://schemas.microsoft.com/office/drawing/2014/main" id="{06592BED-E21C-DF4F-2CDE-20D4BC3FD3A4}"/>
                    </a:ext>
                  </a:extLst>
                </p14:cNvPr>
                <p14:cNvContentPartPr/>
                <p14:nvPr/>
              </p14:nvContentPartPr>
              <p14:xfrm>
                <a:off x="10813462" y="3953696"/>
                <a:ext cx="77760" cy="92160"/>
              </p14:xfrm>
            </p:contentPart>
          </mc:Choice>
          <mc:Fallback>
            <p:pic>
              <p:nvPicPr>
                <p:cNvPr id="7" name="Ink 6">
                  <a:extLst>
                    <a:ext uri="{FF2B5EF4-FFF2-40B4-BE49-F238E27FC236}">
                      <a16:creationId xmlns:a16="http://schemas.microsoft.com/office/drawing/2014/main" id="{06592BED-E21C-DF4F-2CDE-20D4BC3FD3A4}"/>
                    </a:ext>
                  </a:extLst>
                </p:cNvPr>
                <p:cNvPicPr/>
                <p:nvPr/>
              </p:nvPicPr>
              <p:blipFill>
                <a:blip r:embed="rId6"/>
                <a:stretch>
                  <a:fillRect/>
                </a:stretch>
              </p:blipFill>
              <p:spPr>
                <a:xfrm>
                  <a:off x="10804462" y="3945056"/>
                  <a:ext cx="95400" cy="1098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7">
              <p14:nvContentPartPr>
                <p14:cNvPr id="8" name="Ink 7">
                  <a:extLst>
                    <a:ext uri="{FF2B5EF4-FFF2-40B4-BE49-F238E27FC236}">
                      <a16:creationId xmlns:a16="http://schemas.microsoft.com/office/drawing/2014/main" id="{636F61FA-954B-77BF-9BB9-16ED3169D6A7}"/>
                    </a:ext>
                  </a:extLst>
                </p14:cNvPr>
                <p14:cNvContentPartPr/>
                <p14:nvPr/>
              </p14:nvContentPartPr>
              <p14:xfrm>
                <a:off x="10947022" y="4040096"/>
                <a:ext cx="4680" cy="2520"/>
              </p14:xfrm>
            </p:contentPart>
          </mc:Choice>
          <mc:Fallback>
            <p:pic>
              <p:nvPicPr>
                <p:cNvPr id="8" name="Ink 7">
                  <a:extLst>
                    <a:ext uri="{FF2B5EF4-FFF2-40B4-BE49-F238E27FC236}">
                      <a16:creationId xmlns:a16="http://schemas.microsoft.com/office/drawing/2014/main" id="{636F61FA-954B-77BF-9BB9-16ED3169D6A7}"/>
                    </a:ext>
                  </a:extLst>
                </p:cNvPr>
                <p:cNvPicPr/>
                <p:nvPr/>
              </p:nvPicPr>
              <p:blipFill>
                <a:blip r:embed="rId8"/>
                <a:stretch>
                  <a:fillRect/>
                </a:stretch>
              </p:blipFill>
              <p:spPr>
                <a:xfrm>
                  <a:off x="10938382" y="4031456"/>
                  <a:ext cx="22320" cy="201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9">
              <p14:nvContentPartPr>
                <p14:cNvPr id="10" name="Ink 9">
                  <a:extLst>
                    <a:ext uri="{FF2B5EF4-FFF2-40B4-BE49-F238E27FC236}">
                      <a16:creationId xmlns:a16="http://schemas.microsoft.com/office/drawing/2014/main" id="{5E1109A7-BD45-53F5-7130-E555C39C63F9}"/>
                    </a:ext>
                  </a:extLst>
                </p14:cNvPr>
                <p14:cNvContentPartPr/>
                <p14:nvPr/>
              </p14:nvContentPartPr>
              <p14:xfrm>
                <a:off x="10998502" y="3898976"/>
                <a:ext cx="65520" cy="57600"/>
              </p14:xfrm>
            </p:contentPart>
          </mc:Choice>
          <mc:Fallback>
            <p:pic>
              <p:nvPicPr>
                <p:cNvPr id="10" name="Ink 9">
                  <a:extLst>
                    <a:ext uri="{FF2B5EF4-FFF2-40B4-BE49-F238E27FC236}">
                      <a16:creationId xmlns:a16="http://schemas.microsoft.com/office/drawing/2014/main" id="{5E1109A7-BD45-53F5-7130-E555C39C63F9}"/>
                    </a:ext>
                  </a:extLst>
                </p:cNvPr>
                <p:cNvPicPr/>
                <p:nvPr/>
              </p:nvPicPr>
              <p:blipFill>
                <a:blip r:embed="rId10"/>
                <a:stretch>
                  <a:fillRect/>
                </a:stretch>
              </p:blipFill>
              <p:spPr>
                <a:xfrm>
                  <a:off x="10989502" y="3889976"/>
                  <a:ext cx="83160" cy="752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1">
              <p14:nvContentPartPr>
                <p14:cNvPr id="11" name="Ink 10">
                  <a:extLst>
                    <a:ext uri="{FF2B5EF4-FFF2-40B4-BE49-F238E27FC236}">
                      <a16:creationId xmlns:a16="http://schemas.microsoft.com/office/drawing/2014/main" id="{C884CFA0-366D-E25A-49F8-924DD06895F2}"/>
                    </a:ext>
                  </a:extLst>
                </p14:cNvPr>
                <p14:cNvContentPartPr/>
                <p14:nvPr/>
              </p14:nvContentPartPr>
              <p14:xfrm>
                <a:off x="11008942" y="3965936"/>
                <a:ext cx="75600" cy="79920"/>
              </p14:xfrm>
            </p:contentPart>
          </mc:Choice>
          <mc:Fallback>
            <p:pic>
              <p:nvPicPr>
                <p:cNvPr id="11" name="Ink 10">
                  <a:extLst>
                    <a:ext uri="{FF2B5EF4-FFF2-40B4-BE49-F238E27FC236}">
                      <a16:creationId xmlns:a16="http://schemas.microsoft.com/office/drawing/2014/main" id="{C884CFA0-366D-E25A-49F8-924DD06895F2}"/>
                    </a:ext>
                  </a:extLst>
                </p:cNvPr>
                <p:cNvPicPr/>
                <p:nvPr/>
              </p:nvPicPr>
              <p:blipFill>
                <a:blip r:embed="rId12"/>
                <a:stretch>
                  <a:fillRect/>
                </a:stretch>
              </p:blipFill>
              <p:spPr>
                <a:xfrm>
                  <a:off x="10999942" y="3956936"/>
                  <a:ext cx="93240" cy="97560"/>
                </a:xfrm>
                <a:prstGeom prst="rect">
                  <a:avLst/>
                </a:prstGeom>
              </p:spPr>
            </p:pic>
          </mc:Fallback>
        </mc:AlternateContent>
      </p:grpSp>
      <mc:AlternateContent xmlns:mc="http://schemas.openxmlformats.org/markup-compatibility/2006">
        <mc:Choice xmlns:p14="http://schemas.microsoft.com/office/powerpoint/2010/main" Requires="p14">
          <p:contentPart p14:bwMode="auto" r:id="rId13">
            <p14:nvContentPartPr>
              <p14:cNvPr id="13" name="Ink 12">
                <a:extLst>
                  <a:ext uri="{FF2B5EF4-FFF2-40B4-BE49-F238E27FC236}">
                    <a16:creationId xmlns:a16="http://schemas.microsoft.com/office/drawing/2014/main" id="{B376BD15-05DA-DCCF-117A-EDA401D04EA8}"/>
                  </a:ext>
                </a:extLst>
              </p14:cNvPr>
              <p14:cNvContentPartPr/>
              <p14:nvPr/>
            </p14:nvContentPartPr>
            <p14:xfrm>
              <a:off x="11020462" y="3578216"/>
              <a:ext cx="117360" cy="63720"/>
            </p14:xfrm>
          </p:contentPart>
        </mc:Choice>
        <mc:Fallback>
          <p:pic>
            <p:nvPicPr>
              <p:cNvPr id="13" name="Ink 12">
                <a:extLst>
                  <a:ext uri="{FF2B5EF4-FFF2-40B4-BE49-F238E27FC236}">
                    <a16:creationId xmlns:a16="http://schemas.microsoft.com/office/drawing/2014/main" id="{B376BD15-05DA-DCCF-117A-EDA401D04EA8}"/>
                  </a:ext>
                </a:extLst>
              </p:cNvPr>
              <p:cNvPicPr/>
              <p:nvPr/>
            </p:nvPicPr>
            <p:blipFill>
              <a:blip r:embed="rId14"/>
              <a:stretch>
                <a:fillRect/>
              </a:stretch>
            </p:blipFill>
            <p:spPr>
              <a:xfrm>
                <a:off x="11011822" y="3569216"/>
                <a:ext cx="135000" cy="81360"/>
              </a:xfrm>
              <a:prstGeom prst="rect">
                <a:avLst/>
              </a:prstGeom>
            </p:spPr>
          </p:pic>
        </mc:Fallback>
      </mc:AlternateContent>
      <p:grpSp>
        <p:nvGrpSpPr>
          <p:cNvPr id="17" name="Group 16">
            <a:extLst>
              <a:ext uri="{FF2B5EF4-FFF2-40B4-BE49-F238E27FC236}">
                <a16:creationId xmlns:a16="http://schemas.microsoft.com/office/drawing/2014/main" id="{742FF837-1CAF-09F7-484B-022C95D99F81}"/>
              </a:ext>
            </a:extLst>
          </p:cNvPr>
          <p:cNvGrpSpPr/>
          <p:nvPr/>
        </p:nvGrpSpPr>
        <p:grpSpPr>
          <a:xfrm>
            <a:off x="11174542" y="3399296"/>
            <a:ext cx="437040" cy="109440"/>
            <a:chOff x="11174542" y="3399296"/>
            <a:chExt cx="437040" cy="109440"/>
          </a:xfrm>
        </p:grpSpPr>
        <mc:AlternateContent xmlns:mc="http://schemas.openxmlformats.org/markup-compatibility/2006">
          <mc:Choice xmlns:p14="http://schemas.microsoft.com/office/powerpoint/2010/main" Requires="p14">
            <p:contentPart p14:bwMode="auto" r:id="rId15">
              <p14:nvContentPartPr>
                <p14:cNvPr id="14" name="Ink 13">
                  <a:extLst>
                    <a:ext uri="{FF2B5EF4-FFF2-40B4-BE49-F238E27FC236}">
                      <a16:creationId xmlns:a16="http://schemas.microsoft.com/office/drawing/2014/main" id="{A920785F-BCCE-FEEC-0CE7-77F3FC349248}"/>
                    </a:ext>
                  </a:extLst>
                </p14:cNvPr>
                <p14:cNvContentPartPr/>
                <p14:nvPr/>
              </p14:nvContentPartPr>
              <p14:xfrm>
                <a:off x="11174542" y="3399296"/>
                <a:ext cx="130680" cy="109440"/>
              </p14:xfrm>
            </p:contentPart>
          </mc:Choice>
          <mc:Fallback>
            <p:pic>
              <p:nvPicPr>
                <p:cNvPr id="14" name="Ink 13">
                  <a:extLst>
                    <a:ext uri="{FF2B5EF4-FFF2-40B4-BE49-F238E27FC236}">
                      <a16:creationId xmlns:a16="http://schemas.microsoft.com/office/drawing/2014/main" id="{A920785F-BCCE-FEEC-0CE7-77F3FC349248}"/>
                    </a:ext>
                  </a:extLst>
                </p:cNvPr>
                <p:cNvPicPr/>
                <p:nvPr/>
              </p:nvPicPr>
              <p:blipFill>
                <a:blip r:embed="rId16"/>
                <a:stretch>
                  <a:fillRect/>
                </a:stretch>
              </p:blipFill>
              <p:spPr>
                <a:xfrm>
                  <a:off x="11165902" y="3390656"/>
                  <a:ext cx="148320" cy="1270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7">
              <p14:nvContentPartPr>
                <p14:cNvPr id="15" name="Ink 14">
                  <a:extLst>
                    <a:ext uri="{FF2B5EF4-FFF2-40B4-BE49-F238E27FC236}">
                      <a16:creationId xmlns:a16="http://schemas.microsoft.com/office/drawing/2014/main" id="{E6F4C609-A2B4-3751-B477-D835AC6038A1}"/>
                    </a:ext>
                  </a:extLst>
                </p14:cNvPr>
                <p14:cNvContentPartPr/>
                <p14:nvPr/>
              </p14:nvContentPartPr>
              <p14:xfrm>
                <a:off x="11195782" y="3402536"/>
                <a:ext cx="307800" cy="101520"/>
              </p14:xfrm>
            </p:contentPart>
          </mc:Choice>
          <mc:Fallback>
            <p:pic>
              <p:nvPicPr>
                <p:cNvPr id="15" name="Ink 14">
                  <a:extLst>
                    <a:ext uri="{FF2B5EF4-FFF2-40B4-BE49-F238E27FC236}">
                      <a16:creationId xmlns:a16="http://schemas.microsoft.com/office/drawing/2014/main" id="{E6F4C609-A2B4-3751-B477-D835AC6038A1}"/>
                    </a:ext>
                  </a:extLst>
                </p:cNvPr>
                <p:cNvPicPr/>
                <p:nvPr/>
              </p:nvPicPr>
              <p:blipFill>
                <a:blip r:embed="rId18"/>
                <a:stretch>
                  <a:fillRect/>
                </a:stretch>
              </p:blipFill>
              <p:spPr>
                <a:xfrm>
                  <a:off x="11187142" y="3393536"/>
                  <a:ext cx="325440" cy="1191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9">
              <p14:nvContentPartPr>
                <p14:cNvPr id="16" name="Ink 15">
                  <a:extLst>
                    <a:ext uri="{FF2B5EF4-FFF2-40B4-BE49-F238E27FC236}">
                      <a16:creationId xmlns:a16="http://schemas.microsoft.com/office/drawing/2014/main" id="{07EE8759-795B-C84D-E950-B86573432B0C}"/>
                    </a:ext>
                  </a:extLst>
                </p14:cNvPr>
                <p14:cNvContentPartPr/>
                <p14:nvPr/>
              </p14:nvContentPartPr>
              <p14:xfrm>
                <a:off x="11524102" y="3407936"/>
                <a:ext cx="87480" cy="83880"/>
              </p14:xfrm>
            </p:contentPart>
          </mc:Choice>
          <mc:Fallback>
            <p:pic>
              <p:nvPicPr>
                <p:cNvPr id="16" name="Ink 15">
                  <a:extLst>
                    <a:ext uri="{FF2B5EF4-FFF2-40B4-BE49-F238E27FC236}">
                      <a16:creationId xmlns:a16="http://schemas.microsoft.com/office/drawing/2014/main" id="{07EE8759-795B-C84D-E950-B86573432B0C}"/>
                    </a:ext>
                  </a:extLst>
                </p:cNvPr>
                <p:cNvPicPr/>
                <p:nvPr/>
              </p:nvPicPr>
              <p:blipFill>
                <a:blip r:embed="rId20"/>
                <a:stretch>
                  <a:fillRect/>
                </a:stretch>
              </p:blipFill>
              <p:spPr>
                <a:xfrm>
                  <a:off x="11515462" y="3398936"/>
                  <a:ext cx="105120" cy="101520"/>
                </a:xfrm>
                <a:prstGeom prst="rect">
                  <a:avLst/>
                </a:prstGeom>
              </p:spPr>
            </p:pic>
          </mc:Fallback>
        </mc:AlternateContent>
      </p:grpSp>
      <p:grpSp>
        <p:nvGrpSpPr>
          <p:cNvPr id="23" name="Group 22">
            <a:extLst>
              <a:ext uri="{FF2B5EF4-FFF2-40B4-BE49-F238E27FC236}">
                <a16:creationId xmlns:a16="http://schemas.microsoft.com/office/drawing/2014/main" id="{854D9600-CC30-A675-4B09-C728A235AF1A}"/>
              </a:ext>
            </a:extLst>
          </p:cNvPr>
          <p:cNvGrpSpPr/>
          <p:nvPr/>
        </p:nvGrpSpPr>
        <p:grpSpPr>
          <a:xfrm>
            <a:off x="9621142" y="3779816"/>
            <a:ext cx="800280" cy="526320"/>
            <a:chOff x="9621142" y="3779816"/>
            <a:chExt cx="800280" cy="526320"/>
          </a:xfrm>
        </p:grpSpPr>
        <mc:AlternateContent xmlns:mc="http://schemas.openxmlformats.org/markup-compatibility/2006">
          <mc:Choice xmlns:p14="http://schemas.microsoft.com/office/powerpoint/2010/main" Requires="p14">
            <p:contentPart p14:bwMode="auto" r:id="rId21">
              <p14:nvContentPartPr>
                <p14:cNvPr id="2" name="Ink 1">
                  <a:extLst>
                    <a:ext uri="{FF2B5EF4-FFF2-40B4-BE49-F238E27FC236}">
                      <a16:creationId xmlns:a16="http://schemas.microsoft.com/office/drawing/2014/main" id="{92ACF404-51FE-D202-244F-577A0EA12C0F}"/>
                    </a:ext>
                  </a:extLst>
                </p14:cNvPr>
                <p14:cNvContentPartPr/>
                <p14:nvPr/>
              </p14:nvContentPartPr>
              <p14:xfrm>
                <a:off x="10148542" y="3923096"/>
                <a:ext cx="75240" cy="96840"/>
              </p14:xfrm>
            </p:contentPart>
          </mc:Choice>
          <mc:Fallback>
            <p:pic>
              <p:nvPicPr>
                <p:cNvPr id="2" name="Ink 1">
                  <a:extLst>
                    <a:ext uri="{FF2B5EF4-FFF2-40B4-BE49-F238E27FC236}">
                      <a16:creationId xmlns:a16="http://schemas.microsoft.com/office/drawing/2014/main" id="{92ACF404-51FE-D202-244F-577A0EA12C0F}"/>
                    </a:ext>
                  </a:extLst>
                </p:cNvPr>
                <p:cNvPicPr/>
                <p:nvPr/>
              </p:nvPicPr>
              <p:blipFill>
                <a:blip r:embed="rId22"/>
                <a:stretch>
                  <a:fillRect/>
                </a:stretch>
              </p:blipFill>
              <p:spPr>
                <a:xfrm>
                  <a:off x="10139542" y="3914456"/>
                  <a:ext cx="92880" cy="1144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23">
              <p14:nvContentPartPr>
                <p14:cNvPr id="3" name="Ink 2">
                  <a:extLst>
                    <a:ext uri="{FF2B5EF4-FFF2-40B4-BE49-F238E27FC236}">
                      <a16:creationId xmlns:a16="http://schemas.microsoft.com/office/drawing/2014/main" id="{FBB8858C-3F52-8905-C68A-5D108C17E473}"/>
                    </a:ext>
                  </a:extLst>
                </p14:cNvPr>
                <p14:cNvContentPartPr/>
                <p14:nvPr/>
              </p14:nvContentPartPr>
              <p14:xfrm>
                <a:off x="10276342" y="4006976"/>
                <a:ext cx="12960" cy="12960"/>
              </p14:xfrm>
            </p:contentPart>
          </mc:Choice>
          <mc:Fallback>
            <p:pic>
              <p:nvPicPr>
                <p:cNvPr id="3" name="Ink 2">
                  <a:extLst>
                    <a:ext uri="{FF2B5EF4-FFF2-40B4-BE49-F238E27FC236}">
                      <a16:creationId xmlns:a16="http://schemas.microsoft.com/office/drawing/2014/main" id="{FBB8858C-3F52-8905-C68A-5D108C17E473}"/>
                    </a:ext>
                  </a:extLst>
                </p:cNvPr>
                <p:cNvPicPr/>
                <p:nvPr/>
              </p:nvPicPr>
              <p:blipFill>
                <a:blip r:embed="rId24"/>
                <a:stretch>
                  <a:fillRect/>
                </a:stretch>
              </p:blipFill>
              <p:spPr>
                <a:xfrm>
                  <a:off x="10267342" y="3998336"/>
                  <a:ext cx="30600" cy="306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25">
              <p14:nvContentPartPr>
                <p14:cNvPr id="4" name="Ink 3">
                  <a:extLst>
                    <a:ext uri="{FF2B5EF4-FFF2-40B4-BE49-F238E27FC236}">
                      <a16:creationId xmlns:a16="http://schemas.microsoft.com/office/drawing/2014/main" id="{EE463095-24CE-1A8F-D8D1-E880D7DAA3EC}"/>
                    </a:ext>
                  </a:extLst>
                </p14:cNvPr>
                <p14:cNvContentPartPr/>
                <p14:nvPr/>
              </p14:nvContentPartPr>
              <p14:xfrm>
                <a:off x="10321702" y="3923096"/>
                <a:ext cx="88560" cy="118440"/>
              </p14:xfrm>
            </p:contentPart>
          </mc:Choice>
          <mc:Fallback>
            <p:pic>
              <p:nvPicPr>
                <p:cNvPr id="4" name="Ink 3">
                  <a:extLst>
                    <a:ext uri="{FF2B5EF4-FFF2-40B4-BE49-F238E27FC236}">
                      <a16:creationId xmlns:a16="http://schemas.microsoft.com/office/drawing/2014/main" id="{EE463095-24CE-1A8F-D8D1-E880D7DAA3EC}"/>
                    </a:ext>
                  </a:extLst>
                </p:cNvPr>
                <p:cNvPicPr/>
                <p:nvPr/>
              </p:nvPicPr>
              <p:blipFill>
                <a:blip r:embed="rId26"/>
                <a:stretch>
                  <a:fillRect/>
                </a:stretch>
              </p:blipFill>
              <p:spPr>
                <a:xfrm>
                  <a:off x="10312702" y="3914456"/>
                  <a:ext cx="106200" cy="1360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27">
              <p14:nvContentPartPr>
                <p14:cNvPr id="5" name="Ink 4">
                  <a:extLst>
                    <a:ext uri="{FF2B5EF4-FFF2-40B4-BE49-F238E27FC236}">
                      <a16:creationId xmlns:a16="http://schemas.microsoft.com/office/drawing/2014/main" id="{D0D747E7-4ABE-C214-1E5C-7741DBF79B8B}"/>
                    </a:ext>
                  </a:extLst>
                </p14:cNvPr>
                <p14:cNvContentPartPr/>
                <p14:nvPr/>
              </p14:nvContentPartPr>
              <p14:xfrm>
                <a:off x="10323862" y="3901496"/>
                <a:ext cx="97560" cy="21960"/>
              </p14:xfrm>
            </p:contentPart>
          </mc:Choice>
          <mc:Fallback>
            <p:pic>
              <p:nvPicPr>
                <p:cNvPr id="5" name="Ink 4">
                  <a:extLst>
                    <a:ext uri="{FF2B5EF4-FFF2-40B4-BE49-F238E27FC236}">
                      <a16:creationId xmlns:a16="http://schemas.microsoft.com/office/drawing/2014/main" id="{D0D747E7-4ABE-C214-1E5C-7741DBF79B8B}"/>
                    </a:ext>
                  </a:extLst>
                </p:cNvPr>
                <p:cNvPicPr/>
                <p:nvPr/>
              </p:nvPicPr>
              <p:blipFill>
                <a:blip r:embed="rId28"/>
                <a:stretch>
                  <a:fillRect/>
                </a:stretch>
              </p:blipFill>
              <p:spPr>
                <a:xfrm>
                  <a:off x="10315222" y="3892856"/>
                  <a:ext cx="115200" cy="396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29">
              <p14:nvContentPartPr>
                <p14:cNvPr id="18" name="Ink 17">
                  <a:extLst>
                    <a:ext uri="{FF2B5EF4-FFF2-40B4-BE49-F238E27FC236}">
                      <a16:creationId xmlns:a16="http://schemas.microsoft.com/office/drawing/2014/main" id="{EA1D88D6-B220-A75B-C66B-EDB094DBC205}"/>
                    </a:ext>
                  </a:extLst>
                </p14:cNvPr>
                <p14:cNvContentPartPr/>
                <p14:nvPr/>
              </p14:nvContentPartPr>
              <p14:xfrm>
                <a:off x="9845782" y="3779816"/>
                <a:ext cx="324360" cy="199080"/>
              </p14:xfrm>
            </p:contentPart>
          </mc:Choice>
          <mc:Fallback>
            <p:pic>
              <p:nvPicPr>
                <p:cNvPr id="18" name="Ink 17">
                  <a:extLst>
                    <a:ext uri="{FF2B5EF4-FFF2-40B4-BE49-F238E27FC236}">
                      <a16:creationId xmlns:a16="http://schemas.microsoft.com/office/drawing/2014/main" id="{EA1D88D6-B220-A75B-C66B-EDB094DBC205}"/>
                    </a:ext>
                  </a:extLst>
                </p:cNvPr>
                <p:cNvPicPr/>
                <p:nvPr/>
              </p:nvPicPr>
              <p:blipFill>
                <a:blip r:embed="rId30"/>
                <a:stretch>
                  <a:fillRect/>
                </a:stretch>
              </p:blipFill>
              <p:spPr>
                <a:xfrm>
                  <a:off x="9837142" y="3770816"/>
                  <a:ext cx="342000" cy="2167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31">
              <p14:nvContentPartPr>
                <p14:cNvPr id="19" name="Ink 18">
                  <a:extLst>
                    <a:ext uri="{FF2B5EF4-FFF2-40B4-BE49-F238E27FC236}">
                      <a16:creationId xmlns:a16="http://schemas.microsoft.com/office/drawing/2014/main" id="{DDDD6CBC-0B10-73F0-2DA9-B3E1CFC8733F}"/>
                    </a:ext>
                  </a:extLst>
                </p14:cNvPr>
                <p14:cNvContentPartPr/>
                <p14:nvPr/>
              </p14:nvContentPartPr>
              <p14:xfrm>
                <a:off x="9621142" y="4145216"/>
                <a:ext cx="91440" cy="160920"/>
              </p14:xfrm>
            </p:contentPart>
          </mc:Choice>
          <mc:Fallback>
            <p:pic>
              <p:nvPicPr>
                <p:cNvPr id="19" name="Ink 18">
                  <a:extLst>
                    <a:ext uri="{FF2B5EF4-FFF2-40B4-BE49-F238E27FC236}">
                      <a16:creationId xmlns:a16="http://schemas.microsoft.com/office/drawing/2014/main" id="{DDDD6CBC-0B10-73F0-2DA9-B3E1CFC8733F}"/>
                    </a:ext>
                  </a:extLst>
                </p:cNvPr>
                <p:cNvPicPr/>
                <p:nvPr/>
              </p:nvPicPr>
              <p:blipFill>
                <a:blip r:embed="rId32"/>
                <a:stretch>
                  <a:fillRect/>
                </a:stretch>
              </p:blipFill>
              <p:spPr>
                <a:xfrm>
                  <a:off x="9612142" y="4136216"/>
                  <a:ext cx="109080" cy="1785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33">
              <p14:nvContentPartPr>
                <p14:cNvPr id="20" name="Ink 19">
                  <a:extLst>
                    <a:ext uri="{FF2B5EF4-FFF2-40B4-BE49-F238E27FC236}">
                      <a16:creationId xmlns:a16="http://schemas.microsoft.com/office/drawing/2014/main" id="{C54B2971-53F5-BCEE-E54F-50BD071BD582}"/>
                    </a:ext>
                  </a:extLst>
                </p14:cNvPr>
                <p14:cNvContentPartPr/>
                <p14:nvPr/>
              </p14:nvContentPartPr>
              <p14:xfrm>
                <a:off x="9760822" y="4157456"/>
                <a:ext cx="54360" cy="80640"/>
              </p14:xfrm>
            </p:contentPart>
          </mc:Choice>
          <mc:Fallback>
            <p:pic>
              <p:nvPicPr>
                <p:cNvPr id="20" name="Ink 19">
                  <a:extLst>
                    <a:ext uri="{FF2B5EF4-FFF2-40B4-BE49-F238E27FC236}">
                      <a16:creationId xmlns:a16="http://schemas.microsoft.com/office/drawing/2014/main" id="{C54B2971-53F5-BCEE-E54F-50BD071BD582}"/>
                    </a:ext>
                  </a:extLst>
                </p:cNvPr>
                <p:cNvPicPr/>
                <p:nvPr/>
              </p:nvPicPr>
              <p:blipFill>
                <a:blip r:embed="rId34"/>
                <a:stretch>
                  <a:fillRect/>
                </a:stretch>
              </p:blipFill>
              <p:spPr>
                <a:xfrm>
                  <a:off x="9751822" y="4148456"/>
                  <a:ext cx="72000" cy="982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35">
              <p14:nvContentPartPr>
                <p14:cNvPr id="21" name="Ink 20">
                  <a:extLst>
                    <a:ext uri="{FF2B5EF4-FFF2-40B4-BE49-F238E27FC236}">
                      <a16:creationId xmlns:a16="http://schemas.microsoft.com/office/drawing/2014/main" id="{259645B7-34DF-B0DE-4D76-CE4E5E2871CB}"/>
                    </a:ext>
                  </a:extLst>
                </p14:cNvPr>
                <p14:cNvContentPartPr/>
                <p14:nvPr/>
              </p14:nvContentPartPr>
              <p14:xfrm>
                <a:off x="9843982" y="4114616"/>
                <a:ext cx="195120" cy="118440"/>
              </p14:xfrm>
            </p:contentPart>
          </mc:Choice>
          <mc:Fallback>
            <p:pic>
              <p:nvPicPr>
                <p:cNvPr id="21" name="Ink 20">
                  <a:extLst>
                    <a:ext uri="{FF2B5EF4-FFF2-40B4-BE49-F238E27FC236}">
                      <a16:creationId xmlns:a16="http://schemas.microsoft.com/office/drawing/2014/main" id="{259645B7-34DF-B0DE-4D76-CE4E5E2871CB}"/>
                    </a:ext>
                  </a:extLst>
                </p:cNvPr>
                <p:cNvPicPr/>
                <p:nvPr/>
              </p:nvPicPr>
              <p:blipFill>
                <a:blip r:embed="rId36"/>
                <a:stretch>
                  <a:fillRect/>
                </a:stretch>
              </p:blipFill>
              <p:spPr>
                <a:xfrm>
                  <a:off x="9834982" y="4105976"/>
                  <a:ext cx="212760" cy="136080"/>
                </a:xfrm>
                <a:prstGeom prst="rect">
                  <a:avLst/>
                </a:prstGeom>
              </p:spPr>
            </p:pic>
          </mc:Fallback>
        </mc:AlternateContent>
      </p:grpSp>
      <p:grpSp>
        <p:nvGrpSpPr>
          <p:cNvPr id="39" name="Group 38">
            <a:extLst>
              <a:ext uri="{FF2B5EF4-FFF2-40B4-BE49-F238E27FC236}">
                <a16:creationId xmlns:a16="http://schemas.microsoft.com/office/drawing/2014/main" id="{C4C07A40-FC3D-F0BB-4067-4E50ACBF6E04}"/>
              </a:ext>
            </a:extLst>
          </p:cNvPr>
          <p:cNvGrpSpPr/>
          <p:nvPr/>
        </p:nvGrpSpPr>
        <p:grpSpPr>
          <a:xfrm>
            <a:off x="8742022" y="962096"/>
            <a:ext cx="525240" cy="898920"/>
            <a:chOff x="8742022" y="962096"/>
            <a:chExt cx="525240" cy="898920"/>
          </a:xfrm>
        </p:grpSpPr>
        <mc:AlternateContent xmlns:mc="http://schemas.openxmlformats.org/markup-compatibility/2006">
          <mc:Choice xmlns:p14="http://schemas.microsoft.com/office/powerpoint/2010/main" Requires="p14">
            <p:contentPart p14:bwMode="auto" r:id="rId37">
              <p14:nvContentPartPr>
                <p14:cNvPr id="24" name="Ink 23">
                  <a:extLst>
                    <a:ext uri="{FF2B5EF4-FFF2-40B4-BE49-F238E27FC236}">
                      <a16:creationId xmlns:a16="http://schemas.microsoft.com/office/drawing/2014/main" id="{B567110B-4508-DAD0-69BD-E1D9E30EDBCD}"/>
                    </a:ext>
                  </a:extLst>
                </p14:cNvPr>
                <p14:cNvContentPartPr/>
                <p14:nvPr/>
              </p14:nvContentPartPr>
              <p14:xfrm>
                <a:off x="8742022" y="1410296"/>
                <a:ext cx="274680" cy="450720"/>
              </p14:xfrm>
            </p:contentPart>
          </mc:Choice>
          <mc:Fallback>
            <p:pic>
              <p:nvPicPr>
                <p:cNvPr id="24" name="Ink 23">
                  <a:extLst>
                    <a:ext uri="{FF2B5EF4-FFF2-40B4-BE49-F238E27FC236}">
                      <a16:creationId xmlns:a16="http://schemas.microsoft.com/office/drawing/2014/main" id="{B567110B-4508-DAD0-69BD-E1D9E30EDBCD}"/>
                    </a:ext>
                  </a:extLst>
                </p:cNvPr>
                <p:cNvPicPr/>
                <p:nvPr/>
              </p:nvPicPr>
              <p:blipFill>
                <a:blip r:embed="rId38"/>
                <a:stretch>
                  <a:fillRect/>
                </a:stretch>
              </p:blipFill>
              <p:spPr>
                <a:xfrm>
                  <a:off x="8733022" y="1401656"/>
                  <a:ext cx="292320" cy="4683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39">
              <p14:nvContentPartPr>
                <p14:cNvPr id="25" name="Ink 24">
                  <a:extLst>
                    <a:ext uri="{FF2B5EF4-FFF2-40B4-BE49-F238E27FC236}">
                      <a16:creationId xmlns:a16="http://schemas.microsoft.com/office/drawing/2014/main" id="{2EFBF1FE-1223-AC41-602E-14413BD07DDF}"/>
                    </a:ext>
                  </a:extLst>
                </p14:cNvPr>
                <p14:cNvContentPartPr/>
                <p14:nvPr/>
              </p14:nvContentPartPr>
              <p14:xfrm>
                <a:off x="8830222" y="1239296"/>
                <a:ext cx="155160" cy="126720"/>
              </p14:xfrm>
            </p:contentPart>
          </mc:Choice>
          <mc:Fallback>
            <p:pic>
              <p:nvPicPr>
                <p:cNvPr id="25" name="Ink 24">
                  <a:extLst>
                    <a:ext uri="{FF2B5EF4-FFF2-40B4-BE49-F238E27FC236}">
                      <a16:creationId xmlns:a16="http://schemas.microsoft.com/office/drawing/2014/main" id="{2EFBF1FE-1223-AC41-602E-14413BD07DDF}"/>
                    </a:ext>
                  </a:extLst>
                </p:cNvPr>
                <p:cNvPicPr/>
                <p:nvPr/>
              </p:nvPicPr>
              <p:blipFill>
                <a:blip r:embed="rId40"/>
                <a:stretch>
                  <a:fillRect/>
                </a:stretch>
              </p:blipFill>
              <p:spPr>
                <a:xfrm>
                  <a:off x="8821222" y="1230656"/>
                  <a:ext cx="172800" cy="1443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41">
              <p14:nvContentPartPr>
                <p14:cNvPr id="26" name="Ink 25">
                  <a:extLst>
                    <a:ext uri="{FF2B5EF4-FFF2-40B4-BE49-F238E27FC236}">
                      <a16:creationId xmlns:a16="http://schemas.microsoft.com/office/drawing/2014/main" id="{AC34C2B1-1120-69E9-1848-142064AD6A01}"/>
                    </a:ext>
                  </a:extLst>
                </p14:cNvPr>
                <p14:cNvContentPartPr/>
                <p14:nvPr/>
              </p14:nvContentPartPr>
              <p14:xfrm>
                <a:off x="8996542" y="1062896"/>
                <a:ext cx="88200" cy="222120"/>
              </p14:xfrm>
            </p:contentPart>
          </mc:Choice>
          <mc:Fallback>
            <p:pic>
              <p:nvPicPr>
                <p:cNvPr id="26" name="Ink 25">
                  <a:extLst>
                    <a:ext uri="{FF2B5EF4-FFF2-40B4-BE49-F238E27FC236}">
                      <a16:creationId xmlns:a16="http://schemas.microsoft.com/office/drawing/2014/main" id="{AC34C2B1-1120-69E9-1848-142064AD6A01}"/>
                    </a:ext>
                  </a:extLst>
                </p:cNvPr>
                <p:cNvPicPr/>
                <p:nvPr/>
              </p:nvPicPr>
              <p:blipFill>
                <a:blip r:embed="rId42"/>
                <a:stretch>
                  <a:fillRect/>
                </a:stretch>
              </p:blipFill>
              <p:spPr>
                <a:xfrm>
                  <a:off x="8987542" y="1054256"/>
                  <a:ext cx="105840" cy="2397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43">
              <p14:nvContentPartPr>
                <p14:cNvPr id="33" name="Ink 32">
                  <a:extLst>
                    <a:ext uri="{FF2B5EF4-FFF2-40B4-BE49-F238E27FC236}">
                      <a16:creationId xmlns:a16="http://schemas.microsoft.com/office/drawing/2014/main" id="{A049758C-1226-022E-F277-6E9681DA2A49}"/>
                    </a:ext>
                  </a:extLst>
                </p14:cNvPr>
                <p14:cNvContentPartPr/>
                <p14:nvPr/>
              </p14:nvContentPartPr>
              <p14:xfrm>
                <a:off x="8979262" y="962096"/>
                <a:ext cx="5400" cy="10800"/>
              </p14:xfrm>
            </p:contentPart>
          </mc:Choice>
          <mc:Fallback>
            <p:pic>
              <p:nvPicPr>
                <p:cNvPr id="33" name="Ink 32">
                  <a:extLst>
                    <a:ext uri="{FF2B5EF4-FFF2-40B4-BE49-F238E27FC236}">
                      <a16:creationId xmlns:a16="http://schemas.microsoft.com/office/drawing/2014/main" id="{A049758C-1226-022E-F277-6E9681DA2A49}"/>
                    </a:ext>
                  </a:extLst>
                </p:cNvPr>
                <p:cNvPicPr/>
                <p:nvPr/>
              </p:nvPicPr>
              <p:blipFill>
                <a:blip r:embed="rId44"/>
                <a:stretch>
                  <a:fillRect/>
                </a:stretch>
              </p:blipFill>
              <p:spPr>
                <a:xfrm>
                  <a:off x="8970262" y="953456"/>
                  <a:ext cx="23040" cy="284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45">
              <p14:nvContentPartPr>
                <p14:cNvPr id="38" name="Ink 37">
                  <a:extLst>
                    <a:ext uri="{FF2B5EF4-FFF2-40B4-BE49-F238E27FC236}">
                      <a16:creationId xmlns:a16="http://schemas.microsoft.com/office/drawing/2014/main" id="{B1669289-FEDE-0340-3F52-AE74962800B0}"/>
                    </a:ext>
                  </a:extLst>
                </p14:cNvPr>
                <p14:cNvContentPartPr/>
                <p14:nvPr/>
              </p14:nvContentPartPr>
              <p14:xfrm>
                <a:off x="9082222" y="1002776"/>
                <a:ext cx="185040" cy="93600"/>
              </p14:xfrm>
            </p:contentPart>
          </mc:Choice>
          <mc:Fallback>
            <p:pic>
              <p:nvPicPr>
                <p:cNvPr id="38" name="Ink 37">
                  <a:extLst>
                    <a:ext uri="{FF2B5EF4-FFF2-40B4-BE49-F238E27FC236}">
                      <a16:creationId xmlns:a16="http://schemas.microsoft.com/office/drawing/2014/main" id="{B1669289-FEDE-0340-3F52-AE74962800B0}"/>
                    </a:ext>
                  </a:extLst>
                </p:cNvPr>
                <p:cNvPicPr/>
                <p:nvPr/>
              </p:nvPicPr>
              <p:blipFill>
                <a:blip r:embed="rId46"/>
                <a:stretch>
                  <a:fillRect/>
                </a:stretch>
              </p:blipFill>
              <p:spPr>
                <a:xfrm>
                  <a:off x="9073222" y="994136"/>
                  <a:ext cx="202680" cy="111240"/>
                </a:xfrm>
                <a:prstGeom prst="rect">
                  <a:avLst/>
                </a:prstGeom>
              </p:spPr>
            </p:pic>
          </mc:Fallback>
        </mc:AlternateContent>
      </p:grpSp>
      <p:grpSp>
        <p:nvGrpSpPr>
          <p:cNvPr id="51" name="Group 50">
            <a:extLst>
              <a:ext uri="{FF2B5EF4-FFF2-40B4-BE49-F238E27FC236}">
                <a16:creationId xmlns:a16="http://schemas.microsoft.com/office/drawing/2014/main" id="{BE10A90F-9E2B-D7C6-FFF7-FF77F5ED726E}"/>
              </a:ext>
            </a:extLst>
          </p:cNvPr>
          <p:cNvGrpSpPr/>
          <p:nvPr/>
        </p:nvGrpSpPr>
        <p:grpSpPr>
          <a:xfrm>
            <a:off x="1000222" y="5203616"/>
            <a:ext cx="1009440" cy="337320"/>
            <a:chOff x="1000222" y="5203616"/>
            <a:chExt cx="1009440" cy="337320"/>
          </a:xfrm>
        </p:grpSpPr>
        <mc:AlternateContent xmlns:mc="http://schemas.openxmlformats.org/markup-compatibility/2006">
          <mc:Choice xmlns:p14="http://schemas.microsoft.com/office/powerpoint/2010/main" Requires="p14">
            <p:contentPart p14:bwMode="auto" r:id="rId47">
              <p14:nvContentPartPr>
                <p14:cNvPr id="40" name="Ink 39">
                  <a:extLst>
                    <a:ext uri="{FF2B5EF4-FFF2-40B4-BE49-F238E27FC236}">
                      <a16:creationId xmlns:a16="http://schemas.microsoft.com/office/drawing/2014/main" id="{38CCE018-8B69-0618-ADDD-53782EE6E238}"/>
                    </a:ext>
                  </a:extLst>
                </p14:cNvPr>
                <p14:cNvContentPartPr/>
                <p14:nvPr/>
              </p14:nvContentPartPr>
              <p14:xfrm>
                <a:off x="1000222" y="5243576"/>
                <a:ext cx="79920" cy="246240"/>
              </p14:xfrm>
            </p:contentPart>
          </mc:Choice>
          <mc:Fallback>
            <p:pic>
              <p:nvPicPr>
                <p:cNvPr id="40" name="Ink 39">
                  <a:extLst>
                    <a:ext uri="{FF2B5EF4-FFF2-40B4-BE49-F238E27FC236}">
                      <a16:creationId xmlns:a16="http://schemas.microsoft.com/office/drawing/2014/main" id="{38CCE018-8B69-0618-ADDD-53782EE6E238}"/>
                    </a:ext>
                  </a:extLst>
                </p:cNvPr>
                <p:cNvPicPr/>
                <p:nvPr/>
              </p:nvPicPr>
              <p:blipFill>
                <a:blip r:embed="rId48"/>
                <a:stretch>
                  <a:fillRect/>
                </a:stretch>
              </p:blipFill>
              <p:spPr>
                <a:xfrm>
                  <a:off x="991582" y="5234576"/>
                  <a:ext cx="97560" cy="2638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49">
              <p14:nvContentPartPr>
                <p14:cNvPr id="41" name="Ink 40">
                  <a:extLst>
                    <a:ext uri="{FF2B5EF4-FFF2-40B4-BE49-F238E27FC236}">
                      <a16:creationId xmlns:a16="http://schemas.microsoft.com/office/drawing/2014/main" id="{D08D64FD-AF53-2DD6-0C95-7EB4BFE5491F}"/>
                    </a:ext>
                  </a:extLst>
                </p14:cNvPr>
                <p14:cNvContentPartPr/>
                <p14:nvPr/>
              </p14:nvContentPartPr>
              <p14:xfrm>
                <a:off x="1020382" y="5365256"/>
                <a:ext cx="134280" cy="41760"/>
              </p14:xfrm>
            </p:contentPart>
          </mc:Choice>
          <mc:Fallback>
            <p:pic>
              <p:nvPicPr>
                <p:cNvPr id="41" name="Ink 40">
                  <a:extLst>
                    <a:ext uri="{FF2B5EF4-FFF2-40B4-BE49-F238E27FC236}">
                      <a16:creationId xmlns:a16="http://schemas.microsoft.com/office/drawing/2014/main" id="{D08D64FD-AF53-2DD6-0C95-7EB4BFE5491F}"/>
                    </a:ext>
                  </a:extLst>
                </p:cNvPr>
                <p:cNvPicPr/>
                <p:nvPr/>
              </p:nvPicPr>
              <p:blipFill>
                <a:blip r:embed="rId50"/>
                <a:stretch>
                  <a:fillRect/>
                </a:stretch>
              </p:blipFill>
              <p:spPr>
                <a:xfrm>
                  <a:off x="1011742" y="5356256"/>
                  <a:ext cx="151920" cy="594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51">
              <p14:nvContentPartPr>
                <p14:cNvPr id="42" name="Ink 41">
                  <a:extLst>
                    <a:ext uri="{FF2B5EF4-FFF2-40B4-BE49-F238E27FC236}">
                      <a16:creationId xmlns:a16="http://schemas.microsoft.com/office/drawing/2014/main" id="{748ADA79-73B6-972F-3EA2-705D63F629D3}"/>
                    </a:ext>
                  </a:extLst>
                </p14:cNvPr>
                <p14:cNvContentPartPr/>
                <p14:nvPr/>
              </p14:nvContentPartPr>
              <p14:xfrm>
                <a:off x="1129102" y="5289656"/>
                <a:ext cx="92520" cy="214200"/>
              </p14:xfrm>
            </p:contentPart>
          </mc:Choice>
          <mc:Fallback>
            <p:pic>
              <p:nvPicPr>
                <p:cNvPr id="42" name="Ink 41">
                  <a:extLst>
                    <a:ext uri="{FF2B5EF4-FFF2-40B4-BE49-F238E27FC236}">
                      <a16:creationId xmlns:a16="http://schemas.microsoft.com/office/drawing/2014/main" id="{748ADA79-73B6-972F-3EA2-705D63F629D3}"/>
                    </a:ext>
                  </a:extLst>
                </p:cNvPr>
                <p:cNvPicPr/>
                <p:nvPr/>
              </p:nvPicPr>
              <p:blipFill>
                <a:blip r:embed="rId52"/>
                <a:stretch>
                  <a:fillRect/>
                </a:stretch>
              </p:blipFill>
              <p:spPr>
                <a:xfrm>
                  <a:off x="1120102" y="5280656"/>
                  <a:ext cx="110160" cy="2318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53">
              <p14:nvContentPartPr>
                <p14:cNvPr id="43" name="Ink 42">
                  <a:extLst>
                    <a:ext uri="{FF2B5EF4-FFF2-40B4-BE49-F238E27FC236}">
                      <a16:creationId xmlns:a16="http://schemas.microsoft.com/office/drawing/2014/main" id="{6AB8520C-A85A-6779-25FC-FD555B0D10B8}"/>
                    </a:ext>
                  </a:extLst>
                </p14:cNvPr>
                <p14:cNvContentPartPr/>
                <p14:nvPr/>
              </p14:nvContentPartPr>
              <p14:xfrm>
                <a:off x="1274902" y="5203616"/>
                <a:ext cx="96840" cy="320040"/>
              </p14:xfrm>
            </p:contentPart>
          </mc:Choice>
          <mc:Fallback>
            <p:pic>
              <p:nvPicPr>
                <p:cNvPr id="43" name="Ink 42">
                  <a:extLst>
                    <a:ext uri="{FF2B5EF4-FFF2-40B4-BE49-F238E27FC236}">
                      <a16:creationId xmlns:a16="http://schemas.microsoft.com/office/drawing/2014/main" id="{6AB8520C-A85A-6779-25FC-FD555B0D10B8}"/>
                    </a:ext>
                  </a:extLst>
                </p:cNvPr>
                <p:cNvPicPr/>
                <p:nvPr/>
              </p:nvPicPr>
              <p:blipFill>
                <a:blip r:embed="rId54"/>
                <a:stretch>
                  <a:fillRect/>
                </a:stretch>
              </p:blipFill>
              <p:spPr>
                <a:xfrm>
                  <a:off x="1266262" y="5194616"/>
                  <a:ext cx="114480" cy="3376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55">
              <p14:nvContentPartPr>
                <p14:cNvPr id="44" name="Ink 43">
                  <a:extLst>
                    <a:ext uri="{FF2B5EF4-FFF2-40B4-BE49-F238E27FC236}">
                      <a16:creationId xmlns:a16="http://schemas.microsoft.com/office/drawing/2014/main" id="{2962267C-3E82-A450-F39C-38D60AC15E54}"/>
                    </a:ext>
                  </a:extLst>
                </p14:cNvPr>
                <p14:cNvContentPartPr/>
                <p14:nvPr/>
              </p14:nvContentPartPr>
              <p14:xfrm>
                <a:off x="1445902" y="5297936"/>
                <a:ext cx="197280" cy="179280"/>
              </p14:xfrm>
            </p:contentPart>
          </mc:Choice>
          <mc:Fallback>
            <p:pic>
              <p:nvPicPr>
                <p:cNvPr id="44" name="Ink 43">
                  <a:extLst>
                    <a:ext uri="{FF2B5EF4-FFF2-40B4-BE49-F238E27FC236}">
                      <a16:creationId xmlns:a16="http://schemas.microsoft.com/office/drawing/2014/main" id="{2962267C-3E82-A450-F39C-38D60AC15E54}"/>
                    </a:ext>
                  </a:extLst>
                </p:cNvPr>
                <p:cNvPicPr/>
                <p:nvPr/>
              </p:nvPicPr>
              <p:blipFill>
                <a:blip r:embed="rId56"/>
                <a:stretch>
                  <a:fillRect/>
                </a:stretch>
              </p:blipFill>
              <p:spPr>
                <a:xfrm>
                  <a:off x="1436902" y="5288936"/>
                  <a:ext cx="214920" cy="1969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57">
              <p14:nvContentPartPr>
                <p14:cNvPr id="45" name="Ink 44">
                  <a:extLst>
                    <a:ext uri="{FF2B5EF4-FFF2-40B4-BE49-F238E27FC236}">
                      <a16:creationId xmlns:a16="http://schemas.microsoft.com/office/drawing/2014/main" id="{D427B1DF-8849-3C8E-CF96-35AF0760977F}"/>
                    </a:ext>
                  </a:extLst>
                </p14:cNvPr>
                <p14:cNvContentPartPr/>
                <p14:nvPr/>
              </p14:nvContentPartPr>
              <p14:xfrm>
                <a:off x="1493782" y="5390456"/>
                <a:ext cx="149760" cy="16920"/>
              </p14:xfrm>
            </p:contentPart>
          </mc:Choice>
          <mc:Fallback>
            <p:pic>
              <p:nvPicPr>
                <p:cNvPr id="45" name="Ink 44">
                  <a:extLst>
                    <a:ext uri="{FF2B5EF4-FFF2-40B4-BE49-F238E27FC236}">
                      <a16:creationId xmlns:a16="http://schemas.microsoft.com/office/drawing/2014/main" id="{D427B1DF-8849-3C8E-CF96-35AF0760977F}"/>
                    </a:ext>
                  </a:extLst>
                </p:cNvPr>
                <p:cNvPicPr/>
                <p:nvPr/>
              </p:nvPicPr>
              <p:blipFill>
                <a:blip r:embed="rId58"/>
                <a:stretch>
                  <a:fillRect/>
                </a:stretch>
              </p:blipFill>
              <p:spPr>
                <a:xfrm>
                  <a:off x="1484782" y="5381816"/>
                  <a:ext cx="167400" cy="345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59">
              <p14:nvContentPartPr>
                <p14:cNvPr id="46" name="Ink 45">
                  <a:extLst>
                    <a:ext uri="{FF2B5EF4-FFF2-40B4-BE49-F238E27FC236}">
                      <a16:creationId xmlns:a16="http://schemas.microsoft.com/office/drawing/2014/main" id="{B0DEAA13-2237-5DC5-37E9-7B56E759A52B}"/>
                    </a:ext>
                  </a:extLst>
                </p14:cNvPr>
                <p14:cNvContentPartPr/>
                <p14:nvPr/>
              </p14:nvContentPartPr>
              <p14:xfrm>
                <a:off x="1626622" y="5236376"/>
                <a:ext cx="176400" cy="304560"/>
              </p14:xfrm>
            </p:contentPart>
          </mc:Choice>
          <mc:Fallback>
            <p:pic>
              <p:nvPicPr>
                <p:cNvPr id="46" name="Ink 45">
                  <a:extLst>
                    <a:ext uri="{FF2B5EF4-FFF2-40B4-BE49-F238E27FC236}">
                      <a16:creationId xmlns:a16="http://schemas.microsoft.com/office/drawing/2014/main" id="{B0DEAA13-2237-5DC5-37E9-7B56E759A52B}"/>
                    </a:ext>
                  </a:extLst>
                </p:cNvPr>
                <p:cNvPicPr/>
                <p:nvPr/>
              </p:nvPicPr>
              <p:blipFill>
                <a:blip r:embed="rId60"/>
                <a:stretch>
                  <a:fillRect/>
                </a:stretch>
              </p:blipFill>
              <p:spPr>
                <a:xfrm>
                  <a:off x="1617622" y="5227376"/>
                  <a:ext cx="194040" cy="3222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61">
              <p14:nvContentPartPr>
                <p14:cNvPr id="47" name="Ink 46">
                  <a:extLst>
                    <a:ext uri="{FF2B5EF4-FFF2-40B4-BE49-F238E27FC236}">
                      <a16:creationId xmlns:a16="http://schemas.microsoft.com/office/drawing/2014/main" id="{486841E3-5CE0-3EC0-F49F-338F46A30BC6}"/>
                    </a:ext>
                  </a:extLst>
                </p14:cNvPr>
                <p14:cNvContentPartPr/>
                <p14:nvPr/>
              </p14:nvContentPartPr>
              <p14:xfrm>
                <a:off x="1892302" y="5421416"/>
                <a:ext cx="117360" cy="28080"/>
              </p14:xfrm>
            </p:contentPart>
          </mc:Choice>
          <mc:Fallback>
            <p:pic>
              <p:nvPicPr>
                <p:cNvPr id="47" name="Ink 46">
                  <a:extLst>
                    <a:ext uri="{FF2B5EF4-FFF2-40B4-BE49-F238E27FC236}">
                      <a16:creationId xmlns:a16="http://schemas.microsoft.com/office/drawing/2014/main" id="{486841E3-5CE0-3EC0-F49F-338F46A30BC6}"/>
                    </a:ext>
                  </a:extLst>
                </p:cNvPr>
                <p:cNvPicPr/>
                <p:nvPr/>
              </p:nvPicPr>
              <p:blipFill>
                <a:blip r:embed="rId62"/>
                <a:stretch>
                  <a:fillRect/>
                </a:stretch>
              </p:blipFill>
              <p:spPr>
                <a:xfrm>
                  <a:off x="1883662" y="5412416"/>
                  <a:ext cx="135000" cy="457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63">
              <p14:nvContentPartPr>
                <p14:cNvPr id="48" name="Ink 47">
                  <a:extLst>
                    <a:ext uri="{FF2B5EF4-FFF2-40B4-BE49-F238E27FC236}">
                      <a16:creationId xmlns:a16="http://schemas.microsoft.com/office/drawing/2014/main" id="{EB13549C-8C3B-9C28-3D28-AF91106D01E5}"/>
                    </a:ext>
                  </a:extLst>
                </p14:cNvPr>
                <p14:cNvContentPartPr/>
                <p14:nvPr/>
              </p14:nvContentPartPr>
              <p14:xfrm>
                <a:off x="1870702" y="5353376"/>
                <a:ext cx="118080" cy="16200"/>
              </p14:xfrm>
            </p:contentPart>
          </mc:Choice>
          <mc:Fallback>
            <p:pic>
              <p:nvPicPr>
                <p:cNvPr id="48" name="Ink 47">
                  <a:extLst>
                    <a:ext uri="{FF2B5EF4-FFF2-40B4-BE49-F238E27FC236}">
                      <a16:creationId xmlns:a16="http://schemas.microsoft.com/office/drawing/2014/main" id="{EB13549C-8C3B-9C28-3D28-AF91106D01E5}"/>
                    </a:ext>
                  </a:extLst>
                </p:cNvPr>
                <p:cNvPicPr/>
                <p:nvPr/>
              </p:nvPicPr>
              <p:blipFill>
                <a:blip r:embed="rId64"/>
                <a:stretch>
                  <a:fillRect/>
                </a:stretch>
              </p:blipFill>
              <p:spPr>
                <a:xfrm>
                  <a:off x="1861702" y="5344736"/>
                  <a:ext cx="135720" cy="33840"/>
                </a:xfrm>
                <a:prstGeom prst="rect">
                  <a:avLst/>
                </a:prstGeom>
              </p:spPr>
            </p:pic>
          </mc:Fallback>
        </mc:AlternateContent>
      </p:grpSp>
      <mc:AlternateContent xmlns:mc="http://schemas.openxmlformats.org/markup-compatibility/2006">
        <mc:Choice xmlns:p14="http://schemas.microsoft.com/office/powerpoint/2010/main" Requires="p14">
          <p:contentPart p14:bwMode="auto" r:id="rId65">
            <p14:nvContentPartPr>
              <p14:cNvPr id="49" name="Ink 48">
                <a:extLst>
                  <a:ext uri="{FF2B5EF4-FFF2-40B4-BE49-F238E27FC236}">
                    <a16:creationId xmlns:a16="http://schemas.microsoft.com/office/drawing/2014/main" id="{03810730-EAC0-81F7-7E68-DB69E35B10FE}"/>
                  </a:ext>
                </a:extLst>
              </p14:cNvPr>
              <p14:cNvContentPartPr/>
              <p14:nvPr/>
            </p14:nvContentPartPr>
            <p14:xfrm>
              <a:off x="2228542" y="5116496"/>
              <a:ext cx="77760" cy="169560"/>
            </p14:xfrm>
          </p:contentPart>
        </mc:Choice>
        <mc:Fallback>
          <p:pic>
            <p:nvPicPr>
              <p:cNvPr id="49" name="Ink 48">
                <a:extLst>
                  <a:ext uri="{FF2B5EF4-FFF2-40B4-BE49-F238E27FC236}">
                    <a16:creationId xmlns:a16="http://schemas.microsoft.com/office/drawing/2014/main" id="{03810730-EAC0-81F7-7E68-DB69E35B10FE}"/>
                  </a:ext>
                </a:extLst>
              </p:cNvPr>
              <p:cNvPicPr/>
              <p:nvPr/>
            </p:nvPicPr>
            <p:blipFill>
              <a:blip r:embed="rId66"/>
              <a:stretch>
                <a:fillRect/>
              </a:stretch>
            </p:blipFill>
            <p:spPr>
              <a:xfrm>
                <a:off x="2219542" y="5107496"/>
                <a:ext cx="95400" cy="187200"/>
              </a:xfrm>
              <a:prstGeom prst="rect">
                <a:avLst/>
              </a:prstGeom>
            </p:spPr>
          </p:pic>
        </mc:Fallback>
      </mc:AlternateContent>
      <p:grpSp>
        <p:nvGrpSpPr>
          <p:cNvPr id="62" name="Group 61">
            <a:extLst>
              <a:ext uri="{FF2B5EF4-FFF2-40B4-BE49-F238E27FC236}">
                <a16:creationId xmlns:a16="http://schemas.microsoft.com/office/drawing/2014/main" id="{BB29052F-50B5-954E-D493-B5FF23E38B00}"/>
              </a:ext>
            </a:extLst>
          </p:cNvPr>
          <p:cNvGrpSpPr/>
          <p:nvPr/>
        </p:nvGrpSpPr>
        <p:grpSpPr>
          <a:xfrm>
            <a:off x="2454982" y="5018216"/>
            <a:ext cx="1044360" cy="271800"/>
            <a:chOff x="2454982" y="5018216"/>
            <a:chExt cx="1044360" cy="271800"/>
          </a:xfrm>
        </p:grpSpPr>
        <mc:AlternateContent xmlns:mc="http://schemas.openxmlformats.org/markup-compatibility/2006">
          <mc:Choice xmlns:p14="http://schemas.microsoft.com/office/powerpoint/2010/main" Requires="p14">
            <p:contentPart p14:bwMode="auto" r:id="rId67">
              <p14:nvContentPartPr>
                <p14:cNvPr id="50" name="Ink 49">
                  <a:extLst>
                    <a:ext uri="{FF2B5EF4-FFF2-40B4-BE49-F238E27FC236}">
                      <a16:creationId xmlns:a16="http://schemas.microsoft.com/office/drawing/2014/main" id="{2533271D-556B-2046-269D-66709D3E635A}"/>
                    </a:ext>
                  </a:extLst>
                </p14:cNvPr>
                <p14:cNvContentPartPr/>
                <p14:nvPr/>
              </p14:nvContentPartPr>
              <p14:xfrm>
                <a:off x="2454982" y="5185256"/>
                <a:ext cx="81360" cy="6480"/>
              </p14:xfrm>
            </p:contentPart>
          </mc:Choice>
          <mc:Fallback>
            <p:pic>
              <p:nvPicPr>
                <p:cNvPr id="50" name="Ink 49">
                  <a:extLst>
                    <a:ext uri="{FF2B5EF4-FFF2-40B4-BE49-F238E27FC236}">
                      <a16:creationId xmlns:a16="http://schemas.microsoft.com/office/drawing/2014/main" id="{2533271D-556B-2046-269D-66709D3E635A}"/>
                    </a:ext>
                  </a:extLst>
                </p:cNvPr>
                <p:cNvPicPr/>
                <p:nvPr/>
              </p:nvPicPr>
              <p:blipFill>
                <a:blip r:embed="rId68"/>
                <a:stretch>
                  <a:fillRect/>
                </a:stretch>
              </p:blipFill>
              <p:spPr>
                <a:xfrm>
                  <a:off x="2445982" y="5176256"/>
                  <a:ext cx="99000" cy="241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69">
              <p14:nvContentPartPr>
                <p14:cNvPr id="52" name="Ink 51">
                  <a:extLst>
                    <a:ext uri="{FF2B5EF4-FFF2-40B4-BE49-F238E27FC236}">
                      <a16:creationId xmlns:a16="http://schemas.microsoft.com/office/drawing/2014/main" id="{F577B3E2-E339-05A9-7A85-63E0C6E08088}"/>
                    </a:ext>
                  </a:extLst>
                </p14:cNvPr>
                <p14:cNvContentPartPr/>
                <p14:nvPr/>
              </p14:nvContentPartPr>
              <p14:xfrm>
                <a:off x="2662342" y="5140616"/>
                <a:ext cx="135360" cy="142920"/>
              </p14:xfrm>
            </p:contentPart>
          </mc:Choice>
          <mc:Fallback>
            <p:pic>
              <p:nvPicPr>
                <p:cNvPr id="52" name="Ink 51">
                  <a:extLst>
                    <a:ext uri="{FF2B5EF4-FFF2-40B4-BE49-F238E27FC236}">
                      <a16:creationId xmlns:a16="http://schemas.microsoft.com/office/drawing/2014/main" id="{F577B3E2-E339-05A9-7A85-63E0C6E08088}"/>
                    </a:ext>
                  </a:extLst>
                </p:cNvPr>
                <p:cNvPicPr/>
                <p:nvPr/>
              </p:nvPicPr>
              <p:blipFill>
                <a:blip r:embed="rId70"/>
                <a:stretch>
                  <a:fillRect/>
                </a:stretch>
              </p:blipFill>
              <p:spPr>
                <a:xfrm>
                  <a:off x="2653342" y="5131976"/>
                  <a:ext cx="153000" cy="1605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71">
              <p14:nvContentPartPr>
                <p14:cNvPr id="53" name="Ink 52">
                  <a:extLst>
                    <a:ext uri="{FF2B5EF4-FFF2-40B4-BE49-F238E27FC236}">
                      <a16:creationId xmlns:a16="http://schemas.microsoft.com/office/drawing/2014/main" id="{CBECB4B0-4D70-6B3C-10E9-96D2FCF618B9}"/>
                    </a:ext>
                  </a:extLst>
                </p14:cNvPr>
                <p14:cNvContentPartPr/>
                <p14:nvPr/>
              </p14:nvContentPartPr>
              <p14:xfrm>
                <a:off x="2882302" y="5278856"/>
                <a:ext cx="4680" cy="2520"/>
              </p14:xfrm>
            </p:contentPart>
          </mc:Choice>
          <mc:Fallback>
            <p:pic>
              <p:nvPicPr>
                <p:cNvPr id="53" name="Ink 52">
                  <a:extLst>
                    <a:ext uri="{FF2B5EF4-FFF2-40B4-BE49-F238E27FC236}">
                      <a16:creationId xmlns:a16="http://schemas.microsoft.com/office/drawing/2014/main" id="{CBECB4B0-4D70-6B3C-10E9-96D2FCF618B9}"/>
                    </a:ext>
                  </a:extLst>
                </p:cNvPr>
                <p:cNvPicPr/>
                <p:nvPr/>
              </p:nvPicPr>
              <p:blipFill>
                <a:blip r:embed="rId72"/>
                <a:stretch>
                  <a:fillRect/>
                </a:stretch>
              </p:blipFill>
              <p:spPr>
                <a:xfrm>
                  <a:off x="2873662" y="5270216"/>
                  <a:ext cx="22320" cy="201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73">
              <p14:nvContentPartPr>
                <p14:cNvPr id="55" name="Ink 54">
                  <a:extLst>
                    <a:ext uri="{FF2B5EF4-FFF2-40B4-BE49-F238E27FC236}">
                      <a16:creationId xmlns:a16="http://schemas.microsoft.com/office/drawing/2014/main" id="{688B1272-5619-C906-428A-89CAE958F7AA}"/>
                    </a:ext>
                  </a:extLst>
                </p14:cNvPr>
                <p14:cNvContentPartPr/>
                <p14:nvPr/>
              </p14:nvContentPartPr>
              <p14:xfrm>
                <a:off x="2929462" y="5112896"/>
                <a:ext cx="117000" cy="77040"/>
              </p14:xfrm>
            </p:contentPart>
          </mc:Choice>
          <mc:Fallback>
            <p:pic>
              <p:nvPicPr>
                <p:cNvPr id="55" name="Ink 54">
                  <a:extLst>
                    <a:ext uri="{FF2B5EF4-FFF2-40B4-BE49-F238E27FC236}">
                      <a16:creationId xmlns:a16="http://schemas.microsoft.com/office/drawing/2014/main" id="{688B1272-5619-C906-428A-89CAE958F7AA}"/>
                    </a:ext>
                  </a:extLst>
                </p:cNvPr>
                <p:cNvPicPr/>
                <p:nvPr/>
              </p:nvPicPr>
              <p:blipFill>
                <a:blip r:embed="rId74"/>
                <a:stretch>
                  <a:fillRect/>
                </a:stretch>
              </p:blipFill>
              <p:spPr>
                <a:xfrm>
                  <a:off x="2920822" y="5103896"/>
                  <a:ext cx="134640" cy="946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75">
              <p14:nvContentPartPr>
                <p14:cNvPr id="56" name="Ink 55">
                  <a:extLst>
                    <a:ext uri="{FF2B5EF4-FFF2-40B4-BE49-F238E27FC236}">
                      <a16:creationId xmlns:a16="http://schemas.microsoft.com/office/drawing/2014/main" id="{21C31601-3FB9-E0C2-BE32-C5C9D0602B31}"/>
                    </a:ext>
                  </a:extLst>
                </p14:cNvPr>
                <p14:cNvContentPartPr/>
                <p14:nvPr/>
              </p14:nvContentPartPr>
              <p14:xfrm>
                <a:off x="2997502" y="5188496"/>
                <a:ext cx="70920" cy="86760"/>
              </p14:xfrm>
            </p:contentPart>
          </mc:Choice>
          <mc:Fallback>
            <p:pic>
              <p:nvPicPr>
                <p:cNvPr id="56" name="Ink 55">
                  <a:extLst>
                    <a:ext uri="{FF2B5EF4-FFF2-40B4-BE49-F238E27FC236}">
                      <a16:creationId xmlns:a16="http://schemas.microsoft.com/office/drawing/2014/main" id="{21C31601-3FB9-E0C2-BE32-C5C9D0602B31}"/>
                    </a:ext>
                  </a:extLst>
                </p:cNvPr>
                <p:cNvPicPr/>
                <p:nvPr/>
              </p:nvPicPr>
              <p:blipFill>
                <a:blip r:embed="rId76"/>
                <a:stretch>
                  <a:fillRect/>
                </a:stretch>
              </p:blipFill>
              <p:spPr>
                <a:xfrm>
                  <a:off x="2988502" y="5179856"/>
                  <a:ext cx="88560" cy="1044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77">
              <p14:nvContentPartPr>
                <p14:cNvPr id="58" name="Ink 57">
                  <a:extLst>
                    <a:ext uri="{FF2B5EF4-FFF2-40B4-BE49-F238E27FC236}">
                      <a16:creationId xmlns:a16="http://schemas.microsoft.com/office/drawing/2014/main" id="{9A44F7E1-433F-0C16-791C-FBD9E8BC4F55}"/>
                    </a:ext>
                  </a:extLst>
                </p14:cNvPr>
                <p14:cNvContentPartPr/>
                <p14:nvPr/>
              </p14:nvContentPartPr>
              <p14:xfrm>
                <a:off x="3163102" y="5151776"/>
                <a:ext cx="145080" cy="138240"/>
              </p14:xfrm>
            </p:contentPart>
          </mc:Choice>
          <mc:Fallback>
            <p:pic>
              <p:nvPicPr>
                <p:cNvPr id="58" name="Ink 57">
                  <a:extLst>
                    <a:ext uri="{FF2B5EF4-FFF2-40B4-BE49-F238E27FC236}">
                      <a16:creationId xmlns:a16="http://schemas.microsoft.com/office/drawing/2014/main" id="{9A44F7E1-433F-0C16-791C-FBD9E8BC4F55}"/>
                    </a:ext>
                  </a:extLst>
                </p:cNvPr>
                <p:cNvPicPr/>
                <p:nvPr/>
              </p:nvPicPr>
              <p:blipFill>
                <a:blip r:embed="rId78"/>
                <a:stretch>
                  <a:fillRect/>
                </a:stretch>
              </p:blipFill>
              <p:spPr>
                <a:xfrm>
                  <a:off x="3154102" y="5142776"/>
                  <a:ext cx="162720" cy="1558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79">
              <p14:nvContentPartPr>
                <p14:cNvPr id="59" name="Ink 58">
                  <a:extLst>
                    <a:ext uri="{FF2B5EF4-FFF2-40B4-BE49-F238E27FC236}">
                      <a16:creationId xmlns:a16="http://schemas.microsoft.com/office/drawing/2014/main" id="{02699305-9229-A018-4B3E-31DDF8BC5E9F}"/>
                    </a:ext>
                  </a:extLst>
                </p14:cNvPr>
                <p14:cNvContentPartPr/>
                <p14:nvPr/>
              </p14:nvContentPartPr>
              <p14:xfrm>
                <a:off x="3220342" y="5230976"/>
                <a:ext cx="86400" cy="5760"/>
              </p14:xfrm>
            </p:contentPart>
          </mc:Choice>
          <mc:Fallback>
            <p:pic>
              <p:nvPicPr>
                <p:cNvPr id="59" name="Ink 58">
                  <a:extLst>
                    <a:ext uri="{FF2B5EF4-FFF2-40B4-BE49-F238E27FC236}">
                      <a16:creationId xmlns:a16="http://schemas.microsoft.com/office/drawing/2014/main" id="{02699305-9229-A018-4B3E-31DDF8BC5E9F}"/>
                    </a:ext>
                  </a:extLst>
                </p:cNvPr>
                <p:cNvPicPr/>
                <p:nvPr/>
              </p:nvPicPr>
              <p:blipFill>
                <a:blip r:embed="rId80"/>
                <a:stretch>
                  <a:fillRect/>
                </a:stretch>
              </p:blipFill>
              <p:spPr>
                <a:xfrm>
                  <a:off x="3211702" y="5221976"/>
                  <a:ext cx="104040" cy="234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81">
              <p14:nvContentPartPr>
                <p14:cNvPr id="60" name="Ink 59">
                  <a:extLst>
                    <a:ext uri="{FF2B5EF4-FFF2-40B4-BE49-F238E27FC236}">
                      <a16:creationId xmlns:a16="http://schemas.microsoft.com/office/drawing/2014/main" id="{121AE66C-3EF3-8958-4EFE-E006EF22A103}"/>
                    </a:ext>
                  </a:extLst>
                </p14:cNvPr>
                <p14:cNvContentPartPr/>
                <p14:nvPr/>
              </p14:nvContentPartPr>
              <p14:xfrm>
                <a:off x="3311422" y="5098136"/>
                <a:ext cx="75240" cy="4680"/>
              </p14:xfrm>
            </p:contentPart>
          </mc:Choice>
          <mc:Fallback>
            <p:pic>
              <p:nvPicPr>
                <p:cNvPr id="60" name="Ink 59">
                  <a:extLst>
                    <a:ext uri="{FF2B5EF4-FFF2-40B4-BE49-F238E27FC236}">
                      <a16:creationId xmlns:a16="http://schemas.microsoft.com/office/drawing/2014/main" id="{121AE66C-3EF3-8958-4EFE-E006EF22A103}"/>
                    </a:ext>
                  </a:extLst>
                </p:cNvPr>
                <p:cNvPicPr/>
                <p:nvPr/>
              </p:nvPicPr>
              <p:blipFill>
                <a:blip r:embed="rId82"/>
                <a:stretch>
                  <a:fillRect/>
                </a:stretch>
              </p:blipFill>
              <p:spPr>
                <a:xfrm>
                  <a:off x="3302422" y="5089136"/>
                  <a:ext cx="92880" cy="223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83">
              <p14:nvContentPartPr>
                <p14:cNvPr id="61" name="Ink 60">
                  <a:extLst>
                    <a:ext uri="{FF2B5EF4-FFF2-40B4-BE49-F238E27FC236}">
                      <a16:creationId xmlns:a16="http://schemas.microsoft.com/office/drawing/2014/main" id="{A5708886-2FEA-23A9-09BC-4C3B2FCB6823}"/>
                    </a:ext>
                  </a:extLst>
                </p14:cNvPr>
                <p14:cNvContentPartPr/>
                <p14:nvPr/>
              </p14:nvContentPartPr>
              <p14:xfrm>
                <a:off x="3455422" y="5018216"/>
                <a:ext cx="43920" cy="99360"/>
              </p14:xfrm>
            </p:contentPart>
          </mc:Choice>
          <mc:Fallback>
            <p:pic>
              <p:nvPicPr>
                <p:cNvPr id="61" name="Ink 60">
                  <a:extLst>
                    <a:ext uri="{FF2B5EF4-FFF2-40B4-BE49-F238E27FC236}">
                      <a16:creationId xmlns:a16="http://schemas.microsoft.com/office/drawing/2014/main" id="{A5708886-2FEA-23A9-09BC-4C3B2FCB6823}"/>
                    </a:ext>
                  </a:extLst>
                </p:cNvPr>
                <p:cNvPicPr/>
                <p:nvPr/>
              </p:nvPicPr>
              <p:blipFill>
                <a:blip r:embed="rId84"/>
                <a:stretch>
                  <a:fillRect/>
                </a:stretch>
              </p:blipFill>
              <p:spPr>
                <a:xfrm>
                  <a:off x="3446422" y="5009576"/>
                  <a:ext cx="61560" cy="117000"/>
                </a:xfrm>
                <a:prstGeom prst="rect">
                  <a:avLst/>
                </a:prstGeom>
              </p:spPr>
            </p:pic>
          </mc:Fallback>
        </mc:AlternateContent>
      </p:grpSp>
      <mc:AlternateContent xmlns:mc="http://schemas.openxmlformats.org/markup-compatibility/2006">
        <mc:Choice xmlns:p14="http://schemas.microsoft.com/office/powerpoint/2010/main" Requires="p14">
          <p:contentPart p14:bwMode="auto" r:id="rId85">
            <p14:nvContentPartPr>
              <p14:cNvPr id="63" name="Ink 62">
                <a:extLst>
                  <a:ext uri="{FF2B5EF4-FFF2-40B4-BE49-F238E27FC236}">
                    <a16:creationId xmlns:a16="http://schemas.microsoft.com/office/drawing/2014/main" id="{46A5C08F-B954-76D4-AA9F-AC6CAD0A9A9F}"/>
                  </a:ext>
                </a:extLst>
              </p14:cNvPr>
              <p14:cNvContentPartPr/>
              <p14:nvPr/>
            </p14:nvContentPartPr>
            <p14:xfrm>
              <a:off x="2227822" y="5411696"/>
              <a:ext cx="1157040" cy="22320"/>
            </p14:xfrm>
          </p:contentPart>
        </mc:Choice>
        <mc:Fallback>
          <p:pic>
            <p:nvPicPr>
              <p:cNvPr id="63" name="Ink 62">
                <a:extLst>
                  <a:ext uri="{FF2B5EF4-FFF2-40B4-BE49-F238E27FC236}">
                    <a16:creationId xmlns:a16="http://schemas.microsoft.com/office/drawing/2014/main" id="{46A5C08F-B954-76D4-AA9F-AC6CAD0A9A9F}"/>
                  </a:ext>
                </a:extLst>
              </p:cNvPr>
              <p:cNvPicPr/>
              <p:nvPr/>
            </p:nvPicPr>
            <p:blipFill>
              <a:blip r:embed="rId86"/>
              <a:stretch>
                <a:fillRect/>
              </a:stretch>
            </p:blipFill>
            <p:spPr>
              <a:xfrm>
                <a:off x="2219182" y="5402696"/>
                <a:ext cx="1174680" cy="39960"/>
              </a:xfrm>
              <a:prstGeom prst="rect">
                <a:avLst/>
              </a:prstGeom>
            </p:spPr>
          </p:pic>
        </mc:Fallback>
      </mc:AlternateContent>
      <p:grpSp>
        <p:nvGrpSpPr>
          <p:cNvPr id="74" name="Group 73">
            <a:extLst>
              <a:ext uri="{FF2B5EF4-FFF2-40B4-BE49-F238E27FC236}">
                <a16:creationId xmlns:a16="http://schemas.microsoft.com/office/drawing/2014/main" id="{CBFD84C0-7A7B-AA68-4DF9-BB153AE32AAC}"/>
              </a:ext>
            </a:extLst>
          </p:cNvPr>
          <p:cNvGrpSpPr/>
          <p:nvPr/>
        </p:nvGrpSpPr>
        <p:grpSpPr>
          <a:xfrm>
            <a:off x="2357782" y="5518256"/>
            <a:ext cx="1192320" cy="272160"/>
            <a:chOff x="2357782" y="5518256"/>
            <a:chExt cx="1192320" cy="272160"/>
          </a:xfrm>
        </p:grpSpPr>
        <mc:AlternateContent xmlns:mc="http://schemas.openxmlformats.org/markup-compatibility/2006">
          <mc:Choice xmlns:p14="http://schemas.microsoft.com/office/powerpoint/2010/main" Requires="p14">
            <p:contentPart p14:bwMode="auto" r:id="rId87">
              <p14:nvContentPartPr>
                <p14:cNvPr id="64" name="Ink 63">
                  <a:extLst>
                    <a:ext uri="{FF2B5EF4-FFF2-40B4-BE49-F238E27FC236}">
                      <a16:creationId xmlns:a16="http://schemas.microsoft.com/office/drawing/2014/main" id="{936BD71C-090D-812B-17F5-814B00FED8A9}"/>
                    </a:ext>
                  </a:extLst>
                </p14:cNvPr>
                <p14:cNvContentPartPr/>
                <p14:nvPr/>
              </p14:nvContentPartPr>
              <p14:xfrm>
                <a:off x="2357782" y="5599976"/>
                <a:ext cx="87480" cy="190440"/>
              </p14:xfrm>
            </p:contentPart>
          </mc:Choice>
          <mc:Fallback>
            <p:pic>
              <p:nvPicPr>
                <p:cNvPr id="64" name="Ink 63">
                  <a:extLst>
                    <a:ext uri="{FF2B5EF4-FFF2-40B4-BE49-F238E27FC236}">
                      <a16:creationId xmlns:a16="http://schemas.microsoft.com/office/drawing/2014/main" id="{936BD71C-090D-812B-17F5-814B00FED8A9}"/>
                    </a:ext>
                  </a:extLst>
                </p:cNvPr>
                <p:cNvPicPr/>
                <p:nvPr/>
              </p:nvPicPr>
              <p:blipFill>
                <a:blip r:embed="rId88"/>
                <a:stretch>
                  <a:fillRect/>
                </a:stretch>
              </p:blipFill>
              <p:spPr>
                <a:xfrm>
                  <a:off x="2348782" y="5591336"/>
                  <a:ext cx="105120" cy="2080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89">
              <p14:nvContentPartPr>
                <p14:cNvPr id="65" name="Ink 64">
                  <a:extLst>
                    <a:ext uri="{FF2B5EF4-FFF2-40B4-BE49-F238E27FC236}">
                      <a16:creationId xmlns:a16="http://schemas.microsoft.com/office/drawing/2014/main" id="{65FCD301-C0AB-0BDF-7395-70AF43222D9F}"/>
                    </a:ext>
                  </a:extLst>
                </p14:cNvPr>
                <p14:cNvContentPartPr/>
                <p14:nvPr/>
              </p14:nvContentPartPr>
              <p14:xfrm>
                <a:off x="2557582" y="5700056"/>
                <a:ext cx="100800" cy="15120"/>
              </p14:xfrm>
            </p:contentPart>
          </mc:Choice>
          <mc:Fallback>
            <p:pic>
              <p:nvPicPr>
                <p:cNvPr id="65" name="Ink 64">
                  <a:extLst>
                    <a:ext uri="{FF2B5EF4-FFF2-40B4-BE49-F238E27FC236}">
                      <a16:creationId xmlns:a16="http://schemas.microsoft.com/office/drawing/2014/main" id="{65FCD301-C0AB-0BDF-7395-70AF43222D9F}"/>
                    </a:ext>
                  </a:extLst>
                </p:cNvPr>
                <p:cNvPicPr/>
                <p:nvPr/>
              </p:nvPicPr>
              <p:blipFill>
                <a:blip r:embed="rId90"/>
                <a:stretch>
                  <a:fillRect/>
                </a:stretch>
              </p:blipFill>
              <p:spPr>
                <a:xfrm>
                  <a:off x="2548582" y="5691056"/>
                  <a:ext cx="118440" cy="327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91">
              <p14:nvContentPartPr>
                <p14:cNvPr id="66" name="Ink 65">
                  <a:extLst>
                    <a:ext uri="{FF2B5EF4-FFF2-40B4-BE49-F238E27FC236}">
                      <a16:creationId xmlns:a16="http://schemas.microsoft.com/office/drawing/2014/main" id="{AA8E2B8D-57F3-8B29-A723-A81EC8A65E57}"/>
                    </a:ext>
                  </a:extLst>
                </p14:cNvPr>
                <p14:cNvContentPartPr/>
                <p14:nvPr/>
              </p14:nvContentPartPr>
              <p14:xfrm>
                <a:off x="2737582" y="5647136"/>
                <a:ext cx="141480" cy="110160"/>
              </p14:xfrm>
            </p:contentPart>
          </mc:Choice>
          <mc:Fallback>
            <p:pic>
              <p:nvPicPr>
                <p:cNvPr id="66" name="Ink 65">
                  <a:extLst>
                    <a:ext uri="{FF2B5EF4-FFF2-40B4-BE49-F238E27FC236}">
                      <a16:creationId xmlns:a16="http://schemas.microsoft.com/office/drawing/2014/main" id="{AA8E2B8D-57F3-8B29-A723-A81EC8A65E57}"/>
                    </a:ext>
                  </a:extLst>
                </p:cNvPr>
                <p:cNvPicPr/>
                <p:nvPr/>
              </p:nvPicPr>
              <p:blipFill>
                <a:blip r:embed="rId92"/>
                <a:stretch>
                  <a:fillRect/>
                </a:stretch>
              </p:blipFill>
              <p:spPr>
                <a:xfrm>
                  <a:off x="2728942" y="5638136"/>
                  <a:ext cx="159120" cy="1278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93">
              <p14:nvContentPartPr>
                <p14:cNvPr id="67" name="Ink 66">
                  <a:extLst>
                    <a:ext uri="{FF2B5EF4-FFF2-40B4-BE49-F238E27FC236}">
                      <a16:creationId xmlns:a16="http://schemas.microsoft.com/office/drawing/2014/main" id="{86ECC644-9221-3ECE-C9C2-8D5D67E1C451}"/>
                    </a:ext>
                  </a:extLst>
                </p14:cNvPr>
                <p14:cNvContentPartPr/>
                <p14:nvPr/>
              </p14:nvContentPartPr>
              <p14:xfrm>
                <a:off x="2976982" y="5730656"/>
                <a:ext cx="8280" cy="22320"/>
              </p14:xfrm>
            </p:contentPart>
          </mc:Choice>
          <mc:Fallback>
            <p:pic>
              <p:nvPicPr>
                <p:cNvPr id="67" name="Ink 66">
                  <a:extLst>
                    <a:ext uri="{FF2B5EF4-FFF2-40B4-BE49-F238E27FC236}">
                      <a16:creationId xmlns:a16="http://schemas.microsoft.com/office/drawing/2014/main" id="{86ECC644-9221-3ECE-C9C2-8D5D67E1C451}"/>
                    </a:ext>
                  </a:extLst>
                </p:cNvPr>
                <p:cNvPicPr/>
                <p:nvPr/>
              </p:nvPicPr>
              <p:blipFill>
                <a:blip r:embed="rId94"/>
                <a:stretch>
                  <a:fillRect/>
                </a:stretch>
              </p:blipFill>
              <p:spPr>
                <a:xfrm>
                  <a:off x="2967982" y="5722016"/>
                  <a:ext cx="25920" cy="399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95">
              <p14:nvContentPartPr>
                <p14:cNvPr id="68" name="Ink 67">
                  <a:extLst>
                    <a:ext uri="{FF2B5EF4-FFF2-40B4-BE49-F238E27FC236}">
                      <a16:creationId xmlns:a16="http://schemas.microsoft.com/office/drawing/2014/main" id="{16CDB750-102F-34FD-3064-EDC701131502}"/>
                    </a:ext>
                  </a:extLst>
                </p14:cNvPr>
                <p14:cNvContentPartPr/>
                <p14:nvPr/>
              </p14:nvContentPartPr>
              <p14:xfrm>
                <a:off x="3008302" y="5619056"/>
                <a:ext cx="106560" cy="128160"/>
              </p14:xfrm>
            </p:contentPart>
          </mc:Choice>
          <mc:Fallback>
            <p:pic>
              <p:nvPicPr>
                <p:cNvPr id="68" name="Ink 67">
                  <a:extLst>
                    <a:ext uri="{FF2B5EF4-FFF2-40B4-BE49-F238E27FC236}">
                      <a16:creationId xmlns:a16="http://schemas.microsoft.com/office/drawing/2014/main" id="{16CDB750-102F-34FD-3064-EDC701131502}"/>
                    </a:ext>
                  </a:extLst>
                </p:cNvPr>
                <p:cNvPicPr/>
                <p:nvPr/>
              </p:nvPicPr>
              <p:blipFill>
                <a:blip r:embed="rId96"/>
                <a:stretch>
                  <a:fillRect/>
                </a:stretch>
              </p:blipFill>
              <p:spPr>
                <a:xfrm>
                  <a:off x="2999662" y="5610416"/>
                  <a:ext cx="124200" cy="1458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97">
              <p14:nvContentPartPr>
                <p14:cNvPr id="69" name="Ink 68">
                  <a:extLst>
                    <a:ext uri="{FF2B5EF4-FFF2-40B4-BE49-F238E27FC236}">
                      <a16:creationId xmlns:a16="http://schemas.microsoft.com/office/drawing/2014/main" id="{769A823E-87F0-33CB-FE82-06BEC9606CA4}"/>
                    </a:ext>
                  </a:extLst>
                </p14:cNvPr>
                <p14:cNvContentPartPr/>
                <p14:nvPr/>
              </p14:nvContentPartPr>
              <p14:xfrm>
                <a:off x="3014062" y="5598176"/>
                <a:ext cx="97560" cy="21240"/>
              </p14:xfrm>
            </p:contentPart>
          </mc:Choice>
          <mc:Fallback>
            <p:pic>
              <p:nvPicPr>
                <p:cNvPr id="69" name="Ink 68">
                  <a:extLst>
                    <a:ext uri="{FF2B5EF4-FFF2-40B4-BE49-F238E27FC236}">
                      <a16:creationId xmlns:a16="http://schemas.microsoft.com/office/drawing/2014/main" id="{769A823E-87F0-33CB-FE82-06BEC9606CA4}"/>
                    </a:ext>
                  </a:extLst>
                </p:cNvPr>
                <p:cNvPicPr/>
                <p:nvPr/>
              </p:nvPicPr>
              <p:blipFill>
                <a:blip r:embed="rId98"/>
                <a:stretch>
                  <a:fillRect/>
                </a:stretch>
              </p:blipFill>
              <p:spPr>
                <a:xfrm>
                  <a:off x="3005422" y="5589176"/>
                  <a:ext cx="115200" cy="388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99">
              <p14:nvContentPartPr>
                <p14:cNvPr id="70" name="Ink 69">
                  <a:extLst>
                    <a:ext uri="{FF2B5EF4-FFF2-40B4-BE49-F238E27FC236}">
                      <a16:creationId xmlns:a16="http://schemas.microsoft.com/office/drawing/2014/main" id="{30D1A840-8625-9AF4-A267-213032EB0D12}"/>
                    </a:ext>
                  </a:extLst>
                </p14:cNvPr>
                <p14:cNvContentPartPr/>
                <p14:nvPr/>
              </p14:nvContentPartPr>
              <p14:xfrm>
                <a:off x="3247342" y="5624816"/>
                <a:ext cx="126000" cy="149400"/>
              </p14:xfrm>
            </p:contentPart>
          </mc:Choice>
          <mc:Fallback>
            <p:pic>
              <p:nvPicPr>
                <p:cNvPr id="70" name="Ink 69">
                  <a:extLst>
                    <a:ext uri="{FF2B5EF4-FFF2-40B4-BE49-F238E27FC236}">
                      <a16:creationId xmlns:a16="http://schemas.microsoft.com/office/drawing/2014/main" id="{30D1A840-8625-9AF4-A267-213032EB0D12}"/>
                    </a:ext>
                  </a:extLst>
                </p:cNvPr>
                <p:cNvPicPr/>
                <p:nvPr/>
              </p:nvPicPr>
              <p:blipFill>
                <a:blip r:embed="rId100"/>
                <a:stretch>
                  <a:fillRect/>
                </a:stretch>
              </p:blipFill>
              <p:spPr>
                <a:xfrm>
                  <a:off x="3238342" y="5615816"/>
                  <a:ext cx="143640" cy="1670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01">
              <p14:nvContentPartPr>
                <p14:cNvPr id="71" name="Ink 70">
                  <a:extLst>
                    <a:ext uri="{FF2B5EF4-FFF2-40B4-BE49-F238E27FC236}">
                      <a16:creationId xmlns:a16="http://schemas.microsoft.com/office/drawing/2014/main" id="{02A1C3AC-AF84-344C-F798-AD72A62FC899}"/>
                    </a:ext>
                  </a:extLst>
                </p14:cNvPr>
                <p14:cNvContentPartPr/>
                <p14:nvPr/>
              </p14:nvContentPartPr>
              <p14:xfrm>
                <a:off x="3290542" y="5700776"/>
                <a:ext cx="79920" cy="3600"/>
              </p14:xfrm>
            </p:contentPart>
          </mc:Choice>
          <mc:Fallback>
            <p:pic>
              <p:nvPicPr>
                <p:cNvPr id="71" name="Ink 70">
                  <a:extLst>
                    <a:ext uri="{FF2B5EF4-FFF2-40B4-BE49-F238E27FC236}">
                      <a16:creationId xmlns:a16="http://schemas.microsoft.com/office/drawing/2014/main" id="{02A1C3AC-AF84-344C-F798-AD72A62FC899}"/>
                    </a:ext>
                  </a:extLst>
                </p:cNvPr>
                <p:cNvPicPr/>
                <p:nvPr/>
              </p:nvPicPr>
              <p:blipFill>
                <a:blip r:embed="rId102"/>
                <a:stretch>
                  <a:fillRect/>
                </a:stretch>
              </p:blipFill>
              <p:spPr>
                <a:xfrm>
                  <a:off x="3281902" y="5692136"/>
                  <a:ext cx="97560" cy="212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03">
              <p14:nvContentPartPr>
                <p14:cNvPr id="72" name="Ink 71">
                  <a:extLst>
                    <a:ext uri="{FF2B5EF4-FFF2-40B4-BE49-F238E27FC236}">
                      <a16:creationId xmlns:a16="http://schemas.microsoft.com/office/drawing/2014/main" id="{ECD7313B-661B-2497-1193-D2FCBDF6E919}"/>
                    </a:ext>
                  </a:extLst>
                </p14:cNvPr>
                <p14:cNvContentPartPr/>
                <p14:nvPr/>
              </p14:nvContentPartPr>
              <p14:xfrm>
                <a:off x="3399982" y="5591696"/>
                <a:ext cx="55800" cy="6480"/>
              </p14:xfrm>
            </p:contentPart>
          </mc:Choice>
          <mc:Fallback>
            <p:pic>
              <p:nvPicPr>
                <p:cNvPr id="72" name="Ink 71">
                  <a:extLst>
                    <a:ext uri="{FF2B5EF4-FFF2-40B4-BE49-F238E27FC236}">
                      <a16:creationId xmlns:a16="http://schemas.microsoft.com/office/drawing/2014/main" id="{ECD7313B-661B-2497-1193-D2FCBDF6E919}"/>
                    </a:ext>
                  </a:extLst>
                </p:cNvPr>
                <p:cNvPicPr/>
                <p:nvPr/>
              </p:nvPicPr>
              <p:blipFill>
                <a:blip r:embed="rId104"/>
                <a:stretch>
                  <a:fillRect/>
                </a:stretch>
              </p:blipFill>
              <p:spPr>
                <a:xfrm>
                  <a:off x="3390982" y="5582696"/>
                  <a:ext cx="73440" cy="241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05">
              <p14:nvContentPartPr>
                <p14:cNvPr id="73" name="Ink 72">
                  <a:extLst>
                    <a:ext uri="{FF2B5EF4-FFF2-40B4-BE49-F238E27FC236}">
                      <a16:creationId xmlns:a16="http://schemas.microsoft.com/office/drawing/2014/main" id="{848317C5-7596-3C65-E0AF-86713C7D4E12}"/>
                    </a:ext>
                  </a:extLst>
                </p14:cNvPr>
                <p14:cNvContentPartPr/>
                <p14:nvPr/>
              </p14:nvContentPartPr>
              <p14:xfrm>
                <a:off x="3508702" y="5518256"/>
                <a:ext cx="41400" cy="90720"/>
              </p14:xfrm>
            </p:contentPart>
          </mc:Choice>
          <mc:Fallback>
            <p:pic>
              <p:nvPicPr>
                <p:cNvPr id="73" name="Ink 72">
                  <a:extLst>
                    <a:ext uri="{FF2B5EF4-FFF2-40B4-BE49-F238E27FC236}">
                      <a16:creationId xmlns:a16="http://schemas.microsoft.com/office/drawing/2014/main" id="{848317C5-7596-3C65-E0AF-86713C7D4E12}"/>
                    </a:ext>
                  </a:extLst>
                </p:cNvPr>
                <p:cNvPicPr/>
                <p:nvPr/>
              </p:nvPicPr>
              <p:blipFill>
                <a:blip r:embed="rId106"/>
                <a:stretch>
                  <a:fillRect/>
                </a:stretch>
              </p:blipFill>
              <p:spPr>
                <a:xfrm>
                  <a:off x="3499702" y="5509256"/>
                  <a:ext cx="59040" cy="108360"/>
                </a:xfrm>
                <a:prstGeom prst="rect">
                  <a:avLst/>
                </a:prstGeom>
              </p:spPr>
            </p:pic>
          </mc:Fallback>
        </mc:AlternateContent>
      </p:grpSp>
      <mc:AlternateContent xmlns:mc="http://schemas.openxmlformats.org/markup-compatibility/2006">
        <mc:Choice xmlns:p14="http://schemas.microsoft.com/office/powerpoint/2010/main" Requires="p14">
          <p:contentPart p14:bwMode="auto" r:id="rId107">
            <p14:nvContentPartPr>
              <p14:cNvPr id="75" name="Ink 74">
                <a:extLst>
                  <a:ext uri="{FF2B5EF4-FFF2-40B4-BE49-F238E27FC236}">
                    <a16:creationId xmlns:a16="http://schemas.microsoft.com/office/drawing/2014/main" id="{79E29680-6911-8BA8-F06E-EA815196E148}"/>
                  </a:ext>
                </a:extLst>
              </p14:cNvPr>
              <p14:cNvContentPartPr/>
              <p14:nvPr/>
            </p14:nvContentPartPr>
            <p14:xfrm>
              <a:off x="2524822" y="2279696"/>
              <a:ext cx="1861920" cy="54720"/>
            </p14:xfrm>
          </p:contentPart>
        </mc:Choice>
        <mc:Fallback>
          <p:pic>
            <p:nvPicPr>
              <p:cNvPr id="75" name="Ink 74">
                <a:extLst>
                  <a:ext uri="{FF2B5EF4-FFF2-40B4-BE49-F238E27FC236}">
                    <a16:creationId xmlns:a16="http://schemas.microsoft.com/office/drawing/2014/main" id="{79E29680-6911-8BA8-F06E-EA815196E148}"/>
                  </a:ext>
                </a:extLst>
              </p:cNvPr>
              <p:cNvPicPr/>
              <p:nvPr/>
            </p:nvPicPr>
            <p:blipFill>
              <a:blip r:embed="rId108"/>
              <a:stretch>
                <a:fillRect/>
              </a:stretch>
            </p:blipFill>
            <p:spPr>
              <a:xfrm>
                <a:off x="2516182" y="2271056"/>
                <a:ext cx="1879560" cy="72360"/>
              </a:xfrm>
              <a:prstGeom prst="rect">
                <a:avLst/>
              </a:prstGeom>
            </p:spPr>
          </p:pic>
        </mc:Fallback>
      </mc:AlternateContent>
      <p:grpSp>
        <p:nvGrpSpPr>
          <p:cNvPr id="88" name="Group 87">
            <a:extLst>
              <a:ext uri="{FF2B5EF4-FFF2-40B4-BE49-F238E27FC236}">
                <a16:creationId xmlns:a16="http://schemas.microsoft.com/office/drawing/2014/main" id="{F8AD97DE-5EAA-12CA-7D6F-D14067E3BD41}"/>
              </a:ext>
            </a:extLst>
          </p:cNvPr>
          <p:cNvGrpSpPr/>
          <p:nvPr/>
        </p:nvGrpSpPr>
        <p:grpSpPr>
          <a:xfrm>
            <a:off x="4497262" y="5230616"/>
            <a:ext cx="547920" cy="149400"/>
            <a:chOff x="4497262" y="5230616"/>
            <a:chExt cx="547920" cy="149400"/>
          </a:xfrm>
        </p:grpSpPr>
        <mc:AlternateContent xmlns:mc="http://schemas.openxmlformats.org/markup-compatibility/2006">
          <mc:Choice xmlns:p14="http://schemas.microsoft.com/office/powerpoint/2010/main" Requires="p14">
            <p:contentPart p14:bwMode="auto" r:id="rId109">
              <p14:nvContentPartPr>
                <p14:cNvPr id="76" name="Ink 75">
                  <a:extLst>
                    <a:ext uri="{FF2B5EF4-FFF2-40B4-BE49-F238E27FC236}">
                      <a16:creationId xmlns:a16="http://schemas.microsoft.com/office/drawing/2014/main" id="{3B227E1D-2EF9-9DDA-CB83-BA75E60F97CE}"/>
                    </a:ext>
                  </a:extLst>
                </p14:cNvPr>
                <p14:cNvContentPartPr/>
                <p14:nvPr/>
              </p14:nvContentPartPr>
              <p14:xfrm>
                <a:off x="4497262" y="5230616"/>
                <a:ext cx="143280" cy="149400"/>
              </p14:xfrm>
            </p:contentPart>
          </mc:Choice>
          <mc:Fallback>
            <p:pic>
              <p:nvPicPr>
                <p:cNvPr id="76" name="Ink 75">
                  <a:extLst>
                    <a:ext uri="{FF2B5EF4-FFF2-40B4-BE49-F238E27FC236}">
                      <a16:creationId xmlns:a16="http://schemas.microsoft.com/office/drawing/2014/main" id="{3B227E1D-2EF9-9DDA-CB83-BA75E60F97CE}"/>
                    </a:ext>
                  </a:extLst>
                </p:cNvPr>
                <p:cNvPicPr/>
                <p:nvPr/>
              </p:nvPicPr>
              <p:blipFill>
                <a:blip r:embed="rId110"/>
                <a:stretch>
                  <a:fillRect/>
                </a:stretch>
              </p:blipFill>
              <p:spPr>
                <a:xfrm>
                  <a:off x="4488622" y="5221976"/>
                  <a:ext cx="160920" cy="1670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11">
              <p14:nvContentPartPr>
                <p14:cNvPr id="77" name="Ink 76">
                  <a:extLst>
                    <a:ext uri="{FF2B5EF4-FFF2-40B4-BE49-F238E27FC236}">
                      <a16:creationId xmlns:a16="http://schemas.microsoft.com/office/drawing/2014/main" id="{4305224E-FE4C-8EC9-922D-BBACBCB24B8C}"/>
                    </a:ext>
                  </a:extLst>
                </p14:cNvPr>
                <p14:cNvContentPartPr/>
                <p14:nvPr/>
              </p14:nvContentPartPr>
              <p14:xfrm>
                <a:off x="4561342" y="5246096"/>
                <a:ext cx="265680" cy="98280"/>
              </p14:xfrm>
            </p:contentPart>
          </mc:Choice>
          <mc:Fallback>
            <p:pic>
              <p:nvPicPr>
                <p:cNvPr id="77" name="Ink 76">
                  <a:extLst>
                    <a:ext uri="{FF2B5EF4-FFF2-40B4-BE49-F238E27FC236}">
                      <a16:creationId xmlns:a16="http://schemas.microsoft.com/office/drawing/2014/main" id="{4305224E-FE4C-8EC9-922D-BBACBCB24B8C}"/>
                    </a:ext>
                  </a:extLst>
                </p:cNvPr>
                <p:cNvPicPr/>
                <p:nvPr/>
              </p:nvPicPr>
              <p:blipFill>
                <a:blip r:embed="rId112"/>
                <a:stretch>
                  <a:fillRect/>
                </a:stretch>
              </p:blipFill>
              <p:spPr>
                <a:xfrm>
                  <a:off x="4552342" y="5237456"/>
                  <a:ext cx="283320" cy="1159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13">
              <p14:nvContentPartPr>
                <p14:cNvPr id="78" name="Ink 77">
                  <a:extLst>
                    <a:ext uri="{FF2B5EF4-FFF2-40B4-BE49-F238E27FC236}">
                      <a16:creationId xmlns:a16="http://schemas.microsoft.com/office/drawing/2014/main" id="{B519B2EF-A67F-AE49-B7CF-DCB14CF76BA6}"/>
                    </a:ext>
                  </a:extLst>
                </p14:cNvPr>
                <p14:cNvContentPartPr/>
                <p14:nvPr/>
              </p14:nvContentPartPr>
              <p14:xfrm>
                <a:off x="4938262" y="5277776"/>
                <a:ext cx="106920" cy="65520"/>
              </p14:xfrm>
            </p:contentPart>
          </mc:Choice>
          <mc:Fallback>
            <p:pic>
              <p:nvPicPr>
                <p:cNvPr id="78" name="Ink 77">
                  <a:extLst>
                    <a:ext uri="{FF2B5EF4-FFF2-40B4-BE49-F238E27FC236}">
                      <a16:creationId xmlns:a16="http://schemas.microsoft.com/office/drawing/2014/main" id="{B519B2EF-A67F-AE49-B7CF-DCB14CF76BA6}"/>
                    </a:ext>
                  </a:extLst>
                </p:cNvPr>
                <p:cNvPicPr/>
                <p:nvPr/>
              </p:nvPicPr>
              <p:blipFill>
                <a:blip r:embed="rId114"/>
                <a:stretch>
                  <a:fillRect/>
                </a:stretch>
              </p:blipFill>
              <p:spPr>
                <a:xfrm>
                  <a:off x="4929262" y="5268776"/>
                  <a:ext cx="124560" cy="83160"/>
                </a:xfrm>
                <a:prstGeom prst="rect">
                  <a:avLst/>
                </a:prstGeom>
              </p:spPr>
            </p:pic>
          </mc:Fallback>
        </mc:AlternateContent>
      </p:grpSp>
      <p:grpSp>
        <p:nvGrpSpPr>
          <p:cNvPr id="87" name="Group 86">
            <a:extLst>
              <a:ext uri="{FF2B5EF4-FFF2-40B4-BE49-F238E27FC236}">
                <a16:creationId xmlns:a16="http://schemas.microsoft.com/office/drawing/2014/main" id="{AAB50336-AF6B-BAB9-F18A-2371CF494604}"/>
              </a:ext>
            </a:extLst>
          </p:cNvPr>
          <p:cNvGrpSpPr/>
          <p:nvPr/>
        </p:nvGrpSpPr>
        <p:grpSpPr>
          <a:xfrm>
            <a:off x="5325622" y="5150336"/>
            <a:ext cx="985320" cy="224640"/>
            <a:chOff x="5325622" y="5150336"/>
            <a:chExt cx="985320" cy="224640"/>
          </a:xfrm>
        </p:grpSpPr>
        <mc:AlternateContent xmlns:mc="http://schemas.openxmlformats.org/markup-compatibility/2006">
          <mc:Choice xmlns:p14="http://schemas.microsoft.com/office/powerpoint/2010/main" Requires="p14">
            <p:contentPart p14:bwMode="auto" r:id="rId115">
              <p14:nvContentPartPr>
                <p14:cNvPr id="79" name="Ink 78">
                  <a:extLst>
                    <a:ext uri="{FF2B5EF4-FFF2-40B4-BE49-F238E27FC236}">
                      <a16:creationId xmlns:a16="http://schemas.microsoft.com/office/drawing/2014/main" id="{B312FDA2-C71C-FAA9-9C28-2F15C295E860}"/>
                    </a:ext>
                  </a:extLst>
                </p14:cNvPr>
                <p14:cNvContentPartPr/>
                <p14:nvPr/>
              </p14:nvContentPartPr>
              <p14:xfrm>
                <a:off x="5325622" y="5188856"/>
                <a:ext cx="177120" cy="186120"/>
              </p14:xfrm>
            </p:contentPart>
          </mc:Choice>
          <mc:Fallback>
            <p:pic>
              <p:nvPicPr>
                <p:cNvPr id="79" name="Ink 78">
                  <a:extLst>
                    <a:ext uri="{FF2B5EF4-FFF2-40B4-BE49-F238E27FC236}">
                      <a16:creationId xmlns:a16="http://schemas.microsoft.com/office/drawing/2014/main" id="{B312FDA2-C71C-FAA9-9C28-2F15C295E860}"/>
                    </a:ext>
                  </a:extLst>
                </p:cNvPr>
                <p:cNvPicPr/>
                <p:nvPr/>
              </p:nvPicPr>
              <p:blipFill>
                <a:blip r:embed="rId116"/>
                <a:stretch>
                  <a:fillRect/>
                </a:stretch>
              </p:blipFill>
              <p:spPr>
                <a:xfrm>
                  <a:off x="5316982" y="5179856"/>
                  <a:ext cx="194760" cy="2037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17">
              <p14:nvContentPartPr>
                <p14:cNvPr id="80" name="Ink 79">
                  <a:extLst>
                    <a:ext uri="{FF2B5EF4-FFF2-40B4-BE49-F238E27FC236}">
                      <a16:creationId xmlns:a16="http://schemas.microsoft.com/office/drawing/2014/main" id="{A5E7B184-3330-6E28-996D-0EF14BDA9110}"/>
                    </a:ext>
                  </a:extLst>
                </p14:cNvPr>
                <p14:cNvContentPartPr/>
                <p14:nvPr/>
              </p14:nvContentPartPr>
              <p14:xfrm>
                <a:off x="5357302" y="5288936"/>
                <a:ext cx="108000" cy="16920"/>
              </p14:xfrm>
            </p:contentPart>
          </mc:Choice>
          <mc:Fallback>
            <p:pic>
              <p:nvPicPr>
                <p:cNvPr id="80" name="Ink 79">
                  <a:extLst>
                    <a:ext uri="{FF2B5EF4-FFF2-40B4-BE49-F238E27FC236}">
                      <a16:creationId xmlns:a16="http://schemas.microsoft.com/office/drawing/2014/main" id="{A5E7B184-3330-6E28-996D-0EF14BDA9110}"/>
                    </a:ext>
                  </a:extLst>
                </p:cNvPr>
                <p:cNvPicPr/>
                <p:nvPr/>
              </p:nvPicPr>
              <p:blipFill>
                <a:blip r:embed="rId118"/>
                <a:stretch>
                  <a:fillRect/>
                </a:stretch>
              </p:blipFill>
              <p:spPr>
                <a:xfrm>
                  <a:off x="5348662" y="5279936"/>
                  <a:ext cx="125640" cy="345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19">
              <p14:nvContentPartPr>
                <p14:cNvPr id="81" name="Ink 80">
                  <a:extLst>
                    <a:ext uri="{FF2B5EF4-FFF2-40B4-BE49-F238E27FC236}">
                      <a16:creationId xmlns:a16="http://schemas.microsoft.com/office/drawing/2014/main" id="{11AB7625-FBD1-29AC-54EC-D570D17059DF}"/>
                    </a:ext>
                  </a:extLst>
                </p14:cNvPr>
                <p14:cNvContentPartPr/>
                <p14:nvPr/>
              </p14:nvContentPartPr>
              <p14:xfrm>
                <a:off x="5629462" y="5294336"/>
                <a:ext cx="144000" cy="11520"/>
              </p14:xfrm>
            </p:contentPart>
          </mc:Choice>
          <mc:Fallback>
            <p:pic>
              <p:nvPicPr>
                <p:cNvPr id="81" name="Ink 80">
                  <a:extLst>
                    <a:ext uri="{FF2B5EF4-FFF2-40B4-BE49-F238E27FC236}">
                      <a16:creationId xmlns:a16="http://schemas.microsoft.com/office/drawing/2014/main" id="{11AB7625-FBD1-29AC-54EC-D570D17059DF}"/>
                    </a:ext>
                  </a:extLst>
                </p:cNvPr>
                <p:cNvPicPr/>
                <p:nvPr/>
              </p:nvPicPr>
              <p:blipFill>
                <a:blip r:embed="rId120"/>
                <a:stretch>
                  <a:fillRect/>
                </a:stretch>
              </p:blipFill>
              <p:spPr>
                <a:xfrm>
                  <a:off x="5620822" y="5285696"/>
                  <a:ext cx="161640" cy="291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21">
              <p14:nvContentPartPr>
                <p14:cNvPr id="82" name="Ink 81">
                  <a:extLst>
                    <a:ext uri="{FF2B5EF4-FFF2-40B4-BE49-F238E27FC236}">
                      <a16:creationId xmlns:a16="http://schemas.microsoft.com/office/drawing/2014/main" id="{D5828FF0-77DF-E4EA-F859-B37A65526296}"/>
                    </a:ext>
                  </a:extLst>
                </p14:cNvPr>
                <p14:cNvContentPartPr/>
                <p14:nvPr/>
              </p14:nvContentPartPr>
              <p14:xfrm>
                <a:off x="5655382" y="5236376"/>
                <a:ext cx="86400" cy="8280"/>
              </p14:xfrm>
            </p:contentPart>
          </mc:Choice>
          <mc:Fallback>
            <p:pic>
              <p:nvPicPr>
                <p:cNvPr id="82" name="Ink 81">
                  <a:extLst>
                    <a:ext uri="{FF2B5EF4-FFF2-40B4-BE49-F238E27FC236}">
                      <a16:creationId xmlns:a16="http://schemas.microsoft.com/office/drawing/2014/main" id="{D5828FF0-77DF-E4EA-F859-B37A65526296}"/>
                    </a:ext>
                  </a:extLst>
                </p:cNvPr>
                <p:cNvPicPr/>
                <p:nvPr/>
              </p:nvPicPr>
              <p:blipFill>
                <a:blip r:embed="rId122"/>
                <a:stretch>
                  <a:fillRect/>
                </a:stretch>
              </p:blipFill>
              <p:spPr>
                <a:xfrm>
                  <a:off x="5646382" y="5227376"/>
                  <a:ext cx="104040" cy="259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23">
              <p14:nvContentPartPr>
                <p14:cNvPr id="83" name="Ink 82">
                  <a:extLst>
                    <a:ext uri="{FF2B5EF4-FFF2-40B4-BE49-F238E27FC236}">
                      <a16:creationId xmlns:a16="http://schemas.microsoft.com/office/drawing/2014/main" id="{8FA34EA7-F4AD-3ACF-85C6-AC874432E719}"/>
                    </a:ext>
                  </a:extLst>
                </p14:cNvPr>
                <p14:cNvContentPartPr/>
                <p14:nvPr/>
              </p14:nvContentPartPr>
              <p14:xfrm>
                <a:off x="5888302" y="5205416"/>
                <a:ext cx="120240" cy="106200"/>
              </p14:xfrm>
            </p:contentPart>
          </mc:Choice>
          <mc:Fallback>
            <p:pic>
              <p:nvPicPr>
                <p:cNvPr id="83" name="Ink 82">
                  <a:extLst>
                    <a:ext uri="{FF2B5EF4-FFF2-40B4-BE49-F238E27FC236}">
                      <a16:creationId xmlns:a16="http://schemas.microsoft.com/office/drawing/2014/main" id="{8FA34EA7-F4AD-3ACF-85C6-AC874432E719}"/>
                    </a:ext>
                  </a:extLst>
                </p:cNvPr>
                <p:cNvPicPr/>
                <p:nvPr/>
              </p:nvPicPr>
              <p:blipFill>
                <a:blip r:embed="rId124"/>
                <a:stretch>
                  <a:fillRect/>
                </a:stretch>
              </p:blipFill>
              <p:spPr>
                <a:xfrm>
                  <a:off x="5879302" y="5196776"/>
                  <a:ext cx="137880" cy="1238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25">
              <p14:nvContentPartPr>
                <p14:cNvPr id="84" name="Ink 83">
                  <a:extLst>
                    <a:ext uri="{FF2B5EF4-FFF2-40B4-BE49-F238E27FC236}">
                      <a16:creationId xmlns:a16="http://schemas.microsoft.com/office/drawing/2014/main" id="{26F5EBA7-7B22-48E8-6743-9A2A26CBFB18}"/>
                    </a:ext>
                  </a:extLst>
                </p14:cNvPr>
                <p14:cNvContentPartPr/>
                <p14:nvPr/>
              </p14:nvContentPartPr>
              <p14:xfrm>
                <a:off x="6108262" y="5315936"/>
                <a:ext cx="11880" cy="7560"/>
              </p14:xfrm>
            </p:contentPart>
          </mc:Choice>
          <mc:Fallback>
            <p:pic>
              <p:nvPicPr>
                <p:cNvPr id="84" name="Ink 83">
                  <a:extLst>
                    <a:ext uri="{FF2B5EF4-FFF2-40B4-BE49-F238E27FC236}">
                      <a16:creationId xmlns:a16="http://schemas.microsoft.com/office/drawing/2014/main" id="{26F5EBA7-7B22-48E8-6743-9A2A26CBFB18}"/>
                    </a:ext>
                  </a:extLst>
                </p:cNvPr>
                <p:cNvPicPr/>
                <p:nvPr/>
              </p:nvPicPr>
              <p:blipFill>
                <a:blip r:embed="rId126"/>
                <a:stretch>
                  <a:fillRect/>
                </a:stretch>
              </p:blipFill>
              <p:spPr>
                <a:xfrm>
                  <a:off x="6099262" y="5307296"/>
                  <a:ext cx="29520" cy="252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27">
              <p14:nvContentPartPr>
                <p14:cNvPr id="85" name="Ink 84">
                  <a:extLst>
                    <a:ext uri="{FF2B5EF4-FFF2-40B4-BE49-F238E27FC236}">
                      <a16:creationId xmlns:a16="http://schemas.microsoft.com/office/drawing/2014/main" id="{ED193EE2-03D3-1380-079B-16BE552E2A06}"/>
                    </a:ext>
                  </a:extLst>
                </p14:cNvPr>
                <p14:cNvContentPartPr/>
                <p14:nvPr/>
              </p14:nvContentPartPr>
              <p14:xfrm>
                <a:off x="6187822" y="5150336"/>
                <a:ext cx="97200" cy="95040"/>
              </p14:xfrm>
            </p:contentPart>
          </mc:Choice>
          <mc:Fallback>
            <p:pic>
              <p:nvPicPr>
                <p:cNvPr id="85" name="Ink 84">
                  <a:extLst>
                    <a:ext uri="{FF2B5EF4-FFF2-40B4-BE49-F238E27FC236}">
                      <a16:creationId xmlns:a16="http://schemas.microsoft.com/office/drawing/2014/main" id="{ED193EE2-03D3-1380-079B-16BE552E2A06}"/>
                    </a:ext>
                  </a:extLst>
                </p:cNvPr>
                <p:cNvPicPr/>
                <p:nvPr/>
              </p:nvPicPr>
              <p:blipFill>
                <a:blip r:embed="rId128"/>
                <a:stretch>
                  <a:fillRect/>
                </a:stretch>
              </p:blipFill>
              <p:spPr>
                <a:xfrm>
                  <a:off x="6179182" y="5141336"/>
                  <a:ext cx="114840" cy="1126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29">
              <p14:nvContentPartPr>
                <p14:cNvPr id="86" name="Ink 85">
                  <a:extLst>
                    <a:ext uri="{FF2B5EF4-FFF2-40B4-BE49-F238E27FC236}">
                      <a16:creationId xmlns:a16="http://schemas.microsoft.com/office/drawing/2014/main" id="{31FD90D5-8151-1C81-CCCD-7C0E4D206426}"/>
                    </a:ext>
                  </a:extLst>
                </p14:cNvPr>
                <p14:cNvContentPartPr/>
                <p14:nvPr/>
              </p14:nvContentPartPr>
              <p14:xfrm>
                <a:off x="6224182" y="5238896"/>
                <a:ext cx="86760" cy="82800"/>
              </p14:xfrm>
            </p:contentPart>
          </mc:Choice>
          <mc:Fallback>
            <p:pic>
              <p:nvPicPr>
                <p:cNvPr id="86" name="Ink 85">
                  <a:extLst>
                    <a:ext uri="{FF2B5EF4-FFF2-40B4-BE49-F238E27FC236}">
                      <a16:creationId xmlns:a16="http://schemas.microsoft.com/office/drawing/2014/main" id="{31FD90D5-8151-1C81-CCCD-7C0E4D206426}"/>
                    </a:ext>
                  </a:extLst>
                </p:cNvPr>
                <p:cNvPicPr/>
                <p:nvPr/>
              </p:nvPicPr>
              <p:blipFill>
                <a:blip r:embed="rId130"/>
                <a:stretch>
                  <a:fillRect/>
                </a:stretch>
              </p:blipFill>
              <p:spPr>
                <a:xfrm>
                  <a:off x="6215182" y="5229896"/>
                  <a:ext cx="104400" cy="100440"/>
                </a:xfrm>
                <a:prstGeom prst="rect">
                  <a:avLst/>
                </a:prstGeom>
              </p:spPr>
            </p:pic>
          </mc:Fallback>
        </mc:AlternateContent>
      </p:grpSp>
      <p:grpSp>
        <p:nvGrpSpPr>
          <p:cNvPr id="98" name="Group 97">
            <a:extLst>
              <a:ext uri="{FF2B5EF4-FFF2-40B4-BE49-F238E27FC236}">
                <a16:creationId xmlns:a16="http://schemas.microsoft.com/office/drawing/2014/main" id="{0290A2DA-16CA-D493-692B-7DC8D291A358}"/>
              </a:ext>
            </a:extLst>
          </p:cNvPr>
          <p:cNvGrpSpPr/>
          <p:nvPr/>
        </p:nvGrpSpPr>
        <p:grpSpPr>
          <a:xfrm>
            <a:off x="4591942" y="5635256"/>
            <a:ext cx="511560" cy="236160"/>
            <a:chOff x="4591942" y="5635256"/>
            <a:chExt cx="511560" cy="236160"/>
          </a:xfrm>
        </p:grpSpPr>
        <mc:AlternateContent xmlns:mc="http://schemas.openxmlformats.org/markup-compatibility/2006">
          <mc:Choice xmlns:p14="http://schemas.microsoft.com/office/powerpoint/2010/main" Requires="p14">
            <p:contentPart p14:bwMode="auto" r:id="rId131">
              <p14:nvContentPartPr>
                <p14:cNvPr id="89" name="Ink 88">
                  <a:extLst>
                    <a:ext uri="{FF2B5EF4-FFF2-40B4-BE49-F238E27FC236}">
                      <a16:creationId xmlns:a16="http://schemas.microsoft.com/office/drawing/2014/main" id="{EE63651A-017E-4A61-5C59-D4142FE1D9D2}"/>
                    </a:ext>
                  </a:extLst>
                </p14:cNvPr>
                <p14:cNvContentPartPr/>
                <p14:nvPr/>
              </p14:nvContentPartPr>
              <p14:xfrm>
                <a:off x="4591942" y="5709776"/>
                <a:ext cx="122760" cy="161640"/>
              </p14:xfrm>
            </p:contentPart>
          </mc:Choice>
          <mc:Fallback>
            <p:pic>
              <p:nvPicPr>
                <p:cNvPr id="89" name="Ink 88">
                  <a:extLst>
                    <a:ext uri="{FF2B5EF4-FFF2-40B4-BE49-F238E27FC236}">
                      <a16:creationId xmlns:a16="http://schemas.microsoft.com/office/drawing/2014/main" id="{EE63651A-017E-4A61-5C59-D4142FE1D9D2}"/>
                    </a:ext>
                  </a:extLst>
                </p:cNvPr>
                <p:cNvPicPr/>
                <p:nvPr/>
              </p:nvPicPr>
              <p:blipFill>
                <a:blip r:embed="rId132"/>
                <a:stretch>
                  <a:fillRect/>
                </a:stretch>
              </p:blipFill>
              <p:spPr>
                <a:xfrm>
                  <a:off x="4582942" y="5700776"/>
                  <a:ext cx="140400" cy="1792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33">
              <p14:nvContentPartPr>
                <p14:cNvPr id="90" name="Ink 89">
                  <a:extLst>
                    <a:ext uri="{FF2B5EF4-FFF2-40B4-BE49-F238E27FC236}">
                      <a16:creationId xmlns:a16="http://schemas.microsoft.com/office/drawing/2014/main" id="{227C4788-5D3D-6649-75A0-4142ADE5B004}"/>
                    </a:ext>
                  </a:extLst>
                </p14:cNvPr>
                <p14:cNvContentPartPr/>
                <p14:nvPr/>
              </p14:nvContentPartPr>
              <p14:xfrm>
                <a:off x="4724422" y="5727056"/>
                <a:ext cx="124920" cy="57960"/>
              </p14:xfrm>
            </p:contentPart>
          </mc:Choice>
          <mc:Fallback>
            <p:pic>
              <p:nvPicPr>
                <p:cNvPr id="90" name="Ink 89">
                  <a:extLst>
                    <a:ext uri="{FF2B5EF4-FFF2-40B4-BE49-F238E27FC236}">
                      <a16:creationId xmlns:a16="http://schemas.microsoft.com/office/drawing/2014/main" id="{227C4788-5D3D-6649-75A0-4142ADE5B004}"/>
                    </a:ext>
                  </a:extLst>
                </p:cNvPr>
                <p:cNvPicPr/>
                <p:nvPr/>
              </p:nvPicPr>
              <p:blipFill>
                <a:blip r:embed="rId134"/>
                <a:stretch>
                  <a:fillRect/>
                </a:stretch>
              </p:blipFill>
              <p:spPr>
                <a:xfrm>
                  <a:off x="4715782" y="5718416"/>
                  <a:ext cx="142560" cy="756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35">
              <p14:nvContentPartPr>
                <p14:cNvPr id="91" name="Ink 90">
                  <a:extLst>
                    <a:ext uri="{FF2B5EF4-FFF2-40B4-BE49-F238E27FC236}">
                      <a16:creationId xmlns:a16="http://schemas.microsoft.com/office/drawing/2014/main" id="{13562919-C156-B4B2-D7EC-141EA9377056}"/>
                    </a:ext>
                  </a:extLst>
                </p14:cNvPr>
                <p14:cNvContentPartPr/>
                <p14:nvPr/>
              </p14:nvContentPartPr>
              <p14:xfrm>
                <a:off x="4869502" y="5635256"/>
                <a:ext cx="70200" cy="149400"/>
              </p14:xfrm>
            </p:contentPart>
          </mc:Choice>
          <mc:Fallback>
            <p:pic>
              <p:nvPicPr>
                <p:cNvPr id="91" name="Ink 90">
                  <a:extLst>
                    <a:ext uri="{FF2B5EF4-FFF2-40B4-BE49-F238E27FC236}">
                      <a16:creationId xmlns:a16="http://schemas.microsoft.com/office/drawing/2014/main" id="{13562919-C156-B4B2-D7EC-141EA9377056}"/>
                    </a:ext>
                  </a:extLst>
                </p:cNvPr>
                <p:cNvPicPr/>
                <p:nvPr/>
              </p:nvPicPr>
              <p:blipFill>
                <a:blip r:embed="rId136"/>
                <a:stretch>
                  <a:fillRect/>
                </a:stretch>
              </p:blipFill>
              <p:spPr>
                <a:xfrm>
                  <a:off x="4860862" y="5626256"/>
                  <a:ext cx="87840" cy="1670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37">
              <p14:nvContentPartPr>
                <p14:cNvPr id="92" name="Ink 91">
                  <a:extLst>
                    <a:ext uri="{FF2B5EF4-FFF2-40B4-BE49-F238E27FC236}">
                      <a16:creationId xmlns:a16="http://schemas.microsoft.com/office/drawing/2014/main" id="{F9D387D0-6240-B45E-C144-13DC0325C862}"/>
                    </a:ext>
                  </a:extLst>
                </p14:cNvPr>
                <p14:cNvContentPartPr/>
                <p14:nvPr/>
              </p14:nvContentPartPr>
              <p14:xfrm>
                <a:off x="4954462" y="5708336"/>
                <a:ext cx="149040" cy="81720"/>
              </p14:xfrm>
            </p:contentPart>
          </mc:Choice>
          <mc:Fallback>
            <p:pic>
              <p:nvPicPr>
                <p:cNvPr id="92" name="Ink 91">
                  <a:extLst>
                    <a:ext uri="{FF2B5EF4-FFF2-40B4-BE49-F238E27FC236}">
                      <a16:creationId xmlns:a16="http://schemas.microsoft.com/office/drawing/2014/main" id="{F9D387D0-6240-B45E-C144-13DC0325C862}"/>
                    </a:ext>
                  </a:extLst>
                </p:cNvPr>
                <p:cNvPicPr/>
                <p:nvPr/>
              </p:nvPicPr>
              <p:blipFill>
                <a:blip r:embed="rId138"/>
                <a:stretch>
                  <a:fillRect/>
                </a:stretch>
              </p:blipFill>
              <p:spPr>
                <a:xfrm>
                  <a:off x="4945822" y="5699696"/>
                  <a:ext cx="166680" cy="99360"/>
                </a:xfrm>
                <a:prstGeom prst="rect">
                  <a:avLst/>
                </a:prstGeom>
              </p:spPr>
            </p:pic>
          </mc:Fallback>
        </mc:AlternateContent>
      </p:grpSp>
      <p:grpSp>
        <p:nvGrpSpPr>
          <p:cNvPr id="103" name="Group 102">
            <a:extLst>
              <a:ext uri="{FF2B5EF4-FFF2-40B4-BE49-F238E27FC236}">
                <a16:creationId xmlns:a16="http://schemas.microsoft.com/office/drawing/2014/main" id="{2D992C28-07B0-EC9E-7770-62651AC4324E}"/>
              </a:ext>
            </a:extLst>
          </p:cNvPr>
          <p:cNvGrpSpPr/>
          <p:nvPr/>
        </p:nvGrpSpPr>
        <p:grpSpPr>
          <a:xfrm>
            <a:off x="5401222" y="5624816"/>
            <a:ext cx="920160" cy="223560"/>
            <a:chOff x="5401222" y="5624816"/>
            <a:chExt cx="920160" cy="223560"/>
          </a:xfrm>
        </p:grpSpPr>
        <mc:AlternateContent xmlns:mc="http://schemas.openxmlformats.org/markup-compatibility/2006">
          <mc:Choice xmlns:p14="http://schemas.microsoft.com/office/powerpoint/2010/main" Requires="p14">
            <p:contentPart p14:bwMode="auto" r:id="rId139">
              <p14:nvContentPartPr>
                <p14:cNvPr id="93" name="Ink 92">
                  <a:extLst>
                    <a:ext uri="{FF2B5EF4-FFF2-40B4-BE49-F238E27FC236}">
                      <a16:creationId xmlns:a16="http://schemas.microsoft.com/office/drawing/2014/main" id="{42862F78-6B19-E4F3-076D-82CB3846F026}"/>
                    </a:ext>
                  </a:extLst>
                </p14:cNvPr>
                <p14:cNvContentPartPr/>
                <p14:nvPr/>
              </p14:nvContentPartPr>
              <p14:xfrm>
                <a:off x="5401222" y="5680256"/>
                <a:ext cx="149040" cy="168120"/>
              </p14:xfrm>
            </p:contentPart>
          </mc:Choice>
          <mc:Fallback>
            <p:pic>
              <p:nvPicPr>
                <p:cNvPr id="93" name="Ink 92">
                  <a:extLst>
                    <a:ext uri="{FF2B5EF4-FFF2-40B4-BE49-F238E27FC236}">
                      <a16:creationId xmlns:a16="http://schemas.microsoft.com/office/drawing/2014/main" id="{42862F78-6B19-E4F3-076D-82CB3846F026}"/>
                    </a:ext>
                  </a:extLst>
                </p:cNvPr>
                <p:cNvPicPr/>
                <p:nvPr/>
              </p:nvPicPr>
              <p:blipFill>
                <a:blip r:embed="rId140"/>
                <a:stretch>
                  <a:fillRect/>
                </a:stretch>
              </p:blipFill>
              <p:spPr>
                <a:xfrm>
                  <a:off x="5392222" y="5671256"/>
                  <a:ext cx="166680" cy="1857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41">
              <p14:nvContentPartPr>
                <p14:cNvPr id="94" name="Ink 93">
                  <a:extLst>
                    <a:ext uri="{FF2B5EF4-FFF2-40B4-BE49-F238E27FC236}">
                      <a16:creationId xmlns:a16="http://schemas.microsoft.com/office/drawing/2014/main" id="{C06C27F5-4826-720E-2711-877CA5AF3B3A}"/>
                    </a:ext>
                  </a:extLst>
                </p14:cNvPr>
                <p14:cNvContentPartPr/>
                <p14:nvPr/>
              </p14:nvContentPartPr>
              <p14:xfrm>
                <a:off x="5439382" y="5768096"/>
                <a:ext cx="84240" cy="12960"/>
              </p14:xfrm>
            </p:contentPart>
          </mc:Choice>
          <mc:Fallback>
            <p:pic>
              <p:nvPicPr>
                <p:cNvPr id="94" name="Ink 93">
                  <a:extLst>
                    <a:ext uri="{FF2B5EF4-FFF2-40B4-BE49-F238E27FC236}">
                      <a16:creationId xmlns:a16="http://schemas.microsoft.com/office/drawing/2014/main" id="{C06C27F5-4826-720E-2711-877CA5AF3B3A}"/>
                    </a:ext>
                  </a:extLst>
                </p:cNvPr>
                <p:cNvPicPr/>
                <p:nvPr/>
              </p:nvPicPr>
              <p:blipFill>
                <a:blip r:embed="rId142"/>
                <a:stretch>
                  <a:fillRect/>
                </a:stretch>
              </p:blipFill>
              <p:spPr>
                <a:xfrm>
                  <a:off x="5430742" y="5759096"/>
                  <a:ext cx="101880" cy="306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43">
              <p14:nvContentPartPr>
                <p14:cNvPr id="95" name="Ink 94">
                  <a:extLst>
                    <a:ext uri="{FF2B5EF4-FFF2-40B4-BE49-F238E27FC236}">
                      <a16:creationId xmlns:a16="http://schemas.microsoft.com/office/drawing/2014/main" id="{DA69822F-03A3-24EB-0DCB-5A2EF6F44EDB}"/>
                    </a:ext>
                  </a:extLst>
                </p14:cNvPr>
                <p14:cNvContentPartPr/>
                <p14:nvPr/>
              </p14:nvContentPartPr>
              <p14:xfrm>
                <a:off x="5672302" y="5759096"/>
                <a:ext cx="101520" cy="14400"/>
              </p14:xfrm>
            </p:contentPart>
          </mc:Choice>
          <mc:Fallback>
            <p:pic>
              <p:nvPicPr>
                <p:cNvPr id="95" name="Ink 94">
                  <a:extLst>
                    <a:ext uri="{FF2B5EF4-FFF2-40B4-BE49-F238E27FC236}">
                      <a16:creationId xmlns:a16="http://schemas.microsoft.com/office/drawing/2014/main" id="{DA69822F-03A3-24EB-0DCB-5A2EF6F44EDB}"/>
                    </a:ext>
                  </a:extLst>
                </p:cNvPr>
                <p:cNvPicPr/>
                <p:nvPr/>
              </p:nvPicPr>
              <p:blipFill>
                <a:blip r:embed="rId144"/>
                <a:stretch>
                  <a:fillRect/>
                </a:stretch>
              </p:blipFill>
              <p:spPr>
                <a:xfrm>
                  <a:off x="5663302" y="5750096"/>
                  <a:ext cx="119160" cy="320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45">
              <p14:nvContentPartPr>
                <p14:cNvPr id="96" name="Ink 95">
                  <a:extLst>
                    <a:ext uri="{FF2B5EF4-FFF2-40B4-BE49-F238E27FC236}">
                      <a16:creationId xmlns:a16="http://schemas.microsoft.com/office/drawing/2014/main" id="{38579C36-93EF-60C6-63D4-1D3E72413A27}"/>
                    </a:ext>
                  </a:extLst>
                </p14:cNvPr>
                <p14:cNvContentPartPr/>
                <p14:nvPr/>
              </p14:nvContentPartPr>
              <p14:xfrm>
                <a:off x="5687062" y="5717696"/>
                <a:ext cx="86400" cy="6480"/>
              </p14:xfrm>
            </p:contentPart>
          </mc:Choice>
          <mc:Fallback>
            <p:pic>
              <p:nvPicPr>
                <p:cNvPr id="96" name="Ink 95">
                  <a:extLst>
                    <a:ext uri="{FF2B5EF4-FFF2-40B4-BE49-F238E27FC236}">
                      <a16:creationId xmlns:a16="http://schemas.microsoft.com/office/drawing/2014/main" id="{38579C36-93EF-60C6-63D4-1D3E72413A27}"/>
                    </a:ext>
                  </a:extLst>
                </p:cNvPr>
                <p:cNvPicPr/>
                <p:nvPr/>
              </p:nvPicPr>
              <p:blipFill>
                <a:blip r:embed="rId146"/>
                <a:stretch>
                  <a:fillRect/>
                </a:stretch>
              </p:blipFill>
              <p:spPr>
                <a:xfrm>
                  <a:off x="5678422" y="5709056"/>
                  <a:ext cx="104040" cy="241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47">
              <p14:nvContentPartPr>
                <p14:cNvPr id="99" name="Ink 98">
                  <a:extLst>
                    <a:ext uri="{FF2B5EF4-FFF2-40B4-BE49-F238E27FC236}">
                      <a16:creationId xmlns:a16="http://schemas.microsoft.com/office/drawing/2014/main" id="{F4795023-95D7-9860-38CD-74A10835937F}"/>
                    </a:ext>
                  </a:extLst>
                </p14:cNvPr>
                <p14:cNvContentPartPr/>
                <p14:nvPr/>
              </p14:nvContentPartPr>
              <p14:xfrm>
                <a:off x="5912782" y="5687456"/>
                <a:ext cx="120240" cy="97920"/>
              </p14:xfrm>
            </p:contentPart>
          </mc:Choice>
          <mc:Fallback>
            <p:pic>
              <p:nvPicPr>
                <p:cNvPr id="99" name="Ink 98">
                  <a:extLst>
                    <a:ext uri="{FF2B5EF4-FFF2-40B4-BE49-F238E27FC236}">
                      <a16:creationId xmlns:a16="http://schemas.microsoft.com/office/drawing/2014/main" id="{F4795023-95D7-9860-38CD-74A10835937F}"/>
                    </a:ext>
                  </a:extLst>
                </p:cNvPr>
                <p:cNvPicPr/>
                <p:nvPr/>
              </p:nvPicPr>
              <p:blipFill>
                <a:blip r:embed="rId148"/>
                <a:stretch>
                  <a:fillRect/>
                </a:stretch>
              </p:blipFill>
              <p:spPr>
                <a:xfrm>
                  <a:off x="5903782" y="5678456"/>
                  <a:ext cx="137880" cy="1155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49">
              <p14:nvContentPartPr>
                <p14:cNvPr id="100" name="Ink 99">
                  <a:extLst>
                    <a:ext uri="{FF2B5EF4-FFF2-40B4-BE49-F238E27FC236}">
                      <a16:creationId xmlns:a16="http://schemas.microsoft.com/office/drawing/2014/main" id="{0ABEFDEF-C2CF-C044-9B24-CF88211334D0}"/>
                    </a:ext>
                  </a:extLst>
                </p14:cNvPr>
                <p14:cNvContentPartPr/>
                <p14:nvPr/>
              </p14:nvContentPartPr>
              <p14:xfrm>
                <a:off x="6111502" y="5789336"/>
                <a:ext cx="7560" cy="9720"/>
              </p14:xfrm>
            </p:contentPart>
          </mc:Choice>
          <mc:Fallback>
            <p:pic>
              <p:nvPicPr>
                <p:cNvPr id="100" name="Ink 99">
                  <a:extLst>
                    <a:ext uri="{FF2B5EF4-FFF2-40B4-BE49-F238E27FC236}">
                      <a16:creationId xmlns:a16="http://schemas.microsoft.com/office/drawing/2014/main" id="{0ABEFDEF-C2CF-C044-9B24-CF88211334D0}"/>
                    </a:ext>
                  </a:extLst>
                </p:cNvPr>
                <p:cNvPicPr/>
                <p:nvPr/>
              </p:nvPicPr>
              <p:blipFill>
                <a:blip r:embed="rId150"/>
                <a:stretch>
                  <a:fillRect/>
                </a:stretch>
              </p:blipFill>
              <p:spPr>
                <a:xfrm>
                  <a:off x="6102862" y="5780336"/>
                  <a:ext cx="25200" cy="273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51">
              <p14:nvContentPartPr>
                <p14:cNvPr id="101" name="Ink 100">
                  <a:extLst>
                    <a:ext uri="{FF2B5EF4-FFF2-40B4-BE49-F238E27FC236}">
                      <a16:creationId xmlns:a16="http://schemas.microsoft.com/office/drawing/2014/main" id="{C8660BAF-B376-2BEE-8CAE-0B9C31D736AE}"/>
                    </a:ext>
                  </a:extLst>
                </p14:cNvPr>
                <p14:cNvContentPartPr/>
                <p14:nvPr/>
              </p14:nvContentPartPr>
              <p14:xfrm>
                <a:off x="6187822" y="5661536"/>
                <a:ext cx="111600" cy="129240"/>
              </p14:xfrm>
            </p:contentPart>
          </mc:Choice>
          <mc:Fallback>
            <p:pic>
              <p:nvPicPr>
                <p:cNvPr id="101" name="Ink 100">
                  <a:extLst>
                    <a:ext uri="{FF2B5EF4-FFF2-40B4-BE49-F238E27FC236}">
                      <a16:creationId xmlns:a16="http://schemas.microsoft.com/office/drawing/2014/main" id="{C8660BAF-B376-2BEE-8CAE-0B9C31D736AE}"/>
                    </a:ext>
                  </a:extLst>
                </p:cNvPr>
                <p:cNvPicPr/>
                <p:nvPr/>
              </p:nvPicPr>
              <p:blipFill>
                <a:blip r:embed="rId152"/>
                <a:stretch>
                  <a:fillRect/>
                </a:stretch>
              </p:blipFill>
              <p:spPr>
                <a:xfrm>
                  <a:off x="6179182" y="5652896"/>
                  <a:ext cx="129240" cy="1468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53">
              <p14:nvContentPartPr>
                <p14:cNvPr id="102" name="Ink 101">
                  <a:extLst>
                    <a:ext uri="{FF2B5EF4-FFF2-40B4-BE49-F238E27FC236}">
                      <a16:creationId xmlns:a16="http://schemas.microsoft.com/office/drawing/2014/main" id="{8470A47D-8D97-4EC4-A6B7-7C9E974F210C}"/>
                    </a:ext>
                  </a:extLst>
                </p14:cNvPr>
                <p14:cNvContentPartPr/>
                <p14:nvPr/>
              </p14:nvContentPartPr>
              <p14:xfrm>
                <a:off x="6198622" y="5624816"/>
                <a:ext cx="122760" cy="21240"/>
              </p14:xfrm>
            </p:contentPart>
          </mc:Choice>
          <mc:Fallback>
            <p:pic>
              <p:nvPicPr>
                <p:cNvPr id="102" name="Ink 101">
                  <a:extLst>
                    <a:ext uri="{FF2B5EF4-FFF2-40B4-BE49-F238E27FC236}">
                      <a16:creationId xmlns:a16="http://schemas.microsoft.com/office/drawing/2014/main" id="{8470A47D-8D97-4EC4-A6B7-7C9E974F210C}"/>
                    </a:ext>
                  </a:extLst>
                </p:cNvPr>
                <p:cNvPicPr/>
                <p:nvPr/>
              </p:nvPicPr>
              <p:blipFill>
                <a:blip r:embed="rId154"/>
                <a:stretch>
                  <a:fillRect/>
                </a:stretch>
              </p:blipFill>
              <p:spPr>
                <a:xfrm>
                  <a:off x="6189622" y="5616176"/>
                  <a:ext cx="140400" cy="38880"/>
                </a:xfrm>
                <a:prstGeom prst="rect">
                  <a:avLst/>
                </a:prstGeom>
              </p:spPr>
            </p:pic>
          </mc:Fallback>
        </mc:AlternateContent>
      </p:grpSp>
      <p:grpSp>
        <p:nvGrpSpPr>
          <p:cNvPr id="118" name="Group 117">
            <a:extLst>
              <a:ext uri="{FF2B5EF4-FFF2-40B4-BE49-F238E27FC236}">
                <a16:creationId xmlns:a16="http://schemas.microsoft.com/office/drawing/2014/main" id="{7665A3CD-613A-D810-AB09-830003B9FD9D}"/>
              </a:ext>
            </a:extLst>
          </p:cNvPr>
          <p:cNvGrpSpPr/>
          <p:nvPr/>
        </p:nvGrpSpPr>
        <p:grpSpPr>
          <a:xfrm>
            <a:off x="913822" y="6077336"/>
            <a:ext cx="1271520" cy="435600"/>
            <a:chOff x="913822" y="6077336"/>
            <a:chExt cx="1271520" cy="435600"/>
          </a:xfrm>
        </p:grpSpPr>
        <mc:AlternateContent xmlns:mc="http://schemas.openxmlformats.org/markup-compatibility/2006">
          <mc:Choice xmlns:p14="http://schemas.microsoft.com/office/powerpoint/2010/main" Requires="p14">
            <p:contentPart p14:bwMode="auto" r:id="rId155">
              <p14:nvContentPartPr>
                <p14:cNvPr id="110" name="Ink 109">
                  <a:extLst>
                    <a:ext uri="{FF2B5EF4-FFF2-40B4-BE49-F238E27FC236}">
                      <a16:creationId xmlns:a16="http://schemas.microsoft.com/office/drawing/2014/main" id="{50CC88D0-0594-97E7-F532-D550EBA56C0D}"/>
                    </a:ext>
                  </a:extLst>
                </p14:cNvPr>
                <p14:cNvContentPartPr/>
                <p14:nvPr/>
              </p14:nvContentPartPr>
              <p14:xfrm>
                <a:off x="1612942" y="6077336"/>
                <a:ext cx="8640" cy="4680"/>
              </p14:xfrm>
            </p:contentPart>
          </mc:Choice>
          <mc:Fallback>
            <p:pic>
              <p:nvPicPr>
                <p:cNvPr id="110" name="Ink 109">
                  <a:extLst>
                    <a:ext uri="{FF2B5EF4-FFF2-40B4-BE49-F238E27FC236}">
                      <a16:creationId xmlns:a16="http://schemas.microsoft.com/office/drawing/2014/main" id="{50CC88D0-0594-97E7-F532-D550EBA56C0D}"/>
                    </a:ext>
                  </a:extLst>
                </p:cNvPr>
                <p:cNvPicPr/>
                <p:nvPr/>
              </p:nvPicPr>
              <p:blipFill>
                <a:blip r:embed="rId156"/>
                <a:stretch>
                  <a:fillRect/>
                </a:stretch>
              </p:blipFill>
              <p:spPr>
                <a:xfrm>
                  <a:off x="1604302" y="6068336"/>
                  <a:ext cx="26280" cy="223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57">
              <p14:nvContentPartPr>
                <p14:cNvPr id="104" name="Ink 103">
                  <a:extLst>
                    <a:ext uri="{FF2B5EF4-FFF2-40B4-BE49-F238E27FC236}">
                      <a16:creationId xmlns:a16="http://schemas.microsoft.com/office/drawing/2014/main" id="{8A3CE859-AF1A-A505-BF3B-1AC30075D65A}"/>
                    </a:ext>
                  </a:extLst>
                </p14:cNvPr>
                <p14:cNvContentPartPr/>
                <p14:nvPr/>
              </p14:nvContentPartPr>
              <p14:xfrm>
                <a:off x="1094902" y="6230336"/>
                <a:ext cx="73080" cy="221040"/>
              </p14:xfrm>
            </p:contentPart>
          </mc:Choice>
          <mc:Fallback>
            <p:pic>
              <p:nvPicPr>
                <p:cNvPr id="104" name="Ink 103">
                  <a:extLst>
                    <a:ext uri="{FF2B5EF4-FFF2-40B4-BE49-F238E27FC236}">
                      <a16:creationId xmlns:a16="http://schemas.microsoft.com/office/drawing/2014/main" id="{8A3CE859-AF1A-A505-BF3B-1AC30075D65A}"/>
                    </a:ext>
                  </a:extLst>
                </p:cNvPr>
                <p:cNvPicPr/>
                <p:nvPr/>
              </p:nvPicPr>
              <p:blipFill>
                <a:blip r:embed="rId158"/>
                <a:stretch>
                  <a:fillRect/>
                </a:stretch>
              </p:blipFill>
              <p:spPr>
                <a:xfrm>
                  <a:off x="1085902" y="6221696"/>
                  <a:ext cx="90720" cy="2386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59">
              <p14:nvContentPartPr>
                <p14:cNvPr id="105" name="Ink 104">
                  <a:extLst>
                    <a:ext uri="{FF2B5EF4-FFF2-40B4-BE49-F238E27FC236}">
                      <a16:creationId xmlns:a16="http://schemas.microsoft.com/office/drawing/2014/main" id="{B5C89D72-E2D9-EBFE-0B1B-9717277D956D}"/>
                    </a:ext>
                  </a:extLst>
                </p14:cNvPr>
                <p14:cNvContentPartPr/>
                <p14:nvPr/>
              </p14:nvContentPartPr>
              <p14:xfrm>
                <a:off x="1126942" y="6355976"/>
                <a:ext cx="85680" cy="18720"/>
              </p14:xfrm>
            </p:contentPart>
          </mc:Choice>
          <mc:Fallback>
            <p:pic>
              <p:nvPicPr>
                <p:cNvPr id="105" name="Ink 104">
                  <a:extLst>
                    <a:ext uri="{FF2B5EF4-FFF2-40B4-BE49-F238E27FC236}">
                      <a16:creationId xmlns:a16="http://schemas.microsoft.com/office/drawing/2014/main" id="{B5C89D72-E2D9-EBFE-0B1B-9717277D956D}"/>
                    </a:ext>
                  </a:extLst>
                </p:cNvPr>
                <p:cNvPicPr/>
                <p:nvPr/>
              </p:nvPicPr>
              <p:blipFill>
                <a:blip r:embed="rId160"/>
                <a:stretch>
                  <a:fillRect/>
                </a:stretch>
              </p:blipFill>
              <p:spPr>
                <a:xfrm>
                  <a:off x="1117942" y="6346976"/>
                  <a:ext cx="103320" cy="363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61">
              <p14:nvContentPartPr>
                <p14:cNvPr id="106" name="Ink 105">
                  <a:extLst>
                    <a:ext uri="{FF2B5EF4-FFF2-40B4-BE49-F238E27FC236}">
                      <a16:creationId xmlns:a16="http://schemas.microsoft.com/office/drawing/2014/main" id="{CEF79BCB-9287-1D1B-6897-8210725EC00B}"/>
                    </a:ext>
                  </a:extLst>
                </p14:cNvPr>
                <p14:cNvContentPartPr/>
                <p14:nvPr/>
              </p14:nvContentPartPr>
              <p14:xfrm>
                <a:off x="1201462" y="6246536"/>
                <a:ext cx="93600" cy="204120"/>
              </p14:xfrm>
            </p:contentPart>
          </mc:Choice>
          <mc:Fallback>
            <p:pic>
              <p:nvPicPr>
                <p:cNvPr id="106" name="Ink 105">
                  <a:extLst>
                    <a:ext uri="{FF2B5EF4-FFF2-40B4-BE49-F238E27FC236}">
                      <a16:creationId xmlns:a16="http://schemas.microsoft.com/office/drawing/2014/main" id="{CEF79BCB-9287-1D1B-6897-8210725EC00B}"/>
                    </a:ext>
                  </a:extLst>
                </p:cNvPr>
                <p:cNvPicPr/>
                <p:nvPr/>
              </p:nvPicPr>
              <p:blipFill>
                <a:blip r:embed="rId162"/>
                <a:stretch>
                  <a:fillRect/>
                </a:stretch>
              </p:blipFill>
              <p:spPr>
                <a:xfrm>
                  <a:off x="1192462" y="6237536"/>
                  <a:ext cx="111240" cy="2217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63">
              <p14:nvContentPartPr>
                <p14:cNvPr id="107" name="Ink 106">
                  <a:extLst>
                    <a:ext uri="{FF2B5EF4-FFF2-40B4-BE49-F238E27FC236}">
                      <a16:creationId xmlns:a16="http://schemas.microsoft.com/office/drawing/2014/main" id="{8BD9379D-04E4-7B52-EE16-66EA77B7C2F3}"/>
                    </a:ext>
                  </a:extLst>
                </p14:cNvPr>
                <p14:cNvContentPartPr/>
                <p14:nvPr/>
              </p14:nvContentPartPr>
              <p14:xfrm>
                <a:off x="1370302" y="6170936"/>
                <a:ext cx="137880" cy="315000"/>
              </p14:xfrm>
            </p:contentPart>
          </mc:Choice>
          <mc:Fallback>
            <p:pic>
              <p:nvPicPr>
                <p:cNvPr id="107" name="Ink 106">
                  <a:extLst>
                    <a:ext uri="{FF2B5EF4-FFF2-40B4-BE49-F238E27FC236}">
                      <a16:creationId xmlns:a16="http://schemas.microsoft.com/office/drawing/2014/main" id="{8BD9379D-04E4-7B52-EE16-66EA77B7C2F3}"/>
                    </a:ext>
                  </a:extLst>
                </p:cNvPr>
                <p:cNvPicPr/>
                <p:nvPr/>
              </p:nvPicPr>
              <p:blipFill>
                <a:blip r:embed="rId164"/>
                <a:stretch>
                  <a:fillRect/>
                </a:stretch>
              </p:blipFill>
              <p:spPr>
                <a:xfrm>
                  <a:off x="1361662" y="6162296"/>
                  <a:ext cx="155520" cy="3326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65">
              <p14:nvContentPartPr>
                <p14:cNvPr id="108" name="Ink 107">
                  <a:extLst>
                    <a:ext uri="{FF2B5EF4-FFF2-40B4-BE49-F238E27FC236}">
                      <a16:creationId xmlns:a16="http://schemas.microsoft.com/office/drawing/2014/main" id="{13DC17E9-0411-4AA4-69F7-A1CC1CE852CE}"/>
                    </a:ext>
                  </a:extLst>
                </p14:cNvPr>
                <p14:cNvContentPartPr/>
                <p14:nvPr/>
              </p14:nvContentPartPr>
              <p14:xfrm>
                <a:off x="1477582" y="6310256"/>
                <a:ext cx="187560" cy="160560"/>
              </p14:xfrm>
            </p:contentPart>
          </mc:Choice>
          <mc:Fallback>
            <p:pic>
              <p:nvPicPr>
                <p:cNvPr id="108" name="Ink 107">
                  <a:extLst>
                    <a:ext uri="{FF2B5EF4-FFF2-40B4-BE49-F238E27FC236}">
                      <a16:creationId xmlns:a16="http://schemas.microsoft.com/office/drawing/2014/main" id="{13DC17E9-0411-4AA4-69F7-A1CC1CE852CE}"/>
                    </a:ext>
                  </a:extLst>
                </p:cNvPr>
                <p:cNvPicPr/>
                <p:nvPr/>
              </p:nvPicPr>
              <p:blipFill>
                <a:blip r:embed="rId166"/>
                <a:stretch>
                  <a:fillRect/>
                </a:stretch>
              </p:blipFill>
              <p:spPr>
                <a:xfrm>
                  <a:off x="1468942" y="6301616"/>
                  <a:ext cx="205200" cy="1782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67">
              <p14:nvContentPartPr>
                <p14:cNvPr id="109" name="Ink 108">
                  <a:extLst>
                    <a:ext uri="{FF2B5EF4-FFF2-40B4-BE49-F238E27FC236}">
                      <a16:creationId xmlns:a16="http://schemas.microsoft.com/office/drawing/2014/main" id="{371E42AF-3D7E-4C72-8927-DE177E19E291}"/>
                    </a:ext>
                  </a:extLst>
                </p14:cNvPr>
                <p14:cNvContentPartPr/>
                <p14:nvPr/>
              </p14:nvContentPartPr>
              <p14:xfrm>
                <a:off x="1626622" y="6193256"/>
                <a:ext cx="92520" cy="218520"/>
              </p14:xfrm>
            </p:contentPart>
          </mc:Choice>
          <mc:Fallback>
            <p:pic>
              <p:nvPicPr>
                <p:cNvPr id="109" name="Ink 108">
                  <a:extLst>
                    <a:ext uri="{FF2B5EF4-FFF2-40B4-BE49-F238E27FC236}">
                      <a16:creationId xmlns:a16="http://schemas.microsoft.com/office/drawing/2014/main" id="{371E42AF-3D7E-4C72-8927-DE177E19E291}"/>
                    </a:ext>
                  </a:extLst>
                </p:cNvPr>
                <p:cNvPicPr/>
                <p:nvPr/>
              </p:nvPicPr>
              <p:blipFill>
                <a:blip r:embed="rId168"/>
                <a:stretch>
                  <a:fillRect/>
                </a:stretch>
              </p:blipFill>
              <p:spPr>
                <a:xfrm>
                  <a:off x="1617622" y="6184616"/>
                  <a:ext cx="110160" cy="2361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69">
              <p14:nvContentPartPr>
                <p14:cNvPr id="111" name="Ink 110">
                  <a:extLst>
                    <a:ext uri="{FF2B5EF4-FFF2-40B4-BE49-F238E27FC236}">
                      <a16:creationId xmlns:a16="http://schemas.microsoft.com/office/drawing/2014/main" id="{32A8B395-6EFD-F0F7-7CA9-33E6CC7FB613}"/>
                    </a:ext>
                  </a:extLst>
                </p14:cNvPr>
                <p14:cNvContentPartPr/>
                <p14:nvPr/>
              </p14:nvContentPartPr>
              <p14:xfrm>
                <a:off x="1696462" y="6157976"/>
                <a:ext cx="144360" cy="88560"/>
              </p14:xfrm>
            </p:contentPart>
          </mc:Choice>
          <mc:Fallback>
            <p:pic>
              <p:nvPicPr>
                <p:cNvPr id="111" name="Ink 110">
                  <a:extLst>
                    <a:ext uri="{FF2B5EF4-FFF2-40B4-BE49-F238E27FC236}">
                      <a16:creationId xmlns:a16="http://schemas.microsoft.com/office/drawing/2014/main" id="{32A8B395-6EFD-F0F7-7CA9-33E6CC7FB613}"/>
                    </a:ext>
                  </a:extLst>
                </p:cNvPr>
                <p:cNvPicPr/>
                <p:nvPr/>
              </p:nvPicPr>
              <p:blipFill>
                <a:blip r:embed="rId170"/>
                <a:stretch>
                  <a:fillRect/>
                </a:stretch>
              </p:blipFill>
              <p:spPr>
                <a:xfrm>
                  <a:off x="1687462" y="6148976"/>
                  <a:ext cx="162000" cy="1062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71">
              <p14:nvContentPartPr>
                <p14:cNvPr id="113" name="Ink 112">
                  <a:extLst>
                    <a:ext uri="{FF2B5EF4-FFF2-40B4-BE49-F238E27FC236}">
                      <a16:creationId xmlns:a16="http://schemas.microsoft.com/office/drawing/2014/main" id="{D99476EF-0078-0F20-CC18-4CC35194BFD8}"/>
                    </a:ext>
                  </a:extLst>
                </p14:cNvPr>
                <p14:cNvContentPartPr/>
                <p14:nvPr/>
              </p14:nvContentPartPr>
              <p14:xfrm>
                <a:off x="1849822" y="6097496"/>
                <a:ext cx="35640" cy="84240"/>
              </p14:xfrm>
            </p:contentPart>
          </mc:Choice>
          <mc:Fallback>
            <p:pic>
              <p:nvPicPr>
                <p:cNvPr id="113" name="Ink 112">
                  <a:extLst>
                    <a:ext uri="{FF2B5EF4-FFF2-40B4-BE49-F238E27FC236}">
                      <a16:creationId xmlns:a16="http://schemas.microsoft.com/office/drawing/2014/main" id="{D99476EF-0078-0F20-CC18-4CC35194BFD8}"/>
                    </a:ext>
                  </a:extLst>
                </p:cNvPr>
                <p:cNvPicPr/>
                <p:nvPr/>
              </p:nvPicPr>
              <p:blipFill>
                <a:blip r:embed="rId172"/>
                <a:stretch>
                  <a:fillRect/>
                </a:stretch>
              </p:blipFill>
              <p:spPr>
                <a:xfrm>
                  <a:off x="1841182" y="6088856"/>
                  <a:ext cx="53280" cy="1018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73">
              <p14:nvContentPartPr>
                <p14:cNvPr id="114" name="Ink 113">
                  <a:extLst>
                    <a:ext uri="{FF2B5EF4-FFF2-40B4-BE49-F238E27FC236}">
                      <a16:creationId xmlns:a16="http://schemas.microsoft.com/office/drawing/2014/main" id="{FB22CA74-5A9C-6D2C-4F3C-017B1E41A12F}"/>
                    </a:ext>
                  </a:extLst>
                </p14:cNvPr>
                <p14:cNvContentPartPr/>
                <p14:nvPr/>
              </p14:nvContentPartPr>
              <p14:xfrm>
                <a:off x="1977622" y="6134936"/>
                <a:ext cx="86400" cy="287640"/>
              </p14:xfrm>
            </p:contentPart>
          </mc:Choice>
          <mc:Fallback>
            <p:pic>
              <p:nvPicPr>
                <p:cNvPr id="114" name="Ink 113">
                  <a:extLst>
                    <a:ext uri="{FF2B5EF4-FFF2-40B4-BE49-F238E27FC236}">
                      <a16:creationId xmlns:a16="http://schemas.microsoft.com/office/drawing/2014/main" id="{FB22CA74-5A9C-6D2C-4F3C-017B1E41A12F}"/>
                    </a:ext>
                  </a:extLst>
                </p:cNvPr>
                <p:cNvPicPr/>
                <p:nvPr/>
              </p:nvPicPr>
              <p:blipFill>
                <a:blip r:embed="rId174"/>
                <a:stretch>
                  <a:fillRect/>
                </a:stretch>
              </p:blipFill>
              <p:spPr>
                <a:xfrm>
                  <a:off x="1968622" y="6125936"/>
                  <a:ext cx="104040" cy="3052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75">
              <p14:nvContentPartPr>
                <p14:cNvPr id="116" name="Ink 115">
                  <a:extLst>
                    <a:ext uri="{FF2B5EF4-FFF2-40B4-BE49-F238E27FC236}">
                      <a16:creationId xmlns:a16="http://schemas.microsoft.com/office/drawing/2014/main" id="{D190A906-F0F8-7862-99B3-775DE33C3B45}"/>
                    </a:ext>
                  </a:extLst>
                </p14:cNvPr>
                <p14:cNvContentPartPr/>
                <p14:nvPr/>
              </p14:nvContentPartPr>
              <p14:xfrm>
                <a:off x="2168062" y="6143936"/>
                <a:ext cx="17280" cy="346320"/>
              </p14:xfrm>
            </p:contentPart>
          </mc:Choice>
          <mc:Fallback>
            <p:pic>
              <p:nvPicPr>
                <p:cNvPr id="116" name="Ink 115">
                  <a:extLst>
                    <a:ext uri="{FF2B5EF4-FFF2-40B4-BE49-F238E27FC236}">
                      <a16:creationId xmlns:a16="http://schemas.microsoft.com/office/drawing/2014/main" id="{D190A906-F0F8-7862-99B3-775DE33C3B45}"/>
                    </a:ext>
                  </a:extLst>
                </p:cNvPr>
                <p:cNvPicPr/>
                <p:nvPr/>
              </p:nvPicPr>
              <p:blipFill>
                <a:blip r:embed="rId176"/>
                <a:stretch>
                  <a:fillRect/>
                </a:stretch>
              </p:blipFill>
              <p:spPr>
                <a:xfrm>
                  <a:off x="2159422" y="6134936"/>
                  <a:ext cx="34920" cy="3639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77">
              <p14:nvContentPartPr>
                <p14:cNvPr id="117" name="Ink 116">
                  <a:extLst>
                    <a:ext uri="{FF2B5EF4-FFF2-40B4-BE49-F238E27FC236}">
                      <a16:creationId xmlns:a16="http://schemas.microsoft.com/office/drawing/2014/main" id="{FCAEF8A8-DB3A-298B-E96C-E241C31A9700}"/>
                    </a:ext>
                  </a:extLst>
                </p14:cNvPr>
                <p14:cNvContentPartPr/>
                <p14:nvPr/>
              </p14:nvContentPartPr>
              <p14:xfrm>
                <a:off x="913822" y="6151136"/>
                <a:ext cx="27000" cy="361800"/>
              </p14:xfrm>
            </p:contentPart>
          </mc:Choice>
          <mc:Fallback>
            <p:pic>
              <p:nvPicPr>
                <p:cNvPr id="117" name="Ink 116">
                  <a:extLst>
                    <a:ext uri="{FF2B5EF4-FFF2-40B4-BE49-F238E27FC236}">
                      <a16:creationId xmlns:a16="http://schemas.microsoft.com/office/drawing/2014/main" id="{FCAEF8A8-DB3A-298B-E96C-E241C31A9700}"/>
                    </a:ext>
                  </a:extLst>
                </p:cNvPr>
                <p:cNvPicPr/>
                <p:nvPr/>
              </p:nvPicPr>
              <p:blipFill>
                <a:blip r:embed="rId178"/>
                <a:stretch>
                  <a:fillRect/>
                </a:stretch>
              </p:blipFill>
              <p:spPr>
                <a:xfrm>
                  <a:off x="905182" y="6142496"/>
                  <a:ext cx="44640" cy="379440"/>
                </a:xfrm>
                <a:prstGeom prst="rect">
                  <a:avLst/>
                </a:prstGeom>
              </p:spPr>
            </p:pic>
          </mc:Fallback>
        </mc:AlternateContent>
      </p:grpSp>
      <p:grpSp>
        <p:nvGrpSpPr>
          <p:cNvPr id="180" name="Group 179">
            <a:extLst>
              <a:ext uri="{FF2B5EF4-FFF2-40B4-BE49-F238E27FC236}">
                <a16:creationId xmlns:a16="http://schemas.microsoft.com/office/drawing/2014/main" id="{0EDEEED9-36F2-A782-8B83-5D39EFA4E042}"/>
              </a:ext>
            </a:extLst>
          </p:cNvPr>
          <p:cNvGrpSpPr/>
          <p:nvPr/>
        </p:nvGrpSpPr>
        <p:grpSpPr>
          <a:xfrm>
            <a:off x="2418982" y="5945936"/>
            <a:ext cx="2009880" cy="723240"/>
            <a:chOff x="2418982" y="5945936"/>
            <a:chExt cx="2009880" cy="723240"/>
          </a:xfrm>
        </p:grpSpPr>
        <mc:AlternateContent xmlns:mc="http://schemas.openxmlformats.org/markup-compatibility/2006">
          <mc:Choice xmlns:p14="http://schemas.microsoft.com/office/powerpoint/2010/main" Requires="p14">
            <p:contentPart p14:bwMode="auto" r:id="rId179">
              <p14:nvContentPartPr>
                <p14:cNvPr id="119" name="Ink 118">
                  <a:extLst>
                    <a:ext uri="{FF2B5EF4-FFF2-40B4-BE49-F238E27FC236}">
                      <a16:creationId xmlns:a16="http://schemas.microsoft.com/office/drawing/2014/main" id="{CCD887ED-CBA7-B63D-7242-140DD707B379}"/>
                    </a:ext>
                  </a:extLst>
                </p14:cNvPr>
                <p14:cNvContentPartPr/>
                <p14:nvPr/>
              </p14:nvContentPartPr>
              <p14:xfrm>
                <a:off x="2418982" y="6376496"/>
                <a:ext cx="154440" cy="8280"/>
              </p14:xfrm>
            </p:contentPart>
          </mc:Choice>
          <mc:Fallback>
            <p:pic>
              <p:nvPicPr>
                <p:cNvPr id="119" name="Ink 118">
                  <a:extLst>
                    <a:ext uri="{FF2B5EF4-FFF2-40B4-BE49-F238E27FC236}">
                      <a16:creationId xmlns:a16="http://schemas.microsoft.com/office/drawing/2014/main" id="{CCD887ED-CBA7-B63D-7242-140DD707B379}"/>
                    </a:ext>
                  </a:extLst>
                </p:cNvPr>
                <p:cNvPicPr/>
                <p:nvPr/>
              </p:nvPicPr>
              <p:blipFill>
                <a:blip r:embed="rId180"/>
                <a:stretch>
                  <a:fillRect/>
                </a:stretch>
              </p:blipFill>
              <p:spPr>
                <a:xfrm>
                  <a:off x="2409982" y="6367856"/>
                  <a:ext cx="172080" cy="259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81">
              <p14:nvContentPartPr>
                <p14:cNvPr id="120" name="Ink 119">
                  <a:extLst>
                    <a:ext uri="{FF2B5EF4-FFF2-40B4-BE49-F238E27FC236}">
                      <a16:creationId xmlns:a16="http://schemas.microsoft.com/office/drawing/2014/main" id="{68AA2A3D-8028-200A-C3CC-CBB1F1E249F7}"/>
                    </a:ext>
                  </a:extLst>
                </p14:cNvPr>
                <p14:cNvContentPartPr/>
                <p14:nvPr/>
              </p14:nvContentPartPr>
              <p14:xfrm>
                <a:off x="2451382" y="6295136"/>
                <a:ext cx="68760" cy="15480"/>
              </p14:xfrm>
            </p:contentPart>
          </mc:Choice>
          <mc:Fallback>
            <p:pic>
              <p:nvPicPr>
                <p:cNvPr id="120" name="Ink 119">
                  <a:extLst>
                    <a:ext uri="{FF2B5EF4-FFF2-40B4-BE49-F238E27FC236}">
                      <a16:creationId xmlns:a16="http://schemas.microsoft.com/office/drawing/2014/main" id="{68AA2A3D-8028-200A-C3CC-CBB1F1E249F7}"/>
                    </a:ext>
                  </a:extLst>
                </p:cNvPr>
                <p:cNvPicPr/>
                <p:nvPr/>
              </p:nvPicPr>
              <p:blipFill>
                <a:blip r:embed="rId182"/>
                <a:stretch>
                  <a:fillRect/>
                </a:stretch>
              </p:blipFill>
              <p:spPr>
                <a:xfrm>
                  <a:off x="2442382" y="6286136"/>
                  <a:ext cx="86400" cy="331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83">
              <p14:nvContentPartPr>
                <p14:cNvPr id="122" name="Ink 121">
                  <a:extLst>
                    <a:ext uri="{FF2B5EF4-FFF2-40B4-BE49-F238E27FC236}">
                      <a16:creationId xmlns:a16="http://schemas.microsoft.com/office/drawing/2014/main" id="{1A9F9E7C-ACBC-59DE-D06F-9C31E19BD205}"/>
                    </a:ext>
                  </a:extLst>
                </p14:cNvPr>
                <p14:cNvContentPartPr/>
                <p14:nvPr/>
              </p14:nvContentPartPr>
              <p14:xfrm>
                <a:off x="2775742" y="6117656"/>
                <a:ext cx="52200" cy="133920"/>
              </p14:xfrm>
            </p:contentPart>
          </mc:Choice>
          <mc:Fallback>
            <p:pic>
              <p:nvPicPr>
                <p:cNvPr id="122" name="Ink 121">
                  <a:extLst>
                    <a:ext uri="{FF2B5EF4-FFF2-40B4-BE49-F238E27FC236}">
                      <a16:creationId xmlns:a16="http://schemas.microsoft.com/office/drawing/2014/main" id="{1A9F9E7C-ACBC-59DE-D06F-9C31E19BD205}"/>
                    </a:ext>
                  </a:extLst>
                </p:cNvPr>
                <p:cNvPicPr/>
                <p:nvPr/>
              </p:nvPicPr>
              <p:blipFill>
                <a:blip r:embed="rId184"/>
                <a:stretch>
                  <a:fillRect/>
                </a:stretch>
              </p:blipFill>
              <p:spPr>
                <a:xfrm>
                  <a:off x="2766742" y="6109016"/>
                  <a:ext cx="69840" cy="1515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85">
              <p14:nvContentPartPr>
                <p14:cNvPr id="123" name="Ink 122">
                  <a:extLst>
                    <a:ext uri="{FF2B5EF4-FFF2-40B4-BE49-F238E27FC236}">
                      <a16:creationId xmlns:a16="http://schemas.microsoft.com/office/drawing/2014/main" id="{5DC257A2-E4EB-7447-CBC5-8C6BDB499DA1}"/>
                    </a:ext>
                  </a:extLst>
                </p14:cNvPr>
                <p14:cNvContentPartPr/>
                <p14:nvPr/>
              </p14:nvContentPartPr>
              <p14:xfrm>
                <a:off x="2997142" y="6188576"/>
                <a:ext cx="86400" cy="5040"/>
              </p14:xfrm>
            </p:contentPart>
          </mc:Choice>
          <mc:Fallback>
            <p:pic>
              <p:nvPicPr>
                <p:cNvPr id="123" name="Ink 122">
                  <a:extLst>
                    <a:ext uri="{FF2B5EF4-FFF2-40B4-BE49-F238E27FC236}">
                      <a16:creationId xmlns:a16="http://schemas.microsoft.com/office/drawing/2014/main" id="{5DC257A2-E4EB-7447-CBC5-8C6BDB499DA1}"/>
                    </a:ext>
                  </a:extLst>
                </p:cNvPr>
                <p:cNvPicPr/>
                <p:nvPr/>
              </p:nvPicPr>
              <p:blipFill>
                <a:blip r:embed="rId186"/>
                <a:stretch>
                  <a:fillRect/>
                </a:stretch>
              </p:blipFill>
              <p:spPr>
                <a:xfrm>
                  <a:off x="2988502" y="6179576"/>
                  <a:ext cx="104040" cy="226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87">
              <p14:nvContentPartPr>
                <p14:cNvPr id="124" name="Ink 123">
                  <a:extLst>
                    <a:ext uri="{FF2B5EF4-FFF2-40B4-BE49-F238E27FC236}">
                      <a16:creationId xmlns:a16="http://schemas.microsoft.com/office/drawing/2014/main" id="{AAA7B551-A1C1-E1E9-E506-D6A0ECDA3322}"/>
                    </a:ext>
                  </a:extLst>
                </p14:cNvPr>
                <p14:cNvContentPartPr/>
                <p14:nvPr/>
              </p14:nvContentPartPr>
              <p14:xfrm>
                <a:off x="3163822" y="6141416"/>
                <a:ext cx="111240" cy="101160"/>
              </p14:xfrm>
            </p:contentPart>
          </mc:Choice>
          <mc:Fallback>
            <p:pic>
              <p:nvPicPr>
                <p:cNvPr id="124" name="Ink 123">
                  <a:extLst>
                    <a:ext uri="{FF2B5EF4-FFF2-40B4-BE49-F238E27FC236}">
                      <a16:creationId xmlns:a16="http://schemas.microsoft.com/office/drawing/2014/main" id="{AAA7B551-A1C1-E1E9-E506-D6A0ECDA3322}"/>
                    </a:ext>
                  </a:extLst>
                </p:cNvPr>
                <p:cNvPicPr/>
                <p:nvPr/>
              </p:nvPicPr>
              <p:blipFill>
                <a:blip r:embed="rId188"/>
                <a:stretch>
                  <a:fillRect/>
                </a:stretch>
              </p:blipFill>
              <p:spPr>
                <a:xfrm>
                  <a:off x="3154822" y="6132776"/>
                  <a:ext cx="128880" cy="1188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89">
              <p14:nvContentPartPr>
                <p14:cNvPr id="125" name="Ink 124">
                  <a:extLst>
                    <a:ext uri="{FF2B5EF4-FFF2-40B4-BE49-F238E27FC236}">
                      <a16:creationId xmlns:a16="http://schemas.microsoft.com/office/drawing/2014/main" id="{C17329A5-61B8-9D68-63C6-42D6FB98408A}"/>
                    </a:ext>
                  </a:extLst>
                </p14:cNvPr>
                <p14:cNvContentPartPr/>
                <p14:nvPr/>
              </p14:nvContentPartPr>
              <p14:xfrm>
                <a:off x="3311782" y="6214496"/>
                <a:ext cx="22320" cy="27360"/>
              </p14:xfrm>
            </p:contentPart>
          </mc:Choice>
          <mc:Fallback>
            <p:pic>
              <p:nvPicPr>
                <p:cNvPr id="125" name="Ink 124">
                  <a:extLst>
                    <a:ext uri="{FF2B5EF4-FFF2-40B4-BE49-F238E27FC236}">
                      <a16:creationId xmlns:a16="http://schemas.microsoft.com/office/drawing/2014/main" id="{C17329A5-61B8-9D68-63C6-42D6FB98408A}"/>
                    </a:ext>
                  </a:extLst>
                </p:cNvPr>
                <p:cNvPicPr/>
                <p:nvPr/>
              </p:nvPicPr>
              <p:blipFill>
                <a:blip r:embed="rId190"/>
                <a:stretch>
                  <a:fillRect/>
                </a:stretch>
              </p:blipFill>
              <p:spPr>
                <a:xfrm>
                  <a:off x="3303142" y="6205856"/>
                  <a:ext cx="39960" cy="450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91">
              <p14:nvContentPartPr>
                <p14:cNvPr id="126" name="Ink 125">
                  <a:extLst>
                    <a:ext uri="{FF2B5EF4-FFF2-40B4-BE49-F238E27FC236}">
                      <a16:creationId xmlns:a16="http://schemas.microsoft.com/office/drawing/2014/main" id="{F4919B65-412F-8454-05A6-F86E4F3296C0}"/>
                    </a:ext>
                  </a:extLst>
                </p14:cNvPr>
                <p14:cNvContentPartPr/>
                <p14:nvPr/>
              </p14:nvContentPartPr>
              <p14:xfrm>
                <a:off x="3358222" y="6071576"/>
                <a:ext cx="98280" cy="101520"/>
              </p14:xfrm>
            </p:contentPart>
          </mc:Choice>
          <mc:Fallback>
            <p:pic>
              <p:nvPicPr>
                <p:cNvPr id="126" name="Ink 125">
                  <a:extLst>
                    <a:ext uri="{FF2B5EF4-FFF2-40B4-BE49-F238E27FC236}">
                      <a16:creationId xmlns:a16="http://schemas.microsoft.com/office/drawing/2014/main" id="{F4919B65-412F-8454-05A6-F86E4F3296C0}"/>
                    </a:ext>
                  </a:extLst>
                </p:cNvPr>
                <p:cNvPicPr/>
                <p:nvPr/>
              </p:nvPicPr>
              <p:blipFill>
                <a:blip r:embed="rId192"/>
                <a:stretch>
                  <a:fillRect/>
                </a:stretch>
              </p:blipFill>
              <p:spPr>
                <a:xfrm>
                  <a:off x="3349222" y="6062576"/>
                  <a:ext cx="115920" cy="1191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93">
              <p14:nvContentPartPr>
                <p14:cNvPr id="127" name="Ink 126">
                  <a:extLst>
                    <a:ext uri="{FF2B5EF4-FFF2-40B4-BE49-F238E27FC236}">
                      <a16:creationId xmlns:a16="http://schemas.microsoft.com/office/drawing/2014/main" id="{96649CC0-581F-156D-171E-BB326C148D9D}"/>
                    </a:ext>
                  </a:extLst>
                </p14:cNvPr>
                <p14:cNvContentPartPr/>
                <p14:nvPr/>
              </p14:nvContentPartPr>
              <p14:xfrm>
                <a:off x="3393502" y="6161216"/>
                <a:ext cx="73800" cy="106920"/>
              </p14:xfrm>
            </p:contentPart>
          </mc:Choice>
          <mc:Fallback>
            <p:pic>
              <p:nvPicPr>
                <p:cNvPr id="127" name="Ink 126">
                  <a:extLst>
                    <a:ext uri="{FF2B5EF4-FFF2-40B4-BE49-F238E27FC236}">
                      <a16:creationId xmlns:a16="http://schemas.microsoft.com/office/drawing/2014/main" id="{96649CC0-581F-156D-171E-BB326C148D9D}"/>
                    </a:ext>
                  </a:extLst>
                </p:cNvPr>
                <p:cNvPicPr/>
                <p:nvPr/>
              </p:nvPicPr>
              <p:blipFill>
                <a:blip r:embed="rId194"/>
                <a:stretch>
                  <a:fillRect/>
                </a:stretch>
              </p:blipFill>
              <p:spPr>
                <a:xfrm>
                  <a:off x="3384862" y="6152576"/>
                  <a:ext cx="91440" cy="1245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95">
              <p14:nvContentPartPr>
                <p14:cNvPr id="128" name="Ink 127">
                  <a:extLst>
                    <a:ext uri="{FF2B5EF4-FFF2-40B4-BE49-F238E27FC236}">
                      <a16:creationId xmlns:a16="http://schemas.microsoft.com/office/drawing/2014/main" id="{74F9C69A-522D-4D93-285A-12045904994E}"/>
                    </a:ext>
                  </a:extLst>
                </p14:cNvPr>
                <p14:cNvContentPartPr/>
                <p14:nvPr/>
              </p14:nvContentPartPr>
              <p14:xfrm>
                <a:off x="3508702" y="6129176"/>
                <a:ext cx="189720" cy="123480"/>
              </p14:xfrm>
            </p:contentPart>
          </mc:Choice>
          <mc:Fallback>
            <p:pic>
              <p:nvPicPr>
                <p:cNvPr id="128" name="Ink 127">
                  <a:extLst>
                    <a:ext uri="{FF2B5EF4-FFF2-40B4-BE49-F238E27FC236}">
                      <a16:creationId xmlns:a16="http://schemas.microsoft.com/office/drawing/2014/main" id="{74F9C69A-522D-4D93-285A-12045904994E}"/>
                    </a:ext>
                  </a:extLst>
                </p:cNvPr>
                <p:cNvPicPr/>
                <p:nvPr/>
              </p:nvPicPr>
              <p:blipFill>
                <a:blip r:embed="rId196"/>
                <a:stretch>
                  <a:fillRect/>
                </a:stretch>
              </p:blipFill>
              <p:spPr>
                <a:xfrm>
                  <a:off x="3499702" y="6120536"/>
                  <a:ext cx="207360" cy="1411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97">
              <p14:nvContentPartPr>
                <p14:cNvPr id="129" name="Ink 128">
                  <a:extLst>
                    <a:ext uri="{FF2B5EF4-FFF2-40B4-BE49-F238E27FC236}">
                      <a16:creationId xmlns:a16="http://schemas.microsoft.com/office/drawing/2014/main" id="{CD5D5010-25EB-F5F7-04A6-F3E00CA8511E}"/>
                    </a:ext>
                  </a:extLst>
                </p14:cNvPr>
                <p14:cNvContentPartPr/>
                <p14:nvPr/>
              </p14:nvContentPartPr>
              <p14:xfrm>
                <a:off x="3646222" y="6055016"/>
                <a:ext cx="91080" cy="15480"/>
              </p14:xfrm>
            </p:contentPart>
          </mc:Choice>
          <mc:Fallback>
            <p:pic>
              <p:nvPicPr>
                <p:cNvPr id="129" name="Ink 128">
                  <a:extLst>
                    <a:ext uri="{FF2B5EF4-FFF2-40B4-BE49-F238E27FC236}">
                      <a16:creationId xmlns:a16="http://schemas.microsoft.com/office/drawing/2014/main" id="{CD5D5010-25EB-F5F7-04A6-F3E00CA8511E}"/>
                    </a:ext>
                  </a:extLst>
                </p:cNvPr>
                <p:cNvPicPr/>
                <p:nvPr/>
              </p:nvPicPr>
              <p:blipFill>
                <a:blip r:embed="rId198"/>
                <a:stretch>
                  <a:fillRect/>
                </a:stretch>
              </p:blipFill>
              <p:spPr>
                <a:xfrm>
                  <a:off x="3637582" y="6046376"/>
                  <a:ext cx="108720" cy="331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99">
              <p14:nvContentPartPr>
                <p14:cNvPr id="130" name="Ink 129">
                  <a:extLst>
                    <a:ext uri="{FF2B5EF4-FFF2-40B4-BE49-F238E27FC236}">
                      <a16:creationId xmlns:a16="http://schemas.microsoft.com/office/drawing/2014/main" id="{A8361AE3-855C-E86F-541E-3DA36DA1B514}"/>
                    </a:ext>
                  </a:extLst>
                </p14:cNvPr>
                <p14:cNvContentPartPr/>
                <p14:nvPr/>
              </p14:nvContentPartPr>
              <p14:xfrm>
                <a:off x="3780502" y="6033776"/>
                <a:ext cx="90000" cy="149040"/>
              </p14:xfrm>
            </p:contentPart>
          </mc:Choice>
          <mc:Fallback>
            <p:pic>
              <p:nvPicPr>
                <p:cNvPr id="130" name="Ink 129">
                  <a:extLst>
                    <a:ext uri="{FF2B5EF4-FFF2-40B4-BE49-F238E27FC236}">
                      <a16:creationId xmlns:a16="http://schemas.microsoft.com/office/drawing/2014/main" id="{A8361AE3-855C-E86F-541E-3DA36DA1B514}"/>
                    </a:ext>
                  </a:extLst>
                </p:cNvPr>
                <p:cNvPicPr/>
                <p:nvPr/>
              </p:nvPicPr>
              <p:blipFill>
                <a:blip r:embed="rId200"/>
                <a:stretch>
                  <a:fillRect/>
                </a:stretch>
              </p:blipFill>
              <p:spPr>
                <a:xfrm>
                  <a:off x="3771502" y="6025136"/>
                  <a:ext cx="107640" cy="1666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201">
              <p14:nvContentPartPr>
                <p14:cNvPr id="131" name="Ink 130">
                  <a:extLst>
                    <a:ext uri="{FF2B5EF4-FFF2-40B4-BE49-F238E27FC236}">
                      <a16:creationId xmlns:a16="http://schemas.microsoft.com/office/drawing/2014/main" id="{684A8B5D-9F7C-06A7-5A4B-CA644D902425}"/>
                    </a:ext>
                  </a:extLst>
                </p14:cNvPr>
                <p14:cNvContentPartPr/>
                <p14:nvPr/>
              </p14:nvContentPartPr>
              <p14:xfrm>
                <a:off x="3805342" y="5945936"/>
                <a:ext cx="1440" cy="13680"/>
              </p14:xfrm>
            </p:contentPart>
          </mc:Choice>
          <mc:Fallback>
            <p:pic>
              <p:nvPicPr>
                <p:cNvPr id="131" name="Ink 130">
                  <a:extLst>
                    <a:ext uri="{FF2B5EF4-FFF2-40B4-BE49-F238E27FC236}">
                      <a16:creationId xmlns:a16="http://schemas.microsoft.com/office/drawing/2014/main" id="{684A8B5D-9F7C-06A7-5A4B-CA644D902425}"/>
                    </a:ext>
                  </a:extLst>
                </p:cNvPr>
                <p:cNvPicPr/>
                <p:nvPr/>
              </p:nvPicPr>
              <p:blipFill>
                <a:blip r:embed="rId202"/>
                <a:stretch>
                  <a:fillRect/>
                </a:stretch>
              </p:blipFill>
              <p:spPr>
                <a:xfrm>
                  <a:off x="3796702" y="5937296"/>
                  <a:ext cx="19080" cy="313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203">
              <p14:nvContentPartPr>
                <p14:cNvPr id="132" name="Ink 131">
                  <a:extLst>
                    <a:ext uri="{FF2B5EF4-FFF2-40B4-BE49-F238E27FC236}">
                      <a16:creationId xmlns:a16="http://schemas.microsoft.com/office/drawing/2014/main" id="{C8EC5D29-7200-D5D3-7221-98F77B5DD81A}"/>
                    </a:ext>
                  </a:extLst>
                </p14:cNvPr>
                <p14:cNvContentPartPr/>
                <p14:nvPr/>
              </p14:nvContentPartPr>
              <p14:xfrm>
                <a:off x="3875542" y="5989856"/>
                <a:ext cx="144360" cy="75960"/>
              </p14:xfrm>
            </p:contentPart>
          </mc:Choice>
          <mc:Fallback>
            <p:pic>
              <p:nvPicPr>
                <p:cNvPr id="132" name="Ink 131">
                  <a:extLst>
                    <a:ext uri="{FF2B5EF4-FFF2-40B4-BE49-F238E27FC236}">
                      <a16:creationId xmlns:a16="http://schemas.microsoft.com/office/drawing/2014/main" id="{C8EC5D29-7200-D5D3-7221-98F77B5DD81A}"/>
                    </a:ext>
                  </a:extLst>
                </p:cNvPr>
                <p:cNvPicPr/>
                <p:nvPr/>
              </p:nvPicPr>
              <p:blipFill>
                <a:blip r:embed="rId204"/>
                <a:stretch>
                  <a:fillRect/>
                </a:stretch>
              </p:blipFill>
              <p:spPr>
                <a:xfrm>
                  <a:off x="3866542" y="5980856"/>
                  <a:ext cx="162000" cy="936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205">
              <p14:nvContentPartPr>
                <p14:cNvPr id="134" name="Ink 133">
                  <a:extLst>
                    <a:ext uri="{FF2B5EF4-FFF2-40B4-BE49-F238E27FC236}">
                      <a16:creationId xmlns:a16="http://schemas.microsoft.com/office/drawing/2014/main" id="{0F2F74CC-2F71-5F7C-0909-420A02B2C5EA}"/>
                    </a:ext>
                  </a:extLst>
                </p14:cNvPr>
                <p14:cNvContentPartPr/>
                <p14:nvPr/>
              </p14:nvContentPartPr>
              <p14:xfrm>
                <a:off x="2748382" y="6357776"/>
                <a:ext cx="872280" cy="37800"/>
              </p14:xfrm>
            </p:contentPart>
          </mc:Choice>
          <mc:Fallback>
            <p:pic>
              <p:nvPicPr>
                <p:cNvPr id="134" name="Ink 133">
                  <a:extLst>
                    <a:ext uri="{FF2B5EF4-FFF2-40B4-BE49-F238E27FC236}">
                      <a16:creationId xmlns:a16="http://schemas.microsoft.com/office/drawing/2014/main" id="{0F2F74CC-2F71-5F7C-0909-420A02B2C5EA}"/>
                    </a:ext>
                  </a:extLst>
                </p:cNvPr>
                <p:cNvPicPr/>
                <p:nvPr/>
              </p:nvPicPr>
              <p:blipFill>
                <a:blip r:embed="rId206"/>
                <a:stretch>
                  <a:fillRect/>
                </a:stretch>
              </p:blipFill>
              <p:spPr>
                <a:xfrm>
                  <a:off x="2739742" y="6348776"/>
                  <a:ext cx="889920" cy="554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207">
              <p14:nvContentPartPr>
                <p14:cNvPr id="135" name="Ink 134">
                  <a:extLst>
                    <a:ext uri="{FF2B5EF4-FFF2-40B4-BE49-F238E27FC236}">
                      <a16:creationId xmlns:a16="http://schemas.microsoft.com/office/drawing/2014/main" id="{E2425F5E-4D7C-90FD-0DBB-985F5B35887A}"/>
                    </a:ext>
                  </a:extLst>
                </p14:cNvPr>
                <p14:cNvContentPartPr/>
                <p14:nvPr/>
              </p14:nvContentPartPr>
              <p14:xfrm>
                <a:off x="2826502" y="6523016"/>
                <a:ext cx="74880" cy="146160"/>
              </p14:xfrm>
            </p:contentPart>
          </mc:Choice>
          <mc:Fallback>
            <p:pic>
              <p:nvPicPr>
                <p:cNvPr id="135" name="Ink 134">
                  <a:extLst>
                    <a:ext uri="{FF2B5EF4-FFF2-40B4-BE49-F238E27FC236}">
                      <a16:creationId xmlns:a16="http://schemas.microsoft.com/office/drawing/2014/main" id="{E2425F5E-4D7C-90FD-0DBB-985F5B35887A}"/>
                    </a:ext>
                  </a:extLst>
                </p:cNvPr>
                <p:cNvPicPr/>
                <p:nvPr/>
              </p:nvPicPr>
              <p:blipFill>
                <a:blip r:embed="rId208"/>
                <a:stretch>
                  <a:fillRect/>
                </a:stretch>
              </p:blipFill>
              <p:spPr>
                <a:xfrm>
                  <a:off x="2817862" y="6514016"/>
                  <a:ext cx="92520" cy="1638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209">
              <p14:nvContentPartPr>
                <p14:cNvPr id="136" name="Ink 135">
                  <a:extLst>
                    <a:ext uri="{FF2B5EF4-FFF2-40B4-BE49-F238E27FC236}">
                      <a16:creationId xmlns:a16="http://schemas.microsoft.com/office/drawing/2014/main" id="{A4807ED2-0463-BCD2-0729-D18F44D35C6E}"/>
                    </a:ext>
                  </a:extLst>
                </p14:cNvPr>
                <p14:cNvContentPartPr/>
                <p14:nvPr/>
              </p14:nvContentPartPr>
              <p14:xfrm>
                <a:off x="2993182" y="6606896"/>
                <a:ext cx="58680" cy="6840"/>
              </p14:xfrm>
            </p:contentPart>
          </mc:Choice>
          <mc:Fallback>
            <p:pic>
              <p:nvPicPr>
                <p:cNvPr id="136" name="Ink 135">
                  <a:extLst>
                    <a:ext uri="{FF2B5EF4-FFF2-40B4-BE49-F238E27FC236}">
                      <a16:creationId xmlns:a16="http://schemas.microsoft.com/office/drawing/2014/main" id="{A4807ED2-0463-BCD2-0729-D18F44D35C6E}"/>
                    </a:ext>
                  </a:extLst>
                </p:cNvPr>
                <p:cNvPicPr/>
                <p:nvPr/>
              </p:nvPicPr>
              <p:blipFill>
                <a:blip r:embed="rId210"/>
                <a:stretch>
                  <a:fillRect/>
                </a:stretch>
              </p:blipFill>
              <p:spPr>
                <a:xfrm>
                  <a:off x="2984182" y="6597896"/>
                  <a:ext cx="76320" cy="244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211">
              <p14:nvContentPartPr>
                <p14:cNvPr id="137" name="Ink 136">
                  <a:extLst>
                    <a:ext uri="{FF2B5EF4-FFF2-40B4-BE49-F238E27FC236}">
                      <a16:creationId xmlns:a16="http://schemas.microsoft.com/office/drawing/2014/main" id="{AE74C1C0-218A-5897-A104-97AD2CCBF9DC}"/>
                    </a:ext>
                  </a:extLst>
                </p14:cNvPr>
                <p14:cNvContentPartPr/>
                <p14:nvPr/>
              </p14:nvContentPartPr>
              <p14:xfrm>
                <a:off x="3126382" y="6560456"/>
                <a:ext cx="99000" cy="80640"/>
              </p14:xfrm>
            </p:contentPart>
          </mc:Choice>
          <mc:Fallback>
            <p:pic>
              <p:nvPicPr>
                <p:cNvPr id="137" name="Ink 136">
                  <a:extLst>
                    <a:ext uri="{FF2B5EF4-FFF2-40B4-BE49-F238E27FC236}">
                      <a16:creationId xmlns:a16="http://schemas.microsoft.com/office/drawing/2014/main" id="{AE74C1C0-218A-5897-A104-97AD2CCBF9DC}"/>
                    </a:ext>
                  </a:extLst>
                </p:cNvPr>
                <p:cNvPicPr/>
                <p:nvPr/>
              </p:nvPicPr>
              <p:blipFill>
                <a:blip r:embed="rId212"/>
                <a:stretch>
                  <a:fillRect/>
                </a:stretch>
              </p:blipFill>
              <p:spPr>
                <a:xfrm>
                  <a:off x="3117742" y="6551456"/>
                  <a:ext cx="116640" cy="982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213">
              <p14:nvContentPartPr>
                <p14:cNvPr id="138" name="Ink 137">
                  <a:extLst>
                    <a:ext uri="{FF2B5EF4-FFF2-40B4-BE49-F238E27FC236}">
                      <a16:creationId xmlns:a16="http://schemas.microsoft.com/office/drawing/2014/main" id="{DA0A382B-4DA8-9BC7-BDCD-BB79B4BBC4A0}"/>
                    </a:ext>
                  </a:extLst>
                </p14:cNvPr>
                <p14:cNvContentPartPr/>
                <p14:nvPr/>
              </p14:nvContentPartPr>
              <p14:xfrm>
                <a:off x="3301342" y="6629216"/>
                <a:ext cx="360" cy="6480"/>
              </p14:xfrm>
            </p:contentPart>
          </mc:Choice>
          <mc:Fallback>
            <p:pic>
              <p:nvPicPr>
                <p:cNvPr id="138" name="Ink 137">
                  <a:extLst>
                    <a:ext uri="{FF2B5EF4-FFF2-40B4-BE49-F238E27FC236}">
                      <a16:creationId xmlns:a16="http://schemas.microsoft.com/office/drawing/2014/main" id="{DA0A382B-4DA8-9BC7-BDCD-BB79B4BBC4A0}"/>
                    </a:ext>
                  </a:extLst>
                </p:cNvPr>
                <p:cNvPicPr/>
                <p:nvPr/>
              </p:nvPicPr>
              <p:blipFill>
                <a:blip r:embed="rId72"/>
                <a:stretch>
                  <a:fillRect/>
                </a:stretch>
              </p:blipFill>
              <p:spPr>
                <a:xfrm>
                  <a:off x="3292342" y="6620576"/>
                  <a:ext cx="18000" cy="241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214">
              <p14:nvContentPartPr>
                <p14:cNvPr id="139" name="Ink 138">
                  <a:extLst>
                    <a:ext uri="{FF2B5EF4-FFF2-40B4-BE49-F238E27FC236}">
                      <a16:creationId xmlns:a16="http://schemas.microsoft.com/office/drawing/2014/main" id="{648C5B9D-74CC-4CAB-9A49-9FF782F26B29}"/>
                    </a:ext>
                  </a:extLst>
                </p14:cNvPr>
                <p14:cNvContentPartPr/>
                <p14:nvPr/>
              </p14:nvContentPartPr>
              <p14:xfrm>
                <a:off x="3333742" y="6528056"/>
                <a:ext cx="104760" cy="133200"/>
              </p14:xfrm>
            </p:contentPart>
          </mc:Choice>
          <mc:Fallback>
            <p:pic>
              <p:nvPicPr>
                <p:cNvPr id="139" name="Ink 138">
                  <a:extLst>
                    <a:ext uri="{FF2B5EF4-FFF2-40B4-BE49-F238E27FC236}">
                      <a16:creationId xmlns:a16="http://schemas.microsoft.com/office/drawing/2014/main" id="{648C5B9D-74CC-4CAB-9A49-9FF782F26B29}"/>
                    </a:ext>
                  </a:extLst>
                </p:cNvPr>
                <p:cNvPicPr/>
                <p:nvPr/>
              </p:nvPicPr>
              <p:blipFill>
                <a:blip r:embed="rId215"/>
                <a:stretch>
                  <a:fillRect/>
                </a:stretch>
              </p:blipFill>
              <p:spPr>
                <a:xfrm>
                  <a:off x="3325102" y="6519416"/>
                  <a:ext cx="122400" cy="1508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216">
              <p14:nvContentPartPr>
                <p14:cNvPr id="140" name="Ink 139">
                  <a:extLst>
                    <a:ext uri="{FF2B5EF4-FFF2-40B4-BE49-F238E27FC236}">
                      <a16:creationId xmlns:a16="http://schemas.microsoft.com/office/drawing/2014/main" id="{EAE297B2-7B1F-9B2B-77D4-EADC75B2F8F4}"/>
                    </a:ext>
                  </a:extLst>
                </p14:cNvPr>
                <p14:cNvContentPartPr/>
                <p14:nvPr/>
              </p14:nvContentPartPr>
              <p14:xfrm>
                <a:off x="3354262" y="6512936"/>
                <a:ext cx="69120" cy="15480"/>
              </p14:xfrm>
            </p:contentPart>
          </mc:Choice>
          <mc:Fallback>
            <p:pic>
              <p:nvPicPr>
                <p:cNvPr id="140" name="Ink 139">
                  <a:extLst>
                    <a:ext uri="{FF2B5EF4-FFF2-40B4-BE49-F238E27FC236}">
                      <a16:creationId xmlns:a16="http://schemas.microsoft.com/office/drawing/2014/main" id="{EAE297B2-7B1F-9B2B-77D4-EADC75B2F8F4}"/>
                    </a:ext>
                  </a:extLst>
                </p:cNvPr>
                <p:cNvPicPr/>
                <p:nvPr/>
              </p:nvPicPr>
              <p:blipFill>
                <a:blip r:embed="rId217"/>
                <a:stretch>
                  <a:fillRect/>
                </a:stretch>
              </p:blipFill>
              <p:spPr>
                <a:xfrm>
                  <a:off x="3345622" y="6504296"/>
                  <a:ext cx="86760" cy="331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218">
              <p14:nvContentPartPr>
                <p14:cNvPr id="141" name="Ink 140">
                  <a:extLst>
                    <a:ext uri="{FF2B5EF4-FFF2-40B4-BE49-F238E27FC236}">
                      <a16:creationId xmlns:a16="http://schemas.microsoft.com/office/drawing/2014/main" id="{67DE7523-A676-AEBD-9BA2-17074FBA64C2}"/>
                    </a:ext>
                  </a:extLst>
                </p14:cNvPr>
                <p14:cNvContentPartPr/>
                <p14:nvPr/>
              </p14:nvContentPartPr>
              <p14:xfrm>
                <a:off x="3551182" y="6544256"/>
                <a:ext cx="146880" cy="117360"/>
              </p14:xfrm>
            </p:contentPart>
          </mc:Choice>
          <mc:Fallback>
            <p:pic>
              <p:nvPicPr>
                <p:cNvPr id="141" name="Ink 140">
                  <a:extLst>
                    <a:ext uri="{FF2B5EF4-FFF2-40B4-BE49-F238E27FC236}">
                      <a16:creationId xmlns:a16="http://schemas.microsoft.com/office/drawing/2014/main" id="{67DE7523-A676-AEBD-9BA2-17074FBA64C2}"/>
                    </a:ext>
                  </a:extLst>
                </p:cNvPr>
                <p:cNvPicPr/>
                <p:nvPr/>
              </p:nvPicPr>
              <p:blipFill>
                <a:blip r:embed="rId219"/>
                <a:stretch>
                  <a:fillRect/>
                </a:stretch>
              </p:blipFill>
              <p:spPr>
                <a:xfrm>
                  <a:off x="3542182" y="6535256"/>
                  <a:ext cx="164520" cy="1350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220">
              <p14:nvContentPartPr>
                <p14:cNvPr id="142" name="Ink 141">
                  <a:extLst>
                    <a:ext uri="{FF2B5EF4-FFF2-40B4-BE49-F238E27FC236}">
                      <a16:creationId xmlns:a16="http://schemas.microsoft.com/office/drawing/2014/main" id="{55526075-4BFD-731D-C3C8-F0F12DFC308E}"/>
                    </a:ext>
                  </a:extLst>
                </p14:cNvPr>
                <p14:cNvContentPartPr/>
                <p14:nvPr/>
              </p14:nvContentPartPr>
              <p14:xfrm>
                <a:off x="3683662" y="6528056"/>
                <a:ext cx="48600" cy="3600"/>
              </p14:xfrm>
            </p:contentPart>
          </mc:Choice>
          <mc:Fallback>
            <p:pic>
              <p:nvPicPr>
                <p:cNvPr id="142" name="Ink 141">
                  <a:extLst>
                    <a:ext uri="{FF2B5EF4-FFF2-40B4-BE49-F238E27FC236}">
                      <a16:creationId xmlns:a16="http://schemas.microsoft.com/office/drawing/2014/main" id="{55526075-4BFD-731D-C3C8-F0F12DFC308E}"/>
                    </a:ext>
                  </a:extLst>
                </p:cNvPr>
                <p:cNvPicPr/>
                <p:nvPr/>
              </p:nvPicPr>
              <p:blipFill>
                <a:blip r:embed="rId221"/>
                <a:stretch>
                  <a:fillRect/>
                </a:stretch>
              </p:blipFill>
              <p:spPr>
                <a:xfrm>
                  <a:off x="3674662" y="6519416"/>
                  <a:ext cx="66240" cy="212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222">
              <p14:nvContentPartPr>
                <p14:cNvPr id="144" name="Ink 143">
                  <a:extLst>
                    <a:ext uri="{FF2B5EF4-FFF2-40B4-BE49-F238E27FC236}">
                      <a16:creationId xmlns:a16="http://schemas.microsoft.com/office/drawing/2014/main" id="{6DB3E7C9-3DD9-DBD1-B393-22279015BD3A}"/>
                    </a:ext>
                  </a:extLst>
                </p14:cNvPr>
                <p14:cNvContentPartPr/>
                <p14:nvPr/>
              </p14:nvContentPartPr>
              <p14:xfrm>
                <a:off x="3811462" y="6485576"/>
                <a:ext cx="62280" cy="160560"/>
              </p14:xfrm>
            </p:contentPart>
          </mc:Choice>
          <mc:Fallback>
            <p:pic>
              <p:nvPicPr>
                <p:cNvPr id="144" name="Ink 143">
                  <a:extLst>
                    <a:ext uri="{FF2B5EF4-FFF2-40B4-BE49-F238E27FC236}">
                      <a16:creationId xmlns:a16="http://schemas.microsoft.com/office/drawing/2014/main" id="{6DB3E7C9-3DD9-DBD1-B393-22279015BD3A}"/>
                    </a:ext>
                  </a:extLst>
                </p:cNvPr>
                <p:cNvPicPr/>
                <p:nvPr/>
              </p:nvPicPr>
              <p:blipFill>
                <a:blip r:embed="rId223"/>
                <a:stretch>
                  <a:fillRect/>
                </a:stretch>
              </p:blipFill>
              <p:spPr>
                <a:xfrm>
                  <a:off x="3802822" y="6476936"/>
                  <a:ext cx="79920" cy="1782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224">
              <p14:nvContentPartPr>
                <p14:cNvPr id="145" name="Ink 144">
                  <a:extLst>
                    <a:ext uri="{FF2B5EF4-FFF2-40B4-BE49-F238E27FC236}">
                      <a16:creationId xmlns:a16="http://schemas.microsoft.com/office/drawing/2014/main" id="{AD73FBF0-4873-F882-C85B-0CA6821E9337}"/>
                    </a:ext>
                  </a:extLst>
                </p14:cNvPr>
                <p14:cNvContentPartPr/>
                <p14:nvPr/>
              </p14:nvContentPartPr>
              <p14:xfrm>
                <a:off x="3795622" y="6406736"/>
                <a:ext cx="360" cy="10440"/>
              </p14:xfrm>
            </p:contentPart>
          </mc:Choice>
          <mc:Fallback>
            <p:pic>
              <p:nvPicPr>
                <p:cNvPr id="145" name="Ink 144">
                  <a:extLst>
                    <a:ext uri="{FF2B5EF4-FFF2-40B4-BE49-F238E27FC236}">
                      <a16:creationId xmlns:a16="http://schemas.microsoft.com/office/drawing/2014/main" id="{AD73FBF0-4873-F882-C85B-0CA6821E9337}"/>
                    </a:ext>
                  </a:extLst>
                </p:cNvPr>
                <p:cNvPicPr/>
                <p:nvPr/>
              </p:nvPicPr>
              <p:blipFill>
                <a:blip r:embed="rId202"/>
                <a:stretch>
                  <a:fillRect/>
                </a:stretch>
              </p:blipFill>
              <p:spPr>
                <a:xfrm>
                  <a:off x="3786982" y="6397736"/>
                  <a:ext cx="18000" cy="280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225">
              <p14:nvContentPartPr>
                <p14:cNvPr id="146" name="Ink 145">
                  <a:extLst>
                    <a:ext uri="{FF2B5EF4-FFF2-40B4-BE49-F238E27FC236}">
                      <a16:creationId xmlns:a16="http://schemas.microsoft.com/office/drawing/2014/main" id="{2D13B5A5-A729-9BAE-A258-C58CA1043F3E}"/>
                    </a:ext>
                  </a:extLst>
                </p14:cNvPr>
                <p14:cNvContentPartPr/>
                <p14:nvPr/>
              </p14:nvContentPartPr>
              <p14:xfrm>
                <a:off x="3899302" y="6467576"/>
                <a:ext cx="140760" cy="75960"/>
              </p14:xfrm>
            </p:contentPart>
          </mc:Choice>
          <mc:Fallback>
            <p:pic>
              <p:nvPicPr>
                <p:cNvPr id="146" name="Ink 145">
                  <a:extLst>
                    <a:ext uri="{FF2B5EF4-FFF2-40B4-BE49-F238E27FC236}">
                      <a16:creationId xmlns:a16="http://schemas.microsoft.com/office/drawing/2014/main" id="{2D13B5A5-A729-9BAE-A258-C58CA1043F3E}"/>
                    </a:ext>
                  </a:extLst>
                </p:cNvPr>
                <p:cNvPicPr/>
                <p:nvPr/>
              </p:nvPicPr>
              <p:blipFill>
                <a:blip r:embed="rId226"/>
                <a:stretch>
                  <a:fillRect/>
                </a:stretch>
              </p:blipFill>
              <p:spPr>
                <a:xfrm>
                  <a:off x="3890662" y="6458576"/>
                  <a:ext cx="158400" cy="936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227">
              <p14:nvContentPartPr>
                <p14:cNvPr id="147" name="Ink 146">
                  <a:extLst>
                    <a:ext uri="{FF2B5EF4-FFF2-40B4-BE49-F238E27FC236}">
                      <a16:creationId xmlns:a16="http://schemas.microsoft.com/office/drawing/2014/main" id="{7946A5B4-63AB-7F2E-9241-7A9A6EC9B642}"/>
                    </a:ext>
                  </a:extLst>
                </p14:cNvPr>
                <p14:cNvContentPartPr/>
                <p14:nvPr/>
              </p14:nvContentPartPr>
              <p14:xfrm>
                <a:off x="3609502" y="6384056"/>
                <a:ext cx="283320" cy="16920"/>
              </p14:xfrm>
            </p:contentPart>
          </mc:Choice>
          <mc:Fallback>
            <p:pic>
              <p:nvPicPr>
                <p:cNvPr id="147" name="Ink 146">
                  <a:extLst>
                    <a:ext uri="{FF2B5EF4-FFF2-40B4-BE49-F238E27FC236}">
                      <a16:creationId xmlns:a16="http://schemas.microsoft.com/office/drawing/2014/main" id="{7946A5B4-63AB-7F2E-9241-7A9A6EC9B642}"/>
                    </a:ext>
                  </a:extLst>
                </p:cNvPr>
                <p:cNvPicPr/>
                <p:nvPr/>
              </p:nvPicPr>
              <p:blipFill>
                <a:blip r:embed="rId228"/>
                <a:stretch>
                  <a:fillRect/>
                </a:stretch>
              </p:blipFill>
              <p:spPr>
                <a:xfrm>
                  <a:off x="3600862" y="6375056"/>
                  <a:ext cx="300960" cy="345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229">
              <p14:nvContentPartPr>
                <p14:cNvPr id="149" name="Ink 148">
                  <a:extLst>
                    <a:ext uri="{FF2B5EF4-FFF2-40B4-BE49-F238E27FC236}">
                      <a16:creationId xmlns:a16="http://schemas.microsoft.com/office/drawing/2014/main" id="{B8BC5CC1-0700-B5A2-42EB-30462596A35C}"/>
                    </a:ext>
                  </a:extLst>
                </p14:cNvPr>
                <p14:cNvContentPartPr/>
                <p14:nvPr/>
              </p14:nvContentPartPr>
              <p14:xfrm>
                <a:off x="4305382" y="6410696"/>
                <a:ext cx="123480" cy="27360"/>
              </p14:xfrm>
            </p:contentPart>
          </mc:Choice>
          <mc:Fallback>
            <p:pic>
              <p:nvPicPr>
                <p:cNvPr id="149" name="Ink 148">
                  <a:extLst>
                    <a:ext uri="{FF2B5EF4-FFF2-40B4-BE49-F238E27FC236}">
                      <a16:creationId xmlns:a16="http://schemas.microsoft.com/office/drawing/2014/main" id="{B8BC5CC1-0700-B5A2-42EB-30462596A35C}"/>
                    </a:ext>
                  </a:extLst>
                </p:cNvPr>
                <p:cNvPicPr/>
                <p:nvPr/>
              </p:nvPicPr>
              <p:blipFill>
                <a:blip r:embed="rId230"/>
                <a:stretch>
                  <a:fillRect/>
                </a:stretch>
              </p:blipFill>
              <p:spPr>
                <a:xfrm>
                  <a:off x="4296382" y="6402056"/>
                  <a:ext cx="141120" cy="450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231">
              <p14:nvContentPartPr>
                <p14:cNvPr id="150" name="Ink 149">
                  <a:extLst>
                    <a:ext uri="{FF2B5EF4-FFF2-40B4-BE49-F238E27FC236}">
                      <a16:creationId xmlns:a16="http://schemas.microsoft.com/office/drawing/2014/main" id="{C8E6FD35-67A2-76CE-2818-D6FF66E221EF}"/>
                    </a:ext>
                  </a:extLst>
                </p14:cNvPr>
                <p14:cNvContentPartPr/>
                <p14:nvPr/>
              </p14:nvContentPartPr>
              <p14:xfrm>
                <a:off x="4329142" y="6355616"/>
                <a:ext cx="73080" cy="4320"/>
              </p14:xfrm>
            </p:contentPart>
          </mc:Choice>
          <mc:Fallback>
            <p:pic>
              <p:nvPicPr>
                <p:cNvPr id="150" name="Ink 149">
                  <a:extLst>
                    <a:ext uri="{FF2B5EF4-FFF2-40B4-BE49-F238E27FC236}">
                      <a16:creationId xmlns:a16="http://schemas.microsoft.com/office/drawing/2014/main" id="{C8E6FD35-67A2-76CE-2818-D6FF66E221EF}"/>
                    </a:ext>
                  </a:extLst>
                </p:cNvPr>
                <p:cNvPicPr/>
                <p:nvPr/>
              </p:nvPicPr>
              <p:blipFill>
                <a:blip r:embed="rId232"/>
                <a:stretch>
                  <a:fillRect/>
                </a:stretch>
              </p:blipFill>
              <p:spPr>
                <a:xfrm>
                  <a:off x="4320142" y="6346976"/>
                  <a:ext cx="90720" cy="219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233">
              <p14:nvContentPartPr>
                <p14:cNvPr id="175" name="Ink 174">
                  <a:extLst>
                    <a:ext uri="{FF2B5EF4-FFF2-40B4-BE49-F238E27FC236}">
                      <a16:creationId xmlns:a16="http://schemas.microsoft.com/office/drawing/2014/main" id="{A02DCAD9-0C13-4394-59AB-2823FECA2C10}"/>
                    </a:ext>
                  </a:extLst>
                </p14:cNvPr>
                <p14:cNvContentPartPr/>
                <p14:nvPr/>
              </p14:nvContentPartPr>
              <p14:xfrm>
                <a:off x="2641822" y="6148616"/>
                <a:ext cx="23040" cy="374040"/>
              </p14:xfrm>
            </p:contentPart>
          </mc:Choice>
          <mc:Fallback>
            <p:pic>
              <p:nvPicPr>
                <p:cNvPr id="175" name="Ink 174">
                  <a:extLst>
                    <a:ext uri="{FF2B5EF4-FFF2-40B4-BE49-F238E27FC236}">
                      <a16:creationId xmlns:a16="http://schemas.microsoft.com/office/drawing/2014/main" id="{A02DCAD9-0C13-4394-59AB-2823FECA2C10}"/>
                    </a:ext>
                  </a:extLst>
                </p:cNvPr>
                <p:cNvPicPr/>
                <p:nvPr/>
              </p:nvPicPr>
              <p:blipFill>
                <a:blip r:embed="rId234"/>
                <a:stretch>
                  <a:fillRect/>
                </a:stretch>
              </p:blipFill>
              <p:spPr>
                <a:xfrm>
                  <a:off x="2632822" y="6139976"/>
                  <a:ext cx="40680" cy="3916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235">
              <p14:nvContentPartPr>
                <p14:cNvPr id="176" name="Ink 175">
                  <a:extLst>
                    <a:ext uri="{FF2B5EF4-FFF2-40B4-BE49-F238E27FC236}">
                      <a16:creationId xmlns:a16="http://schemas.microsoft.com/office/drawing/2014/main" id="{D6CD17A7-1B00-2CA3-9341-F4925F1C0E4C}"/>
                    </a:ext>
                  </a:extLst>
                </p14:cNvPr>
                <p14:cNvContentPartPr/>
                <p14:nvPr/>
              </p14:nvContentPartPr>
              <p14:xfrm>
                <a:off x="4146622" y="6156176"/>
                <a:ext cx="28080" cy="394200"/>
              </p14:xfrm>
            </p:contentPart>
          </mc:Choice>
          <mc:Fallback>
            <p:pic>
              <p:nvPicPr>
                <p:cNvPr id="176" name="Ink 175">
                  <a:extLst>
                    <a:ext uri="{FF2B5EF4-FFF2-40B4-BE49-F238E27FC236}">
                      <a16:creationId xmlns:a16="http://schemas.microsoft.com/office/drawing/2014/main" id="{D6CD17A7-1B00-2CA3-9341-F4925F1C0E4C}"/>
                    </a:ext>
                  </a:extLst>
                </p:cNvPr>
                <p:cNvPicPr/>
                <p:nvPr/>
              </p:nvPicPr>
              <p:blipFill>
                <a:blip r:embed="rId236"/>
                <a:stretch>
                  <a:fillRect/>
                </a:stretch>
              </p:blipFill>
              <p:spPr>
                <a:xfrm>
                  <a:off x="4137622" y="6147176"/>
                  <a:ext cx="45720" cy="411840"/>
                </a:xfrm>
                <a:prstGeom prst="rect">
                  <a:avLst/>
                </a:prstGeom>
              </p:spPr>
            </p:pic>
          </mc:Fallback>
        </mc:AlternateContent>
      </p:grpSp>
      <p:grpSp>
        <p:nvGrpSpPr>
          <p:cNvPr id="179" name="Group 178">
            <a:extLst>
              <a:ext uri="{FF2B5EF4-FFF2-40B4-BE49-F238E27FC236}">
                <a16:creationId xmlns:a16="http://schemas.microsoft.com/office/drawing/2014/main" id="{B16BC0CE-CA9B-D938-2900-AD48FF5CF5EF}"/>
              </a:ext>
            </a:extLst>
          </p:cNvPr>
          <p:cNvGrpSpPr/>
          <p:nvPr/>
        </p:nvGrpSpPr>
        <p:grpSpPr>
          <a:xfrm>
            <a:off x="4640542" y="6003896"/>
            <a:ext cx="1356480" cy="285840"/>
            <a:chOff x="4640542" y="6003896"/>
            <a:chExt cx="1356480" cy="285840"/>
          </a:xfrm>
        </p:grpSpPr>
        <mc:AlternateContent xmlns:mc="http://schemas.openxmlformats.org/markup-compatibility/2006">
          <mc:Choice xmlns:p14="http://schemas.microsoft.com/office/powerpoint/2010/main" Requires="p14">
            <p:contentPart p14:bwMode="auto" r:id="rId237">
              <p14:nvContentPartPr>
                <p14:cNvPr id="152" name="Ink 151">
                  <a:extLst>
                    <a:ext uri="{FF2B5EF4-FFF2-40B4-BE49-F238E27FC236}">
                      <a16:creationId xmlns:a16="http://schemas.microsoft.com/office/drawing/2014/main" id="{F78A6D25-C6A1-E7FA-8D6F-7DA360CBC6A5}"/>
                    </a:ext>
                  </a:extLst>
                </p14:cNvPr>
                <p14:cNvContentPartPr/>
                <p14:nvPr/>
              </p14:nvContentPartPr>
              <p14:xfrm>
                <a:off x="4725862" y="6178496"/>
                <a:ext cx="183960" cy="111240"/>
              </p14:xfrm>
            </p:contentPart>
          </mc:Choice>
          <mc:Fallback>
            <p:pic>
              <p:nvPicPr>
                <p:cNvPr id="152" name="Ink 151">
                  <a:extLst>
                    <a:ext uri="{FF2B5EF4-FFF2-40B4-BE49-F238E27FC236}">
                      <a16:creationId xmlns:a16="http://schemas.microsoft.com/office/drawing/2014/main" id="{F78A6D25-C6A1-E7FA-8D6F-7DA360CBC6A5}"/>
                    </a:ext>
                  </a:extLst>
                </p:cNvPr>
                <p:cNvPicPr/>
                <p:nvPr/>
              </p:nvPicPr>
              <p:blipFill>
                <a:blip r:embed="rId238"/>
                <a:stretch>
                  <a:fillRect/>
                </a:stretch>
              </p:blipFill>
              <p:spPr>
                <a:xfrm>
                  <a:off x="4717222" y="6169856"/>
                  <a:ext cx="201600" cy="1288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239">
              <p14:nvContentPartPr>
                <p14:cNvPr id="153" name="Ink 152">
                  <a:extLst>
                    <a:ext uri="{FF2B5EF4-FFF2-40B4-BE49-F238E27FC236}">
                      <a16:creationId xmlns:a16="http://schemas.microsoft.com/office/drawing/2014/main" id="{11A45DEE-E9A4-D024-F4B5-9C58B1E2E6F7}"/>
                    </a:ext>
                  </a:extLst>
                </p14:cNvPr>
                <p14:cNvContentPartPr/>
                <p14:nvPr/>
              </p14:nvContentPartPr>
              <p14:xfrm>
                <a:off x="4916302" y="6097496"/>
                <a:ext cx="83160" cy="159840"/>
              </p14:xfrm>
            </p:contentPart>
          </mc:Choice>
          <mc:Fallback>
            <p:pic>
              <p:nvPicPr>
                <p:cNvPr id="153" name="Ink 152">
                  <a:extLst>
                    <a:ext uri="{FF2B5EF4-FFF2-40B4-BE49-F238E27FC236}">
                      <a16:creationId xmlns:a16="http://schemas.microsoft.com/office/drawing/2014/main" id="{11A45DEE-E9A4-D024-F4B5-9C58B1E2E6F7}"/>
                    </a:ext>
                  </a:extLst>
                </p:cNvPr>
                <p:cNvPicPr/>
                <p:nvPr/>
              </p:nvPicPr>
              <p:blipFill>
                <a:blip r:embed="rId240"/>
                <a:stretch>
                  <a:fillRect/>
                </a:stretch>
              </p:blipFill>
              <p:spPr>
                <a:xfrm>
                  <a:off x="4907662" y="6088856"/>
                  <a:ext cx="100800" cy="1774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241">
              <p14:nvContentPartPr>
                <p14:cNvPr id="154" name="Ink 153">
                  <a:extLst>
                    <a:ext uri="{FF2B5EF4-FFF2-40B4-BE49-F238E27FC236}">
                      <a16:creationId xmlns:a16="http://schemas.microsoft.com/office/drawing/2014/main" id="{95ADACE3-D6E6-0A56-CD34-5214D648D66D}"/>
                    </a:ext>
                  </a:extLst>
                </p14:cNvPr>
                <p14:cNvContentPartPr/>
                <p14:nvPr/>
              </p14:nvContentPartPr>
              <p14:xfrm>
                <a:off x="4913062" y="6003896"/>
                <a:ext cx="4680" cy="3960"/>
              </p14:xfrm>
            </p:contentPart>
          </mc:Choice>
          <mc:Fallback>
            <p:pic>
              <p:nvPicPr>
                <p:cNvPr id="154" name="Ink 153">
                  <a:extLst>
                    <a:ext uri="{FF2B5EF4-FFF2-40B4-BE49-F238E27FC236}">
                      <a16:creationId xmlns:a16="http://schemas.microsoft.com/office/drawing/2014/main" id="{95ADACE3-D6E6-0A56-CD34-5214D648D66D}"/>
                    </a:ext>
                  </a:extLst>
                </p:cNvPr>
                <p:cNvPicPr/>
                <p:nvPr/>
              </p:nvPicPr>
              <p:blipFill>
                <a:blip r:embed="rId72"/>
                <a:stretch>
                  <a:fillRect/>
                </a:stretch>
              </p:blipFill>
              <p:spPr>
                <a:xfrm>
                  <a:off x="4904062" y="5994896"/>
                  <a:ext cx="22320" cy="216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242">
              <p14:nvContentPartPr>
                <p14:cNvPr id="155" name="Ink 154">
                  <a:extLst>
                    <a:ext uri="{FF2B5EF4-FFF2-40B4-BE49-F238E27FC236}">
                      <a16:creationId xmlns:a16="http://schemas.microsoft.com/office/drawing/2014/main" id="{6E6284F5-4203-0D7B-26C4-386CA3B47085}"/>
                    </a:ext>
                  </a:extLst>
                </p14:cNvPr>
                <p14:cNvContentPartPr/>
                <p14:nvPr/>
              </p14:nvContentPartPr>
              <p14:xfrm>
                <a:off x="5028982" y="6024776"/>
                <a:ext cx="156240" cy="98640"/>
              </p14:xfrm>
            </p:contentPart>
          </mc:Choice>
          <mc:Fallback>
            <p:pic>
              <p:nvPicPr>
                <p:cNvPr id="155" name="Ink 154">
                  <a:extLst>
                    <a:ext uri="{FF2B5EF4-FFF2-40B4-BE49-F238E27FC236}">
                      <a16:creationId xmlns:a16="http://schemas.microsoft.com/office/drawing/2014/main" id="{6E6284F5-4203-0D7B-26C4-386CA3B47085}"/>
                    </a:ext>
                  </a:extLst>
                </p:cNvPr>
                <p:cNvPicPr/>
                <p:nvPr/>
              </p:nvPicPr>
              <p:blipFill>
                <a:blip r:embed="rId243"/>
                <a:stretch>
                  <a:fillRect/>
                </a:stretch>
              </p:blipFill>
              <p:spPr>
                <a:xfrm>
                  <a:off x="5020342" y="6016136"/>
                  <a:ext cx="173880" cy="1162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244">
              <p14:nvContentPartPr>
                <p14:cNvPr id="157" name="Ink 156">
                  <a:extLst>
                    <a:ext uri="{FF2B5EF4-FFF2-40B4-BE49-F238E27FC236}">
                      <a16:creationId xmlns:a16="http://schemas.microsoft.com/office/drawing/2014/main" id="{CBBA23C2-302E-F591-C6C4-99B4AD0A8997}"/>
                    </a:ext>
                  </a:extLst>
                </p14:cNvPr>
                <p14:cNvContentPartPr/>
                <p14:nvPr/>
              </p14:nvContentPartPr>
              <p14:xfrm>
                <a:off x="5254702" y="6150056"/>
                <a:ext cx="99000" cy="11520"/>
              </p14:xfrm>
            </p:contentPart>
          </mc:Choice>
          <mc:Fallback>
            <p:pic>
              <p:nvPicPr>
                <p:cNvPr id="157" name="Ink 156">
                  <a:extLst>
                    <a:ext uri="{FF2B5EF4-FFF2-40B4-BE49-F238E27FC236}">
                      <a16:creationId xmlns:a16="http://schemas.microsoft.com/office/drawing/2014/main" id="{CBBA23C2-302E-F591-C6C4-99B4AD0A8997}"/>
                    </a:ext>
                  </a:extLst>
                </p:cNvPr>
                <p:cNvPicPr/>
                <p:nvPr/>
              </p:nvPicPr>
              <p:blipFill>
                <a:blip r:embed="rId245"/>
                <a:stretch>
                  <a:fillRect/>
                </a:stretch>
              </p:blipFill>
              <p:spPr>
                <a:xfrm>
                  <a:off x="5246062" y="6141416"/>
                  <a:ext cx="116640" cy="291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246">
              <p14:nvContentPartPr>
                <p14:cNvPr id="158" name="Ink 157">
                  <a:extLst>
                    <a:ext uri="{FF2B5EF4-FFF2-40B4-BE49-F238E27FC236}">
                      <a16:creationId xmlns:a16="http://schemas.microsoft.com/office/drawing/2014/main" id="{10ECE26F-23D9-E69A-42F2-26CD2883E1C0}"/>
                    </a:ext>
                  </a:extLst>
                </p14:cNvPr>
                <p14:cNvContentPartPr/>
                <p14:nvPr/>
              </p14:nvContentPartPr>
              <p14:xfrm>
                <a:off x="5468182" y="6090656"/>
                <a:ext cx="125280" cy="131040"/>
              </p14:xfrm>
            </p:contentPart>
          </mc:Choice>
          <mc:Fallback>
            <p:pic>
              <p:nvPicPr>
                <p:cNvPr id="158" name="Ink 157">
                  <a:extLst>
                    <a:ext uri="{FF2B5EF4-FFF2-40B4-BE49-F238E27FC236}">
                      <a16:creationId xmlns:a16="http://schemas.microsoft.com/office/drawing/2014/main" id="{10ECE26F-23D9-E69A-42F2-26CD2883E1C0}"/>
                    </a:ext>
                  </a:extLst>
                </p:cNvPr>
                <p:cNvPicPr/>
                <p:nvPr/>
              </p:nvPicPr>
              <p:blipFill>
                <a:blip r:embed="rId247"/>
                <a:stretch>
                  <a:fillRect/>
                </a:stretch>
              </p:blipFill>
              <p:spPr>
                <a:xfrm>
                  <a:off x="5459542" y="6081656"/>
                  <a:ext cx="142920" cy="1486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248">
              <p14:nvContentPartPr>
                <p14:cNvPr id="159" name="Ink 158">
                  <a:extLst>
                    <a:ext uri="{FF2B5EF4-FFF2-40B4-BE49-F238E27FC236}">
                      <a16:creationId xmlns:a16="http://schemas.microsoft.com/office/drawing/2014/main" id="{551F829C-A36D-94BA-1095-F2233CC5BFCD}"/>
                    </a:ext>
                  </a:extLst>
                </p14:cNvPr>
                <p14:cNvContentPartPr/>
                <p14:nvPr/>
              </p14:nvContentPartPr>
              <p14:xfrm>
                <a:off x="5693902" y="6219896"/>
                <a:ext cx="5040" cy="14760"/>
              </p14:xfrm>
            </p:contentPart>
          </mc:Choice>
          <mc:Fallback>
            <p:pic>
              <p:nvPicPr>
                <p:cNvPr id="159" name="Ink 158">
                  <a:extLst>
                    <a:ext uri="{FF2B5EF4-FFF2-40B4-BE49-F238E27FC236}">
                      <a16:creationId xmlns:a16="http://schemas.microsoft.com/office/drawing/2014/main" id="{551F829C-A36D-94BA-1095-F2233CC5BFCD}"/>
                    </a:ext>
                  </a:extLst>
                </p:cNvPr>
                <p:cNvPicPr/>
                <p:nvPr/>
              </p:nvPicPr>
              <p:blipFill>
                <a:blip r:embed="rId249"/>
                <a:stretch>
                  <a:fillRect/>
                </a:stretch>
              </p:blipFill>
              <p:spPr>
                <a:xfrm>
                  <a:off x="5685262" y="6210896"/>
                  <a:ext cx="22680" cy="324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250">
              <p14:nvContentPartPr>
                <p14:cNvPr id="160" name="Ink 159">
                  <a:extLst>
                    <a:ext uri="{FF2B5EF4-FFF2-40B4-BE49-F238E27FC236}">
                      <a16:creationId xmlns:a16="http://schemas.microsoft.com/office/drawing/2014/main" id="{C1390A88-B310-5DD1-B583-72846DB34A9D}"/>
                    </a:ext>
                  </a:extLst>
                </p14:cNvPr>
                <p14:cNvContentPartPr/>
                <p14:nvPr/>
              </p14:nvContentPartPr>
              <p14:xfrm>
                <a:off x="5726662" y="6070496"/>
                <a:ext cx="110160" cy="76320"/>
              </p14:xfrm>
            </p:contentPart>
          </mc:Choice>
          <mc:Fallback>
            <p:pic>
              <p:nvPicPr>
                <p:cNvPr id="160" name="Ink 159">
                  <a:extLst>
                    <a:ext uri="{FF2B5EF4-FFF2-40B4-BE49-F238E27FC236}">
                      <a16:creationId xmlns:a16="http://schemas.microsoft.com/office/drawing/2014/main" id="{C1390A88-B310-5DD1-B583-72846DB34A9D}"/>
                    </a:ext>
                  </a:extLst>
                </p:cNvPr>
                <p:cNvPicPr/>
                <p:nvPr/>
              </p:nvPicPr>
              <p:blipFill>
                <a:blip r:embed="rId251"/>
                <a:stretch>
                  <a:fillRect/>
                </a:stretch>
              </p:blipFill>
              <p:spPr>
                <a:xfrm>
                  <a:off x="5717662" y="6061856"/>
                  <a:ext cx="127800" cy="939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252">
              <p14:nvContentPartPr>
                <p14:cNvPr id="161" name="Ink 160">
                  <a:extLst>
                    <a:ext uri="{FF2B5EF4-FFF2-40B4-BE49-F238E27FC236}">
                      <a16:creationId xmlns:a16="http://schemas.microsoft.com/office/drawing/2014/main" id="{2C337000-E666-122C-67A5-BDB84F675557}"/>
                    </a:ext>
                  </a:extLst>
                </p14:cNvPr>
                <p14:cNvContentPartPr/>
                <p14:nvPr/>
              </p14:nvContentPartPr>
              <p14:xfrm>
                <a:off x="5782822" y="6139256"/>
                <a:ext cx="85320" cy="71640"/>
              </p14:xfrm>
            </p:contentPart>
          </mc:Choice>
          <mc:Fallback>
            <p:pic>
              <p:nvPicPr>
                <p:cNvPr id="161" name="Ink 160">
                  <a:extLst>
                    <a:ext uri="{FF2B5EF4-FFF2-40B4-BE49-F238E27FC236}">
                      <a16:creationId xmlns:a16="http://schemas.microsoft.com/office/drawing/2014/main" id="{2C337000-E666-122C-67A5-BDB84F675557}"/>
                    </a:ext>
                  </a:extLst>
                </p:cNvPr>
                <p:cNvPicPr/>
                <p:nvPr/>
              </p:nvPicPr>
              <p:blipFill>
                <a:blip r:embed="rId253"/>
                <a:stretch>
                  <a:fillRect/>
                </a:stretch>
              </p:blipFill>
              <p:spPr>
                <a:xfrm>
                  <a:off x="5774182" y="6130256"/>
                  <a:ext cx="102960" cy="892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254">
              <p14:nvContentPartPr>
                <p14:cNvPr id="177" name="Ink 176">
                  <a:extLst>
                    <a:ext uri="{FF2B5EF4-FFF2-40B4-BE49-F238E27FC236}">
                      <a16:creationId xmlns:a16="http://schemas.microsoft.com/office/drawing/2014/main" id="{1BC7A0EA-E7EF-FE19-8FC0-58553DC617F9}"/>
                    </a:ext>
                  </a:extLst>
                </p14:cNvPr>
                <p14:cNvContentPartPr/>
                <p14:nvPr/>
              </p14:nvContentPartPr>
              <p14:xfrm>
                <a:off x="4640542" y="6097496"/>
                <a:ext cx="16200" cy="172080"/>
              </p14:xfrm>
            </p:contentPart>
          </mc:Choice>
          <mc:Fallback>
            <p:pic>
              <p:nvPicPr>
                <p:cNvPr id="177" name="Ink 176">
                  <a:extLst>
                    <a:ext uri="{FF2B5EF4-FFF2-40B4-BE49-F238E27FC236}">
                      <a16:creationId xmlns:a16="http://schemas.microsoft.com/office/drawing/2014/main" id="{1BC7A0EA-E7EF-FE19-8FC0-58553DC617F9}"/>
                    </a:ext>
                  </a:extLst>
                </p:cNvPr>
                <p:cNvPicPr/>
                <p:nvPr/>
              </p:nvPicPr>
              <p:blipFill>
                <a:blip r:embed="rId255"/>
                <a:stretch>
                  <a:fillRect/>
                </a:stretch>
              </p:blipFill>
              <p:spPr>
                <a:xfrm>
                  <a:off x="4631902" y="6088856"/>
                  <a:ext cx="33840" cy="1897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256">
              <p14:nvContentPartPr>
                <p14:cNvPr id="178" name="Ink 177">
                  <a:extLst>
                    <a:ext uri="{FF2B5EF4-FFF2-40B4-BE49-F238E27FC236}">
                      <a16:creationId xmlns:a16="http://schemas.microsoft.com/office/drawing/2014/main" id="{3AFC73B1-A9AE-CC96-69BF-39E626FB730E}"/>
                    </a:ext>
                  </a:extLst>
                </p14:cNvPr>
                <p14:cNvContentPartPr/>
                <p14:nvPr/>
              </p14:nvContentPartPr>
              <p14:xfrm>
                <a:off x="5969662" y="6036296"/>
                <a:ext cx="27360" cy="146160"/>
              </p14:xfrm>
            </p:contentPart>
          </mc:Choice>
          <mc:Fallback>
            <p:pic>
              <p:nvPicPr>
                <p:cNvPr id="178" name="Ink 177">
                  <a:extLst>
                    <a:ext uri="{FF2B5EF4-FFF2-40B4-BE49-F238E27FC236}">
                      <a16:creationId xmlns:a16="http://schemas.microsoft.com/office/drawing/2014/main" id="{3AFC73B1-A9AE-CC96-69BF-39E626FB730E}"/>
                    </a:ext>
                  </a:extLst>
                </p:cNvPr>
                <p:cNvPicPr/>
                <p:nvPr/>
              </p:nvPicPr>
              <p:blipFill>
                <a:blip r:embed="rId257"/>
                <a:stretch>
                  <a:fillRect/>
                </a:stretch>
              </p:blipFill>
              <p:spPr>
                <a:xfrm>
                  <a:off x="5960662" y="6027656"/>
                  <a:ext cx="45000" cy="163800"/>
                </a:xfrm>
                <a:prstGeom prst="rect">
                  <a:avLst/>
                </a:prstGeom>
              </p:spPr>
            </p:pic>
          </mc:Fallback>
        </mc:AlternateContent>
      </p:grpSp>
      <p:grpSp>
        <p:nvGrpSpPr>
          <p:cNvPr id="186" name="Group 185">
            <a:extLst>
              <a:ext uri="{FF2B5EF4-FFF2-40B4-BE49-F238E27FC236}">
                <a16:creationId xmlns:a16="http://schemas.microsoft.com/office/drawing/2014/main" id="{589F6E24-BE65-F138-26B4-A424862FA70B}"/>
              </a:ext>
            </a:extLst>
          </p:cNvPr>
          <p:cNvGrpSpPr/>
          <p:nvPr/>
        </p:nvGrpSpPr>
        <p:grpSpPr>
          <a:xfrm>
            <a:off x="4689142" y="6363536"/>
            <a:ext cx="1279440" cy="330480"/>
            <a:chOff x="4689142" y="6363536"/>
            <a:chExt cx="1279440" cy="330480"/>
          </a:xfrm>
        </p:grpSpPr>
        <mc:AlternateContent xmlns:mc="http://schemas.openxmlformats.org/markup-compatibility/2006">
          <mc:Choice xmlns:p14="http://schemas.microsoft.com/office/powerpoint/2010/main" Requires="p14">
            <p:contentPart p14:bwMode="auto" r:id="rId258">
              <p14:nvContentPartPr>
                <p14:cNvPr id="163" name="Ink 162">
                  <a:extLst>
                    <a:ext uri="{FF2B5EF4-FFF2-40B4-BE49-F238E27FC236}">
                      <a16:creationId xmlns:a16="http://schemas.microsoft.com/office/drawing/2014/main" id="{43FCC735-B6A3-BB83-63D2-547FBF58B561}"/>
                    </a:ext>
                  </a:extLst>
                </p14:cNvPr>
                <p14:cNvContentPartPr/>
                <p14:nvPr/>
              </p14:nvContentPartPr>
              <p14:xfrm>
                <a:off x="4798942" y="6363536"/>
                <a:ext cx="974880" cy="27000"/>
              </p14:xfrm>
            </p:contentPart>
          </mc:Choice>
          <mc:Fallback>
            <p:pic>
              <p:nvPicPr>
                <p:cNvPr id="163" name="Ink 162">
                  <a:extLst>
                    <a:ext uri="{FF2B5EF4-FFF2-40B4-BE49-F238E27FC236}">
                      <a16:creationId xmlns:a16="http://schemas.microsoft.com/office/drawing/2014/main" id="{43FCC735-B6A3-BB83-63D2-547FBF58B561}"/>
                    </a:ext>
                  </a:extLst>
                </p:cNvPr>
                <p:cNvPicPr/>
                <p:nvPr/>
              </p:nvPicPr>
              <p:blipFill>
                <a:blip r:embed="rId259"/>
                <a:stretch>
                  <a:fillRect/>
                </a:stretch>
              </p:blipFill>
              <p:spPr>
                <a:xfrm>
                  <a:off x="4790302" y="6354896"/>
                  <a:ext cx="992520" cy="446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260">
              <p14:nvContentPartPr>
                <p14:cNvPr id="164" name="Ink 163">
                  <a:extLst>
                    <a:ext uri="{FF2B5EF4-FFF2-40B4-BE49-F238E27FC236}">
                      <a16:creationId xmlns:a16="http://schemas.microsoft.com/office/drawing/2014/main" id="{65ABF939-0C53-FA33-68F1-6518F558D62F}"/>
                    </a:ext>
                  </a:extLst>
                </p14:cNvPr>
                <p14:cNvContentPartPr/>
                <p14:nvPr/>
              </p14:nvContentPartPr>
              <p14:xfrm>
                <a:off x="4811182" y="6569456"/>
                <a:ext cx="141480" cy="124560"/>
              </p14:xfrm>
            </p:contentPart>
          </mc:Choice>
          <mc:Fallback>
            <p:pic>
              <p:nvPicPr>
                <p:cNvPr id="164" name="Ink 163">
                  <a:extLst>
                    <a:ext uri="{FF2B5EF4-FFF2-40B4-BE49-F238E27FC236}">
                      <a16:creationId xmlns:a16="http://schemas.microsoft.com/office/drawing/2014/main" id="{65ABF939-0C53-FA33-68F1-6518F558D62F}"/>
                    </a:ext>
                  </a:extLst>
                </p:cNvPr>
                <p:cNvPicPr/>
                <p:nvPr/>
              </p:nvPicPr>
              <p:blipFill>
                <a:blip r:embed="rId261"/>
                <a:stretch>
                  <a:fillRect/>
                </a:stretch>
              </p:blipFill>
              <p:spPr>
                <a:xfrm>
                  <a:off x="4802182" y="6560816"/>
                  <a:ext cx="159120" cy="1422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262">
              <p14:nvContentPartPr>
                <p14:cNvPr id="165" name="Ink 164">
                  <a:extLst>
                    <a:ext uri="{FF2B5EF4-FFF2-40B4-BE49-F238E27FC236}">
                      <a16:creationId xmlns:a16="http://schemas.microsoft.com/office/drawing/2014/main" id="{15A11AD6-A507-2447-59D4-8A94A1CE1EC6}"/>
                    </a:ext>
                  </a:extLst>
                </p14:cNvPr>
                <p14:cNvContentPartPr/>
                <p14:nvPr/>
              </p14:nvContentPartPr>
              <p14:xfrm>
                <a:off x="4965262" y="6528056"/>
                <a:ext cx="83160" cy="141480"/>
              </p14:xfrm>
            </p:contentPart>
          </mc:Choice>
          <mc:Fallback>
            <p:pic>
              <p:nvPicPr>
                <p:cNvPr id="165" name="Ink 164">
                  <a:extLst>
                    <a:ext uri="{FF2B5EF4-FFF2-40B4-BE49-F238E27FC236}">
                      <a16:creationId xmlns:a16="http://schemas.microsoft.com/office/drawing/2014/main" id="{15A11AD6-A507-2447-59D4-8A94A1CE1EC6}"/>
                    </a:ext>
                  </a:extLst>
                </p:cNvPr>
                <p:cNvPicPr/>
                <p:nvPr/>
              </p:nvPicPr>
              <p:blipFill>
                <a:blip r:embed="rId263"/>
                <a:stretch>
                  <a:fillRect/>
                </a:stretch>
              </p:blipFill>
              <p:spPr>
                <a:xfrm>
                  <a:off x="4956262" y="6519416"/>
                  <a:ext cx="100800" cy="1591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264">
              <p14:nvContentPartPr>
                <p14:cNvPr id="166" name="Ink 165">
                  <a:extLst>
                    <a:ext uri="{FF2B5EF4-FFF2-40B4-BE49-F238E27FC236}">
                      <a16:creationId xmlns:a16="http://schemas.microsoft.com/office/drawing/2014/main" id="{2F39130C-FD10-6362-5E8D-CF70B9E1689A}"/>
                    </a:ext>
                  </a:extLst>
                </p14:cNvPr>
                <p14:cNvContentPartPr/>
                <p14:nvPr/>
              </p14:nvContentPartPr>
              <p14:xfrm>
                <a:off x="4917382" y="6432656"/>
                <a:ext cx="27720" cy="29160"/>
              </p14:xfrm>
            </p:contentPart>
          </mc:Choice>
          <mc:Fallback>
            <p:pic>
              <p:nvPicPr>
                <p:cNvPr id="166" name="Ink 165">
                  <a:extLst>
                    <a:ext uri="{FF2B5EF4-FFF2-40B4-BE49-F238E27FC236}">
                      <a16:creationId xmlns:a16="http://schemas.microsoft.com/office/drawing/2014/main" id="{2F39130C-FD10-6362-5E8D-CF70B9E1689A}"/>
                    </a:ext>
                  </a:extLst>
                </p:cNvPr>
                <p:cNvPicPr/>
                <p:nvPr/>
              </p:nvPicPr>
              <p:blipFill>
                <a:blip r:embed="rId265"/>
                <a:stretch>
                  <a:fillRect/>
                </a:stretch>
              </p:blipFill>
              <p:spPr>
                <a:xfrm>
                  <a:off x="4908382" y="6423656"/>
                  <a:ext cx="45360" cy="468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266">
              <p14:nvContentPartPr>
                <p14:cNvPr id="167" name="Ink 166">
                  <a:extLst>
                    <a:ext uri="{FF2B5EF4-FFF2-40B4-BE49-F238E27FC236}">
                      <a16:creationId xmlns:a16="http://schemas.microsoft.com/office/drawing/2014/main" id="{BB916EE3-D2EF-F405-844E-D6B48BD621B9}"/>
                    </a:ext>
                  </a:extLst>
                </p14:cNvPr>
                <p14:cNvContentPartPr/>
                <p14:nvPr/>
              </p14:nvContentPartPr>
              <p14:xfrm>
                <a:off x="5027542" y="6457856"/>
                <a:ext cx="166320" cy="86760"/>
              </p14:xfrm>
            </p:contentPart>
          </mc:Choice>
          <mc:Fallback>
            <p:pic>
              <p:nvPicPr>
                <p:cNvPr id="167" name="Ink 166">
                  <a:extLst>
                    <a:ext uri="{FF2B5EF4-FFF2-40B4-BE49-F238E27FC236}">
                      <a16:creationId xmlns:a16="http://schemas.microsoft.com/office/drawing/2014/main" id="{BB916EE3-D2EF-F405-844E-D6B48BD621B9}"/>
                    </a:ext>
                  </a:extLst>
                </p:cNvPr>
                <p:cNvPicPr/>
                <p:nvPr/>
              </p:nvPicPr>
              <p:blipFill>
                <a:blip r:embed="rId267"/>
                <a:stretch>
                  <a:fillRect/>
                </a:stretch>
              </p:blipFill>
              <p:spPr>
                <a:xfrm>
                  <a:off x="5018542" y="6449216"/>
                  <a:ext cx="183960" cy="1044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268">
              <p14:nvContentPartPr>
                <p14:cNvPr id="168" name="Ink 167">
                  <a:extLst>
                    <a:ext uri="{FF2B5EF4-FFF2-40B4-BE49-F238E27FC236}">
                      <a16:creationId xmlns:a16="http://schemas.microsoft.com/office/drawing/2014/main" id="{3C3B1579-DF77-1456-6138-40923FFDA84D}"/>
                    </a:ext>
                  </a:extLst>
                </p14:cNvPr>
                <p14:cNvContentPartPr/>
                <p14:nvPr/>
              </p14:nvContentPartPr>
              <p14:xfrm>
                <a:off x="5267302" y="6571256"/>
                <a:ext cx="91800" cy="7920"/>
              </p14:xfrm>
            </p:contentPart>
          </mc:Choice>
          <mc:Fallback>
            <p:pic>
              <p:nvPicPr>
                <p:cNvPr id="168" name="Ink 167">
                  <a:extLst>
                    <a:ext uri="{FF2B5EF4-FFF2-40B4-BE49-F238E27FC236}">
                      <a16:creationId xmlns:a16="http://schemas.microsoft.com/office/drawing/2014/main" id="{3C3B1579-DF77-1456-6138-40923FFDA84D}"/>
                    </a:ext>
                  </a:extLst>
                </p:cNvPr>
                <p:cNvPicPr/>
                <p:nvPr/>
              </p:nvPicPr>
              <p:blipFill>
                <a:blip r:embed="rId146"/>
                <a:stretch>
                  <a:fillRect/>
                </a:stretch>
              </p:blipFill>
              <p:spPr>
                <a:xfrm>
                  <a:off x="5258662" y="6562256"/>
                  <a:ext cx="109440" cy="255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269">
              <p14:nvContentPartPr>
                <p14:cNvPr id="170" name="Ink 169">
                  <a:extLst>
                    <a:ext uri="{FF2B5EF4-FFF2-40B4-BE49-F238E27FC236}">
                      <a16:creationId xmlns:a16="http://schemas.microsoft.com/office/drawing/2014/main" id="{25F860AB-C6B2-1077-785B-28FB67DDB292}"/>
                    </a:ext>
                  </a:extLst>
                </p14:cNvPr>
                <p14:cNvContentPartPr/>
                <p14:nvPr/>
              </p14:nvContentPartPr>
              <p14:xfrm>
                <a:off x="5464942" y="6522656"/>
                <a:ext cx="96480" cy="86760"/>
              </p14:xfrm>
            </p:contentPart>
          </mc:Choice>
          <mc:Fallback>
            <p:pic>
              <p:nvPicPr>
                <p:cNvPr id="170" name="Ink 169">
                  <a:extLst>
                    <a:ext uri="{FF2B5EF4-FFF2-40B4-BE49-F238E27FC236}">
                      <a16:creationId xmlns:a16="http://schemas.microsoft.com/office/drawing/2014/main" id="{25F860AB-C6B2-1077-785B-28FB67DDB292}"/>
                    </a:ext>
                  </a:extLst>
                </p:cNvPr>
                <p:cNvPicPr/>
                <p:nvPr/>
              </p:nvPicPr>
              <p:blipFill>
                <a:blip r:embed="rId270"/>
                <a:stretch>
                  <a:fillRect/>
                </a:stretch>
              </p:blipFill>
              <p:spPr>
                <a:xfrm>
                  <a:off x="5456302" y="6514016"/>
                  <a:ext cx="114120" cy="1044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271">
              <p14:nvContentPartPr>
                <p14:cNvPr id="171" name="Ink 170">
                  <a:extLst>
                    <a:ext uri="{FF2B5EF4-FFF2-40B4-BE49-F238E27FC236}">
                      <a16:creationId xmlns:a16="http://schemas.microsoft.com/office/drawing/2014/main" id="{0F5672F9-B868-9B16-A93C-1117EF49D2A3}"/>
                    </a:ext>
                  </a:extLst>
                </p14:cNvPr>
                <p14:cNvContentPartPr/>
                <p14:nvPr/>
              </p14:nvContentPartPr>
              <p14:xfrm>
                <a:off x="5648902" y="6592136"/>
                <a:ext cx="2520" cy="3240"/>
              </p14:xfrm>
            </p:contentPart>
          </mc:Choice>
          <mc:Fallback>
            <p:pic>
              <p:nvPicPr>
                <p:cNvPr id="171" name="Ink 170">
                  <a:extLst>
                    <a:ext uri="{FF2B5EF4-FFF2-40B4-BE49-F238E27FC236}">
                      <a16:creationId xmlns:a16="http://schemas.microsoft.com/office/drawing/2014/main" id="{0F5672F9-B868-9B16-A93C-1117EF49D2A3}"/>
                    </a:ext>
                  </a:extLst>
                </p:cNvPr>
                <p:cNvPicPr/>
                <p:nvPr/>
              </p:nvPicPr>
              <p:blipFill>
                <a:blip r:embed="rId72"/>
                <a:stretch>
                  <a:fillRect/>
                </a:stretch>
              </p:blipFill>
              <p:spPr>
                <a:xfrm>
                  <a:off x="5640262" y="6583136"/>
                  <a:ext cx="20160" cy="208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272">
              <p14:nvContentPartPr>
                <p14:cNvPr id="172" name="Ink 171">
                  <a:extLst>
                    <a:ext uri="{FF2B5EF4-FFF2-40B4-BE49-F238E27FC236}">
                      <a16:creationId xmlns:a16="http://schemas.microsoft.com/office/drawing/2014/main" id="{4DA5C851-3DA3-BDBA-92B1-474B1CECBB1D}"/>
                    </a:ext>
                  </a:extLst>
                </p14:cNvPr>
                <p14:cNvContentPartPr/>
                <p14:nvPr/>
              </p14:nvContentPartPr>
              <p14:xfrm>
                <a:off x="5688142" y="6490256"/>
                <a:ext cx="90000" cy="103320"/>
              </p14:xfrm>
            </p:contentPart>
          </mc:Choice>
          <mc:Fallback>
            <p:pic>
              <p:nvPicPr>
                <p:cNvPr id="172" name="Ink 171">
                  <a:extLst>
                    <a:ext uri="{FF2B5EF4-FFF2-40B4-BE49-F238E27FC236}">
                      <a16:creationId xmlns:a16="http://schemas.microsoft.com/office/drawing/2014/main" id="{4DA5C851-3DA3-BDBA-92B1-474B1CECBB1D}"/>
                    </a:ext>
                  </a:extLst>
                </p:cNvPr>
                <p:cNvPicPr/>
                <p:nvPr/>
              </p:nvPicPr>
              <p:blipFill>
                <a:blip r:embed="rId273"/>
                <a:stretch>
                  <a:fillRect/>
                </a:stretch>
              </p:blipFill>
              <p:spPr>
                <a:xfrm>
                  <a:off x="5679502" y="6481616"/>
                  <a:ext cx="107640" cy="1209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274">
              <p14:nvContentPartPr>
                <p14:cNvPr id="173" name="Ink 172">
                  <a:extLst>
                    <a:ext uri="{FF2B5EF4-FFF2-40B4-BE49-F238E27FC236}">
                      <a16:creationId xmlns:a16="http://schemas.microsoft.com/office/drawing/2014/main" id="{48E37984-6014-64DA-1608-829BCAC1164A}"/>
                    </a:ext>
                  </a:extLst>
                </p14:cNvPr>
                <p14:cNvContentPartPr/>
                <p14:nvPr/>
              </p14:nvContentPartPr>
              <p14:xfrm>
                <a:off x="5693542" y="6448136"/>
                <a:ext cx="122760" cy="11520"/>
              </p14:xfrm>
            </p:contentPart>
          </mc:Choice>
          <mc:Fallback>
            <p:pic>
              <p:nvPicPr>
                <p:cNvPr id="173" name="Ink 172">
                  <a:extLst>
                    <a:ext uri="{FF2B5EF4-FFF2-40B4-BE49-F238E27FC236}">
                      <a16:creationId xmlns:a16="http://schemas.microsoft.com/office/drawing/2014/main" id="{48E37984-6014-64DA-1608-829BCAC1164A}"/>
                    </a:ext>
                  </a:extLst>
                </p:cNvPr>
                <p:cNvPicPr/>
                <p:nvPr/>
              </p:nvPicPr>
              <p:blipFill>
                <a:blip r:embed="rId275"/>
                <a:stretch>
                  <a:fillRect/>
                </a:stretch>
              </p:blipFill>
              <p:spPr>
                <a:xfrm>
                  <a:off x="5684902" y="6439136"/>
                  <a:ext cx="140400" cy="291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276">
              <p14:nvContentPartPr>
                <p14:cNvPr id="181" name="Ink 180">
                  <a:extLst>
                    <a:ext uri="{FF2B5EF4-FFF2-40B4-BE49-F238E27FC236}">
                      <a16:creationId xmlns:a16="http://schemas.microsoft.com/office/drawing/2014/main" id="{233E3866-8B90-88CF-BDF1-562226F1FA24}"/>
                    </a:ext>
                  </a:extLst>
                </p14:cNvPr>
                <p14:cNvContentPartPr/>
                <p14:nvPr/>
              </p14:nvContentPartPr>
              <p14:xfrm>
                <a:off x="4689142" y="6513656"/>
                <a:ext cx="25920" cy="159120"/>
              </p14:xfrm>
            </p:contentPart>
          </mc:Choice>
          <mc:Fallback>
            <p:pic>
              <p:nvPicPr>
                <p:cNvPr id="181" name="Ink 180">
                  <a:extLst>
                    <a:ext uri="{FF2B5EF4-FFF2-40B4-BE49-F238E27FC236}">
                      <a16:creationId xmlns:a16="http://schemas.microsoft.com/office/drawing/2014/main" id="{233E3866-8B90-88CF-BDF1-562226F1FA24}"/>
                    </a:ext>
                  </a:extLst>
                </p:cNvPr>
                <p:cNvPicPr/>
                <p:nvPr/>
              </p:nvPicPr>
              <p:blipFill>
                <a:blip r:embed="rId277"/>
                <a:stretch>
                  <a:fillRect/>
                </a:stretch>
              </p:blipFill>
              <p:spPr>
                <a:xfrm>
                  <a:off x="4680142" y="6505016"/>
                  <a:ext cx="43560" cy="1767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278">
              <p14:nvContentPartPr>
                <p14:cNvPr id="182" name="Ink 181">
                  <a:extLst>
                    <a:ext uri="{FF2B5EF4-FFF2-40B4-BE49-F238E27FC236}">
                      <a16:creationId xmlns:a16="http://schemas.microsoft.com/office/drawing/2014/main" id="{13CC27EF-DC3E-FEC8-6D10-8A580BDD223D}"/>
                    </a:ext>
                  </a:extLst>
                </p14:cNvPr>
                <p14:cNvContentPartPr/>
                <p14:nvPr/>
              </p14:nvContentPartPr>
              <p14:xfrm>
                <a:off x="5947342" y="6476936"/>
                <a:ext cx="21240" cy="152280"/>
              </p14:xfrm>
            </p:contentPart>
          </mc:Choice>
          <mc:Fallback>
            <p:pic>
              <p:nvPicPr>
                <p:cNvPr id="182" name="Ink 181">
                  <a:extLst>
                    <a:ext uri="{FF2B5EF4-FFF2-40B4-BE49-F238E27FC236}">
                      <a16:creationId xmlns:a16="http://schemas.microsoft.com/office/drawing/2014/main" id="{13CC27EF-DC3E-FEC8-6D10-8A580BDD223D}"/>
                    </a:ext>
                  </a:extLst>
                </p:cNvPr>
                <p:cNvPicPr/>
                <p:nvPr/>
              </p:nvPicPr>
              <p:blipFill>
                <a:blip r:embed="rId279"/>
                <a:stretch>
                  <a:fillRect/>
                </a:stretch>
              </p:blipFill>
              <p:spPr>
                <a:xfrm>
                  <a:off x="5938342" y="6467936"/>
                  <a:ext cx="38880" cy="1699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280">
              <p14:nvContentPartPr>
                <p14:cNvPr id="184" name="Ink 183">
                  <a:extLst>
                    <a:ext uri="{FF2B5EF4-FFF2-40B4-BE49-F238E27FC236}">
                      <a16:creationId xmlns:a16="http://schemas.microsoft.com/office/drawing/2014/main" id="{7F5CE2BA-48C9-2DDF-C757-3E19759B84F6}"/>
                    </a:ext>
                  </a:extLst>
                </p14:cNvPr>
                <p14:cNvContentPartPr/>
                <p14:nvPr/>
              </p14:nvContentPartPr>
              <p14:xfrm>
                <a:off x="5760862" y="6364256"/>
                <a:ext cx="149040" cy="14400"/>
              </p14:xfrm>
            </p:contentPart>
          </mc:Choice>
          <mc:Fallback>
            <p:pic>
              <p:nvPicPr>
                <p:cNvPr id="184" name="Ink 183">
                  <a:extLst>
                    <a:ext uri="{FF2B5EF4-FFF2-40B4-BE49-F238E27FC236}">
                      <a16:creationId xmlns:a16="http://schemas.microsoft.com/office/drawing/2014/main" id="{7F5CE2BA-48C9-2DDF-C757-3E19759B84F6}"/>
                    </a:ext>
                  </a:extLst>
                </p:cNvPr>
                <p:cNvPicPr/>
                <p:nvPr/>
              </p:nvPicPr>
              <p:blipFill>
                <a:blip r:embed="rId281"/>
                <a:stretch>
                  <a:fillRect/>
                </a:stretch>
              </p:blipFill>
              <p:spPr>
                <a:xfrm>
                  <a:off x="5751862" y="6355256"/>
                  <a:ext cx="166680" cy="320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282">
              <p14:nvContentPartPr>
                <p14:cNvPr id="185" name="Ink 184">
                  <a:extLst>
                    <a:ext uri="{FF2B5EF4-FFF2-40B4-BE49-F238E27FC236}">
                      <a16:creationId xmlns:a16="http://schemas.microsoft.com/office/drawing/2014/main" id="{3BBBA2F5-5EE0-0963-1C96-D98C73A81752}"/>
                    </a:ext>
                  </a:extLst>
                </p14:cNvPr>
                <p14:cNvContentPartPr/>
                <p14:nvPr/>
              </p14:nvContentPartPr>
              <p14:xfrm>
                <a:off x="4741342" y="6368576"/>
                <a:ext cx="101880" cy="11160"/>
              </p14:xfrm>
            </p:contentPart>
          </mc:Choice>
          <mc:Fallback>
            <p:pic>
              <p:nvPicPr>
                <p:cNvPr id="185" name="Ink 184">
                  <a:extLst>
                    <a:ext uri="{FF2B5EF4-FFF2-40B4-BE49-F238E27FC236}">
                      <a16:creationId xmlns:a16="http://schemas.microsoft.com/office/drawing/2014/main" id="{3BBBA2F5-5EE0-0963-1C96-D98C73A81752}"/>
                    </a:ext>
                  </a:extLst>
                </p:cNvPr>
                <p:cNvPicPr/>
                <p:nvPr/>
              </p:nvPicPr>
              <p:blipFill>
                <a:blip r:embed="rId283"/>
                <a:stretch>
                  <a:fillRect/>
                </a:stretch>
              </p:blipFill>
              <p:spPr>
                <a:xfrm>
                  <a:off x="4732702" y="6359576"/>
                  <a:ext cx="119520" cy="28800"/>
                </a:xfrm>
                <a:prstGeom prst="rect">
                  <a:avLst/>
                </a:prstGeom>
              </p:spPr>
            </p:pic>
          </mc:Fallback>
        </mc:AlternateContent>
      </p:grpSp>
      <mc:AlternateContent xmlns:mc="http://schemas.openxmlformats.org/markup-compatibility/2006">
        <mc:Choice xmlns:p14="http://schemas.microsoft.com/office/powerpoint/2010/main" Requires="p14">
          <p:contentPart p14:bwMode="auto" r:id="rId284">
            <p14:nvContentPartPr>
              <p14:cNvPr id="187" name="Ink 186">
                <a:extLst>
                  <a:ext uri="{FF2B5EF4-FFF2-40B4-BE49-F238E27FC236}">
                    <a16:creationId xmlns:a16="http://schemas.microsoft.com/office/drawing/2014/main" id="{F2174462-F7AE-375E-BB41-1D57239C9EF4}"/>
                  </a:ext>
                </a:extLst>
              </p14:cNvPr>
              <p14:cNvContentPartPr/>
              <p14:nvPr/>
            </p14:nvContentPartPr>
            <p14:xfrm>
              <a:off x="9181942" y="2001416"/>
              <a:ext cx="194040" cy="116280"/>
            </p14:xfrm>
          </p:contentPart>
        </mc:Choice>
        <mc:Fallback>
          <p:pic>
            <p:nvPicPr>
              <p:cNvPr id="187" name="Ink 186">
                <a:extLst>
                  <a:ext uri="{FF2B5EF4-FFF2-40B4-BE49-F238E27FC236}">
                    <a16:creationId xmlns:a16="http://schemas.microsoft.com/office/drawing/2014/main" id="{F2174462-F7AE-375E-BB41-1D57239C9EF4}"/>
                  </a:ext>
                </a:extLst>
              </p:cNvPr>
              <p:cNvPicPr/>
              <p:nvPr/>
            </p:nvPicPr>
            <p:blipFill>
              <a:blip r:embed="rId285"/>
              <a:stretch>
                <a:fillRect/>
              </a:stretch>
            </p:blipFill>
            <p:spPr>
              <a:xfrm>
                <a:off x="9172942" y="1992416"/>
                <a:ext cx="211680" cy="133920"/>
              </a:xfrm>
              <a:prstGeom prst="rect">
                <a:avLst/>
              </a:prstGeom>
            </p:spPr>
          </p:pic>
        </mc:Fallback>
      </mc:AlternateContent>
      <p:grpSp>
        <p:nvGrpSpPr>
          <p:cNvPr id="202" name="Group 201">
            <a:extLst>
              <a:ext uri="{FF2B5EF4-FFF2-40B4-BE49-F238E27FC236}">
                <a16:creationId xmlns:a16="http://schemas.microsoft.com/office/drawing/2014/main" id="{B7498679-1E39-2E13-8A92-B9EC437B4D5B}"/>
              </a:ext>
            </a:extLst>
          </p:cNvPr>
          <p:cNvGrpSpPr/>
          <p:nvPr/>
        </p:nvGrpSpPr>
        <p:grpSpPr>
          <a:xfrm>
            <a:off x="9836782" y="1855256"/>
            <a:ext cx="1501200" cy="707400"/>
            <a:chOff x="9836782" y="1855256"/>
            <a:chExt cx="1501200" cy="707400"/>
          </a:xfrm>
        </p:grpSpPr>
        <mc:AlternateContent xmlns:mc="http://schemas.openxmlformats.org/markup-compatibility/2006">
          <mc:Choice xmlns:p14="http://schemas.microsoft.com/office/powerpoint/2010/main" Requires="p14">
            <p:contentPart p14:bwMode="auto" r:id="rId286">
              <p14:nvContentPartPr>
                <p14:cNvPr id="188" name="Ink 187">
                  <a:extLst>
                    <a:ext uri="{FF2B5EF4-FFF2-40B4-BE49-F238E27FC236}">
                      <a16:creationId xmlns:a16="http://schemas.microsoft.com/office/drawing/2014/main" id="{79C09FB1-9FC0-B249-14C7-3F0737ED93CE}"/>
                    </a:ext>
                  </a:extLst>
                </p14:cNvPr>
                <p14:cNvContentPartPr/>
                <p14:nvPr/>
              </p14:nvContentPartPr>
              <p14:xfrm>
                <a:off x="9836782" y="2302736"/>
                <a:ext cx="347400" cy="259920"/>
              </p14:xfrm>
            </p:contentPart>
          </mc:Choice>
          <mc:Fallback>
            <p:pic>
              <p:nvPicPr>
                <p:cNvPr id="188" name="Ink 187">
                  <a:extLst>
                    <a:ext uri="{FF2B5EF4-FFF2-40B4-BE49-F238E27FC236}">
                      <a16:creationId xmlns:a16="http://schemas.microsoft.com/office/drawing/2014/main" id="{79C09FB1-9FC0-B249-14C7-3F0737ED93CE}"/>
                    </a:ext>
                  </a:extLst>
                </p:cNvPr>
                <p:cNvPicPr/>
                <p:nvPr/>
              </p:nvPicPr>
              <p:blipFill>
                <a:blip r:embed="rId287"/>
                <a:stretch>
                  <a:fillRect/>
                </a:stretch>
              </p:blipFill>
              <p:spPr>
                <a:xfrm>
                  <a:off x="9827782" y="2293736"/>
                  <a:ext cx="365040" cy="2775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288">
              <p14:nvContentPartPr>
                <p14:cNvPr id="189" name="Ink 188">
                  <a:extLst>
                    <a:ext uri="{FF2B5EF4-FFF2-40B4-BE49-F238E27FC236}">
                      <a16:creationId xmlns:a16="http://schemas.microsoft.com/office/drawing/2014/main" id="{5AA60FF5-2826-5D86-F76B-EB5F6C076B4B}"/>
                    </a:ext>
                  </a:extLst>
                </p14:cNvPr>
                <p14:cNvContentPartPr/>
                <p14:nvPr/>
              </p14:nvContentPartPr>
              <p14:xfrm>
                <a:off x="10269862" y="2093936"/>
                <a:ext cx="147600" cy="139320"/>
              </p14:xfrm>
            </p:contentPart>
          </mc:Choice>
          <mc:Fallback>
            <p:pic>
              <p:nvPicPr>
                <p:cNvPr id="189" name="Ink 188">
                  <a:extLst>
                    <a:ext uri="{FF2B5EF4-FFF2-40B4-BE49-F238E27FC236}">
                      <a16:creationId xmlns:a16="http://schemas.microsoft.com/office/drawing/2014/main" id="{5AA60FF5-2826-5D86-F76B-EB5F6C076B4B}"/>
                    </a:ext>
                  </a:extLst>
                </p:cNvPr>
                <p:cNvPicPr/>
                <p:nvPr/>
              </p:nvPicPr>
              <p:blipFill>
                <a:blip r:embed="rId289"/>
                <a:stretch>
                  <a:fillRect/>
                </a:stretch>
              </p:blipFill>
              <p:spPr>
                <a:xfrm>
                  <a:off x="10260862" y="2084936"/>
                  <a:ext cx="165240" cy="1569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290">
              <p14:nvContentPartPr>
                <p14:cNvPr id="190" name="Ink 189">
                  <a:extLst>
                    <a:ext uri="{FF2B5EF4-FFF2-40B4-BE49-F238E27FC236}">
                      <a16:creationId xmlns:a16="http://schemas.microsoft.com/office/drawing/2014/main" id="{CEDC9941-386A-8D77-BF82-18377BECF25F}"/>
                    </a:ext>
                  </a:extLst>
                </p14:cNvPr>
                <p14:cNvContentPartPr/>
                <p14:nvPr/>
              </p14:nvContentPartPr>
              <p14:xfrm>
                <a:off x="10409182" y="1982696"/>
                <a:ext cx="76320" cy="150120"/>
              </p14:xfrm>
            </p:contentPart>
          </mc:Choice>
          <mc:Fallback>
            <p:pic>
              <p:nvPicPr>
                <p:cNvPr id="190" name="Ink 189">
                  <a:extLst>
                    <a:ext uri="{FF2B5EF4-FFF2-40B4-BE49-F238E27FC236}">
                      <a16:creationId xmlns:a16="http://schemas.microsoft.com/office/drawing/2014/main" id="{CEDC9941-386A-8D77-BF82-18377BECF25F}"/>
                    </a:ext>
                  </a:extLst>
                </p:cNvPr>
                <p:cNvPicPr/>
                <p:nvPr/>
              </p:nvPicPr>
              <p:blipFill>
                <a:blip r:embed="rId291"/>
                <a:stretch>
                  <a:fillRect/>
                </a:stretch>
              </p:blipFill>
              <p:spPr>
                <a:xfrm>
                  <a:off x="10400182" y="1974056"/>
                  <a:ext cx="93960" cy="1677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292">
              <p14:nvContentPartPr>
                <p14:cNvPr id="191" name="Ink 190">
                  <a:extLst>
                    <a:ext uri="{FF2B5EF4-FFF2-40B4-BE49-F238E27FC236}">
                      <a16:creationId xmlns:a16="http://schemas.microsoft.com/office/drawing/2014/main" id="{B39AD3DB-A7EC-FF17-2BAD-FE8EBA26C469}"/>
                    </a:ext>
                  </a:extLst>
                </p14:cNvPr>
                <p14:cNvContentPartPr/>
                <p14:nvPr/>
              </p14:nvContentPartPr>
              <p14:xfrm>
                <a:off x="10387942" y="1855256"/>
                <a:ext cx="360" cy="17280"/>
              </p14:xfrm>
            </p:contentPart>
          </mc:Choice>
          <mc:Fallback>
            <p:pic>
              <p:nvPicPr>
                <p:cNvPr id="191" name="Ink 190">
                  <a:extLst>
                    <a:ext uri="{FF2B5EF4-FFF2-40B4-BE49-F238E27FC236}">
                      <a16:creationId xmlns:a16="http://schemas.microsoft.com/office/drawing/2014/main" id="{B39AD3DB-A7EC-FF17-2BAD-FE8EBA26C469}"/>
                    </a:ext>
                  </a:extLst>
                </p:cNvPr>
                <p:cNvPicPr/>
                <p:nvPr/>
              </p:nvPicPr>
              <p:blipFill>
                <a:blip r:embed="rId293"/>
                <a:stretch>
                  <a:fillRect/>
                </a:stretch>
              </p:blipFill>
              <p:spPr>
                <a:xfrm>
                  <a:off x="10378942" y="1846256"/>
                  <a:ext cx="18000" cy="349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294">
              <p14:nvContentPartPr>
                <p14:cNvPr id="192" name="Ink 191">
                  <a:extLst>
                    <a:ext uri="{FF2B5EF4-FFF2-40B4-BE49-F238E27FC236}">
                      <a16:creationId xmlns:a16="http://schemas.microsoft.com/office/drawing/2014/main" id="{84EAD757-193A-09CA-DF07-58DC43058103}"/>
                    </a:ext>
                  </a:extLst>
                </p14:cNvPr>
                <p14:cNvContentPartPr/>
                <p14:nvPr/>
              </p14:nvContentPartPr>
              <p14:xfrm>
                <a:off x="10478302" y="1888016"/>
                <a:ext cx="192240" cy="127800"/>
              </p14:xfrm>
            </p:contentPart>
          </mc:Choice>
          <mc:Fallback>
            <p:pic>
              <p:nvPicPr>
                <p:cNvPr id="192" name="Ink 191">
                  <a:extLst>
                    <a:ext uri="{FF2B5EF4-FFF2-40B4-BE49-F238E27FC236}">
                      <a16:creationId xmlns:a16="http://schemas.microsoft.com/office/drawing/2014/main" id="{84EAD757-193A-09CA-DF07-58DC43058103}"/>
                    </a:ext>
                  </a:extLst>
                </p:cNvPr>
                <p:cNvPicPr/>
                <p:nvPr/>
              </p:nvPicPr>
              <p:blipFill>
                <a:blip r:embed="rId295"/>
                <a:stretch>
                  <a:fillRect/>
                </a:stretch>
              </p:blipFill>
              <p:spPr>
                <a:xfrm>
                  <a:off x="10469302" y="1879376"/>
                  <a:ext cx="209880" cy="1454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296">
              <p14:nvContentPartPr>
                <p14:cNvPr id="194" name="Ink 193">
                  <a:extLst>
                    <a:ext uri="{FF2B5EF4-FFF2-40B4-BE49-F238E27FC236}">
                      <a16:creationId xmlns:a16="http://schemas.microsoft.com/office/drawing/2014/main" id="{A3206287-6E48-BF22-23F2-5761C41C18DA}"/>
                    </a:ext>
                  </a:extLst>
                </p14:cNvPr>
                <p14:cNvContentPartPr/>
                <p14:nvPr/>
              </p14:nvContentPartPr>
              <p14:xfrm>
                <a:off x="10702222" y="2104736"/>
                <a:ext cx="127440" cy="6120"/>
              </p14:xfrm>
            </p:contentPart>
          </mc:Choice>
          <mc:Fallback>
            <p:pic>
              <p:nvPicPr>
                <p:cNvPr id="194" name="Ink 193">
                  <a:extLst>
                    <a:ext uri="{FF2B5EF4-FFF2-40B4-BE49-F238E27FC236}">
                      <a16:creationId xmlns:a16="http://schemas.microsoft.com/office/drawing/2014/main" id="{A3206287-6E48-BF22-23F2-5761C41C18DA}"/>
                    </a:ext>
                  </a:extLst>
                </p:cNvPr>
                <p:cNvPicPr/>
                <p:nvPr/>
              </p:nvPicPr>
              <p:blipFill>
                <a:blip r:embed="rId297"/>
                <a:stretch>
                  <a:fillRect/>
                </a:stretch>
              </p:blipFill>
              <p:spPr>
                <a:xfrm>
                  <a:off x="10693222" y="2096096"/>
                  <a:ext cx="145080" cy="237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298">
              <p14:nvContentPartPr>
                <p14:cNvPr id="195" name="Ink 194">
                  <a:extLst>
                    <a:ext uri="{FF2B5EF4-FFF2-40B4-BE49-F238E27FC236}">
                      <a16:creationId xmlns:a16="http://schemas.microsoft.com/office/drawing/2014/main" id="{31D0C8F7-7435-B327-ACDD-E09B6D44B664}"/>
                    </a:ext>
                  </a:extLst>
                </p14:cNvPr>
                <p14:cNvContentPartPr/>
                <p14:nvPr/>
              </p14:nvContentPartPr>
              <p14:xfrm>
                <a:off x="10920742" y="2042816"/>
                <a:ext cx="116640" cy="106560"/>
              </p14:xfrm>
            </p:contentPart>
          </mc:Choice>
          <mc:Fallback>
            <p:pic>
              <p:nvPicPr>
                <p:cNvPr id="195" name="Ink 194">
                  <a:extLst>
                    <a:ext uri="{FF2B5EF4-FFF2-40B4-BE49-F238E27FC236}">
                      <a16:creationId xmlns:a16="http://schemas.microsoft.com/office/drawing/2014/main" id="{31D0C8F7-7435-B327-ACDD-E09B6D44B664}"/>
                    </a:ext>
                  </a:extLst>
                </p:cNvPr>
                <p:cNvPicPr/>
                <p:nvPr/>
              </p:nvPicPr>
              <p:blipFill>
                <a:blip r:embed="rId299"/>
                <a:stretch>
                  <a:fillRect/>
                </a:stretch>
              </p:blipFill>
              <p:spPr>
                <a:xfrm>
                  <a:off x="10911742" y="2034176"/>
                  <a:ext cx="134280" cy="1242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300">
              <p14:nvContentPartPr>
                <p14:cNvPr id="196" name="Ink 195">
                  <a:extLst>
                    <a:ext uri="{FF2B5EF4-FFF2-40B4-BE49-F238E27FC236}">
                      <a16:creationId xmlns:a16="http://schemas.microsoft.com/office/drawing/2014/main" id="{46FF2F35-AB08-10F6-35EE-60E803B21E6B}"/>
                    </a:ext>
                  </a:extLst>
                </p14:cNvPr>
                <p14:cNvContentPartPr/>
                <p14:nvPr/>
              </p14:nvContentPartPr>
              <p14:xfrm>
                <a:off x="11107942" y="2158376"/>
                <a:ext cx="3240" cy="2520"/>
              </p14:xfrm>
            </p:contentPart>
          </mc:Choice>
          <mc:Fallback>
            <p:pic>
              <p:nvPicPr>
                <p:cNvPr id="196" name="Ink 195">
                  <a:extLst>
                    <a:ext uri="{FF2B5EF4-FFF2-40B4-BE49-F238E27FC236}">
                      <a16:creationId xmlns:a16="http://schemas.microsoft.com/office/drawing/2014/main" id="{46FF2F35-AB08-10F6-35EE-60E803B21E6B}"/>
                    </a:ext>
                  </a:extLst>
                </p:cNvPr>
                <p:cNvPicPr/>
                <p:nvPr/>
              </p:nvPicPr>
              <p:blipFill>
                <a:blip r:embed="rId301"/>
                <a:stretch>
                  <a:fillRect/>
                </a:stretch>
              </p:blipFill>
              <p:spPr>
                <a:xfrm>
                  <a:off x="11098942" y="2149376"/>
                  <a:ext cx="20880" cy="201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302">
              <p14:nvContentPartPr>
                <p14:cNvPr id="197" name="Ink 196">
                  <a:extLst>
                    <a:ext uri="{FF2B5EF4-FFF2-40B4-BE49-F238E27FC236}">
                      <a16:creationId xmlns:a16="http://schemas.microsoft.com/office/drawing/2014/main" id="{14A1743E-0E99-F818-79C0-8103325537D0}"/>
                    </a:ext>
                  </a:extLst>
                </p14:cNvPr>
                <p14:cNvContentPartPr/>
                <p14:nvPr/>
              </p14:nvContentPartPr>
              <p14:xfrm>
                <a:off x="11143222" y="2007896"/>
                <a:ext cx="116640" cy="77040"/>
              </p14:xfrm>
            </p:contentPart>
          </mc:Choice>
          <mc:Fallback>
            <p:pic>
              <p:nvPicPr>
                <p:cNvPr id="197" name="Ink 196">
                  <a:extLst>
                    <a:ext uri="{FF2B5EF4-FFF2-40B4-BE49-F238E27FC236}">
                      <a16:creationId xmlns:a16="http://schemas.microsoft.com/office/drawing/2014/main" id="{14A1743E-0E99-F818-79C0-8103325537D0}"/>
                    </a:ext>
                  </a:extLst>
                </p:cNvPr>
                <p:cNvPicPr/>
                <p:nvPr/>
              </p:nvPicPr>
              <p:blipFill>
                <a:blip r:embed="rId303"/>
                <a:stretch>
                  <a:fillRect/>
                </a:stretch>
              </p:blipFill>
              <p:spPr>
                <a:xfrm>
                  <a:off x="11134582" y="1998896"/>
                  <a:ext cx="134280" cy="946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304">
              <p14:nvContentPartPr>
                <p14:cNvPr id="198" name="Ink 197">
                  <a:extLst>
                    <a:ext uri="{FF2B5EF4-FFF2-40B4-BE49-F238E27FC236}">
                      <a16:creationId xmlns:a16="http://schemas.microsoft.com/office/drawing/2014/main" id="{CEC07480-FDFA-F839-3FF6-40183983EB5A}"/>
                    </a:ext>
                  </a:extLst>
                </p14:cNvPr>
                <p14:cNvContentPartPr/>
                <p14:nvPr/>
              </p14:nvContentPartPr>
              <p14:xfrm>
                <a:off x="11157622" y="2056856"/>
                <a:ext cx="97200" cy="76320"/>
              </p14:xfrm>
            </p:contentPart>
          </mc:Choice>
          <mc:Fallback>
            <p:pic>
              <p:nvPicPr>
                <p:cNvPr id="198" name="Ink 197">
                  <a:extLst>
                    <a:ext uri="{FF2B5EF4-FFF2-40B4-BE49-F238E27FC236}">
                      <a16:creationId xmlns:a16="http://schemas.microsoft.com/office/drawing/2014/main" id="{CEC07480-FDFA-F839-3FF6-40183983EB5A}"/>
                    </a:ext>
                  </a:extLst>
                </p:cNvPr>
                <p:cNvPicPr/>
                <p:nvPr/>
              </p:nvPicPr>
              <p:blipFill>
                <a:blip r:embed="rId305"/>
                <a:stretch>
                  <a:fillRect/>
                </a:stretch>
              </p:blipFill>
              <p:spPr>
                <a:xfrm>
                  <a:off x="11148982" y="2048216"/>
                  <a:ext cx="114840" cy="939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306">
              <p14:nvContentPartPr>
                <p14:cNvPr id="200" name="Ink 199">
                  <a:extLst>
                    <a:ext uri="{FF2B5EF4-FFF2-40B4-BE49-F238E27FC236}">
                      <a16:creationId xmlns:a16="http://schemas.microsoft.com/office/drawing/2014/main" id="{373FE99F-3F4B-3EB9-D70A-B705C85B3198}"/>
                    </a:ext>
                  </a:extLst>
                </p14:cNvPr>
                <p14:cNvContentPartPr/>
                <p14:nvPr/>
              </p14:nvContentPartPr>
              <p14:xfrm>
                <a:off x="10145302" y="2018696"/>
                <a:ext cx="19800" cy="155160"/>
              </p14:xfrm>
            </p:contentPart>
          </mc:Choice>
          <mc:Fallback>
            <p:pic>
              <p:nvPicPr>
                <p:cNvPr id="200" name="Ink 199">
                  <a:extLst>
                    <a:ext uri="{FF2B5EF4-FFF2-40B4-BE49-F238E27FC236}">
                      <a16:creationId xmlns:a16="http://schemas.microsoft.com/office/drawing/2014/main" id="{373FE99F-3F4B-3EB9-D70A-B705C85B3198}"/>
                    </a:ext>
                  </a:extLst>
                </p:cNvPr>
                <p:cNvPicPr/>
                <p:nvPr/>
              </p:nvPicPr>
              <p:blipFill>
                <a:blip r:embed="rId307"/>
                <a:stretch>
                  <a:fillRect/>
                </a:stretch>
              </p:blipFill>
              <p:spPr>
                <a:xfrm>
                  <a:off x="10136662" y="2010056"/>
                  <a:ext cx="37440" cy="1728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308">
              <p14:nvContentPartPr>
                <p14:cNvPr id="201" name="Ink 200">
                  <a:extLst>
                    <a:ext uri="{FF2B5EF4-FFF2-40B4-BE49-F238E27FC236}">
                      <a16:creationId xmlns:a16="http://schemas.microsoft.com/office/drawing/2014/main" id="{EC187FC8-0DA3-BA86-4219-3E4A36F045CC}"/>
                    </a:ext>
                  </a:extLst>
                </p14:cNvPr>
                <p14:cNvContentPartPr/>
                <p14:nvPr/>
              </p14:nvContentPartPr>
              <p14:xfrm>
                <a:off x="11312782" y="1956056"/>
                <a:ext cx="25200" cy="191160"/>
              </p14:xfrm>
            </p:contentPart>
          </mc:Choice>
          <mc:Fallback>
            <p:pic>
              <p:nvPicPr>
                <p:cNvPr id="201" name="Ink 200">
                  <a:extLst>
                    <a:ext uri="{FF2B5EF4-FFF2-40B4-BE49-F238E27FC236}">
                      <a16:creationId xmlns:a16="http://schemas.microsoft.com/office/drawing/2014/main" id="{EC187FC8-0DA3-BA86-4219-3E4A36F045CC}"/>
                    </a:ext>
                  </a:extLst>
                </p:cNvPr>
                <p:cNvPicPr/>
                <p:nvPr/>
              </p:nvPicPr>
              <p:blipFill>
                <a:blip r:embed="rId309"/>
                <a:stretch>
                  <a:fillRect/>
                </a:stretch>
              </p:blipFill>
              <p:spPr>
                <a:xfrm>
                  <a:off x="11304142" y="1947416"/>
                  <a:ext cx="42840" cy="208800"/>
                </a:xfrm>
                <a:prstGeom prst="rect">
                  <a:avLst/>
                </a:prstGeom>
              </p:spPr>
            </p:pic>
          </mc:Fallback>
        </mc:AlternateContent>
      </p:grpSp>
      <p:grpSp>
        <p:nvGrpSpPr>
          <p:cNvPr id="217" name="Group 216">
            <a:extLst>
              <a:ext uri="{FF2B5EF4-FFF2-40B4-BE49-F238E27FC236}">
                <a16:creationId xmlns:a16="http://schemas.microsoft.com/office/drawing/2014/main" id="{4447BB77-44F3-D09C-640C-B644A7D73428}"/>
              </a:ext>
            </a:extLst>
          </p:cNvPr>
          <p:cNvGrpSpPr/>
          <p:nvPr/>
        </p:nvGrpSpPr>
        <p:grpSpPr>
          <a:xfrm>
            <a:off x="8383462" y="2743016"/>
            <a:ext cx="1430640" cy="425880"/>
            <a:chOff x="8383462" y="2743016"/>
            <a:chExt cx="1430640" cy="425880"/>
          </a:xfrm>
        </p:grpSpPr>
        <mc:AlternateContent xmlns:mc="http://schemas.openxmlformats.org/markup-compatibility/2006">
          <mc:Choice xmlns:p14="http://schemas.microsoft.com/office/powerpoint/2010/main" Requires="p14">
            <p:contentPart p14:bwMode="auto" r:id="rId310">
              <p14:nvContentPartPr>
                <p14:cNvPr id="203" name="Ink 202">
                  <a:extLst>
                    <a:ext uri="{FF2B5EF4-FFF2-40B4-BE49-F238E27FC236}">
                      <a16:creationId xmlns:a16="http://schemas.microsoft.com/office/drawing/2014/main" id="{9B7D1543-81FA-0AE2-B52A-3022A58B64E6}"/>
                    </a:ext>
                  </a:extLst>
                </p14:cNvPr>
                <p14:cNvContentPartPr/>
                <p14:nvPr/>
              </p14:nvContentPartPr>
              <p14:xfrm>
                <a:off x="9411622" y="3150176"/>
                <a:ext cx="402480" cy="18720"/>
              </p14:xfrm>
            </p:contentPart>
          </mc:Choice>
          <mc:Fallback>
            <p:pic>
              <p:nvPicPr>
                <p:cNvPr id="203" name="Ink 202">
                  <a:extLst>
                    <a:ext uri="{FF2B5EF4-FFF2-40B4-BE49-F238E27FC236}">
                      <a16:creationId xmlns:a16="http://schemas.microsoft.com/office/drawing/2014/main" id="{9B7D1543-81FA-0AE2-B52A-3022A58B64E6}"/>
                    </a:ext>
                  </a:extLst>
                </p:cNvPr>
                <p:cNvPicPr/>
                <p:nvPr/>
              </p:nvPicPr>
              <p:blipFill>
                <a:blip r:embed="rId311"/>
                <a:stretch>
                  <a:fillRect/>
                </a:stretch>
              </p:blipFill>
              <p:spPr>
                <a:xfrm>
                  <a:off x="9402622" y="3141536"/>
                  <a:ext cx="420120" cy="363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312">
              <p14:nvContentPartPr>
                <p14:cNvPr id="204" name="Ink 203">
                  <a:extLst>
                    <a:ext uri="{FF2B5EF4-FFF2-40B4-BE49-F238E27FC236}">
                      <a16:creationId xmlns:a16="http://schemas.microsoft.com/office/drawing/2014/main" id="{BF226487-FC61-8D0C-355E-176E75368313}"/>
                    </a:ext>
                  </a:extLst>
                </p14:cNvPr>
                <p14:cNvContentPartPr/>
                <p14:nvPr/>
              </p14:nvContentPartPr>
              <p14:xfrm>
                <a:off x="8568862" y="2989256"/>
                <a:ext cx="131400" cy="142200"/>
              </p14:xfrm>
            </p:contentPart>
          </mc:Choice>
          <mc:Fallback>
            <p:pic>
              <p:nvPicPr>
                <p:cNvPr id="204" name="Ink 203">
                  <a:extLst>
                    <a:ext uri="{FF2B5EF4-FFF2-40B4-BE49-F238E27FC236}">
                      <a16:creationId xmlns:a16="http://schemas.microsoft.com/office/drawing/2014/main" id="{BF226487-FC61-8D0C-355E-176E75368313}"/>
                    </a:ext>
                  </a:extLst>
                </p:cNvPr>
                <p:cNvPicPr/>
                <p:nvPr/>
              </p:nvPicPr>
              <p:blipFill>
                <a:blip r:embed="rId313"/>
                <a:stretch>
                  <a:fillRect/>
                </a:stretch>
              </p:blipFill>
              <p:spPr>
                <a:xfrm>
                  <a:off x="8560222" y="2980256"/>
                  <a:ext cx="149040" cy="1598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314">
              <p14:nvContentPartPr>
                <p14:cNvPr id="205" name="Ink 204">
                  <a:extLst>
                    <a:ext uri="{FF2B5EF4-FFF2-40B4-BE49-F238E27FC236}">
                      <a16:creationId xmlns:a16="http://schemas.microsoft.com/office/drawing/2014/main" id="{7AAE20CB-21CA-2F83-E405-A1D02B7DF755}"/>
                    </a:ext>
                  </a:extLst>
                </p14:cNvPr>
                <p14:cNvContentPartPr/>
                <p14:nvPr/>
              </p14:nvContentPartPr>
              <p14:xfrm>
                <a:off x="8686582" y="2875856"/>
                <a:ext cx="87840" cy="171000"/>
              </p14:xfrm>
            </p:contentPart>
          </mc:Choice>
          <mc:Fallback>
            <p:pic>
              <p:nvPicPr>
                <p:cNvPr id="205" name="Ink 204">
                  <a:extLst>
                    <a:ext uri="{FF2B5EF4-FFF2-40B4-BE49-F238E27FC236}">
                      <a16:creationId xmlns:a16="http://schemas.microsoft.com/office/drawing/2014/main" id="{7AAE20CB-21CA-2F83-E405-A1D02B7DF755}"/>
                    </a:ext>
                  </a:extLst>
                </p:cNvPr>
                <p:cNvPicPr/>
                <p:nvPr/>
              </p:nvPicPr>
              <p:blipFill>
                <a:blip r:embed="rId315"/>
                <a:stretch>
                  <a:fillRect/>
                </a:stretch>
              </p:blipFill>
              <p:spPr>
                <a:xfrm>
                  <a:off x="8677942" y="2867216"/>
                  <a:ext cx="105480" cy="1886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316">
              <p14:nvContentPartPr>
                <p14:cNvPr id="206" name="Ink 205">
                  <a:extLst>
                    <a:ext uri="{FF2B5EF4-FFF2-40B4-BE49-F238E27FC236}">
                      <a16:creationId xmlns:a16="http://schemas.microsoft.com/office/drawing/2014/main" id="{6AEBE3B6-735D-19F6-9732-16DEC225F0B8}"/>
                    </a:ext>
                  </a:extLst>
                </p14:cNvPr>
                <p14:cNvContentPartPr/>
                <p14:nvPr/>
              </p14:nvContentPartPr>
              <p14:xfrm>
                <a:off x="8670742" y="2743016"/>
                <a:ext cx="360" cy="3240"/>
              </p14:xfrm>
            </p:contentPart>
          </mc:Choice>
          <mc:Fallback>
            <p:pic>
              <p:nvPicPr>
                <p:cNvPr id="206" name="Ink 205">
                  <a:extLst>
                    <a:ext uri="{FF2B5EF4-FFF2-40B4-BE49-F238E27FC236}">
                      <a16:creationId xmlns:a16="http://schemas.microsoft.com/office/drawing/2014/main" id="{6AEBE3B6-735D-19F6-9732-16DEC225F0B8}"/>
                    </a:ext>
                  </a:extLst>
                </p:cNvPr>
                <p:cNvPicPr/>
                <p:nvPr/>
              </p:nvPicPr>
              <p:blipFill>
                <a:blip r:embed="rId317"/>
                <a:stretch>
                  <a:fillRect/>
                </a:stretch>
              </p:blipFill>
              <p:spPr>
                <a:xfrm>
                  <a:off x="8661742" y="2734376"/>
                  <a:ext cx="18000" cy="208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318">
              <p14:nvContentPartPr>
                <p14:cNvPr id="207" name="Ink 206">
                  <a:extLst>
                    <a:ext uri="{FF2B5EF4-FFF2-40B4-BE49-F238E27FC236}">
                      <a16:creationId xmlns:a16="http://schemas.microsoft.com/office/drawing/2014/main" id="{2A3B527A-2B69-9170-6265-F547B6F7A46B}"/>
                    </a:ext>
                  </a:extLst>
                </p14:cNvPr>
                <p14:cNvContentPartPr/>
                <p14:nvPr/>
              </p14:nvContentPartPr>
              <p14:xfrm>
                <a:off x="8761102" y="2788016"/>
                <a:ext cx="166680" cy="93600"/>
              </p14:xfrm>
            </p:contentPart>
          </mc:Choice>
          <mc:Fallback>
            <p:pic>
              <p:nvPicPr>
                <p:cNvPr id="207" name="Ink 206">
                  <a:extLst>
                    <a:ext uri="{FF2B5EF4-FFF2-40B4-BE49-F238E27FC236}">
                      <a16:creationId xmlns:a16="http://schemas.microsoft.com/office/drawing/2014/main" id="{2A3B527A-2B69-9170-6265-F547B6F7A46B}"/>
                    </a:ext>
                  </a:extLst>
                </p:cNvPr>
                <p:cNvPicPr/>
                <p:nvPr/>
              </p:nvPicPr>
              <p:blipFill>
                <a:blip r:embed="rId319"/>
                <a:stretch>
                  <a:fillRect/>
                </a:stretch>
              </p:blipFill>
              <p:spPr>
                <a:xfrm>
                  <a:off x="8752102" y="2779376"/>
                  <a:ext cx="184320" cy="1112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320">
              <p14:nvContentPartPr>
                <p14:cNvPr id="209" name="Ink 208">
                  <a:extLst>
                    <a:ext uri="{FF2B5EF4-FFF2-40B4-BE49-F238E27FC236}">
                      <a16:creationId xmlns:a16="http://schemas.microsoft.com/office/drawing/2014/main" id="{B7182694-973B-E85C-C1AE-8F9D75EAAEA8}"/>
                    </a:ext>
                  </a:extLst>
                </p14:cNvPr>
                <p14:cNvContentPartPr/>
                <p14:nvPr/>
              </p14:nvContentPartPr>
              <p14:xfrm>
                <a:off x="8964502" y="3008696"/>
                <a:ext cx="89280" cy="5760"/>
              </p14:xfrm>
            </p:contentPart>
          </mc:Choice>
          <mc:Fallback>
            <p:pic>
              <p:nvPicPr>
                <p:cNvPr id="209" name="Ink 208">
                  <a:extLst>
                    <a:ext uri="{FF2B5EF4-FFF2-40B4-BE49-F238E27FC236}">
                      <a16:creationId xmlns:a16="http://schemas.microsoft.com/office/drawing/2014/main" id="{B7182694-973B-E85C-C1AE-8F9D75EAAEA8}"/>
                    </a:ext>
                  </a:extLst>
                </p:cNvPr>
                <p:cNvPicPr/>
                <p:nvPr/>
              </p:nvPicPr>
              <p:blipFill>
                <a:blip r:embed="rId321"/>
                <a:stretch>
                  <a:fillRect/>
                </a:stretch>
              </p:blipFill>
              <p:spPr>
                <a:xfrm>
                  <a:off x="8955862" y="3000056"/>
                  <a:ext cx="106920" cy="234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322">
              <p14:nvContentPartPr>
                <p14:cNvPr id="210" name="Ink 209">
                  <a:extLst>
                    <a:ext uri="{FF2B5EF4-FFF2-40B4-BE49-F238E27FC236}">
                      <a16:creationId xmlns:a16="http://schemas.microsoft.com/office/drawing/2014/main" id="{7CB7EDAB-6A3B-4FCB-58C8-DA7B3F64B3AF}"/>
                    </a:ext>
                  </a:extLst>
                </p14:cNvPr>
                <p14:cNvContentPartPr/>
                <p14:nvPr/>
              </p14:nvContentPartPr>
              <p14:xfrm>
                <a:off x="9121462" y="2924456"/>
                <a:ext cx="96840" cy="117360"/>
              </p14:xfrm>
            </p:contentPart>
          </mc:Choice>
          <mc:Fallback>
            <p:pic>
              <p:nvPicPr>
                <p:cNvPr id="210" name="Ink 209">
                  <a:extLst>
                    <a:ext uri="{FF2B5EF4-FFF2-40B4-BE49-F238E27FC236}">
                      <a16:creationId xmlns:a16="http://schemas.microsoft.com/office/drawing/2014/main" id="{7CB7EDAB-6A3B-4FCB-58C8-DA7B3F64B3AF}"/>
                    </a:ext>
                  </a:extLst>
                </p:cNvPr>
                <p:cNvPicPr/>
                <p:nvPr/>
              </p:nvPicPr>
              <p:blipFill>
                <a:blip r:embed="rId323"/>
                <a:stretch>
                  <a:fillRect/>
                </a:stretch>
              </p:blipFill>
              <p:spPr>
                <a:xfrm>
                  <a:off x="9112462" y="2915816"/>
                  <a:ext cx="114480" cy="1350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324">
              <p14:nvContentPartPr>
                <p14:cNvPr id="211" name="Ink 210">
                  <a:extLst>
                    <a:ext uri="{FF2B5EF4-FFF2-40B4-BE49-F238E27FC236}">
                      <a16:creationId xmlns:a16="http://schemas.microsoft.com/office/drawing/2014/main" id="{CB6BA2D0-1160-2DD8-B68C-EA0342193487}"/>
                    </a:ext>
                  </a:extLst>
                </p14:cNvPr>
                <p14:cNvContentPartPr/>
                <p14:nvPr/>
              </p14:nvContentPartPr>
              <p14:xfrm>
                <a:off x="9265102" y="3035336"/>
                <a:ext cx="1440" cy="5760"/>
              </p14:xfrm>
            </p:contentPart>
          </mc:Choice>
          <mc:Fallback>
            <p:pic>
              <p:nvPicPr>
                <p:cNvPr id="211" name="Ink 210">
                  <a:extLst>
                    <a:ext uri="{FF2B5EF4-FFF2-40B4-BE49-F238E27FC236}">
                      <a16:creationId xmlns:a16="http://schemas.microsoft.com/office/drawing/2014/main" id="{CB6BA2D0-1160-2DD8-B68C-EA0342193487}"/>
                    </a:ext>
                  </a:extLst>
                </p:cNvPr>
                <p:cNvPicPr/>
                <p:nvPr/>
              </p:nvPicPr>
              <p:blipFill>
                <a:blip r:embed="rId325"/>
                <a:stretch>
                  <a:fillRect/>
                </a:stretch>
              </p:blipFill>
              <p:spPr>
                <a:xfrm>
                  <a:off x="9256462" y="3026696"/>
                  <a:ext cx="19080" cy="234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326">
              <p14:nvContentPartPr>
                <p14:cNvPr id="212" name="Ink 211">
                  <a:extLst>
                    <a:ext uri="{FF2B5EF4-FFF2-40B4-BE49-F238E27FC236}">
                      <a16:creationId xmlns:a16="http://schemas.microsoft.com/office/drawing/2014/main" id="{66065548-D5D2-AA2E-8C78-AE8BBDB61F01}"/>
                    </a:ext>
                  </a:extLst>
                </p14:cNvPr>
                <p14:cNvContentPartPr/>
                <p14:nvPr/>
              </p14:nvContentPartPr>
              <p14:xfrm>
                <a:off x="9282022" y="2918336"/>
                <a:ext cx="85680" cy="122400"/>
              </p14:xfrm>
            </p:contentPart>
          </mc:Choice>
          <mc:Fallback>
            <p:pic>
              <p:nvPicPr>
                <p:cNvPr id="212" name="Ink 211">
                  <a:extLst>
                    <a:ext uri="{FF2B5EF4-FFF2-40B4-BE49-F238E27FC236}">
                      <a16:creationId xmlns:a16="http://schemas.microsoft.com/office/drawing/2014/main" id="{66065548-D5D2-AA2E-8C78-AE8BBDB61F01}"/>
                    </a:ext>
                  </a:extLst>
                </p:cNvPr>
                <p:cNvPicPr/>
                <p:nvPr/>
              </p:nvPicPr>
              <p:blipFill>
                <a:blip r:embed="rId327"/>
                <a:stretch>
                  <a:fillRect/>
                </a:stretch>
              </p:blipFill>
              <p:spPr>
                <a:xfrm>
                  <a:off x="9273022" y="2909696"/>
                  <a:ext cx="103320" cy="1400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328">
              <p14:nvContentPartPr>
                <p14:cNvPr id="213" name="Ink 212">
                  <a:extLst>
                    <a:ext uri="{FF2B5EF4-FFF2-40B4-BE49-F238E27FC236}">
                      <a16:creationId xmlns:a16="http://schemas.microsoft.com/office/drawing/2014/main" id="{3D642920-4B00-EE6C-5EF9-7471EC997C86}"/>
                    </a:ext>
                  </a:extLst>
                </p14:cNvPr>
                <p14:cNvContentPartPr/>
                <p14:nvPr/>
              </p14:nvContentPartPr>
              <p14:xfrm>
                <a:off x="9292822" y="2876216"/>
                <a:ext cx="105840" cy="21240"/>
              </p14:xfrm>
            </p:contentPart>
          </mc:Choice>
          <mc:Fallback>
            <p:pic>
              <p:nvPicPr>
                <p:cNvPr id="213" name="Ink 212">
                  <a:extLst>
                    <a:ext uri="{FF2B5EF4-FFF2-40B4-BE49-F238E27FC236}">
                      <a16:creationId xmlns:a16="http://schemas.microsoft.com/office/drawing/2014/main" id="{3D642920-4B00-EE6C-5EF9-7471EC997C86}"/>
                    </a:ext>
                  </a:extLst>
                </p:cNvPr>
                <p:cNvPicPr/>
                <p:nvPr/>
              </p:nvPicPr>
              <p:blipFill>
                <a:blip r:embed="rId329"/>
                <a:stretch>
                  <a:fillRect/>
                </a:stretch>
              </p:blipFill>
              <p:spPr>
                <a:xfrm>
                  <a:off x="9283822" y="2867576"/>
                  <a:ext cx="123480" cy="388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330">
              <p14:nvContentPartPr>
                <p14:cNvPr id="214" name="Ink 213">
                  <a:extLst>
                    <a:ext uri="{FF2B5EF4-FFF2-40B4-BE49-F238E27FC236}">
                      <a16:creationId xmlns:a16="http://schemas.microsoft.com/office/drawing/2014/main" id="{DDEE8C04-B1F9-E615-B8C0-AEE2A858B6A6}"/>
                    </a:ext>
                  </a:extLst>
                </p14:cNvPr>
                <p14:cNvContentPartPr/>
                <p14:nvPr/>
              </p14:nvContentPartPr>
              <p14:xfrm>
                <a:off x="9457342" y="2833376"/>
                <a:ext cx="33120" cy="202320"/>
              </p14:xfrm>
            </p:contentPart>
          </mc:Choice>
          <mc:Fallback>
            <p:pic>
              <p:nvPicPr>
                <p:cNvPr id="214" name="Ink 213">
                  <a:extLst>
                    <a:ext uri="{FF2B5EF4-FFF2-40B4-BE49-F238E27FC236}">
                      <a16:creationId xmlns:a16="http://schemas.microsoft.com/office/drawing/2014/main" id="{DDEE8C04-B1F9-E615-B8C0-AEE2A858B6A6}"/>
                    </a:ext>
                  </a:extLst>
                </p:cNvPr>
                <p:cNvPicPr/>
                <p:nvPr/>
              </p:nvPicPr>
              <p:blipFill>
                <a:blip r:embed="rId331"/>
                <a:stretch>
                  <a:fillRect/>
                </a:stretch>
              </p:blipFill>
              <p:spPr>
                <a:xfrm>
                  <a:off x="9448342" y="2824736"/>
                  <a:ext cx="50760" cy="2199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332">
              <p14:nvContentPartPr>
                <p14:cNvPr id="215" name="Ink 214">
                  <a:extLst>
                    <a:ext uri="{FF2B5EF4-FFF2-40B4-BE49-F238E27FC236}">
                      <a16:creationId xmlns:a16="http://schemas.microsoft.com/office/drawing/2014/main" id="{20245DD5-96BC-C8F1-45BE-5C2894E21540}"/>
                    </a:ext>
                  </a:extLst>
                </p14:cNvPr>
                <p14:cNvContentPartPr/>
                <p14:nvPr/>
              </p14:nvContentPartPr>
              <p14:xfrm>
                <a:off x="8383462" y="2897096"/>
                <a:ext cx="43560" cy="223560"/>
              </p14:xfrm>
            </p:contentPart>
          </mc:Choice>
          <mc:Fallback>
            <p:pic>
              <p:nvPicPr>
                <p:cNvPr id="215" name="Ink 214">
                  <a:extLst>
                    <a:ext uri="{FF2B5EF4-FFF2-40B4-BE49-F238E27FC236}">
                      <a16:creationId xmlns:a16="http://schemas.microsoft.com/office/drawing/2014/main" id="{20245DD5-96BC-C8F1-45BE-5C2894E21540}"/>
                    </a:ext>
                  </a:extLst>
                </p:cNvPr>
                <p:cNvPicPr/>
                <p:nvPr/>
              </p:nvPicPr>
              <p:blipFill>
                <a:blip r:embed="rId333"/>
                <a:stretch>
                  <a:fillRect/>
                </a:stretch>
              </p:blipFill>
              <p:spPr>
                <a:xfrm>
                  <a:off x="8374822" y="2888456"/>
                  <a:ext cx="61200" cy="241200"/>
                </a:xfrm>
                <a:prstGeom prst="rect">
                  <a:avLst/>
                </a:prstGeom>
              </p:spPr>
            </p:pic>
          </mc:Fallback>
        </mc:AlternateContent>
      </p:grpSp>
      <mc:AlternateContent xmlns:mc="http://schemas.openxmlformats.org/markup-compatibility/2006">
        <mc:Choice xmlns:p14="http://schemas.microsoft.com/office/powerpoint/2010/main" Requires="p14">
          <p:contentPart p14:bwMode="auto" r:id="rId334">
            <p14:nvContentPartPr>
              <p14:cNvPr id="216" name="Ink 215">
                <a:extLst>
                  <a:ext uri="{FF2B5EF4-FFF2-40B4-BE49-F238E27FC236}">
                    <a16:creationId xmlns:a16="http://schemas.microsoft.com/office/drawing/2014/main" id="{21C7FD08-F472-EB8C-9C97-3C8D3181B0F3}"/>
                  </a:ext>
                </a:extLst>
              </p14:cNvPr>
              <p14:cNvContentPartPr/>
              <p14:nvPr/>
            </p14:nvContentPartPr>
            <p14:xfrm>
              <a:off x="9185542" y="2074856"/>
              <a:ext cx="152640" cy="104400"/>
            </p14:xfrm>
          </p:contentPart>
        </mc:Choice>
        <mc:Fallback>
          <p:pic>
            <p:nvPicPr>
              <p:cNvPr id="216" name="Ink 215">
                <a:extLst>
                  <a:ext uri="{FF2B5EF4-FFF2-40B4-BE49-F238E27FC236}">
                    <a16:creationId xmlns:a16="http://schemas.microsoft.com/office/drawing/2014/main" id="{21C7FD08-F472-EB8C-9C97-3C8D3181B0F3}"/>
                  </a:ext>
                </a:extLst>
              </p:cNvPr>
              <p:cNvPicPr/>
              <p:nvPr/>
            </p:nvPicPr>
            <p:blipFill>
              <a:blip r:embed="rId335"/>
              <a:stretch>
                <a:fillRect/>
              </a:stretch>
            </p:blipFill>
            <p:spPr>
              <a:xfrm>
                <a:off x="9176542" y="2066216"/>
                <a:ext cx="170280" cy="122040"/>
              </a:xfrm>
              <a:prstGeom prst="rect">
                <a:avLst/>
              </a:prstGeom>
            </p:spPr>
          </p:pic>
        </mc:Fallback>
      </mc:AlternateContent>
      <p:grpSp>
        <p:nvGrpSpPr>
          <p:cNvPr id="220" name="Group 219">
            <a:extLst>
              <a:ext uri="{FF2B5EF4-FFF2-40B4-BE49-F238E27FC236}">
                <a16:creationId xmlns:a16="http://schemas.microsoft.com/office/drawing/2014/main" id="{AC7E33D2-5649-CEB6-2F5E-7A4235046615}"/>
              </a:ext>
            </a:extLst>
          </p:cNvPr>
          <p:cNvGrpSpPr/>
          <p:nvPr/>
        </p:nvGrpSpPr>
        <p:grpSpPr>
          <a:xfrm>
            <a:off x="6263062" y="6372896"/>
            <a:ext cx="100800" cy="55080"/>
            <a:chOff x="6263062" y="6372896"/>
            <a:chExt cx="100800" cy="55080"/>
          </a:xfrm>
        </p:grpSpPr>
        <mc:AlternateContent xmlns:mc="http://schemas.openxmlformats.org/markup-compatibility/2006">
          <mc:Choice xmlns:p14="http://schemas.microsoft.com/office/powerpoint/2010/main" Requires="p14">
            <p:contentPart p14:bwMode="auto" r:id="rId336">
              <p14:nvContentPartPr>
                <p14:cNvPr id="218" name="Ink 217">
                  <a:extLst>
                    <a:ext uri="{FF2B5EF4-FFF2-40B4-BE49-F238E27FC236}">
                      <a16:creationId xmlns:a16="http://schemas.microsoft.com/office/drawing/2014/main" id="{F779F5A0-DE64-0CBC-CE00-B72F5A9AEC7E}"/>
                    </a:ext>
                  </a:extLst>
                </p14:cNvPr>
                <p14:cNvContentPartPr/>
                <p14:nvPr/>
              </p14:nvContentPartPr>
              <p14:xfrm>
                <a:off x="6263062" y="6421856"/>
                <a:ext cx="100800" cy="6120"/>
              </p14:xfrm>
            </p:contentPart>
          </mc:Choice>
          <mc:Fallback>
            <p:pic>
              <p:nvPicPr>
                <p:cNvPr id="218" name="Ink 217">
                  <a:extLst>
                    <a:ext uri="{FF2B5EF4-FFF2-40B4-BE49-F238E27FC236}">
                      <a16:creationId xmlns:a16="http://schemas.microsoft.com/office/drawing/2014/main" id="{F779F5A0-DE64-0CBC-CE00-B72F5A9AEC7E}"/>
                    </a:ext>
                  </a:extLst>
                </p:cNvPr>
                <p:cNvPicPr/>
                <p:nvPr/>
              </p:nvPicPr>
              <p:blipFill>
                <a:blip r:embed="rId337"/>
                <a:stretch>
                  <a:fillRect/>
                </a:stretch>
              </p:blipFill>
              <p:spPr>
                <a:xfrm>
                  <a:off x="6254062" y="6413216"/>
                  <a:ext cx="118440" cy="237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338">
              <p14:nvContentPartPr>
                <p14:cNvPr id="219" name="Ink 218">
                  <a:extLst>
                    <a:ext uri="{FF2B5EF4-FFF2-40B4-BE49-F238E27FC236}">
                      <a16:creationId xmlns:a16="http://schemas.microsoft.com/office/drawing/2014/main" id="{41DB2600-6506-CA1F-3C50-E031AE761D97}"/>
                    </a:ext>
                  </a:extLst>
                </p14:cNvPr>
                <p14:cNvContentPartPr/>
                <p14:nvPr/>
              </p14:nvContentPartPr>
              <p14:xfrm>
                <a:off x="6263062" y="6372896"/>
                <a:ext cx="79560" cy="1440"/>
              </p14:xfrm>
            </p:contentPart>
          </mc:Choice>
          <mc:Fallback>
            <p:pic>
              <p:nvPicPr>
                <p:cNvPr id="219" name="Ink 218">
                  <a:extLst>
                    <a:ext uri="{FF2B5EF4-FFF2-40B4-BE49-F238E27FC236}">
                      <a16:creationId xmlns:a16="http://schemas.microsoft.com/office/drawing/2014/main" id="{41DB2600-6506-CA1F-3C50-E031AE761D97}"/>
                    </a:ext>
                  </a:extLst>
                </p:cNvPr>
                <p:cNvPicPr/>
                <p:nvPr/>
              </p:nvPicPr>
              <p:blipFill>
                <a:blip r:embed="rId339"/>
                <a:stretch>
                  <a:fillRect/>
                </a:stretch>
              </p:blipFill>
              <p:spPr>
                <a:xfrm>
                  <a:off x="6254062" y="6363896"/>
                  <a:ext cx="97200" cy="19080"/>
                </a:xfrm>
                <a:prstGeom prst="rect">
                  <a:avLst/>
                </a:prstGeom>
              </p:spPr>
            </p:pic>
          </mc:Fallback>
        </mc:AlternateContent>
      </p:grpSp>
      <p:grpSp>
        <p:nvGrpSpPr>
          <p:cNvPr id="234" name="Group 233">
            <a:extLst>
              <a:ext uri="{FF2B5EF4-FFF2-40B4-BE49-F238E27FC236}">
                <a16:creationId xmlns:a16="http://schemas.microsoft.com/office/drawing/2014/main" id="{CC96C550-A06D-45AA-18E8-70C8E140B932}"/>
              </a:ext>
            </a:extLst>
          </p:cNvPr>
          <p:cNvGrpSpPr/>
          <p:nvPr/>
        </p:nvGrpSpPr>
        <p:grpSpPr>
          <a:xfrm>
            <a:off x="6607942" y="5974016"/>
            <a:ext cx="1414080" cy="358920"/>
            <a:chOff x="6607942" y="5974016"/>
            <a:chExt cx="1414080" cy="358920"/>
          </a:xfrm>
        </p:grpSpPr>
        <mc:AlternateContent xmlns:mc="http://schemas.openxmlformats.org/markup-compatibility/2006">
          <mc:Choice xmlns:p14="http://schemas.microsoft.com/office/powerpoint/2010/main" Requires="p14">
            <p:contentPart p14:bwMode="auto" r:id="rId340">
              <p14:nvContentPartPr>
                <p14:cNvPr id="221" name="Ink 220">
                  <a:extLst>
                    <a:ext uri="{FF2B5EF4-FFF2-40B4-BE49-F238E27FC236}">
                      <a16:creationId xmlns:a16="http://schemas.microsoft.com/office/drawing/2014/main" id="{CBFAE8D5-033A-88C0-BCA7-9BA621DAA1D3}"/>
                    </a:ext>
                  </a:extLst>
                </p14:cNvPr>
                <p14:cNvContentPartPr/>
                <p14:nvPr/>
              </p14:nvContentPartPr>
              <p14:xfrm>
                <a:off x="6735382" y="6214496"/>
                <a:ext cx="146520" cy="118440"/>
              </p14:xfrm>
            </p:contentPart>
          </mc:Choice>
          <mc:Fallback>
            <p:pic>
              <p:nvPicPr>
                <p:cNvPr id="221" name="Ink 220">
                  <a:extLst>
                    <a:ext uri="{FF2B5EF4-FFF2-40B4-BE49-F238E27FC236}">
                      <a16:creationId xmlns:a16="http://schemas.microsoft.com/office/drawing/2014/main" id="{CBFAE8D5-033A-88C0-BCA7-9BA621DAA1D3}"/>
                    </a:ext>
                  </a:extLst>
                </p:cNvPr>
                <p:cNvPicPr/>
                <p:nvPr/>
              </p:nvPicPr>
              <p:blipFill>
                <a:blip r:embed="rId341"/>
                <a:stretch>
                  <a:fillRect/>
                </a:stretch>
              </p:blipFill>
              <p:spPr>
                <a:xfrm>
                  <a:off x="6726742" y="6205496"/>
                  <a:ext cx="164160" cy="1360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342">
              <p14:nvContentPartPr>
                <p14:cNvPr id="222" name="Ink 221">
                  <a:extLst>
                    <a:ext uri="{FF2B5EF4-FFF2-40B4-BE49-F238E27FC236}">
                      <a16:creationId xmlns:a16="http://schemas.microsoft.com/office/drawing/2014/main" id="{FB6C43CD-7DFB-8970-7DA2-138B6056C241}"/>
                    </a:ext>
                  </a:extLst>
                </p14:cNvPr>
                <p14:cNvContentPartPr/>
                <p14:nvPr/>
              </p14:nvContentPartPr>
              <p14:xfrm>
                <a:off x="6909622" y="6113696"/>
                <a:ext cx="81360" cy="171000"/>
              </p14:xfrm>
            </p:contentPart>
          </mc:Choice>
          <mc:Fallback>
            <p:pic>
              <p:nvPicPr>
                <p:cNvPr id="222" name="Ink 221">
                  <a:extLst>
                    <a:ext uri="{FF2B5EF4-FFF2-40B4-BE49-F238E27FC236}">
                      <a16:creationId xmlns:a16="http://schemas.microsoft.com/office/drawing/2014/main" id="{FB6C43CD-7DFB-8970-7DA2-138B6056C241}"/>
                    </a:ext>
                  </a:extLst>
                </p:cNvPr>
                <p:cNvPicPr/>
                <p:nvPr/>
              </p:nvPicPr>
              <p:blipFill>
                <a:blip r:embed="rId343"/>
                <a:stretch>
                  <a:fillRect/>
                </a:stretch>
              </p:blipFill>
              <p:spPr>
                <a:xfrm>
                  <a:off x="6900622" y="6104696"/>
                  <a:ext cx="99000" cy="1886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344">
              <p14:nvContentPartPr>
                <p14:cNvPr id="223" name="Ink 222">
                  <a:extLst>
                    <a:ext uri="{FF2B5EF4-FFF2-40B4-BE49-F238E27FC236}">
                      <a16:creationId xmlns:a16="http://schemas.microsoft.com/office/drawing/2014/main" id="{A6A1D6A1-59E1-E42F-5EB3-4F07FB8331E9}"/>
                    </a:ext>
                  </a:extLst>
                </p14:cNvPr>
                <p14:cNvContentPartPr/>
                <p14:nvPr/>
              </p14:nvContentPartPr>
              <p14:xfrm>
                <a:off x="6884422" y="5974016"/>
                <a:ext cx="16200" cy="18720"/>
              </p14:xfrm>
            </p:contentPart>
          </mc:Choice>
          <mc:Fallback>
            <p:pic>
              <p:nvPicPr>
                <p:cNvPr id="223" name="Ink 222">
                  <a:extLst>
                    <a:ext uri="{FF2B5EF4-FFF2-40B4-BE49-F238E27FC236}">
                      <a16:creationId xmlns:a16="http://schemas.microsoft.com/office/drawing/2014/main" id="{A6A1D6A1-59E1-E42F-5EB3-4F07FB8331E9}"/>
                    </a:ext>
                  </a:extLst>
                </p:cNvPr>
                <p:cNvPicPr/>
                <p:nvPr/>
              </p:nvPicPr>
              <p:blipFill>
                <a:blip r:embed="rId345"/>
                <a:stretch>
                  <a:fillRect/>
                </a:stretch>
              </p:blipFill>
              <p:spPr>
                <a:xfrm>
                  <a:off x="6875422" y="5965016"/>
                  <a:ext cx="33840" cy="363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346">
              <p14:nvContentPartPr>
                <p14:cNvPr id="224" name="Ink 223">
                  <a:extLst>
                    <a:ext uri="{FF2B5EF4-FFF2-40B4-BE49-F238E27FC236}">
                      <a16:creationId xmlns:a16="http://schemas.microsoft.com/office/drawing/2014/main" id="{FB89733B-E5C4-C30F-7FBE-C46C37E289EB}"/>
                    </a:ext>
                  </a:extLst>
                </p14:cNvPr>
                <p14:cNvContentPartPr/>
                <p14:nvPr/>
              </p14:nvContentPartPr>
              <p14:xfrm>
                <a:off x="7022302" y="6052136"/>
                <a:ext cx="181080" cy="119520"/>
              </p14:xfrm>
            </p:contentPart>
          </mc:Choice>
          <mc:Fallback>
            <p:pic>
              <p:nvPicPr>
                <p:cNvPr id="224" name="Ink 223">
                  <a:extLst>
                    <a:ext uri="{FF2B5EF4-FFF2-40B4-BE49-F238E27FC236}">
                      <a16:creationId xmlns:a16="http://schemas.microsoft.com/office/drawing/2014/main" id="{FB89733B-E5C4-C30F-7FBE-C46C37E289EB}"/>
                    </a:ext>
                  </a:extLst>
                </p:cNvPr>
                <p:cNvPicPr/>
                <p:nvPr/>
              </p:nvPicPr>
              <p:blipFill>
                <a:blip r:embed="rId347"/>
                <a:stretch>
                  <a:fillRect/>
                </a:stretch>
              </p:blipFill>
              <p:spPr>
                <a:xfrm>
                  <a:off x="7013662" y="6043496"/>
                  <a:ext cx="198720" cy="1371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348">
              <p14:nvContentPartPr>
                <p14:cNvPr id="226" name="Ink 225">
                  <a:extLst>
                    <a:ext uri="{FF2B5EF4-FFF2-40B4-BE49-F238E27FC236}">
                      <a16:creationId xmlns:a16="http://schemas.microsoft.com/office/drawing/2014/main" id="{C130C2A5-23B2-E3C2-5A6C-444725436BD0}"/>
                    </a:ext>
                  </a:extLst>
                </p14:cNvPr>
                <p14:cNvContentPartPr/>
                <p14:nvPr/>
              </p14:nvContentPartPr>
              <p14:xfrm>
                <a:off x="7225342" y="6235736"/>
                <a:ext cx="90000" cy="10080"/>
              </p14:xfrm>
            </p:contentPart>
          </mc:Choice>
          <mc:Fallback>
            <p:pic>
              <p:nvPicPr>
                <p:cNvPr id="226" name="Ink 225">
                  <a:extLst>
                    <a:ext uri="{FF2B5EF4-FFF2-40B4-BE49-F238E27FC236}">
                      <a16:creationId xmlns:a16="http://schemas.microsoft.com/office/drawing/2014/main" id="{C130C2A5-23B2-E3C2-5A6C-444725436BD0}"/>
                    </a:ext>
                  </a:extLst>
                </p:cNvPr>
                <p:cNvPicPr/>
                <p:nvPr/>
              </p:nvPicPr>
              <p:blipFill>
                <a:blip r:embed="rId349"/>
                <a:stretch>
                  <a:fillRect/>
                </a:stretch>
              </p:blipFill>
              <p:spPr>
                <a:xfrm>
                  <a:off x="7216702" y="6227096"/>
                  <a:ext cx="107640" cy="277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350">
              <p14:nvContentPartPr>
                <p14:cNvPr id="227" name="Ink 226">
                  <a:extLst>
                    <a:ext uri="{FF2B5EF4-FFF2-40B4-BE49-F238E27FC236}">
                      <a16:creationId xmlns:a16="http://schemas.microsoft.com/office/drawing/2014/main" id="{BFB7D1B3-7C4A-72E3-6456-FFFDD8F01C66}"/>
                    </a:ext>
                  </a:extLst>
                </p14:cNvPr>
                <p14:cNvContentPartPr/>
                <p14:nvPr/>
              </p14:nvContentPartPr>
              <p14:xfrm>
                <a:off x="7389502" y="6172016"/>
                <a:ext cx="161280" cy="123120"/>
              </p14:xfrm>
            </p:contentPart>
          </mc:Choice>
          <mc:Fallback>
            <p:pic>
              <p:nvPicPr>
                <p:cNvPr id="227" name="Ink 226">
                  <a:extLst>
                    <a:ext uri="{FF2B5EF4-FFF2-40B4-BE49-F238E27FC236}">
                      <a16:creationId xmlns:a16="http://schemas.microsoft.com/office/drawing/2014/main" id="{BFB7D1B3-7C4A-72E3-6456-FFFDD8F01C66}"/>
                    </a:ext>
                  </a:extLst>
                </p:cNvPr>
                <p:cNvPicPr/>
                <p:nvPr/>
              </p:nvPicPr>
              <p:blipFill>
                <a:blip r:embed="rId351"/>
                <a:stretch>
                  <a:fillRect/>
                </a:stretch>
              </p:blipFill>
              <p:spPr>
                <a:xfrm>
                  <a:off x="7380862" y="6163376"/>
                  <a:ext cx="178920" cy="1407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352">
              <p14:nvContentPartPr>
                <p14:cNvPr id="228" name="Ink 227">
                  <a:extLst>
                    <a:ext uri="{FF2B5EF4-FFF2-40B4-BE49-F238E27FC236}">
                      <a16:creationId xmlns:a16="http://schemas.microsoft.com/office/drawing/2014/main" id="{FC2E6133-D7FE-6DAB-E042-B33BBEB3A3AB}"/>
                    </a:ext>
                  </a:extLst>
                </p14:cNvPr>
                <p14:cNvContentPartPr/>
                <p14:nvPr/>
              </p14:nvContentPartPr>
              <p14:xfrm>
                <a:off x="7649062" y="6304856"/>
                <a:ext cx="1440" cy="5760"/>
              </p14:xfrm>
            </p:contentPart>
          </mc:Choice>
          <mc:Fallback>
            <p:pic>
              <p:nvPicPr>
                <p:cNvPr id="228" name="Ink 227">
                  <a:extLst>
                    <a:ext uri="{FF2B5EF4-FFF2-40B4-BE49-F238E27FC236}">
                      <a16:creationId xmlns:a16="http://schemas.microsoft.com/office/drawing/2014/main" id="{FC2E6133-D7FE-6DAB-E042-B33BBEB3A3AB}"/>
                    </a:ext>
                  </a:extLst>
                </p:cNvPr>
                <p:cNvPicPr/>
                <p:nvPr/>
              </p:nvPicPr>
              <p:blipFill>
                <a:blip r:embed="rId353"/>
                <a:stretch>
                  <a:fillRect/>
                </a:stretch>
              </p:blipFill>
              <p:spPr>
                <a:xfrm>
                  <a:off x="7640062" y="6296216"/>
                  <a:ext cx="19080" cy="234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354">
              <p14:nvContentPartPr>
                <p14:cNvPr id="229" name="Ink 228">
                  <a:extLst>
                    <a:ext uri="{FF2B5EF4-FFF2-40B4-BE49-F238E27FC236}">
                      <a16:creationId xmlns:a16="http://schemas.microsoft.com/office/drawing/2014/main" id="{349D3084-59B2-F56C-6CAB-254F8553292B}"/>
                    </a:ext>
                  </a:extLst>
                </p14:cNvPr>
                <p14:cNvContentPartPr/>
                <p14:nvPr/>
              </p14:nvContentPartPr>
              <p14:xfrm>
                <a:off x="7686142" y="6155096"/>
                <a:ext cx="113760" cy="75960"/>
              </p14:xfrm>
            </p:contentPart>
          </mc:Choice>
          <mc:Fallback>
            <p:pic>
              <p:nvPicPr>
                <p:cNvPr id="229" name="Ink 228">
                  <a:extLst>
                    <a:ext uri="{FF2B5EF4-FFF2-40B4-BE49-F238E27FC236}">
                      <a16:creationId xmlns:a16="http://schemas.microsoft.com/office/drawing/2014/main" id="{349D3084-59B2-F56C-6CAB-254F8553292B}"/>
                    </a:ext>
                  </a:extLst>
                </p:cNvPr>
                <p:cNvPicPr/>
                <p:nvPr/>
              </p:nvPicPr>
              <p:blipFill>
                <a:blip r:embed="rId355"/>
                <a:stretch>
                  <a:fillRect/>
                </a:stretch>
              </p:blipFill>
              <p:spPr>
                <a:xfrm>
                  <a:off x="7677142" y="6146096"/>
                  <a:ext cx="131400" cy="936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356">
              <p14:nvContentPartPr>
                <p14:cNvPr id="230" name="Ink 229">
                  <a:extLst>
                    <a:ext uri="{FF2B5EF4-FFF2-40B4-BE49-F238E27FC236}">
                      <a16:creationId xmlns:a16="http://schemas.microsoft.com/office/drawing/2014/main" id="{16B0F79C-79F8-D30C-6643-C19A3A5FB329}"/>
                    </a:ext>
                  </a:extLst>
                </p14:cNvPr>
                <p14:cNvContentPartPr/>
                <p14:nvPr/>
              </p14:nvContentPartPr>
              <p14:xfrm>
                <a:off x="7718902" y="6230336"/>
                <a:ext cx="105120" cy="70200"/>
              </p14:xfrm>
            </p:contentPart>
          </mc:Choice>
          <mc:Fallback>
            <p:pic>
              <p:nvPicPr>
                <p:cNvPr id="230" name="Ink 229">
                  <a:extLst>
                    <a:ext uri="{FF2B5EF4-FFF2-40B4-BE49-F238E27FC236}">
                      <a16:creationId xmlns:a16="http://schemas.microsoft.com/office/drawing/2014/main" id="{16B0F79C-79F8-D30C-6643-C19A3A5FB329}"/>
                    </a:ext>
                  </a:extLst>
                </p:cNvPr>
                <p:cNvPicPr/>
                <p:nvPr/>
              </p:nvPicPr>
              <p:blipFill>
                <a:blip r:embed="rId357"/>
                <a:stretch>
                  <a:fillRect/>
                </a:stretch>
              </p:blipFill>
              <p:spPr>
                <a:xfrm>
                  <a:off x="7710262" y="6221696"/>
                  <a:ext cx="122760" cy="878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358">
              <p14:nvContentPartPr>
                <p14:cNvPr id="232" name="Ink 231">
                  <a:extLst>
                    <a:ext uri="{FF2B5EF4-FFF2-40B4-BE49-F238E27FC236}">
                      <a16:creationId xmlns:a16="http://schemas.microsoft.com/office/drawing/2014/main" id="{42FD9323-3B5A-3BA1-7A34-2B684C633E3A}"/>
                    </a:ext>
                  </a:extLst>
                </p14:cNvPr>
                <p14:cNvContentPartPr/>
                <p14:nvPr/>
              </p14:nvContentPartPr>
              <p14:xfrm>
                <a:off x="6607942" y="6118016"/>
                <a:ext cx="48960" cy="208440"/>
              </p14:xfrm>
            </p:contentPart>
          </mc:Choice>
          <mc:Fallback>
            <p:pic>
              <p:nvPicPr>
                <p:cNvPr id="232" name="Ink 231">
                  <a:extLst>
                    <a:ext uri="{FF2B5EF4-FFF2-40B4-BE49-F238E27FC236}">
                      <a16:creationId xmlns:a16="http://schemas.microsoft.com/office/drawing/2014/main" id="{42FD9323-3B5A-3BA1-7A34-2B684C633E3A}"/>
                    </a:ext>
                  </a:extLst>
                </p:cNvPr>
                <p:cNvPicPr/>
                <p:nvPr/>
              </p:nvPicPr>
              <p:blipFill>
                <a:blip r:embed="rId359"/>
                <a:stretch>
                  <a:fillRect/>
                </a:stretch>
              </p:blipFill>
              <p:spPr>
                <a:xfrm>
                  <a:off x="6598942" y="6109016"/>
                  <a:ext cx="66600" cy="2260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360">
              <p14:nvContentPartPr>
                <p14:cNvPr id="233" name="Ink 232">
                  <a:extLst>
                    <a:ext uri="{FF2B5EF4-FFF2-40B4-BE49-F238E27FC236}">
                      <a16:creationId xmlns:a16="http://schemas.microsoft.com/office/drawing/2014/main" id="{7F360EF2-B524-B71A-FDFB-4F2040933B15}"/>
                    </a:ext>
                  </a:extLst>
                </p14:cNvPr>
                <p14:cNvContentPartPr/>
                <p14:nvPr/>
              </p14:nvContentPartPr>
              <p14:xfrm>
                <a:off x="7958302" y="6076256"/>
                <a:ext cx="63720" cy="186480"/>
              </p14:xfrm>
            </p:contentPart>
          </mc:Choice>
          <mc:Fallback>
            <p:pic>
              <p:nvPicPr>
                <p:cNvPr id="233" name="Ink 232">
                  <a:extLst>
                    <a:ext uri="{FF2B5EF4-FFF2-40B4-BE49-F238E27FC236}">
                      <a16:creationId xmlns:a16="http://schemas.microsoft.com/office/drawing/2014/main" id="{7F360EF2-B524-B71A-FDFB-4F2040933B15}"/>
                    </a:ext>
                  </a:extLst>
                </p:cNvPr>
                <p:cNvPicPr/>
                <p:nvPr/>
              </p:nvPicPr>
              <p:blipFill>
                <a:blip r:embed="rId361"/>
                <a:stretch>
                  <a:fillRect/>
                </a:stretch>
              </p:blipFill>
              <p:spPr>
                <a:xfrm>
                  <a:off x="7949302" y="6067616"/>
                  <a:ext cx="81360" cy="204120"/>
                </a:xfrm>
                <a:prstGeom prst="rect">
                  <a:avLst/>
                </a:prstGeom>
              </p:spPr>
            </p:pic>
          </mc:Fallback>
        </mc:AlternateContent>
      </p:grpSp>
      <mc:AlternateContent xmlns:mc="http://schemas.openxmlformats.org/markup-compatibility/2006">
        <mc:Choice xmlns:p14="http://schemas.microsoft.com/office/powerpoint/2010/main" Requires="p14">
          <p:contentPart p14:bwMode="auto" r:id="rId362">
            <p14:nvContentPartPr>
              <p14:cNvPr id="235" name="Ink 234">
                <a:extLst>
                  <a:ext uri="{FF2B5EF4-FFF2-40B4-BE49-F238E27FC236}">
                    <a16:creationId xmlns:a16="http://schemas.microsoft.com/office/drawing/2014/main" id="{5769C97A-C178-7194-A728-1BEB18795510}"/>
                  </a:ext>
                </a:extLst>
              </p14:cNvPr>
              <p14:cNvContentPartPr/>
              <p14:nvPr/>
            </p14:nvContentPartPr>
            <p14:xfrm>
              <a:off x="6706222" y="6416456"/>
              <a:ext cx="1231200" cy="27360"/>
            </p14:xfrm>
          </p:contentPart>
        </mc:Choice>
        <mc:Fallback>
          <p:pic>
            <p:nvPicPr>
              <p:cNvPr id="235" name="Ink 234">
                <a:extLst>
                  <a:ext uri="{FF2B5EF4-FFF2-40B4-BE49-F238E27FC236}">
                    <a16:creationId xmlns:a16="http://schemas.microsoft.com/office/drawing/2014/main" id="{5769C97A-C178-7194-A728-1BEB18795510}"/>
                  </a:ext>
                </a:extLst>
              </p:cNvPr>
              <p:cNvPicPr/>
              <p:nvPr/>
            </p:nvPicPr>
            <p:blipFill>
              <a:blip r:embed="rId363"/>
              <a:stretch>
                <a:fillRect/>
              </a:stretch>
            </p:blipFill>
            <p:spPr>
              <a:xfrm>
                <a:off x="6697582" y="6407456"/>
                <a:ext cx="1248840" cy="45000"/>
              </a:xfrm>
              <a:prstGeom prst="rect">
                <a:avLst/>
              </a:prstGeom>
            </p:spPr>
          </p:pic>
        </mc:Fallback>
      </mc:AlternateContent>
      <p:grpSp>
        <p:nvGrpSpPr>
          <p:cNvPr id="250" name="Group 249">
            <a:extLst>
              <a:ext uri="{FF2B5EF4-FFF2-40B4-BE49-F238E27FC236}">
                <a16:creationId xmlns:a16="http://schemas.microsoft.com/office/drawing/2014/main" id="{AC7ACE1B-C384-B8E8-5F70-A9244BFA10B9}"/>
              </a:ext>
            </a:extLst>
          </p:cNvPr>
          <p:cNvGrpSpPr/>
          <p:nvPr/>
        </p:nvGrpSpPr>
        <p:grpSpPr>
          <a:xfrm>
            <a:off x="6638902" y="6485216"/>
            <a:ext cx="1201680" cy="266760"/>
            <a:chOff x="6638902" y="6485216"/>
            <a:chExt cx="1201680" cy="266760"/>
          </a:xfrm>
        </p:grpSpPr>
        <mc:AlternateContent xmlns:mc="http://schemas.openxmlformats.org/markup-compatibility/2006">
          <mc:Choice xmlns:p14="http://schemas.microsoft.com/office/powerpoint/2010/main" Requires="p14">
            <p:contentPart p14:bwMode="auto" r:id="rId364">
              <p14:nvContentPartPr>
                <p14:cNvPr id="236" name="Ink 235">
                  <a:extLst>
                    <a:ext uri="{FF2B5EF4-FFF2-40B4-BE49-F238E27FC236}">
                      <a16:creationId xmlns:a16="http://schemas.microsoft.com/office/drawing/2014/main" id="{2BE0213C-F550-C356-DF03-75E71F49B445}"/>
                    </a:ext>
                  </a:extLst>
                </p14:cNvPr>
                <p14:cNvContentPartPr/>
                <p14:nvPr/>
              </p14:nvContentPartPr>
              <p14:xfrm>
                <a:off x="6735382" y="6638936"/>
                <a:ext cx="149040" cy="113040"/>
              </p14:xfrm>
            </p:contentPart>
          </mc:Choice>
          <mc:Fallback>
            <p:pic>
              <p:nvPicPr>
                <p:cNvPr id="236" name="Ink 235">
                  <a:extLst>
                    <a:ext uri="{FF2B5EF4-FFF2-40B4-BE49-F238E27FC236}">
                      <a16:creationId xmlns:a16="http://schemas.microsoft.com/office/drawing/2014/main" id="{2BE0213C-F550-C356-DF03-75E71F49B445}"/>
                    </a:ext>
                  </a:extLst>
                </p:cNvPr>
                <p:cNvPicPr/>
                <p:nvPr/>
              </p:nvPicPr>
              <p:blipFill>
                <a:blip r:embed="rId365"/>
                <a:stretch>
                  <a:fillRect/>
                </a:stretch>
              </p:blipFill>
              <p:spPr>
                <a:xfrm>
                  <a:off x="6726742" y="6629936"/>
                  <a:ext cx="166680" cy="1306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366">
              <p14:nvContentPartPr>
                <p14:cNvPr id="237" name="Ink 236">
                  <a:extLst>
                    <a:ext uri="{FF2B5EF4-FFF2-40B4-BE49-F238E27FC236}">
                      <a16:creationId xmlns:a16="http://schemas.microsoft.com/office/drawing/2014/main" id="{91A55763-4DFF-C00B-D0FD-E90D492F9DA8}"/>
                    </a:ext>
                  </a:extLst>
                </p14:cNvPr>
                <p14:cNvContentPartPr/>
                <p14:nvPr/>
              </p14:nvContentPartPr>
              <p14:xfrm>
                <a:off x="6878302" y="6586736"/>
                <a:ext cx="81360" cy="144000"/>
              </p14:xfrm>
            </p:contentPart>
          </mc:Choice>
          <mc:Fallback>
            <p:pic>
              <p:nvPicPr>
                <p:cNvPr id="237" name="Ink 236">
                  <a:extLst>
                    <a:ext uri="{FF2B5EF4-FFF2-40B4-BE49-F238E27FC236}">
                      <a16:creationId xmlns:a16="http://schemas.microsoft.com/office/drawing/2014/main" id="{91A55763-4DFF-C00B-D0FD-E90D492F9DA8}"/>
                    </a:ext>
                  </a:extLst>
                </p:cNvPr>
                <p:cNvPicPr/>
                <p:nvPr/>
              </p:nvPicPr>
              <p:blipFill>
                <a:blip r:embed="rId367"/>
                <a:stretch>
                  <a:fillRect/>
                </a:stretch>
              </p:blipFill>
              <p:spPr>
                <a:xfrm>
                  <a:off x="6869302" y="6577736"/>
                  <a:ext cx="99000" cy="1616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368">
              <p14:nvContentPartPr>
                <p14:cNvPr id="238" name="Ink 237">
                  <a:extLst>
                    <a:ext uri="{FF2B5EF4-FFF2-40B4-BE49-F238E27FC236}">
                      <a16:creationId xmlns:a16="http://schemas.microsoft.com/office/drawing/2014/main" id="{0B44E889-BCC0-C436-B471-45A06DC660F2}"/>
                    </a:ext>
                  </a:extLst>
                </p14:cNvPr>
                <p14:cNvContentPartPr/>
                <p14:nvPr/>
              </p14:nvContentPartPr>
              <p14:xfrm>
                <a:off x="6841942" y="6494936"/>
                <a:ext cx="9720" cy="10800"/>
              </p14:xfrm>
            </p:contentPart>
          </mc:Choice>
          <mc:Fallback>
            <p:pic>
              <p:nvPicPr>
                <p:cNvPr id="238" name="Ink 237">
                  <a:extLst>
                    <a:ext uri="{FF2B5EF4-FFF2-40B4-BE49-F238E27FC236}">
                      <a16:creationId xmlns:a16="http://schemas.microsoft.com/office/drawing/2014/main" id="{0B44E889-BCC0-C436-B471-45A06DC660F2}"/>
                    </a:ext>
                  </a:extLst>
                </p:cNvPr>
                <p:cNvPicPr/>
                <p:nvPr/>
              </p:nvPicPr>
              <p:blipFill>
                <a:blip r:embed="rId369"/>
                <a:stretch>
                  <a:fillRect/>
                </a:stretch>
              </p:blipFill>
              <p:spPr>
                <a:xfrm>
                  <a:off x="6832942" y="6486296"/>
                  <a:ext cx="27360" cy="284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370">
              <p14:nvContentPartPr>
                <p14:cNvPr id="239" name="Ink 238">
                  <a:extLst>
                    <a:ext uri="{FF2B5EF4-FFF2-40B4-BE49-F238E27FC236}">
                      <a16:creationId xmlns:a16="http://schemas.microsoft.com/office/drawing/2014/main" id="{8031B3BB-B3AA-F1F3-8452-CBB9E9D03D10}"/>
                    </a:ext>
                  </a:extLst>
                </p14:cNvPr>
                <p14:cNvContentPartPr/>
                <p14:nvPr/>
              </p14:nvContentPartPr>
              <p14:xfrm>
                <a:off x="6958942" y="6485216"/>
                <a:ext cx="134280" cy="113040"/>
              </p14:xfrm>
            </p:contentPart>
          </mc:Choice>
          <mc:Fallback>
            <p:pic>
              <p:nvPicPr>
                <p:cNvPr id="239" name="Ink 238">
                  <a:extLst>
                    <a:ext uri="{FF2B5EF4-FFF2-40B4-BE49-F238E27FC236}">
                      <a16:creationId xmlns:a16="http://schemas.microsoft.com/office/drawing/2014/main" id="{8031B3BB-B3AA-F1F3-8452-CBB9E9D03D10}"/>
                    </a:ext>
                  </a:extLst>
                </p:cNvPr>
                <p:cNvPicPr/>
                <p:nvPr/>
              </p:nvPicPr>
              <p:blipFill>
                <a:blip r:embed="rId371"/>
                <a:stretch>
                  <a:fillRect/>
                </a:stretch>
              </p:blipFill>
              <p:spPr>
                <a:xfrm>
                  <a:off x="6949942" y="6476216"/>
                  <a:ext cx="151920" cy="1306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372">
              <p14:nvContentPartPr>
                <p14:cNvPr id="240" name="Ink 239">
                  <a:extLst>
                    <a:ext uri="{FF2B5EF4-FFF2-40B4-BE49-F238E27FC236}">
                      <a16:creationId xmlns:a16="http://schemas.microsoft.com/office/drawing/2014/main" id="{92421BA7-05B9-98AE-0AFE-EABC3CB68BE5}"/>
                    </a:ext>
                  </a:extLst>
                </p14:cNvPr>
                <p14:cNvContentPartPr/>
                <p14:nvPr/>
              </p14:nvContentPartPr>
              <p14:xfrm>
                <a:off x="7242982" y="6634616"/>
                <a:ext cx="72360" cy="360"/>
              </p14:xfrm>
            </p:contentPart>
          </mc:Choice>
          <mc:Fallback>
            <p:pic>
              <p:nvPicPr>
                <p:cNvPr id="240" name="Ink 239">
                  <a:extLst>
                    <a:ext uri="{FF2B5EF4-FFF2-40B4-BE49-F238E27FC236}">
                      <a16:creationId xmlns:a16="http://schemas.microsoft.com/office/drawing/2014/main" id="{92421BA7-05B9-98AE-0AFE-EABC3CB68BE5}"/>
                    </a:ext>
                  </a:extLst>
                </p:cNvPr>
                <p:cNvPicPr/>
                <p:nvPr/>
              </p:nvPicPr>
              <p:blipFill>
                <a:blip r:embed="rId373"/>
                <a:stretch>
                  <a:fillRect/>
                </a:stretch>
              </p:blipFill>
              <p:spPr>
                <a:xfrm>
                  <a:off x="7234342" y="6625616"/>
                  <a:ext cx="90000" cy="180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374">
              <p14:nvContentPartPr>
                <p14:cNvPr id="241" name="Ink 240">
                  <a:extLst>
                    <a:ext uri="{FF2B5EF4-FFF2-40B4-BE49-F238E27FC236}">
                      <a16:creationId xmlns:a16="http://schemas.microsoft.com/office/drawing/2014/main" id="{CFF5E0AB-453E-4C13-F8A2-119D38D923A1}"/>
                    </a:ext>
                  </a:extLst>
                </p14:cNvPr>
                <p14:cNvContentPartPr/>
                <p14:nvPr/>
              </p14:nvContentPartPr>
              <p14:xfrm>
                <a:off x="7426582" y="6585656"/>
                <a:ext cx="111600" cy="112680"/>
              </p14:xfrm>
            </p:contentPart>
          </mc:Choice>
          <mc:Fallback>
            <p:pic>
              <p:nvPicPr>
                <p:cNvPr id="241" name="Ink 240">
                  <a:extLst>
                    <a:ext uri="{FF2B5EF4-FFF2-40B4-BE49-F238E27FC236}">
                      <a16:creationId xmlns:a16="http://schemas.microsoft.com/office/drawing/2014/main" id="{CFF5E0AB-453E-4C13-F8A2-119D38D923A1}"/>
                    </a:ext>
                  </a:extLst>
                </p:cNvPr>
                <p:cNvPicPr/>
                <p:nvPr/>
              </p:nvPicPr>
              <p:blipFill>
                <a:blip r:embed="rId375"/>
                <a:stretch>
                  <a:fillRect/>
                </a:stretch>
              </p:blipFill>
              <p:spPr>
                <a:xfrm>
                  <a:off x="7417942" y="6577016"/>
                  <a:ext cx="129240" cy="1303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376">
              <p14:nvContentPartPr>
                <p14:cNvPr id="242" name="Ink 241">
                  <a:extLst>
                    <a:ext uri="{FF2B5EF4-FFF2-40B4-BE49-F238E27FC236}">
                      <a16:creationId xmlns:a16="http://schemas.microsoft.com/office/drawing/2014/main" id="{864A6E2E-379C-EC97-8A3F-F337DC16FA98}"/>
                    </a:ext>
                  </a:extLst>
                </p14:cNvPr>
                <p14:cNvContentPartPr/>
                <p14:nvPr/>
              </p14:nvContentPartPr>
              <p14:xfrm>
                <a:off x="7577422" y="6585656"/>
                <a:ext cx="119880" cy="108720"/>
              </p14:xfrm>
            </p:contentPart>
          </mc:Choice>
          <mc:Fallback>
            <p:pic>
              <p:nvPicPr>
                <p:cNvPr id="242" name="Ink 241">
                  <a:extLst>
                    <a:ext uri="{FF2B5EF4-FFF2-40B4-BE49-F238E27FC236}">
                      <a16:creationId xmlns:a16="http://schemas.microsoft.com/office/drawing/2014/main" id="{864A6E2E-379C-EC97-8A3F-F337DC16FA98}"/>
                    </a:ext>
                  </a:extLst>
                </p:cNvPr>
                <p:cNvPicPr/>
                <p:nvPr/>
              </p:nvPicPr>
              <p:blipFill>
                <a:blip r:embed="rId377"/>
                <a:stretch>
                  <a:fillRect/>
                </a:stretch>
              </p:blipFill>
              <p:spPr>
                <a:xfrm>
                  <a:off x="7568782" y="6576656"/>
                  <a:ext cx="137520" cy="1263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378">
              <p14:nvContentPartPr>
                <p14:cNvPr id="243" name="Ink 242">
                  <a:extLst>
                    <a:ext uri="{FF2B5EF4-FFF2-40B4-BE49-F238E27FC236}">
                      <a16:creationId xmlns:a16="http://schemas.microsoft.com/office/drawing/2014/main" id="{22595E5F-B958-23F0-86A2-9053D38BE7AC}"/>
                    </a:ext>
                  </a:extLst>
                </p14:cNvPr>
                <p14:cNvContentPartPr/>
                <p14:nvPr/>
              </p14:nvContentPartPr>
              <p14:xfrm>
                <a:off x="7586062" y="6545696"/>
                <a:ext cx="108360" cy="20160"/>
              </p14:xfrm>
            </p:contentPart>
          </mc:Choice>
          <mc:Fallback>
            <p:pic>
              <p:nvPicPr>
                <p:cNvPr id="243" name="Ink 242">
                  <a:extLst>
                    <a:ext uri="{FF2B5EF4-FFF2-40B4-BE49-F238E27FC236}">
                      <a16:creationId xmlns:a16="http://schemas.microsoft.com/office/drawing/2014/main" id="{22595E5F-B958-23F0-86A2-9053D38BE7AC}"/>
                    </a:ext>
                  </a:extLst>
                </p:cNvPr>
                <p:cNvPicPr/>
                <p:nvPr/>
              </p:nvPicPr>
              <p:blipFill>
                <a:blip r:embed="rId379"/>
                <a:stretch>
                  <a:fillRect/>
                </a:stretch>
              </p:blipFill>
              <p:spPr>
                <a:xfrm>
                  <a:off x="7577422" y="6536696"/>
                  <a:ext cx="126000" cy="378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380">
              <p14:nvContentPartPr>
                <p14:cNvPr id="244" name="Ink 243">
                  <a:extLst>
                    <a:ext uri="{FF2B5EF4-FFF2-40B4-BE49-F238E27FC236}">
                      <a16:creationId xmlns:a16="http://schemas.microsoft.com/office/drawing/2014/main" id="{2F023D84-6494-25D3-0050-45497004BD22}"/>
                    </a:ext>
                  </a:extLst>
                </p14:cNvPr>
                <p14:cNvContentPartPr/>
                <p14:nvPr/>
              </p14:nvContentPartPr>
              <p14:xfrm>
                <a:off x="7570582" y="6703736"/>
                <a:ext cx="10800" cy="32040"/>
              </p14:xfrm>
            </p:contentPart>
          </mc:Choice>
          <mc:Fallback>
            <p:pic>
              <p:nvPicPr>
                <p:cNvPr id="244" name="Ink 243">
                  <a:extLst>
                    <a:ext uri="{FF2B5EF4-FFF2-40B4-BE49-F238E27FC236}">
                      <a16:creationId xmlns:a16="http://schemas.microsoft.com/office/drawing/2014/main" id="{2F023D84-6494-25D3-0050-45497004BD22}"/>
                    </a:ext>
                  </a:extLst>
                </p:cNvPr>
                <p:cNvPicPr/>
                <p:nvPr/>
              </p:nvPicPr>
              <p:blipFill>
                <a:blip r:embed="rId381"/>
                <a:stretch>
                  <a:fillRect/>
                </a:stretch>
              </p:blipFill>
              <p:spPr>
                <a:xfrm>
                  <a:off x="7561582" y="6695096"/>
                  <a:ext cx="28440" cy="496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382">
              <p14:nvContentPartPr>
                <p14:cNvPr id="245" name="Ink 244">
                  <a:extLst>
                    <a:ext uri="{FF2B5EF4-FFF2-40B4-BE49-F238E27FC236}">
                      <a16:creationId xmlns:a16="http://schemas.microsoft.com/office/drawing/2014/main" id="{28DD2810-F80B-70CB-96DF-9BE743D92FF9}"/>
                    </a:ext>
                  </a:extLst>
                </p14:cNvPr>
                <p14:cNvContentPartPr/>
                <p14:nvPr/>
              </p14:nvContentPartPr>
              <p14:xfrm>
                <a:off x="7809262" y="6565496"/>
                <a:ext cx="31320" cy="169920"/>
              </p14:xfrm>
            </p:contentPart>
          </mc:Choice>
          <mc:Fallback>
            <p:pic>
              <p:nvPicPr>
                <p:cNvPr id="245" name="Ink 244">
                  <a:extLst>
                    <a:ext uri="{FF2B5EF4-FFF2-40B4-BE49-F238E27FC236}">
                      <a16:creationId xmlns:a16="http://schemas.microsoft.com/office/drawing/2014/main" id="{28DD2810-F80B-70CB-96DF-9BE743D92FF9}"/>
                    </a:ext>
                  </a:extLst>
                </p:cNvPr>
                <p:cNvPicPr/>
                <p:nvPr/>
              </p:nvPicPr>
              <p:blipFill>
                <a:blip r:embed="rId383"/>
                <a:stretch>
                  <a:fillRect/>
                </a:stretch>
              </p:blipFill>
              <p:spPr>
                <a:xfrm>
                  <a:off x="7800622" y="6556496"/>
                  <a:ext cx="48960" cy="1875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384">
              <p14:nvContentPartPr>
                <p14:cNvPr id="246" name="Ink 245">
                  <a:extLst>
                    <a:ext uri="{FF2B5EF4-FFF2-40B4-BE49-F238E27FC236}">
                      <a16:creationId xmlns:a16="http://schemas.microsoft.com/office/drawing/2014/main" id="{377052E3-44F4-EA09-FDF7-745A1981B93C}"/>
                    </a:ext>
                  </a:extLst>
                </p14:cNvPr>
                <p14:cNvContentPartPr/>
                <p14:nvPr/>
              </p14:nvContentPartPr>
              <p14:xfrm>
                <a:off x="6638902" y="6549296"/>
                <a:ext cx="33120" cy="186480"/>
              </p14:xfrm>
            </p:contentPart>
          </mc:Choice>
          <mc:Fallback>
            <p:pic>
              <p:nvPicPr>
                <p:cNvPr id="246" name="Ink 245">
                  <a:extLst>
                    <a:ext uri="{FF2B5EF4-FFF2-40B4-BE49-F238E27FC236}">
                      <a16:creationId xmlns:a16="http://schemas.microsoft.com/office/drawing/2014/main" id="{377052E3-44F4-EA09-FDF7-745A1981B93C}"/>
                    </a:ext>
                  </a:extLst>
                </p:cNvPr>
                <p:cNvPicPr/>
                <p:nvPr/>
              </p:nvPicPr>
              <p:blipFill>
                <a:blip r:embed="rId385"/>
                <a:stretch>
                  <a:fillRect/>
                </a:stretch>
              </p:blipFill>
              <p:spPr>
                <a:xfrm>
                  <a:off x="6630262" y="6540656"/>
                  <a:ext cx="50760" cy="2041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386">
              <p14:nvContentPartPr>
                <p14:cNvPr id="248" name="Ink 247">
                  <a:extLst>
                    <a:ext uri="{FF2B5EF4-FFF2-40B4-BE49-F238E27FC236}">
                      <a16:creationId xmlns:a16="http://schemas.microsoft.com/office/drawing/2014/main" id="{B974E860-D2BF-E915-48CA-F88D1C4710B2}"/>
                    </a:ext>
                  </a:extLst>
                </p14:cNvPr>
                <p14:cNvContentPartPr/>
                <p14:nvPr/>
              </p14:nvContentPartPr>
              <p14:xfrm>
                <a:off x="7585702" y="6710936"/>
                <a:ext cx="20160" cy="16560"/>
              </p14:xfrm>
            </p:contentPart>
          </mc:Choice>
          <mc:Fallback>
            <p:pic>
              <p:nvPicPr>
                <p:cNvPr id="248" name="Ink 247">
                  <a:extLst>
                    <a:ext uri="{FF2B5EF4-FFF2-40B4-BE49-F238E27FC236}">
                      <a16:creationId xmlns:a16="http://schemas.microsoft.com/office/drawing/2014/main" id="{B974E860-D2BF-E915-48CA-F88D1C4710B2}"/>
                    </a:ext>
                  </a:extLst>
                </p:cNvPr>
                <p:cNvPicPr/>
                <p:nvPr/>
              </p:nvPicPr>
              <p:blipFill>
                <a:blip r:embed="rId387"/>
                <a:stretch>
                  <a:fillRect/>
                </a:stretch>
              </p:blipFill>
              <p:spPr>
                <a:xfrm>
                  <a:off x="7577062" y="6701936"/>
                  <a:ext cx="37800" cy="342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388">
              <p14:nvContentPartPr>
                <p14:cNvPr id="249" name="Ink 248">
                  <a:extLst>
                    <a:ext uri="{FF2B5EF4-FFF2-40B4-BE49-F238E27FC236}">
                      <a16:creationId xmlns:a16="http://schemas.microsoft.com/office/drawing/2014/main" id="{78251C65-3578-4B37-2B34-39DEEA042C77}"/>
                    </a:ext>
                  </a:extLst>
                </p14:cNvPr>
                <p14:cNvContentPartPr/>
                <p14:nvPr/>
              </p14:nvContentPartPr>
              <p14:xfrm>
                <a:off x="7573462" y="6723536"/>
                <a:ext cx="2520" cy="1440"/>
              </p14:xfrm>
            </p:contentPart>
          </mc:Choice>
          <mc:Fallback>
            <p:pic>
              <p:nvPicPr>
                <p:cNvPr id="249" name="Ink 248">
                  <a:extLst>
                    <a:ext uri="{FF2B5EF4-FFF2-40B4-BE49-F238E27FC236}">
                      <a16:creationId xmlns:a16="http://schemas.microsoft.com/office/drawing/2014/main" id="{78251C65-3578-4B37-2B34-39DEEA042C77}"/>
                    </a:ext>
                  </a:extLst>
                </p:cNvPr>
                <p:cNvPicPr/>
                <p:nvPr/>
              </p:nvPicPr>
              <p:blipFill>
                <a:blip r:embed="rId317"/>
                <a:stretch>
                  <a:fillRect/>
                </a:stretch>
              </p:blipFill>
              <p:spPr>
                <a:xfrm>
                  <a:off x="7564462" y="6714896"/>
                  <a:ext cx="20160" cy="19080"/>
                </a:xfrm>
                <a:prstGeom prst="rect">
                  <a:avLst/>
                </a:prstGeom>
              </p:spPr>
            </p:pic>
          </mc:Fallback>
        </mc:AlternateContent>
      </p:grp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7" name="Text 0"/>
          <p:cNvSpPr/>
          <p:nvPr/>
        </p:nvSpPr>
        <p:spPr>
          <a:xfrm>
            <a:off x="411480" y="164520"/>
            <a:ext cx="5303160" cy="25560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0" rIns="0" bIns="0" anchor="ctr">
            <a:noAutofit/>
          </a:bodyPr>
          <a:lstStyle/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000" b="1" u="none" strike="noStrike">
                <a:solidFill>
                  <a:srgbClr val="2F75B5"/>
                </a:solidFill>
                <a:effectLst/>
                <a:uFillTx/>
                <a:latin typeface="Aptos"/>
              </a:rPr>
              <a:t>DSP + Machine Learning • Week 5</a:t>
            </a:r>
            <a:endParaRPr lang="en-US" sz="1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38" name="Text 1"/>
          <p:cNvSpPr/>
          <p:nvPr/>
        </p:nvSpPr>
        <p:spPr>
          <a:xfrm>
            <a:off x="411480" y="502920"/>
            <a:ext cx="11155320" cy="56664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0" rIns="0" bIns="0" anchor="ctr">
            <a:noAutofit/>
          </a:bodyPr>
          <a:lstStyle/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2700" b="1" u="none" strike="noStrike">
                <a:solidFill>
                  <a:srgbClr val="17365D"/>
                </a:solidFill>
                <a:effectLst/>
                <a:uFillTx/>
                <a:latin typeface="Aptos"/>
              </a:rPr>
              <a:t>Pole-zero geometry: phase is an angle sum</a:t>
            </a:r>
            <a:endParaRPr lang="en-US" sz="27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39" name="Shape 2"/>
          <p:cNvSpPr/>
          <p:nvPr/>
        </p:nvSpPr>
        <p:spPr>
          <a:xfrm>
            <a:off x="411480" y="1124640"/>
            <a:ext cx="11292840" cy="360"/>
          </a:xfrm>
          <a:prstGeom prst="line">
            <a:avLst/>
          </a:prstGeom>
          <a:ln w="12700">
            <a:solidFill>
              <a:srgbClr val="D7E0EA"/>
            </a:solidFill>
            <a:round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-44640" rIns="90000" bIns="-44640" anchor="t" anchorCtr="1">
            <a:noAutofit/>
          </a:bodyPr>
          <a:lstStyle/>
          <a:p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40" name="Text 3"/>
          <p:cNvSpPr/>
          <p:nvPr/>
        </p:nvSpPr>
        <p:spPr>
          <a:xfrm>
            <a:off x="411480" y="6473880"/>
            <a:ext cx="3840120" cy="18252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0" rIns="0" bIns="0" anchor="ctr">
            <a:noAutofit/>
          </a:bodyPr>
          <a:lstStyle/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900" b="0" u="none" strike="noStrike">
                <a:solidFill>
                  <a:srgbClr val="6B7280"/>
                </a:solidFill>
                <a:effectLst/>
                <a:uFillTx/>
                <a:latin typeface="Aptos"/>
              </a:rPr>
              <a:t>Oppenheim &amp; Schafer + Raschka</a:t>
            </a:r>
            <a:endParaRPr lang="en-US" sz="9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41" name="Text 4"/>
          <p:cNvSpPr/>
          <p:nvPr/>
        </p:nvSpPr>
        <p:spPr>
          <a:xfrm>
            <a:off x="11338560" y="6446520"/>
            <a:ext cx="365400" cy="18252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0" rIns="0" bIns="0" anchor="ctr">
            <a:noAutofit/>
          </a:bodyPr>
          <a:lstStyle/>
          <a:p>
            <a:pPr algn="r"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900" b="0" u="none" strike="noStrike">
                <a:solidFill>
                  <a:srgbClr val="6B7280"/>
                </a:solidFill>
                <a:effectLst/>
                <a:uFillTx/>
                <a:latin typeface="Aptos"/>
              </a:rPr>
              <a:t>5</a:t>
            </a:r>
            <a:endParaRPr lang="en-US" sz="9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42" name="Text 5"/>
          <p:cNvSpPr/>
          <p:nvPr/>
        </p:nvSpPr>
        <p:spPr>
          <a:xfrm>
            <a:off x="640080" y="1463040"/>
            <a:ext cx="10881000" cy="914040"/>
          </a:xfrm>
          <a:prstGeom prst="rect">
            <a:avLst/>
          </a:prstGeom>
          <a:solidFill>
            <a:srgbClr val="F4F7FB"/>
          </a:solidFill>
          <a:ln w="12700">
            <a:solidFill>
              <a:srgbClr val="D7E0EA"/>
            </a:solidFill>
            <a:round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360" tIns="360" rIns="360" bIns="360" anchor="ctr">
            <a:noAutofit/>
          </a:bodyPr>
          <a:lstStyle/>
          <a:p>
            <a:pPr algn="ctr" defTabSz="914400">
              <a:lnSpc>
                <a:spcPct val="100000"/>
              </a:lnSpc>
              <a:tabLst>
                <a:tab pos="0" algn="l"/>
              </a:tabLst>
            </a:pPr>
            <a:endParaRPr lang="en-US" sz="1800" b="0" u="none" strike="noStrike" dirty="0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43" name="Text 6"/>
          <p:cNvSpPr/>
          <p:nvPr/>
        </p:nvSpPr>
        <p:spPr>
          <a:xfrm>
            <a:off x="822960" y="2651760"/>
            <a:ext cx="4891680" cy="219420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720" tIns="720" rIns="720" bIns="720" anchor="t">
            <a:noAutofit/>
          </a:bodyPr>
          <a:lstStyle/>
          <a:p>
            <a:pPr marL="228600" indent="-228600" defTabSz="914400">
              <a:lnSpc>
                <a:spcPct val="100000"/>
              </a:lnSpc>
              <a:buClr>
                <a:srgbClr val="1F2937"/>
              </a:buClr>
              <a:buFont typeface="Symbol" charset="2"/>
              <a:buChar char=""/>
            </a:pPr>
            <a:r>
              <a:rPr lang="en-US" sz="1900" b="0" u="none" strike="noStrike" dirty="0">
                <a:solidFill>
                  <a:srgbClr val="1F2937"/>
                </a:solidFill>
                <a:effectLst/>
                <a:uFillTx/>
                <a:latin typeface="Aptos"/>
              </a:rPr>
              <a:t>Each zero contributes a vector angle.</a:t>
            </a:r>
            <a:endParaRPr lang="en-US" sz="1900" b="0" u="none" strike="noStrike" dirty="0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228600" indent="-228600" defTabSz="914400">
              <a:lnSpc>
                <a:spcPct val="100000"/>
              </a:lnSpc>
              <a:buClr>
                <a:srgbClr val="1F2937"/>
              </a:buClr>
              <a:buFont typeface="Symbol" charset="2"/>
              <a:buChar char=""/>
            </a:pPr>
            <a:r>
              <a:rPr lang="en-US" sz="1900" b="0" u="none" strike="noStrike" dirty="0">
                <a:solidFill>
                  <a:srgbClr val="1F2937"/>
                </a:solidFill>
                <a:effectLst/>
                <a:uFillTx/>
                <a:latin typeface="Aptos"/>
              </a:rPr>
              <a:t>Each pole contributes a vector angle with the opposite sign.</a:t>
            </a:r>
            <a:endParaRPr lang="en-US" sz="1900" b="0" u="none" strike="noStrike" dirty="0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228600" indent="-228600" defTabSz="914400">
              <a:lnSpc>
                <a:spcPct val="100000"/>
              </a:lnSpc>
              <a:buClr>
                <a:srgbClr val="1F2937"/>
              </a:buClr>
              <a:buFont typeface="Symbol" charset="2"/>
              <a:buChar char=""/>
            </a:pPr>
            <a:r>
              <a:rPr lang="en-US" sz="1900" b="0" u="none" strike="noStrike" dirty="0">
                <a:solidFill>
                  <a:srgbClr val="1F2937"/>
                </a:solidFill>
                <a:effectLst/>
                <a:uFillTx/>
                <a:latin typeface="Aptos"/>
              </a:rPr>
              <a:t>Phase can vary rapidly even when magnitude looks smooth.</a:t>
            </a:r>
            <a:endParaRPr lang="en-US" sz="1900" b="0" u="none" strike="noStrike" dirty="0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pic>
        <p:nvPicPr>
          <p:cNvPr id="44" name="Picture 43" descr="eq_02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606157" y="1591006"/>
            <a:ext cx="6948846" cy="658108"/>
          </a:xfrm>
          <a:prstGeom prst="rect">
            <a:avLst/>
          </a:prstGeom>
        </p:spPr>
      </p:pic>
      <p:pic>
        <p:nvPicPr>
          <p:cNvPr id="3" name="Picture 2">
            <a:extLst>
              <a:ext uri="{FF2B5EF4-FFF2-40B4-BE49-F238E27FC236}">
                <a16:creationId xmlns:a16="http://schemas.microsoft.com/office/drawing/2014/main" id="{302DCD3F-F40F-E5DA-61A6-FB30BA76004E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612429" y="2535400"/>
            <a:ext cx="4096019" cy="4029740"/>
          </a:xfrm>
          <a:prstGeom prst="rect">
            <a:avLst/>
          </a:prstGeom>
        </p:spPr>
      </p:pic>
      <p:grpSp>
        <p:nvGrpSpPr>
          <p:cNvPr id="8" name="Group 7">
            <a:extLst>
              <a:ext uri="{FF2B5EF4-FFF2-40B4-BE49-F238E27FC236}">
                <a16:creationId xmlns:a16="http://schemas.microsoft.com/office/drawing/2014/main" id="{FDCFB536-BA34-8CE0-84E1-278B6BA62D6A}"/>
              </a:ext>
            </a:extLst>
          </p:cNvPr>
          <p:cNvGrpSpPr/>
          <p:nvPr/>
        </p:nvGrpSpPr>
        <p:grpSpPr>
          <a:xfrm>
            <a:off x="8261062" y="2216696"/>
            <a:ext cx="599760" cy="670320"/>
            <a:chOff x="8261062" y="2216696"/>
            <a:chExt cx="599760" cy="670320"/>
          </a:xfrm>
        </p:grpSpPr>
        <mc:AlternateContent xmlns:mc="http://schemas.openxmlformats.org/markup-compatibility/2006">
          <mc:Choice xmlns:p14="http://schemas.microsoft.com/office/powerpoint/2010/main" Requires="p14">
            <p:contentPart p14:bwMode="auto" r:id="rId5">
              <p14:nvContentPartPr>
                <p14:cNvPr id="2" name="Ink 1">
                  <a:extLst>
                    <a:ext uri="{FF2B5EF4-FFF2-40B4-BE49-F238E27FC236}">
                      <a16:creationId xmlns:a16="http://schemas.microsoft.com/office/drawing/2014/main" id="{6460474F-CA42-C2DF-4810-B989BB02C411}"/>
                    </a:ext>
                  </a:extLst>
                </p14:cNvPr>
                <p14:cNvContentPartPr/>
                <p14:nvPr/>
              </p14:nvContentPartPr>
              <p14:xfrm>
                <a:off x="8261062" y="2504336"/>
                <a:ext cx="351360" cy="382680"/>
              </p14:xfrm>
            </p:contentPart>
          </mc:Choice>
          <mc:Fallback>
            <p:pic>
              <p:nvPicPr>
                <p:cNvPr id="2" name="Ink 1">
                  <a:extLst>
                    <a:ext uri="{FF2B5EF4-FFF2-40B4-BE49-F238E27FC236}">
                      <a16:creationId xmlns:a16="http://schemas.microsoft.com/office/drawing/2014/main" id="{6460474F-CA42-C2DF-4810-B989BB02C411}"/>
                    </a:ext>
                  </a:extLst>
                </p:cNvPr>
                <p:cNvPicPr/>
                <p:nvPr/>
              </p:nvPicPr>
              <p:blipFill>
                <a:blip r:embed="rId6"/>
                <a:stretch>
                  <a:fillRect/>
                </a:stretch>
              </p:blipFill>
              <p:spPr>
                <a:xfrm>
                  <a:off x="8252422" y="2495336"/>
                  <a:ext cx="369000" cy="4003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7">
              <p14:nvContentPartPr>
                <p14:cNvPr id="4" name="Ink 3">
                  <a:extLst>
                    <a:ext uri="{FF2B5EF4-FFF2-40B4-BE49-F238E27FC236}">
                      <a16:creationId xmlns:a16="http://schemas.microsoft.com/office/drawing/2014/main" id="{3CA3023D-2A29-40FF-9DB3-06A9F874EE8F}"/>
                    </a:ext>
                  </a:extLst>
                </p14:cNvPr>
                <p14:cNvContentPartPr/>
                <p14:nvPr/>
              </p14:nvContentPartPr>
              <p14:xfrm>
                <a:off x="8456902" y="2425136"/>
                <a:ext cx="174960" cy="122040"/>
              </p14:xfrm>
            </p:contentPart>
          </mc:Choice>
          <mc:Fallback>
            <p:pic>
              <p:nvPicPr>
                <p:cNvPr id="4" name="Ink 3">
                  <a:extLst>
                    <a:ext uri="{FF2B5EF4-FFF2-40B4-BE49-F238E27FC236}">
                      <a16:creationId xmlns:a16="http://schemas.microsoft.com/office/drawing/2014/main" id="{3CA3023D-2A29-40FF-9DB3-06A9F874EE8F}"/>
                    </a:ext>
                  </a:extLst>
                </p:cNvPr>
                <p:cNvPicPr/>
                <p:nvPr/>
              </p:nvPicPr>
              <p:blipFill>
                <a:blip r:embed="rId8"/>
                <a:stretch>
                  <a:fillRect/>
                </a:stretch>
              </p:blipFill>
              <p:spPr>
                <a:xfrm>
                  <a:off x="8448262" y="2416136"/>
                  <a:ext cx="192600" cy="1396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9">
              <p14:nvContentPartPr>
                <p14:cNvPr id="5" name="Ink 4">
                  <a:extLst>
                    <a:ext uri="{FF2B5EF4-FFF2-40B4-BE49-F238E27FC236}">
                      <a16:creationId xmlns:a16="http://schemas.microsoft.com/office/drawing/2014/main" id="{F2BDCDCE-F872-4735-9470-204DF0E66D34}"/>
                    </a:ext>
                  </a:extLst>
                </p14:cNvPr>
                <p14:cNvContentPartPr/>
                <p14:nvPr/>
              </p14:nvContentPartPr>
              <p14:xfrm>
                <a:off x="8606662" y="2344136"/>
                <a:ext cx="80640" cy="196560"/>
              </p14:xfrm>
            </p:contentPart>
          </mc:Choice>
          <mc:Fallback>
            <p:pic>
              <p:nvPicPr>
                <p:cNvPr id="5" name="Ink 4">
                  <a:extLst>
                    <a:ext uri="{FF2B5EF4-FFF2-40B4-BE49-F238E27FC236}">
                      <a16:creationId xmlns:a16="http://schemas.microsoft.com/office/drawing/2014/main" id="{F2BDCDCE-F872-4735-9470-204DF0E66D34}"/>
                    </a:ext>
                  </a:extLst>
                </p:cNvPr>
                <p:cNvPicPr/>
                <p:nvPr/>
              </p:nvPicPr>
              <p:blipFill>
                <a:blip r:embed="rId10"/>
                <a:stretch>
                  <a:fillRect/>
                </a:stretch>
              </p:blipFill>
              <p:spPr>
                <a:xfrm>
                  <a:off x="8597662" y="2335496"/>
                  <a:ext cx="98280" cy="2142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1">
              <p14:nvContentPartPr>
                <p14:cNvPr id="6" name="Ink 5">
                  <a:extLst>
                    <a:ext uri="{FF2B5EF4-FFF2-40B4-BE49-F238E27FC236}">
                      <a16:creationId xmlns:a16="http://schemas.microsoft.com/office/drawing/2014/main" id="{352D36EE-E2C7-982D-534E-388392E17864}"/>
                    </a:ext>
                  </a:extLst>
                </p14:cNvPr>
                <p14:cNvContentPartPr/>
                <p14:nvPr/>
              </p14:nvContentPartPr>
              <p14:xfrm>
                <a:off x="8580382" y="2216696"/>
                <a:ext cx="360" cy="360"/>
              </p14:xfrm>
            </p:contentPart>
          </mc:Choice>
          <mc:Fallback>
            <p:pic>
              <p:nvPicPr>
                <p:cNvPr id="6" name="Ink 5">
                  <a:extLst>
                    <a:ext uri="{FF2B5EF4-FFF2-40B4-BE49-F238E27FC236}">
                      <a16:creationId xmlns:a16="http://schemas.microsoft.com/office/drawing/2014/main" id="{352D36EE-E2C7-982D-534E-388392E17864}"/>
                    </a:ext>
                  </a:extLst>
                </p:cNvPr>
                <p:cNvPicPr/>
                <p:nvPr/>
              </p:nvPicPr>
              <p:blipFill>
                <a:blip r:embed="rId12"/>
                <a:stretch>
                  <a:fillRect/>
                </a:stretch>
              </p:blipFill>
              <p:spPr>
                <a:xfrm>
                  <a:off x="8571382" y="2208056"/>
                  <a:ext cx="18000" cy="180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3">
              <p14:nvContentPartPr>
                <p14:cNvPr id="7" name="Ink 6">
                  <a:extLst>
                    <a:ext uri="{FF2B5EF4-FFF2-40B4-BE49-F238E27FC236}">
                      <a16:creationId xmlns:a16="http://schemas.microsoft.com/office/drawing/2014/main" id="{254F0DB3-26BC-6DF2-F3CF-F6C188FCC5D8}"/>
                    </a:ext>
                  </a:extLst>
                </p14:cNvPr>
                <p14:cNvContentPartPr/>
                <p14:nvPr/>
              </p14:nvContentPartPr>
              <p14:xfrm>
                <a:off x="8670742" y="2249816"/>
                <a:ext cx="190080" cy="111240"/>
              </p14:xfrm>
            </p:contentPart>
          </mc:Choice>
          <mc:Fallback>
            <p:pic>
              <p:nvPicPr>
                <p:cNvPr id="7" name="Ink 6">
                  <a:extLst>
                    <a:ext uri="{FF2B5EF4-FFF2-40B4-BE49-F238E27FC236}">
                      <a16:creationId xmlns:a16="http://schemas.microsoft.com/office/drawing/2014/main" id="{254F0DB3-26BC-6DF2-F3CF-F6C188FCC5D8}"/>
                    </a:ext>
                  </a:extLst>
                </p:cNvPr>
                <p:cNvPicPr/>
                <p:nvPr/>
              </p:nvPicPr>
              <p:blipFill>
                <a:blip r:embed="rId14"/>
                <a:stretch>
                  <a:fillRect/>
                </a:stretch>
              </p:blipFill>
              <p:spPr>
                <a:xfrm>
                  <a:off x="8661742" y="2240816"/>
                  <a:ext cx="207720" cy="128880"/>
                </a:xfrm>
                <a:prstGeom prst="rect">
                  <a:avLst/>
                </a:prstGeom>
              </p:spPr>
            </p:pic>
          </mc:Fallback>
        </mc:AlternateContent>
      </p:grpSp>
      <mc:AlternateContent xmlns:mc="http://schemas.openxmlformats.org/markup-compatibility/2006">
        <mc:Choice xmlns:p14="http://schemas.microsoft.com/office/powerpoint/2010/main" Requires="p14">
          <p:contentPart p14:bwMode="auto" r:id="rId15">
            <p14:nvContentPartPr>
              <p14:cNvPr id="9" name="Ink 8">
                <a:extLst>
                  <a:ext uri="{FF2B5EF4-FFF2-40B4-BE49-F238E27FC236}">
                    <a16:creationId xmlns:a16="http://schemas.microsoft.com/office/drawing/2014/main" id="{17F9AC74-D9EA-C149-6615-E2891D616E88}"/>
                  </a:ext>
                </a:extLst>
              </p14:cNvPr>
              <p14:cNvContentPartPr/>
              <p14:nvPr/>
            </p14:nvContentPartPr>
            <p14:xfrm>
              <a:off x="5778142" y="2109776"/>
              <a:ext cx="1016280" cy="33120"/>
            </p14:xfrm>
          </p:contentPart>
        </mc:Choice>
        <mc:Fallback>
          <p:pic>
            <p:nvPicPr>
              <p:cNvPr id="9" name="Ink 8">
                <a:extLst>
                  <a:ext uri="{FF2B5EF4-FFF2-40B4-BE49-F238E27FC236}">
                    <a16:creationId xmlns:a16="http://schemas.microsoft.com/office/drawing/2014/main" id="{17F9AC74-D9EA-C149-6615-E2891D616E88}"/>
                  </a:ext>
                </a:extLst>
              </p:cNvPr>
              <p:cNvPicPr/>
              <p:nvPr/>
            </p:nvPicPr>
            <p:blipFill>
              <a:blip r:embed="rId16"/>
              <a:stretch>
                <a:fillRect/>
              </a:stretch>
            </p:blipFill>
            <p:spPr>
              <a:xfrm>
                <a:off x="5769502" y="2101136"/>
                <a:ext cx="1033920" cy="5076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>
        <mc:Choice xmlns:p14="http://schemas.microsoft.com/office/powerpoint/2010/main" Requires="p14">
          <p:contentPart p14:bwMode="auto" r:id="rId17">
            <p14:nvContentPartPr>
              <p14:cNvPr id="18" name="Ink 17">
                <a:extLst>
                  <a:ext uri="{FF2B5EF4-FFF2-40B4-BE49-F238E27FC236}">
                    <a16:creationId xmlns:a16="http://schemas.microsoft.com/office/drawing/2014/main" id="{F10FC329-65EB-79C6-C2E0-51EDCD21934A}"/>
                  </a:ext>
                </a:extLst>
              </p14:cNvPr>
              <p14:cNvContentPartPr/>
              <p14:nvPr/>
            </p14:nvContentPartPr>
            <p14:xfrm>
              <a:off x="11047102" y="3838136"/>
              <a:ext cx="5760" cy="19800"/>
            </p14:xfrm>
          </p:contentPart>
        </mc:Choice>
        <mc:Fallback>
          <p:pic>
            <p:nvPicPr>
              <p:cNvPr id="18" name="Ink 17">
                <a:extLst>
                  <a:ext uri="{FF2B5EF4-FFF2-40B4-BE49-F238E27FC236}">
                    <a16:creationId xmlns:a16="http://schemas.microsoft.com/office/drawing/2014/main" id="{F10FC329-65EB-79C6-C2E0-51EDCD21934A}"/>
                  </a:ext>
                </a:extLst>
              </p:cNvPr>
              <p:cNvPicPr/>
              <p:nvPr/>
            </p:nvPicPr>
            <p:blipFill>
              <a:blip r:embed="rId18"/>
              <a:stretch>
                <a:fillRect/>
              </a:stretch>
            </p:blipFill>
            <p:spPr>
              <a:xfrm>
                <a:off x="11038462" y="3829496"/>
                <a:ext cx="23400" cy="37440"/>
              </a:xfrm>
              <a:prstGeom prst="rect">
                <a:avLst/>
              </a:prstGeom>
            </p:spPr>
          </p:pic>
        </mc:Fallback>
      </mc:AlternateContent>
      <p:grpSp>
        <p:nvGrpSpPr>
          <p:cNvPr id="30" name="Group 29">
            <a:extLst>
              <a:ext uri="{FF2B5EF4-FFF2-40B4-BE49-F238E27FC236}">
                <a16:creationId xmlns:a16="http://schemas.microsoft.com/office/drawing/2014/main" id="{205B6754-94F6-A67D-2015-9840B727DFF3}"/>
              </a:ext>
            </a:extLst>
          </p:cNvPr>
          <p:cNvGrpSpPr/>
          <p:nvPr/>
        </p:nvGrpSpPr>
        <p:grpSpPr>
          <a:xfrm>
            <a:off x="10020022" y="3936416"/>
            <a:ext cx="1819440" cy="529200"/>
            <a:chOff x="10020022" y="3936416"/>
            <a:chExt cx="1819440" cy="529200"/>
          </a:xfrm>
        </p:grpSpPr>
        <mc:AlternateContent xmlns:mc="http://schemas.openxmlformats.org/markup-compatibility/2006">
          <mc:Choice xmlns:p14="http://schemas.microsoft.com/office/powerpoint/2010/main" Requires="p14">
            <p:contentPart p14:bwMode="auto" r:id="rId19">
              <p14:nvContentPartPr>
                <p14:cNvPr id="10" name="Ink 9">
                  <a:extLst>
                    <a:ext uri="{FF2B5EF4-FFF2-40B4-BE49-F238E27FC236}">
                      <a16:creationId xmlns:a16="http://schemas.microsoft.com/office/drawing/2014/main" id="{EACEEBA9-E01A-96BA-F0BA-97CD49168BAD}"/>
                    </a:ext>
                  </a:extLst>
                </p14:cNvPr>
                <p14:cNvContentPartPr/>
                <p14:nvPr/>
              </p14:nvContentPartPr>
              <p14:xfrm>
                <a:off x="10064662" y="4220096"/>
                <a:ext cx="403200" cy="245520"/>
              </p14:xfrm>
            </p:contentPart>
          </mc:Choice>
          <mc:Fallback>
            <p:pic>
              <p:nvPicPr>
                <p:cNvPr id="10" name="Ink 9">
                  <a:extLst>
                    <a:ext uri="{FF2B5EF4-FFF2-40B4-BE49-F238E27FC236}">
                      <a16:creationId xmlns:a16="http://schemas.microsoft.com/office/drawing/2014/main" id="{EACEEBA9-E01A-96BA-F0BA-97CD49168BAD}"/>
                    </a:ext>
                  </a:extLst>
                </p:cNvPr>
                <p:cNvPicPr/>
                <p:nvPr/>
              </p:nvPicPr>
              <p:blipFill>
                <a:blip r:embed="rId20"/>
                <a:stretch>
                  <a:fillRect/>
                </a:stretch>
              </p:blipFill>
              <p:spPr>
                <a:xfrm>
                  <a:off x="10055662" y="4211456"/>
                  <a:ext cx="420840" cy="2631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21">
              <p14:nvContentPartPr>
                <p14:cNvPr id="11" name="Ink 10">
                  <a:extLst>
                    <a:ext uri="{FF2B5EF4-FFF2-40B4-BE49-F238E27FC236}">
                      <a16:creationId xmlns:a16="http://schemas.microsoft.com/office/drawing/2014/main" id="{40097F18-673F-17A4-9E92-481012B6C2F8}"/>
                    </a:ext>
                  </a:extLst>
                </p14:cNvPr>
                <p14:cNvContentPartPr/>
                <p14:nvPr/>
              </p14:nvContentPartPr>
              <p14:xfrm>
                <a:off x="10020022" y="4162496"/>
                <a:ext cx="137880" cy="106920"/>
              </p14:xfrm>
            </p:contentPart>
          </mc:Choice>
          <mc:Fallback>
            <p:pic>
              <p:nvPicPr>
                <p:cNvPr id="11" name="Ink 10">
                  <a:extLst>
                    <a:ext uri="{FF2B5EF4-FFF2-40B4-BE49-F238E27FC236}">
                      <a16:creationId xmlns:a16="http://schemas.microsoft.com/office/drawing/2014/main" id="{40097F18-673F-17A4-9E92-481012B6C2F8}"/>
                    </a:ext>
                  </a:extLst>
                </p:cNvPr>
                <p:cNvPicPr/>
                <p:nvPr/>
              </p:nvPicPr>
              <p:blipFill>
                <a:blip r:embed="rId22"/>
                <a:stretch>
                  <a:fillRect/>
                </a:stretch>
              </p:blipFill>
              <p:spPr>
                <a:xfrm>
                  <a:off x="10011382" y="4153496"/>
                  <a:ext cx="155520" cy="1245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23">
              <p14:nvContentPartPr>
                <p14:cNvPr id="13" name="Ink 12">
                  <a:extLst>
                    <a:ext uri="{FF2B5EF4-FFF2-40B4-BE49-F238E27FC236}">
                      <a16:creationId xmlns:a16="http://schemas.microsoft.com/office/drawing/2014/main" id="{D8FFD7C4-7E9E-279A-5641-CFEFDF77A4DC}"/>
                    </a:ext>
                  </a:extLst>
                </p14:cNvPr>
                <p14:cNvContentPartPr/>
                <p14:nvPr/>
              </p14:nvContentPartPr>
              <p14:xfrm>
                <a:off x="10371742" y="4172936"/>
                <a:ext cx="150120" cy="53640"/>
              </p14:xfrm>
            </p:contentPart>
          </mc:Choice>
          <mc:Fallback>
            <p:pic>
              <p:nvPicPr>
                <p:cNvPr id="13" name="Ink 12">
                  <a:extLst>
                    <a:ext uri="{FF2B5EF4-FFF2-40B4-BE49-F238E27FC236}">
                      <a16:creationId xmlns:a16="http://schemas.microsoft.com/office/drawing/2014/main" id="{D8FFD7C4-7E9E-279A-5641-CFEFDF77A4DC}"/>
                    </a:ext>
                  </a:extLst>
                </p:cNvPr>
                <p:cNvPicPr/>
                <p:nvPr/>
              </p:nvPicPr>
              <p:blipFill>
                <a:blip r:embed="rId24"/>
                <a:stretch>
                  <a:fillRect/>
                </a:stretch>
              </p:blipFill>
              <p:spPr>
                <a:xfrm>
                  <a:off x="10363102" y="4164296"/>
                  <a:ext cx="167760" cy="712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25">
              <p14:nvContentPartPr>
                <p14:cNvPr id="14" name="Ink 13">
                  <a:extLst>
                    <a:ext uri="{FF2B5EF4-FFF2-40B4-BE49-F238E27FC236}">
                      <a16:creationId xmlns:a16="http://schemas.microsoft.com/office/drawing/2014/main" id="{579DC992-BFE6-232C-792A-5EA7F451D4B1}"/>
                    </a:ext>
                  </a:extLst>
                </p14:cNvPr>
                <p14:cNvContentPartPr/>
                <p14:nvPr/>
              </p14:nvContentPartPr>
              <p14:xfrm>
                <a:off x="10671622" y="4101296"/>
                <a:ext cx="152640" cy="126000"/>
              </p14:xfrm>
            </p:contentPart>
          </mc:Choice>
          <mc:Fallback>
            <p:pic>
              <p:nvPicPr>
                <p:cNvPr id="14" name="Ink 13">
                  <a:extLst>
                    <a:ext uri="{FF2B5EF4-FFF2-40B4-BE49-F238E27FC236}">
                      <a16:creationId xmlns:a16="http://schemas.microsoft.com/office/drawing/2014/main" id="{579DC992-BFE6-232C-792A-5EA7F451D4B1}"/>
                    </a:ext>
                  </a:extLst>
                </p:cNvPr>
                <p:cNvPicPr/>
                <p:nvPr/>
              </p:nvPicPr>
              <p:blipFill>
                <a:blip r:embed="rId26"/>
                <a:stretch>
                  <a:fillRect/>
                </a:stretch>
              </p:blipFill>
              <p:spPr>
                <a:xfrm>
                  <a:off x="10662622" y="4092296"/>
                  <a:ext cx="170280" cy="1436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27">
              <p14:nvContentPartPr>
                <p14:cNvPr id="16" name="Ink 15">
                  <a:extLst>
                    <a:ext uri="{FF2B5EF4-FFF2-40B4-BE49-F238E27FC236}">
                      <a16:creationId xmlns:a16="http://schemas.microsoft.com/office/drawing/2014/main" id="{0AFD7F1F-DE90-F686-5938-E264BF0905AD}"/>
                    </a:ext>
                  </a:extLst>
                </p14:cNvPr>
                <p14:cNvContentPartPr/>
                <p14:nvPr/>
              </p14:nvContentPartPr>
              <p14:xfrm>
                <a:off x="10977982" y="4138016"/>
                <a:ext cx="93600" cy="97560"/>
              </p14:xfrm>
            </p:contentPart>
          </mc:Choice>
          <mc:Fallback>
            <p:pic>
              <p:nvPicPr>
                <p:cNvPr id="16" name="Ink 15">
                  <a:extLst>
                    <a:ext uri="{FF2B5EF4-FFF2-40B4-BE49-F238E27FC236}">
                      <a16:creationId xmlns:a16="http://schemas.microsoft.com/office/drawing/2014/main" id="{0AFD7F1F-DE90-F686-5938-E264BF0905AD}"/>
                    </a:ext>
                  </a:extLst>
                </p:cNvPr>
                <p:cNvPicPr/>
                <p:nvPr/>
              </p:nvPicPr>
              <p:blipFill>
                <a:blip r:embed="rId28"/>
                <a:stretch>
                  <a:fillRect/>
                </a:stretch>
              </p:blipFill>
              <p:spPr>
                <a:xfrm>
                  <a:off x="10968982" y="4129376"/>
                  <a:ext cx="111240" cy="1152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29">
              <p14:nvContentPartPr>
                <p14:cNvPr id="17" name="Ink 16">
                  <a:extLst>
                    <a:ext uri="{FF2B5EF4-FFF2-40B4-BE49-F238E27FC236}">
                      <a16:creationId xmlns:a16="http://schemas.microsoft.com/office/drawing/2014/main" id="{8644CDC4-6286-E35A-1283-82585092E1E9}"/>
                    </a:ext>
                  </a:extLst>
                </p14:cNvPr>
                <p14:cNvContentPartPr/>
                <p14:nvPr/>
              </p14:nvContentPartPr>
              <p14:xfrm>
                <a:off x="11094982" y="4013456"/>
                <a:ext cx="69480" cy="185040"/>
              </p14:xfrm>
            </p:contentPart>
          </mc:Choice>
          <mc:Fallback>
            <p:pic>
              <p:nvPicPr>
                <p:cNvPr id="17" name="Ink 16">
                  <a:extLst>
                    <a:ext uri="{FF2B5EF4-FFF2-40B4-BE49-F238E27FC236}">
                      <a16:creationId xmlns:a16="http://schemas.microsoft.com/office/drawing/2014/main" id="{8644CDC4-6286-E35A-1283-82585092E1E9}"/>
                    </a:ext>
                  </a:extLst>
                </p:cNvPr>
                <p:cNvPicPr/>
                <p:nvPr/>
              </p:nvPicPr>
              <p:blipFill>
                <a:blip r:embed="rId30"/>
                <a:stretch>
                  <a:fillRect/>
                </a:stretch>
              </p:blipFill>
              <p:spPr>
                <a:xfrm>
                  <a:off x="11085982" y="4004816"/>
                  <a:ext cx="87120" cy="2026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31">
              <p14:nvContentPartPr>
                <p14:cNvPr id="19" name="Ink 18">
                  <a:extLst>
                    <a:ext uri="{FF2B5EF4-FFF2-40B4-BE49-F238E27FC236}">
                      <a16:creationId xmlns:a16="http://schemas.microsoft.com/office/drawing/2014/main" id="{904F56B6-2827-6036-2ADD-E918072E7D52}"/>
                    </a:ext>
                  </a:extLst>
                </p14:cNvPr>
                <p14:cNvContentPartPr/>
                <p14:nvPr/>
              </p14:nvContentPartPr>
              <p14:xfrm>
                <a:off x="11148262" y="3936416"/>
                <a:ext cx="160560" cy="103320"/>
              </p14:xfrm>
            </p:contentPart>
          </mc:Choice>
          <mc:Fallback>
            <p:pic>
              <p:nvPicPr>
                <p:cNvPr id="19" name="Ink 18">
                  <a:extLst>
                    <a:ext uri="{FF2B5EF4-FFF2-40B4-BE49-F238E27FC236}">
                      <a16:creationId xmlns:a16="http://schemas.microsoft.com/office/drawing/2014/main" id="{904F56B6-2827-6036-2ADD-E918072E7D52}"/>
                    </a:ext>
                  </a:extLst>
                </p:cNvPr>
                <p:cNvPicPr/>
                <p:nvPr/>
              </p:nvPicPr>
              <p:blipFill>
                <a:blip r:embed="rId32"/>
                <a:stretch>
                  <a:fillRect/>
                </a:stretch>
              </p:blipFill>
              <p:spPr>
                <a:xfrm>
                  <a:off x="11139262" y="3927776"/>
                  <a:ext cx="178200" cy="1209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33">
              <p14:nvContentPartPr>
                <p14:cNvPr id="21" name="Ink 20">
                  <a:extLst>
                    <a:ext uri="{FF2B5EF4-FFF2-40B4-BE49-F238E27FC236}">
                      <a16:creationId xmlns:a16="http://schemas.microsoft.com/office/drawing/2014/main" id="{867644AE-0650-AD34-C175-6F3095C37239}"/>
                    </a:ext>
                  </a:extLst>
                </p14:cNvPr>
                <p14:cNvContentPartPr/>
                <p14:nvPr/>
              </p14:nvContentPartPr>
              <p14:xfrm>
                <a:off x="11308102" y="4130456"/>
                <a:ext cx="111240" cy="11160"/>
              </p14:xfrm>
            </p:contentPart>
          </mc:Choice>
          <mc:Fallback>
            <p:pic>
              <p:nvPicPr>
                <p:cNvPr id="21" name="Ink 20">
                  <a:extLst>
                    <a:ext uri="{FF2B5EF4-FFF2-40B4-BE49-F238E27FC236}">
                      <a16:creationId xmlns:a16="http://schemas.microsoft.com/office/drawing/2014/main" id="{867644AE-0650-AD34-C175-6F3095C37239}"/>
                    </a:ext>
                  </a:extLst>
                </p:cNvPr>
                <p:cNvPicPr/>
                <p:nvPr/>
              </p:nvPicPr>
              <p:blipFill>
                <a:blip r:embed="rId34"/>
                <a:stretch>
                  <a:fillRect/>
                </a:stretch>
              </p:blipFill>
              <p:spPr>
                <a:xfrm>
                  <a:off x="11299462" y="4121456"/>
                  <a:ext cx="128880" cy="288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35">
              <p14:nvContentPartPr>
                <p14:cNvPr id="22" name="Ink 21">
                  <a:extLst>
                    <a:ext uri="{FF2B5EF4-FFF2-40B4-BE49-F238E27FC236}">
                      <a16:creationId xmlns:a16="http://schemas.microsoft.com/office/drawing/2014/main" id="{9298D44B-A096-DA55-7FAA-C452D89DD589}"/>
                    </a:ext>
                  </a:extLst>
                </p14:cNvPr>
                <p14:cNvContentPartPr/>
                <p14:nvPr/>
              </p14:nvContentPartPr>
              <p14:xfrm>
                <a:off x="11493502" y="4044416"/>
                <a:ext cx="91080" cy="151560"/>
              </p14:xfrm>
            </p:contentPart>
          </mc:Choice>
          <mc:Fallback>
            <p:pic>
              <p:nvPicPr>
                <p:cNvPr id="22" name="Ink 21">
                  <a:extLst>
                    <a:ext uri="{FF2B5EF4-FFF2-40B4-BE49-F238E27FC236}">
                      <a16:creationId xmlns:a16="http://schemas.microsoft.com/office/drawing/2014/main" id="{9298D44B-A096-DA55-7FAA-C452D89DD589}"/>
                    </a:ext>
                  </a:extLst>
                </p:cNvPr>
                <p:cNvPicPr/>
                <p:nvPr/>
              </p:nvPicPr>
              <p:blipFill>
                <a:blip r:embed="rId36"/>
                <a:stretch>
                  <a:fillRect/>
                </a:stretch>
              </p:blipFill>
              <p:spPr>
                <a:xfrm>
                  <a:off x="11484862" y="4035776"/>
                  <a:ext cx="108720" cy="1692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37">
              <p14:nvContentPartPr>
                <p14:cNvPr id="23" name="Ink 22">
                  <a:extLst>
                    <a:ext uri="{FF2B5EF4-FFF2-40B4-BE49-F238E27FC236}">
                      <a16:creationId xmlns:a16="http://schemas.microsoft.com/office/drawing/2014/main" id="{8D06A236-8BE0-1744-EEBB-13B543B62C71}"/>
                    </a:ext>
                  </a:extLst>
                </p14:cNvPr>
                <p14:cNvContentPartPr/>
                <p14:nvPr/>
              </p14:nvContentPartPr>
              <p14:xfrm>
                <a:off x="11504302" y="4140896"/>
                <a:ext cx="111960" cy="11160"/>
              </p14:xfrm>
            </p:contentPart>
          </mc:Choice>
          <mc:Fallback>
            <p:pic>
              <p:nvPicPr>
                <p:cNvPr id="23" name="Ink 22">
                  <a:extLst>
                    <a:ext uri="{FF2B5EF4-FFF2-40B4-BE49-F238E27FC236}">
                      <a16:creationId xmlns:a16="http://schemas.microsoft.com/office/drawing/2014/main" id="{8D06A236-8BE0-1744-EEBB-13B543B62C71}"/>
                    </a:ext>
                  </a:extLst>
                </p:cNvPr>
                <p:cNvPicPr/>
                <p:nvPr/>
              </p:nvPicPr>
              <p:blipFill>
                <a:blip r:embed="rId38"/>
                <a:stretch>
                  <a:fillRect/>
                </a:stretch>
              </p:blipFill>
              <p:spPr>
                <a:xfrm>
                  <a:off x="11495302" y="4132256"/>
                  <a:ext cx="129600" cy="288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39">
              <p14:nvContentPartPr>
                <p14:cNvPr id="24" name="Ink 23">
                  <a:extLst>
                    <a:ext uri="{FF2B5EF4-FFF2-40B4-BE49-F238E27FC236}">
                      <a16:creationId xmlns:a16="http://schemas.microsoft.com/office/drawing/2014/main" id="{AD7C3AD1-6E22-F126-A641-BC225FA9D4C3}"/>
                    </a:ext>
                  </a:extLst>
                </p14:cNvPr>
                <p14:cNvContentPartPr/>
                <p14:nvPr/>
              </p14:nvContentPartPr>
              <p14:xfrm>
                <a:off x="11582782" y="4188776"/>
                <a:ext cx="43200" cy="5760"/>
              </p14:xfrm>
            </p:contentPart>
          </mc:Choice>
          <mc:Fallback>
            <p:pic>
              <p:nvPicPr>
                <p:cNvPr id="24" name="Ink 23">
                  <a:extLst>
                    <a:ext uri="{FF2B5EF4-FFF2-40B4-BE49-F238E27FC236}">
                      <a16:creationId xmlns:a16="http://schemas.microsoft.com/office/drawing/2014/main" id="{AD7C3AD1-6E22-F126-A641-BC225FA9D4C3}"/>
                    </a:ext>
                  </a:extLst>
                </p:cNvPr>
                <p:cNvPicPr/>
                <p:nvPr/>
              </p:nvPicPr>
              <p:blipFill>
                <a:blip r:embed="rId40"/>
                <a:stretch>
                  <a:fillRect/>
                </a:stretch>
              </p:blipFill>
              <p:spPr>
                <a:xfrm>
                  <a:off x="11574142" y="4180136"/>
                  <a:ext cx="60840" cy="234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41">
              <p14:nvContentPartPr>
                <p14:cNvPr id="25" name="Ink 24">
                  <a:extLst>
                    <a:ext uri="{FF2B5EF4-FFF2-40B4-BE49-F238E27FC236}">
                      <a16:creationId xmlns:a16="http://schemas.microsoft.com/office/drawing/2014/main" id="{5C69B6D9-8CD0-EE6C-627F-6E88F2D434A4}"/>
                    </a:ext>
                  </a:extLst>
                </p14:cNvPr>
                <p14:cNvContentPartPr/>
                <p14:nvPr/>
              </p14:nvContentPartPr>
              <p14:xfrm>
                <a:off x="11700862" y="4219736"/>
                <a:ext cx="17280" cy="47520"/>
              </p14:xfrm>
            </p:contentPart>
          </mc:Choice>
          <mc:Fallback>
            <p:pic>
              <p:nvPicPr>
                <p:cNvPr id="25" name="Ink 24">
                  <a:extLst>
                    <a:ext uri="{FF2B5EF4-FFF2-40B4-BE49-F238E27FC236}">
                      <a16:creationId xmlns:a16="http://schemas.microsoft.com/office/drawing/2014/main" id="{5C69B6D9-8CD0-EE6C-627F-6E88F2D434A4}"/>
                    </a:ext>
                  </a:extLst>
                </p:cNvPr>
                <p:cNvPicPr/>
                <p:nvPr/>
              </p:nvPicPr>
              <p:blipFill>
                <a:blip r:embed="rId42"/>
                <a:stretch>
                  <a:fillRect/>
                </a:stretch>
              </p:blipFill>
              <p:spPr>
                <a:xfrm>
                  <a:off x="11692222" y="4211096"/>
                  <a:ext cx="34920" cy="651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43">
              <p14:nvContentPartPr>
                <p14:cNvPr id="26" name="Ink 25">
                  <a:extLst>
                    <a:ext uri="{FF2B5EF4-FFF2-40B4-BE49-F238E27FC236}">
                      <a16:creationId xmlns:a16="http://schemas.microsoft.com/office/drawing/2014/main" id="{0F05EE82-9833-D029-C554-38A4200CB865}"/>
                    </a:ext>
                  </a:extLst>
                </p14:cNvPr>
                <p14:cNvContentPartPr/>
                <p14:nvPr/>
              </p14:nvContentPartPr>
              <p14:xfrm>
                <a:off x="11690422" y="4103816"/>
                <a:ext cx="360" cy="360"/>
              </p14:xfrm>
            </p:contentPart>
          </mc:Choice>
          <mc:Fallback>
            <p:pic>
              <p:nvPicPr>
                <p:cNvPr id="26" name="Ink 25">
                  <a:extLst>
                    <a:ext uri="{FF2B5EF4-FFF2-40B4-BE49-F238E27FC236}">
                      <a16:creationId xmlns:a16="http://schemas.microsoft.com/office/drawing/2014/main" id="{0F05EE82-9833-D029-C554-38A4200CB865}"/>
                    </a:ext>
                  </a:extLst>
                </p:cNvPr>
                <p:cNvPicPr/>
                <p:nvPr/>
              </p:nvPicPr>
              <p:blipFill>
                <a:blip r:embed="rId44"/>
                <a:stretch>
                  <a:fillRect/>
                </a:stretch>
              </p:blipFill>
              <p:spPr>
                <a:xfrm>
                  <a:off x="11681422" y="4095176"/>
                  <a:ext cx="18000" cy="180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45">
              <p14:nvContentPartPr>
                <p14:cNvPr id="28" name="Ink 27">
                  <a:extLst>
                    <a:ext uri="{FF2B5EF4-FFF2-40B4-BE49-F238E27FC236}">
                      <a16:creationId xmlns:a16="http://schemas.microsoft.com/office/drawing/2014/main" id="{8AC63A60-29DA-FEF7-297A-6E09132BEA9E}"/>
                    </a:ext>
                  </a:extLst>
                </p14:cNvPr>
                <p14:cNvContentPartPr/>
                <p14:nvPr/>
              </p14:nvContentPartPr>
              <p14:xfrm>
                <a:off x="10871062" y="4023896"/>
                <a:ext cx="47520" cy="239400"/>
              </p14:xfrm>
            </p:contentPart>
          </mc:Choice>
          <mc:Fallback>
            <p:pic>
              <p:nvPicPr>
                <p:cNvPr id="28" name="Ink 27">
                  <a:extLst>
                    <a:ext uri="{FF2B5EF4-FFF2-40B4-BE49-F238E27FC236}">
                      <a16:creationId xmlns:a16="http://schemas.microsoft.com/office/drawing/2014/main" id="{8AC63A60-29DA-FEF7-297A-6E09132BEA9E}"/>
                    </a:ext>
                  </a:extLst>
                </p:cNvPr>
                <p:cNvPicPr/>
                <p:nvPr/>
              </p:nvPicPr>
              <p:blipFill>
                <a:blip r:embed="rId46"/>
                <a:stretch>
                  <a:fillRect/>
                </a:stretch>
              </p:blipFill>
              <p:spPr>
                <a:xfrm>
                  <a:off x="10862062" y="4015256"/>
                  <a:ext cx="65160" cy="2570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47">
              <p14:nvContentPartPr>
                <p14:cNvPr id="29" name="Ink 28">
                  <a:extLst>
                    <a:ext uri="{FF2B5EF4-FFF2-40B4-BE49-F238E27FC236}">
                      <a16:creationId xmlns:a16="http://schemas.microsoft.com/office/drawing/2014/main" id="{7F122CEF-130F-8728-31E6-D0D3AD47BA04}"/>
                    </a:ext>
                  </a:extLst>
                </p14:cNvPr>
                <p14:cNvContentPartPr/>
                <p14:nvPr/>
              </p14:nvContentPartPr>
              <p14:xfrm>
                <a:off x="11700862" y="3977096"/>
                <a:ext cx="138600" cy="254880"/>
              </p14:xfrm>
            </p:contentPart>
          </mc:Choice>
          <mc:Fallback>
            <p:pic>
              <p:nvPicPr>
                <p:cNvPr id="29" name="Ink 28">
                  <a:extLst>
                    <a:ext uri="{FF2B5EF4-FFF2-40B4-BE49-F238E27FC236}">
                      <a16:creationId xmlns:a16="http://schemas.microsoft.com/office/drawing/2014/main" id="{7F122CEF-130F-8728-31E6-D0D3AD47BA04}"/>
                    </a:ext>
                  </a:extLst>
                </p:cNvPr>
                <p:cNvPicPr/>
                <p:nvPr/>
              </p:nvPicPr>
              <p:blipFill>
                <a:blip r:embed="rId48"/>
                <a:stretch>
                  <a:fillRect/>
                </a:stretch>
              </p:blipFill>
              <p:spPr>
                <a:xfrm>
                  <a:off x="11692222" y="3968096"/>
                  <a:ext cx="156240" cy="272520"/>
                </a:xfrm>
                <a:prstGeom prst="rect">
                  <a:avLst/>
                </a:prstGeom>
              </p:spPr>
            </p:pic>
          </mc:Fallback>
        </mc:AlternateContent>
      </p:grpSp>
      <p:grpSp>
        <p:nvGrpSpPr>
          <p:cNvPr id="54" name="Group 53">
            <a:extLst>
              <a:ext uri="{FF2B5EF4-FFF2-40B4-BE49-F238E27FC236}">
                <a16:creationId xmlns:a16="http://schemas.microsoft.com/office/drawing/2014/main" id="{54582AF3-A23D-0DB4-E5BD-60DF8EBA316E}"/>
              </a:ext>
            </a:extLst>
          </p:cNvPr>
          <p:cNvGrpSpPr/>
          <p:nvPr/>
        </p:nvGrpSpPr>
        <p:grpSpPr>
          <a:xfrm>
            <a:off x="10727782" y="4880336"/>
            <a:ext cx="452160" cy="284400"/>
            <a:chOff x="10727782" y="4880336"/>
            <a:chExt cx="452160" cy="284400"/>
          </a:xfrm>
        </p:grpSpPr>
        <mc:AlternateContent xmlns:mc="http://schemas.openxmlformats.org/markup-compatibility/2006">
          <mc:Choice xmlns:p14="http://schemas.microsoft.com/office/powerpoint/2010/main" Requires="p14">
            <p:contentPart p14:bwMode="auto" r:id="rId49">
              <p14:nvContentPartPr>
                <p14:cNvPr id="50" name="Ink 49">
                  <a:extLst>
                    <a:ext uri="{FF2B5EF4-FFF2-40B4-BE49-F238E27FC236}">
                      <a16:creationId xmlns:a16="http://schemas.microsoft.com/office/drawing/2014/main" id="{1664E0F8-7BAC-486D-FF88-C893B549AE5B}"/>
                    </a:ext>
                  </a:extLst>
                </p14:cNvPr>
                <p14:cNvContentPartPr/>
                <p14:nvPr/>
              </p14:nvContentPartPr>
              <p14:xfrm>
                <a:off x="10727782" y="4938656"/>
                <a:ext cx="97560" cy="226080"/>
              </p14:xfrm>
            </p:contentPart>
          </mc:Choice>
          <mc:Fallback>
            <p:pic>
              <p:nvPicPr>
                <p:cNvPr id="50" name="Ink 49">
                  <a:extLst>
                    <a:ext uri="{FF2B5EF4-FFF2-40B4-BE49-F238E27FC236}">
                      <a16:creationId xmlns:a16="http://schemas.microsoft.com/office/drawing/2014/main" id="{1664E0F8-7BAC-486D-FF88-C893B549AE5B}"/>
                    </a:ext>
                  </a:extLst>
                </p:cNvPr>
                <p:cNvPicPr/>
                <p:nvPr/>
              </p:nvPicPr>
              <p:blipFill>
                <a:blip r:embed="rId50"/>
                <a:stretch>
                  <a:fillRect/>
                </a:stretch>
              </p:blipFill>
              <p:spPr>
                <a:xfrm>
                  <a:off x="10719142" y="4929656"/>
                  <a:ext cx="115200" cy="2437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51">
              <p14:nvContentPartPr>
                <p14:cNvPr id="51" name="Ink 50">
                  <a:extLst>
                    <a:ext uri="{FF2B5EF4-FFF2-40B4-BE49-F238E27FC236}">
                      <a16:creationId xmlns:a16="http://schemas.microsoft.com/office/drawing/2014/main" id="{8A7D8FA0-AD85-3BB9-BEE6-BD228E51FE82}"/>
                    </a:ext>
                  </a:extLst>
                </p14:cNvPr>
                <p14:cNvContentPartPr/>
                <p14:nvPr/>
              </p14:nvContentPartPr>
              <p14:xfrm>
                <a:off x="10898062" y="4991936"/>
                <a:ext cx="22680" cy="140400"/>
              </p14:xfrm>
            </p:contentPart>
          </mc:Choice>
          <mc:Fallback>
            <p:pic>
              <p:nvPicPr>
                <p:cNvPr id="51" name="Ink 50">
                  <a:extLst>
                    <a:ext uri="{FF2B5EF4-FFF2-40B4-BE49-F238E27FC236}">
                      <a16:creationId xmlns:a16="http://schemas.microsoft.com/office/drawing/2014/main" id="{8A7D8FA0-AD85-3BB9-BEE6-BD228E51FE82}"/>
                    </a:ext>
                  </a:extLst>
                </p:cNvPr>
                <p:cNvPicPr/>
                <p:nvPr/>
              </p:nvPicPr>
              <p:blipFill>
                <a:blip r:embed="rId52"/>
                <a:stretch>
                  <a:fillRect/>
                </a:stretch>
              </p:blipFill>
              <p:spPr>
                <a:xfrm>
                  <a:off x="10889062" y="4982936"/>
                  <a:ext cx="40320" cy="1580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53">
              <p14:nvContentPartPr>
                <p14:cNvPr id="52" name="Ink 51">
                  <a:extLst>
                    <a:ext uri="{FF2B5EF4-FFF2-40B4-BE49-F238E27FC236}">
                      <a16:creationId xmlns:a16="http://schemas.microsoft.com/office/drawing/2014/main" id="{1928E812-3518-69AC-5C60-F7FD13D28A03}"/>
                    </a:ext>
                  </a:extLst>
                </p14:cNvPr>
                <p14:cNvContentPartPr/>
                <p14:nvPr/>
              </p14:nvContentPartPr>
              <p14:xfrm>
                <a:off x="10909942" y="5055656"/>
                <a:ext cx="113760" cy="50400"/>
              </p14:xfrm>
            </p:contentPart>
          </mc:Choice>
          <mc:Fallback>
            <p:pic>
              <p:nvPicPr>
                <p:cNvPr id="52" name="Ink 51">
                  <a:extLst>
                    <a:ext uri="{FF2B5EF4-FFF2-40B4-BE49-F238E27FC236}">
                      <a16:creationId xmlns:a16="http://schemas.microsoft.com/office/drawing/2014/main" id="{1928E812-3518-69AC-5C60-F7FD13D28A03}"/>
                    </a:ext>
                  </a:extLst>
                </p:cNvPr>
                <p:cNvPicPr/>
                <p:nvPr/>
              </p:nvPicPr>
              <p:blipFill>
                <a:blip r:embed="rId54"/>
                <a:stretch>
                  <a:fillRect/>
                </a:stretch>
              </p:blipFill>
              <p:spPr>
                <a:xfrm>
                  <a:off x="10901302" y="5046656"/>
                  <a:ext cx="131400" cy="680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55">
              <p14:nvContentPartPr>
                <p14:cNvPr id="53" name="Ink 52">
                  <a:extLst>
                    <a:ext uri="{FF2B5EF4-FFF2-40B4-BE49-F238E27FC236}">
                      <a16:creationId xmlns:a16="http://schemas.microsoft.com/office/drawing/2014/main" id="{7406655F-68FD-93C3-C9A8-01D0FD259ABE}"/>
                    </a:ext>
                  </a:extLst>
                </p14:cNvPr>
                <p14:cNvContentPartPr/>
                <p14:nvPr/>
              </p14:nvContentPartPr>
              <p14:xfrm>
                <a:off x="11020462" y="4880336"/>
                <a:ext cx="159480" cy="250200"/>
              </p14:xfrm>
            </p:contentPart>
          </mc:Choice>
          <mc:Fallback>
            <p:pic>
              <p:nvPicPr>
                <p:cNvPr id="53" name="Ink 52">
                  <a:extLst>
                    <a:ext uri="{FF2B5EF4-FFF2-40B4-BE49-F238E27FC236}">
                      <a16:creationId xmlns:a16="http://schemas.microsoft.com/office/drawing/2014/main" id="{7406655F-68FD-93C3-C9A8-01D0FD259ABE}"/>
                    </a:ext>
                  </a:extLst>
                </p:cNvPr>
                <p:cNvPicPr/>
                <p:nvPr/>
              </p:nvPicPr>
              <p:blipFill>
                <a:blip r:embed="rId56"/>
                <a:stretch>
                  <a:fillRect/>
                </a:stretch>
              </p:blipFill>
              <p:spPr>
                <a:xfrm>
                  <a:off x="11011822" y="4871336"/>
                  <a:ext cx="177120" cy="267840"/>
                </a:xfrm>
                <a:prstGeom prst="rect">
                  <a:avLst/>
                </a:prstGeom>
              </p:spPr>
            </p:pic>
          </mc:Fallback>
        </mc:AlternateContent>
      </p:grpSp>
      <p:grpSp>
        <p:nvGrpSpPr>
          <p:cNvPr id="57" name="Group 56">
            <a:extLst>
              <a:ext uri="{FF2B5EF4-FFF2-40B4-BE49-F238E27FC236}">
                <a16:creationId xmlns:a16="http://schemas.microsoft.com/office/drawing/2014/main" id="{B960A081-76EA-8DF0-A6A5-F8C62BE215DB}"/>
              </a:ext>
            </a:extLst>
          </p:cNvPr>
          <p:cNvGrpSpPr/>
          <p:nvPr/>
        </p:nvGrpSpPr>
        <p:grpSpPr>
          <a:xfrm>
            <a:off x="9569302" y="4226216"/>
            <a:ext cx="909360" cy="925200"/>
            <a:chOff x="9569302" y="4226216"/>
            <a:chExt cx="909360" cy="925200"/>
          </a:xfrm>
        </p:grpSpPr>
        <mc:AlternateContent xmlns:mc="http://schemas.openxmlformats.org/markup-compatibility/2006">
          <mc:Choice xmlns:p14="http://schemas.microsoft.com/office/powerpoint/2010/main" Requires="p14">
            <p:contentPart p14:bwMode="auto" r:id="rId57">
              <p14:nvContentPartPr>
                <p14:cNvPr id="31" name="Ink 30">
                  <a:extLst>
                    <a:ext uri="{FF2B5EF4-FFF2-40B4-BE49-F238E27FC236}">
                      <a16:creationId xmlns:a16="http://schemas.microsoft.com/office/drawing/2014/main" id="{60F72249-3036-95D4-E244-8AEEC0AE2F74}"/>
                    </a:ext>
                  </a:extLst>
                </p14:cNvPr>
                <p14:cNvContentPartPr/>
                <p14:nvPr/>
              </p14:nvContentPartPr>
              <p14:xfrm>
                <a:off x="9696382" y="4300736"/>
                <a:ext cx="319320" cy="196920"/>
              </p14:xfrm>
            </p:contentPart>
          </mc:Choice>
          <mc:Fallback>
            <p:pic>
              <p:nvPicPr>
                <p:cNvPr id="31" name="Ink 30">
                  <a:extLst>
                    <a:ext uri="{FF2B5EF4-FFF2-40B4-BE49-F238E27FC236}">
                      <a16:creationId xmlns:a16="http://schemas.microsoft.com/office/drawing/2014/main" id="{60F72249-3036-95D4-E244-8AEEC0AE2F74}"/>
                    </a:ext>
                  </a:extLst>
                </p:cNvPr>
                <p:cNvPicPr/>
                <p:nvPr/>
              </p:nvPicPr>
              <p:blipFill>
                <a:blip r:embed="rId58"/>
                <a:stretch>
                  <a:fillRect/>
                </a:stretch>
              </p:blipFill>
              <p:spPr>
                <a:xfrm>
                  <a:off x="9687742" y="4291736"/>
                  <a:ext cx="336960" cy="2145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59">
              <p14:nvContentPartPr>
                <p14:cNvPr id="32" name="Ink 31">
                  <a:extLst>
                    <a:ext uri="{FF2B5EF4-FFF2-40B4-BE49-F238E27FC236}">
                      <a16:creationId xmlns:a16="http://schemas.microsoft.com/office/drawing/2014/main" id="{5D61F32E-765B-63F1-648D-F4991AD84D92}"/>
                    </a:ext>
                  </a:extLst>
                </p14:cNvPr>
                <p14:cNvContentPartPr/>
                <p14:nvPr/>
              </p14:nvContentPartPr>
              <p14:xfrm>
                <a:off x="9684862" y="4226216"/>
                <a:ext cx="137880" cy="135720"/>
              </p14:xfrm>
            </p:contentPart>
          </mc:Choice>
          <mc:Fallback>
            <p:pic>
              <p:nvPicPr>
                <p:cNvPr id="32" name="Ink 31">
                  <a:extLst>
                    <a:ext uri="{FF2B5EF4-FFF2-40B4-BE49-F238E27FC236}">
                      <a16:creationId xmlns:a16="http://schemas.microsoft.com/office/drawing/2014/main" id="{5D61F32E-765B-63F1-648D-F4991AD84D92}"/>
                    </a:ext>
                  </a:extLst>
                </p:cNvPr>
                <p:cNvPicPr/>
                <p:nvPr/>
              </p:nvPicPr>
              <p:blipFill>
                <a:blip r:embed="rId60"/>
                <a:stretch>
                  <a:fillRect/>
                </a:stretch>
              </p:blipFill>
              <p:spPr>
                <a:xfrm>
                  <a:off x="9675862" y="4217576"/>
                  <a:ext cx="155520" cy="1533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61">
              <p14:nvContentPartPr>
                <p14:cNvPr id="34" name="Ink 33">
                  <a:extLst>
                    <a:ext uri="{FF2B5EF4-FFF2-40B4-BE49-F238E27FC236}">
                      <a16:creationId xmlns:a16="http://schemas.microsoft.com/office/drawing/2014/main" id="{33AF1332-AEF2-284B-9E27-D5DA602B5FCB}"/>
                    </a:ext>
                  </a:extLst>
                </p14:cNvPr>
                <p14:cNvContentPartPr/>
                <p14:nvPr/>
              </p14:nvContentPartPr>
              <p14:xfrm>
                <a:off x="9846502" y="4451576"/>
                <a:ext cx="90000" cy="332640"/>
              </p14:xfrm>
            </p:contentPart>
          </mc:Choice>
          <mc:Fallback>
            <p:pic>
              <p:nvPicPr>
                <p:cNvPr id="34" name="Ink 33">
                  <a:extLst>
                    <a:ext uri="{FF2B5EF4-FFF2-40B4-BE49-F238E27FC236}">
                      <a16:creationId xmlns:a16="http://schemas.microsoft.com/office/drawing/2014/main" id="{33AF1332-AEF2-284B-9E27-D5DA602B5FCB}"/>
                    </a:ext>
                  </a:extLst>
                </p:cNvPr>
                <p:cNvPicPr/>
                <p:nvPr/>
              </p:nvPicPr>
              <p:blipFill>
                <a:blip r:embed="rId62"/>
                <a:stretch>
                  <a:fillRect/>
                </a:stretch>
              </p:blipFill>
              <p:spPr>
                <a:xfrm>
                  <a:off x="9837502" y="4442576"/>
                  <a:ext cx="107640" cy="3502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63">
              <p14:nvContentPartPr>
                <p14:cNvPr id="35" name="Ink 34">
                  <a:extLst>
                    <a:ext uri="{FF2B5EF4-FFF2-40B4-BE49-F238E27FC236}">
                      <a16:creationId xmlns:a16="http://schemas.microsoft.com/office/drawing/2014/main" id="{4BFF55D0-D5D2-FE14-CE00-C9E8E5C0E4B4}"/>
                    </a:ext>
                  </a:extLst>
                </p14:cNvPr>
                <p14:cNvContentPartPr/>
                <p14:nvPr/>
              </p14:nvContentPartPr>
              <p14:xfrm>
                <a:off x="9569302" y="4972136"/>
                <a:ext cx="176760" cy="122040"/>
              </p14:xfrm>
            </p:contentPart>
          </mc:Choice>
          <mc:Fallback>
            <p:pic>
              <p:nvPicPr>
                <p:cNvPr id="35" name="Ink 34">
                  <a:extLst>
                    <a:ext uri="{FF2B5EF4-FFF2-40B4-BE49-F238E27FC236}">
                      <a16:creationId xmlns:a16="http://schemas.microsoft.com/office/drawing/2014/main" id="{4BFF55D0-D5D2-FE14-CE00-C9E8E5C0E4B4}"/>
                    </a:ext>
                  </a:extLst>
                </p:cNvPr>
                <p:cNvPicPr/>
                <p:nvPr/>
              </p:nvPicPr>
              <p:blipFill>
                <a:blip r:embed="rId64"/>
                <a:stretch>
                  <a:fillRect/>
                </a:stretch>
              </p:blipFill>
              <p:spPr>
                <a:xfrm>
                  <a:off x="9560302" y="4963136"/>
                  <a:ext cx="194400" cy="1396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65">
              <p14:nvContentPartPr>
                <p14:cNvPr id="36" name="Ink 35">
                  <a:extLst>
                    <a:ext uri="{FF2B5EF4-FFF2-40B4-BE49-F238E27FC236}">
                      <a16:creationId xmlns:a16="http://schemas.microsoft.com/office/drawing/2014/main" id="{973F99D7-DD92-4FA1-26C5-9533A6E75B0E}"/>
                    </a:ext>
                  </a:extLst>
                </p14:cNvPr>
                <p14:cNvContentPartPr/>
                <p14:nvPr/>
              </p14:nvContentPartPr>
              <p14:xfrm>
                <a:off x="9961702" y="4993376"/>
                <a:ext cx="122760" cy="110880"/>
              </p14:xfrm>
            </p:contentPart>
          </mc:Choice>
          <mc:Fallback>
            <p:pic>
              <p:nvPicPr>
                <p:cNvPr id="36" name="Ink 35">
                  <a:extLst>
                    <a:ext uri="{FF2B5EF4-FFF2-40B4-BE49-F238E27FC236}">
                      <a16:creationId xmlns:a16="http://schemas.microsoft.com/office/drawing/2014/main" id="{973F99D7-DD92-4FA1-26C5-9533A6E75B0E}"/>
                    </a:ext>
                  </a:extLst>
                </p:cNvPr>
                <p:cNvPicPr/>
                <p:nvPr/>
              </p:nvPicPr>
              <p:blipFill>
                <a:blip r:embed="rId66"/>
                <a:stretch>
                  <a:fillRect/>
                </a:stretch>
              </p:blipFill>
              <p:spPr>
                <a:xfrm>
                  <a:off x="9953062" y="4984376"/>
                  <a:ext cx="140400" cy="1285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67">
              <p14:nvContentPartPr>
                <p14:cNvPr id="45" name="Ink 44">
                  <a:extLst>
                    <a:ext uri="{FF2B5EF4-FFF2-40B4-BE49-F238E27FC236}">
                      <a16:creationId xmlns:a16="http://schemas.microsoft.com/office/drawing/2014/main" id="{D5DB114A-353F-D75D-A2A6-63E7C9887EE1}"/>
                    </a:ext>
                  </a:extLst>
                </p14:cNvPr>
                <p14:cNvContentPartPr/>
                <p14:nvPr/>
              </p14:nvContentPartPr>
              <p14:xfrm>
                <a:off x="10094902" y="4869536"/>
                <a:ext cx="72360" cy="207360"/>
              </p14:xfrm>
            </p:contentPart>
          </mc:Choice>
          <mc:Fallback>
            <p:pic>
              <p:nvPicPr>
                <p:cNvPr id="45" name="Ink 44">
                  <a:extLst>
                    <a:ext uri="{FF2B5EF4-FFF2-40B4-BE49-F238E27FC236}">
                      <a16:creationId xmlns:a16="http://schemas.microsoft.com/office/drawing/2014/main" id="{D5DB114A-353F-D75D-A2A6-63E7C9887EE1}"/>
                    </a:ext>
                  </a:extLst>
                </p:cNvPr>
                <p:cNvPicPr/>
                <p:nvPr/>
              </p:nvPicPr>
              <p:blipFill>
                <a:blip r:embed="rId68"/>
                <a:stretch>
                  <a:fillRect/>
                </a:stretch>
              </p:blipFill>
              <p:spPr>
                <a:xfrm>
                  <a:off x="10085902" y="4860536"/>
                  <a:ext cx="90000" cy="2250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69">
              <p14:nvContentPartPr>
                <p14:cNvPr id="46" name="Ink 45">
                  <a:extLst>
                    <a:ext uri="{FF2B5EF4-FFF2-40B4-BE49-F238E27FC236}">
                      <a16:creationId xmlns:a16="http://schemas.microsoft.com/office/drawing/2014/main" id="{18844602-ED92-002F-E882-48E33ECD0880}"/>
                    </a:ext>
                  </a:extLst>
                </p14:cNvPr>
                <p14:cNvContentPartPr/>
                <p14:nvPr/>
              </p14:nvContentPartPr>
              <p14:xfrm>
                <a:off x="10088062" y="4750736"/>
                <a:ext cx="2520" cy="12960"/>
              </p14:xfrm>
            </p:contentPart>
          </mc:Choice>
          <mc:Fallback>
            <p:pic>
              <p:nvPicPr>
                <p:cNvPr id="46" name="Ink 45">
                  <a:extLst>
                    <a:ext uri="{FF2B5EF4-FFF2-40B4-BE49-F238E27FC236}">
                      <a16:creationId xmlns:a16="http://schemas.microsoft.com/office/drawing/2014/main" id="{18844602-ED92-002F-E882-48E33ECD0880}"/>
                    </a:ext>
                  </a:extLst>
                </p:cNvPr>
                <p:cNvPicPr/>
                <p:nvPr/>
              </p:nvPicPr>
              <p:blipFill>
                <a:blip r:embed="rId70"/>
                <a:stretch>
                  <a:fillRect/>
                </a:stretch>
              </p:blipFill>
              <p:spPr>
                <a:xfrm>
                  <a:off x="10079062" y="4741736"/>
                  <a:ext cx="20160" cy="306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71">
              <p14:nvContentPartPr>
                <p14:cNvPr id="47" name="Ink 46">
                  <a:extLst>
                    <a:ext uri="{FF2B5EF4-FFF2-40B4-BE49-F238E27FC236}">
                      <a16:creationId xmlns:a16="http://schemas.microsoft.com/office/drawing/2014/main" id="{D5958C7E-A17D-66F8-7872-F20FAAC4D88D}"/>
                    </a:ext>
                  </a:extLst>
                </p14:cNvPr>
                <p14:cNvContentPartPr/>
                <p14:nvPr/>
              </p14:nvContentPartPr>
              <p14:xfrm>
                <a:off x="10179502" y="4797536"/>
                <a:ext cx="149760" cy="103680"/>
              </p14:xfrm>
            </p:contentPart>
          </mc:Choice>
          <mc:Fallback>
            <p:pic>
              <p:nvPicPr>
                <p:cNvPr id="47" name="Ink 46">
                  <a:extLst>
                    <a:ext uri="{FF2B5EF4-FFF2-40B4-BE49-F238E27FC236}">
                      <a16:creationId xmlns:a16="http://schemas.microsoft.com/office/drawing/2014/main" id="{D5958C7E-A17D-66F8-7872-F20FAAC4D88D}"/>
                    </a:ext>
                  </a:extLst>
                </p:cNvPr>
                <p:cNvPicPr/>
                <p:nvPr/>
              </p:nvPicPr>
              <p:blipFill>
                <a:blip r:embed="rId72"/>
                <a:stretch>
                  <a:fillRect/>
                </a:stretch>
              </p:blipFill>
              <p:spPr>
                <a:xfrm>
                  <a:off x="10170502" y="4788896"/>
                  <a:ext cx="167400" cy="1213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73">
              <p14:nvContentPartPr>
                <p14:cNvPr id="48" name="Ink 47">
                  <a:extLst>
                    <a:ext uri="{FF2B5EF4-FFF2-40B4-BE49-F238E27FC236}">
                      <a16:creationId xmlns:a16="http://schemas.microsoft.com/office/drawing/2014/main" id="{194D8E50-D21A-48E1-BC8F-5D9D35989368}"/>
                    </a:ext>
                  </a:extLst>
                </p14:cNvPr>
                <p14:cNvContentPartPr/>
                <p14:nvPr/>
              </p14:nvContentPartPr>
              <p14:xfrm>
                <a:off x="10372102" y="4991576"/>
                <a:ext cx="106560" cy="5760"/>
              </p14:xfrm>
            </p:contentPart>
          </mc:Choice>
          <mc:Fallback>
            <p:pic>
              <p:nvPicPr>
                <p:cNvPr id="48" name="Ink 47">
                  <a:extLst>
                    <a:ext uri="{FF2B5EF4-FFF2-40B4-BE49-F238E27FC236}">
                      <a16:creationId xmlns:a16="http://schemas.microsoft.com/office/drawing/2014/main" id="{194D8E50-D21A-48E1-BC8F-5D9D35989368}"/>
                    </a:ext>
                  </a:extLst>
                </p:cNvPr>
                <p:cNvPicPr/>
                <p:nvPr/>
              </p:nvPicPr>
              <p:blipFill>
                <a:blip r:embed="rId74"/>
                <a:stretch>
                  <a:fillRect/>
                </a:stretch>
              </p:blipFill>
              <p:spPr>
                <a:xfrm>
                  <a:off x="10363102" y="4982936"/>
                  <a:ext cx="124200" cy="234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75">
              <p14:nvContentPartPr>
                <p14:cNvPr id="55" name="Ink 54">
                  <a:extLst>
                    <a:ext uri="{FF2B5EF4-FFF2-40B4-BE49-F238E27FC236}">
                      <a16:creationId xmlns:a16="http://schemas.microsoft.com/office/drawing/2014/main" id="{0E285D00-0509-1423-4942-DFC49D98DB42}"/>
                    </a:ext>
                  </a:extLst>
                </p14:cNvPr>
                <p14:cNvContentPartPr/>
                <p14:nvPr/>
              </p14:nvContentPartPr>
              <p14:xfrm>
                <a:off x="9882862" y="4924616"/>
                <a:ext cx="79920" cy="226800"/>
              </p14:xfrm>
            </p:contentPart>
          </mc:Choice>
          <mc:Fallback>
            <p:pic>
              <p:nvPicPr>
                <p:cNvPr id="55" name="Ink 54">
                  <a:extLst>
                    <a:ext uri="{FF2B5EF4-FFF2-40B4-BE49-F238E27FC236}">
                      <a16:creationId xmlns:a16="http://schemas.microsoft.com/office/drawing/2014/main" id="{0E285D00-0509-1423-4942-DFC49D98DB42}"/>
                    </a:ext>
                  </a:extLst>
                </p:cNvPr>
                <p:cNvPicPr/>
                <p:nvPr/>
              </p:nvPicPr>
              <p:blipFill>
                <a:blip r:embed="rId76"/>
                <a:stretch>
                  <a:fillRect/>
                </a:stretch>
              </p:blipFill>
              <p:spPr>
                <a:xfrm>
                  <a:off x="9873862" y="4915616"/>
                  <a:ext cx="97560" cy="244440"/>
                </a:xfrm>
                <a:prstGeom prst="rect">
                  <a:avLst/>
                </a:prstGeom>
              </p:spPr>
            </p:pic>
          </mc:Fallback>
        </mc:AlternateContent>
      </p:grpSp>
      <mc:AlternateContent xmlns:mc="http://schemas.openxmlformats.org/markup-compatibility/2006">
        <mc:Choice xmlns:p14="http://schemas.microsoft.com/office/powerpoint/2010/main" Requires="p14">
          <p:contentPart p14:bwMode="auto" r:id="rId77">
            <p14:nvContentPartPr>
              <p14:cNvPr id="56" name="Ink 55">
                <a:extLst>
                  <a:ext uri="{FF2B5EF4-FFF2-40B4-BE49-F238E27FC236}">
                    <a16:creationId xmlns:a16="http://schemas.microsoft.com/office/drawing/2014/main" id="{A9DC00CF-C6CE-3579-5E68-7E2EDB42C7B3}"/>
                  </a:ext>
                </a:extLst>
              </p14:cNvPr>
              <p14:cNvContentPartPr/>
              <p14:nvPr/>
            </p14:nvContentPartPr>
            <p14:xfrm>
              <a:off x="7923022" y="2078456"/>
              <a:ext cx="1370160" cy="32400"/>
            </p14:xfrm>
          </p:contentPart>
        </mc:Choice>
        <mc:Fallback>
          <p:pic>
            <p:nvPicPr>
              <p:cNvPr id="56" name="Ink 55">
                <a:extLst>
                  <a:ext uri="{FF2B5EF4-FFF2-40B4-BE49-F238E27FC236}">
                    <a16:creationId xmlns:a16="http://schemas.microsoft.com/office/drawing/2014/main" id="{A9DC00CF-C6CE-3579-5E68-7E2EDB42C7B3}"/>
                  </a:ext>
                </a:extLst>
              </p:cNvPr>
              <p:cNvPicPr/>
              <p:nvPr/>
            </p:nvPicPr>
            <p:blipFill>
              <a:blip r:embed="rId78"/>
              <a:stretch>
                <a:fillRect/>
              </a:stretch>
            </p:blipFill>
            <p:spPr>
              <a:xfrm>
                <a:off x="7914022" y="2069456"/>
                <a:ext cx="1387800" cy="50040"/>
              </a:xfrm>
              <a:prstGeom prst="rect">
                <a:avLst/>
              </a:prstGeom>
            </p:spPr>
          </p:pic>
        </mc:Fallback>
      </mc:AlternateContent>
      <p:grpSp>
        <p:nvGrpSpPr>
          <p:cNvPr id="105" name="Group 104">
            <a:extLst>
              <a:ext uri="{FF2B5EF4-FFF2-40B4-BE49-F238E27FC236}">
                <a16:creationId xmlns:a16="http://schemas.microsoft.com/office/drawing/2014/main" id="{E1E6256C-FCA6-C5A2-6515-17AC64297B59}"/>
              </a:ext>
            </a:extLst>
          </p:cNvPr>
          <p:cNvGrpSpPr/>
          <p:nvPr/>
        </p:nvGrpSpPr>
        <p:grpSpPr>
          <a:xfrm>
            <a:off x="605302" y="5502056"/>
            <a:ext cx="1351080" cy="417600"/>
            <a:chOff x="605302" y="5502056"/>
            <a:chExt cx="1351080" cy="417600"/>
          </a:xfrm>
        </p:grpSpPr>
        <mc:AlternateContent xmlns:mc="http://schemas.openxmlformats.org/markup-compatibility/2006">
          <mc:Choice xmlns:p14="http://schemas.microsoft.com/office/powerpoint/2010/main" Requires="p14">
            <p:contentPart p14:bwMode="auto" r:id="rId79">
              <p14:nvContentPartPr>
                <p14:cNvPr id="92" name="Ink 91">
                  <a:extLst>
                    <a:ext uri="{FF2B5EF4-FFF2-40B4-BE49-F238E27FC236}">
                      <a16:creationId xmlns:a16="http://schemas.microsoft.com/office/drawing/2014/main" id="{3CC28CE6-12EA-4DEA-22BA-B92C94BD7BE0}"/>
                    </a:ext>
                  </a:extLst>
                </p14:cNvPr>
                <p14:cNvContentPartPr/>
                <p14:nvPr/>
              </p14:nvContentPartPr>
              <p14:xfrm>
                <a:off x="605302" y="5700416"/>
                <a:ext cx="366120" cy="180360"/>
              </p14:xfrm>
            </p:contentPart>
          </mc:Choice>
          <mc:Fallback>
            <p:pic>
              <p:nvPicPr>
                <p:cNvPr id="92" name="Ink 91">
                  <a:extLst>
                    <a:ext uri="{FF2B5EF4-FFF2-40B4-BE49-F238E27FC236}">
                      <a16:creationId xmlns:a16="http://schemas.microsoft.com/office/drawing/2014/main" id="{3CC28CE6-12EA-4DEA-22BA-B92C94BD7BE0}"/>
                    </a:ext>
                  </a:extLst>
                </p:cNvPr>
                <p:cNvPicPr/>
                <p:nvPr/>
              </p:nvPicPr>
              <p:blipFill>
                <a:blip r:embed="rId80"/>
                <a:stretch>
                  <a:fillRect/>
                </a:stretch>
              </p:blipFill>
              <p:spPr>
                <a:xfrm>
                  <a:off x="596302" y="5691416"/>
                  <a:ext cx="383760" cy="1980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81">
              <p14:nvContentPartPr>
                <p14:cNvPr id="93" name="Ink 92">
                  <a:extLst>
                    <a:ext uri="{FF2B5EF4-FFF2-40B4-BE49-F238E27FC236}">
                      <a16:creationId xmlns:a16="http://schemas.microsoft.com/office/drawing/2014/main" id="{70E6613F-41A7-65BA-7CD7-FC33020BB305}"/>
                    </a:ext>
                  </a:extLst>
                </p14:cNvPr>
                <p14:cNvContentPartPr/>
                <p14:nvPr/>
              </p14:nvContentPartPr>
              <p14:xfrm>
                <a:off x="1015342" y="5688176"/>
                <a:ext cx="100440" cy="231480"/>
              </p14:xfrm>
            </p:contentPart>
          </mc:Choice>
          <mc:Fallback>
            <p:pic>
              <p:nvPicPr>
                <p:cNvPr id="93" name="Ink 92">
                  <a:extLst>
                    <a:ext uri="{FF2B5EF4-FFF2-40B4-BE49-F238E27FC236}">
                      <a16:creationId xmlns:a16="http://schemas.microsoft.com/office/drawing/2014/main" id="{70E6613F-41A7-65BA-7CD7-FC33020BB305}"/>
                    </a:ext>
                  </a:extLst>
                </p:cNvPr>
                <p:cNvPicPr/>
                <p:nvPr/>
              </p:nvPicPr>
              <p:blipFill>
                <a:blip r:embed="rId82"/>
                <a:stretch>
                  <a:fillRect/>
                </a:stretch>
              </p:blipFill>
              <p:spPr>
                <a:xfrm>
                  <a:off x="1006342" y="5679536"/>
                  <a:ext cx="118080" cy="2491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83">
              <p14:nvContentPartPr>
                <p14:cNvPr id="94" name="Ink 93">
                  <a:extLst>
                    <a:ext uri="{FF2B5EF4-FFF2-40B4-BE49-F238E27FC236}">
                      <a16:creationId xmlns:a16="http://schemas.microsoft.com/office/drawing/2014/main" id="{DBBB0EC5-1497-F694-51FB-96FAE98CC1B4}"/>
                    </a:ext>
                  </a:extLst>
                </p14:cNvPr>
                <p14:cNvContentPartPr/>
                <p14:nvPr/>
              </p14:nvContentPartPr>
              <p14:xfrm>
                <a:off x="1079062" y="5801216"/>
                <a:ext cx="127800" cy="20160"/>
              </p14:xfrm>
            </p:contentPart>
          </mc:Choice>
          <mc:Fallback>
            <p:pic>
              <p:nvPicPr>
                <p:cNvPr id="94" name="Ink 93">
                  <a:extLst>
                    <a:ext uri="{FF2B5EF4-FFF2-40B4-BE49-F238E27FC236}">
                      <a16:creationId xmlns:a16="http://schemas.microsoft.com/office/drawing/2014/main" id="{DBBB0EC5-1497-F694-51FB-96FAE98CC1B4}"/>
                    </a:ext>
                  </a:extLst>
                </p:cNvPr>
                <p:cNvPicPr/>
                <p:nvPr/>
              </p:nvPicPr>
              <p:blipFill>
                <a:blip r:embed="rId84"/>
                <a:stretch>
                  <a:fillRect/>
                </a:stretch>
              </p:blipFill>
              <p:spPr>
                <a:xfrm>
                  <a:off x="1070062" y="5792576"/>
                  <a:ext cx="145440" cy="378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85">
              <p14:nvContentPartPr>
                <p14:cNvPr id="95" name="Ink 94">
                  <a:extLst>
                    <a:ext uri="{FF2B5EF4-FFF2-40B4-BE49-F238E27FC236}">
                      <a16:creationId xmlns:a16="http://schemas.microsoft.com/office/drawing/2014/main" id="{3D0372E3-FFB8-48FD-1346-3295165AEFDA}"/>
                    </a:ext>
                  </a:extLst>
                </p14:cNvPr>
                <p14:cNvContentPartPr/>
                <p14:nvPr/>
              </p14:nvContentPartPr>
              <p14:xfrm>
                <a:off x="1137382" y="5698976"/>
                <a:ext cx="120240" cy="192240"/>
              </p14:xfrm>
            </p:contentPart>
          </mc:Choice>
          <mc:Fallback>
            <p:pic>
              <p:nvPicPr>
                <p:cNvPr id="95" name="Ink 94">
                  <a:extLst>
                    <a:ext uri="{FF2B5EF4-FFF2-40B4-BE49-F238E27FC236}">
                      <a16:creationId xmlns:a16="http://schemas.microsoft.com/office/drawing/2014/main" id="{3D0372E3-FFB8-48FD-1346-3295165AEFDA}"/>
                    </a:ext>
                  </a:extLst>
                </p:cNvPr>
                <p:cNvPicPr/>
                <p:nvPr/>
              </p:nvPicPr>
              <p:blipFill>
                <a:blip r:embed="rId86"/>
                <a:stretch>
                  <a:fillRect/>
                </a:stretch>
              </p:blipFill>
              <p:spPr>
                <a:xfrm>
                  <a:off x="1128742" y="5689976"/>
                  <a:ext cx="137880" cy="2098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87">
              <p14:nvContentPartPr>
                <p14:cNvPr id="96" name="Ink 95">
                  <a:extLst>
                    <a:ext uri="{FF2B5EF4-FFF2-40B4-BE49-F238E27FC236}">
                      <a16:creationId xmlns:a16="http://schemas.microsoft.com/office/drawing/2014/main" id="{CEE244BC-D45D-B9DE-03AA-F4ABF0AB493F}"/>
                    </a:ext>
                  </a:extLst>
                </p14:cNvPr>
                <p14:cNvContentPartPr/>
                <p14:nvPr/>
              </p14:nvContentPartPr>
              <p14:xfrm>
                <a:off x="1296142" y="5607536"/>
                <a:ext cx="112680" cy="284040"/>
              </p14:xfrm>
            </p:contentPart>
          </mc:Choice>
          <mc:Fallback>
            <p:pic>
              <p:nvPicPr>
                <p:cNvPr id="96" name="Ink 95">
                  <a:extLst>
                    <a:ext uri="{FF2B5EF4-FFF2-40B4-BE49-F238E27FC236}">
                      <a16:creationId xmlns:a16="http://schemas.microsoft.com/office/drawing/2014/main" id="{CEE244BC-D45D-B9DE-03AA-F4ABF0AB493F}"/>
                    </a:ext>
                  </a:extLst>
                </p:cNvPr>
                <p:cNvPicPr/>
                <p:nvPr/>
              </p:nvPicPr>
              <p:blipFill>
                <a:blip r:embed="rId88"/>
                <a:stretch>
                  <a:fillRect/>
                </a:stretch>
              </p:blipFill>
              <p:spPr>
                <a:xfrm>
                  <a:off x="1287502" y="5598536"/>
                  <a:ext cx="130320" cy="3016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89">
              <p14:nvContentPartPr>
                <p14:cNvPr id="97" name="Ink 96">
                  <a:extLst>
                    <a:ext uri="{FF2B5EF4-FFF2-40B4-BE49-F238E27FC236}">
                      <a16:creationId xmlns:a16="http://schemas.microsoft.com/office/drawing/2014/main" id="{27DDFFBD-1BAE-9A6B-81FD-9D33CB9C848F}"/>
                    </a:ext>
                  </a:extLst>
                </p14:cNvPr>
                <p14:cNvContentPartPr/>
                <p14:nvPr/>
              </p14:nvContentPartPr>
              <p14:xfrm>
                <a:off x="1382182" y="5724536"/>
                <a:ext cx="175680" cy="139320"/>
              </p14:xfrm>
            </p:contentPart>
          </mc:Choice>
          <mc:Fallback>
            <p:pic>
              <p:nvPicPr>
                <p:cNvPr id="97" name="Ink 96">
                  <a:extLst>
                    <a:ext uri="{FF2B5EF4-FFF2-40B4-BE49-F238E27FC236}">
                      <a16:creationId xmlns:a16="http://schemas.microsoft.com/office/drawing/2014/main" id="{27DDFFBD-1BAE-9A6B-81FD-9D33CB9C848F}"/>
                    </a:ext>
                  </a:extLst>
                </p:cNvPr>
                <p:cNvPicPr/>
                <p:nvPr/>
              </p:nvPicPr>
              <p:blipFill>
                <a:blip r:embed="rId90"/>
                <a:stretch>
                  <a:fillRect/>
                </a:stretch>
              </p:blipFill>
              <p:spPr>
                <a:xfrm>
                  <a:off x="1373182" y="5715536"/>
                  <a:ext cx="193320" cy="1569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91">
              <p14:nvContentPartPr>
                <p14:cNvPr id="98" name="Ink 97">
                  <a:extLst>
                    <a:ext uri="{FF2B5EF4-FFF2-40B4-BE49-F238E27FC236}">
                      <a16:creationId xmlns:a16="http://schemas.microsoft.com/office/drawing/2014/main" id="{20B13711-4211-A9B7-90A3-140AA7531E06}"/>
                    </a:ext>
                  </a:extLst>
                </p14:cNvPr>
                <p14:cNvContentPartPr/>
                <p14:nvPr/>
              </p14:nvContentPartPr>
              <p14:xfrm>
                <a:off x="1530862" y="5640296"/>
                <a:ext cx="99360" cy="158760"/>
              </p14:xfrm>
            </p:contentPart>
          </mc:Choice>
          <mc:Fallback>
            <p:pic>
              <p:nvPicPr>
                <p:cNvPr id="98" name="Ink 97">
                  <a:extLst>
                    <a:ext uri="{FF2B5EF4-FFF2-40B4-BE49-F238E27FC236}">
                      <a16:creationId xmlns:a16="http://schemas.microsoft.com/office/drawing/2014/main" id="{20B13711-4211-A9B7-90A3-140AA7531E06}"/>
                    </a:ext>
                  </a:extLst>
                </p:cNvPr>
                <p:cNvPicPr/>
                <p:nvPr/>
              </p:nvPicPr>
              <p:blipFill>
                <a:blip r:embed="rId92"/>
                <a:stretch>
                  <a:fillRect/>
                </a:stretch>
              </p:blipFill>
              <p:spPr>
                <a:xfrm>
                  <a:off x="1522222" y="5631656"/>
                  <a:ext cx="117000" cy="1764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93">
              <p14:nvContentPartPr>
                <p14:cNvPr id="99" name="Ink 98">
                  <a:extLst>
                    <a:ext uri="{FF2B5EF4-FFF2-40B4-BE49-F238E27FC236}">
                      <a16:creationId xmlns:a16="http://schemas.microsoft.com/office/drawing/2014/main" id="{82B7399A-B36A-543E-99AE-0E65C2F1A56B}"/>
                    </a:ext>
                  </a:extLst>
                </p14:cNvPr>
                <p14:cNvContentPartPr/>
                <p14:nvPr/>
              </p14:nvContentPartPr>
              <p14:xfrm>
                <a:off x="1535182" y="5502056"/>
                <a:ext cx="6840" cy="11160"/>
              </p14:xfrm>
            </p:contentPart>
          </mc:Choice>
          <mc:Fallback>
            <p:pic>
              <p:nvPicPr>
                <p:cNvPr id="99" name="Ink 98">
                  <a:extLst>
                    <a:ext uri="{FF2B5EF4-FFF2-40B4-BE49-F238E27FC236}">
                      <a16:creationId xmlns:a16="http://schemas.microsoft.com/office/drawing/2014/main" id="{82B7399A-B36A-543E-99AE-0E65C2F1A56B}"/>
                    </a:ext>
                  </a:extLst>
                </p:cNvPr>
                <p:cNvPicPr/>
                <p:nvPr/>
              </p:nvPicPr>
              <p:blipFill>
                <a:blip r:embed="rId94"/>
                <a:stretch>
                  <a:fillRect/>
                </a:stretch>
              </p:blipFill>
              <p:spPr>
                <a:xfrm>
                  <a:off x="1526182" y="5493056"/>
                  <a:ext cx="24480" cy="288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95">
              <p14:nvContentPartPr>
                <p14:cNvPr id="101" name="Ink 100">
                  <a:extLst>
                    <a:ext uri="{FF2B5EF4-FFF2-40B4-BE49-F238E27FC236}">
                      <a16:creationId xmlns:a16="http://schemas.microsoft.com/office/drawing/2014/main" id="{F44D1C1E-0343-D8D2-F5BD-805EC6B18B66}"/>
                    </a:ext>
                  </a:extLst>
                </p14:cNvPr>
                <p14:cNvContentPartPr/>
                <p14:nvPr/>
              </p14:nvContentPartPr>
              <p14:xfrm>
                <a:off x="1604302" y="5531216"/>
                <a:ext cx="150480" cy="104760"/>
              </p14:xfrm>
            </p:contentPart>
          </mc:Choice>
          <mc:Fallback>
            <p:pic>
              <p:nvPicPr>
                <p:cNvPr id="101" name="Ink 100">
                  <a:extLst>
                    <a:ext uri="{FF2B5EF4-FFF2-40B4-BE49-F238E27FC236}">
                      <a16:creationId xmlns:a16="http://schemas.microsoft.com/office/drawing/2014/main" id="{F44D1C1E-0343-D8D2-F5BD-805EC6B18B66}"/>
                    </a:ext>
                  </a:extLst>
                </p:cNvPr>
                <p:cNvPicPr/>
                <p:nvPr/>
              </p:nvPicPr>
              <p:blipFill>
                <a:blip r:embed="rId96"/>
                <a:stretch>
                  <a:fillRect/>
                </a:stretch>
              </p:blipFill>
              <p:spPr>
                <a:xfrm>
                  <a:off x="1595302" y="5522216"/>
                  <a:ext cx="168120" cy="1224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97">
              <p14:nvContentPartPr>
                <p14:cNvPr id="102" name="Ink 101">
                  <a:extLst>
                    <a:ext uri="{FF2B5EF4-FFF2-40B4-BE49-F238E27FC236}">
                      <a16:creationId xmlns:a16="http://schemas.microsoft.com/office/drawing/2014/main" id="{4F92DC9E-E05C-4C46-ADEE-051303A73C86}"/>
                    </a:ext>
                  </a:extLst>
                </p14:cNvPr>
                <p14:cNvContentPartPr/>
                <p14:nvPr/>
              </p14:nvContentPartPr>
              <p14:xfrm>
                <a:off x="1865662" y="5576576"/>
                <a:ext cx="90720" cy="289800"/>
              </p14:xfrm>
            </p:contentPart>
          </mc:Choice>
          <mc:Fallback>
            <p:pic>
              <p:nvPicPr>
                <p:cNvPr id="102" name="Ink 101">
                  <a:extLst>
                    <a:ext uri="{FF2B5EF4-FFF2-40B4-BE49-F238E27FC236}">
                      <a16:creationId xmlns:a16="http://schemas.microsoft.com/office/drawing/2014/main" id="{4F92DC9E-E05C-4C46-ADEE-051303A73C86}"/>
                    </a:ext>
                  </a:extLst>
                </p:cNvPr>
                <p:cNvPicPr/>
                <p:nvPr/>
              </p:nvPicPr>
              <p:blipFill>
                <a:blip r:embed="rId98"/>
                <a:stretch>
                  <a:fillRect/>
                </a:stretch>
              </p:blipFill>
              <p:spPr>
                <a:xfrm>
                  <a:off x="1857022" y="5567936"/>
                  <a:ext cx="108360" cy="307440"/>
                </a:xfrm>
                <a:prstGeom prst="rect">
                  <a:avLst/>
                </a:prstGeom>
              </p:spPr>
            </p:pic>
          </mc:Fallback>
        </mc:AlternateContent>
      </p:grpSp>
      <mc:AlternateContent xmlns:mc="http://schemas.openxmlformats.org/markup-compatibility/2006">
        <mc:Choice xmlns:p14="http://schemas.microsoft.com/office/powerpoint/2010/main" Requires="p14">
          <p:contentPart p14:bwMode="auto" r:id="rId99">
            <p14:nvContentPartPr>
              <p14:cNvPr id="103" name="Ink 102">
                <a:extLst>
                  <a:ext uri="{FF2B5EF4-FFF2-40B4-BE49-F238E27FC236}">
                    <a16:creationId xmlns:a16="http://schemas.microsoft.com/office/drawing/2014/main" id="{078FE2D1-4FF2-9E11-5A3C-1AEE9636E017}"/>
                  </a:ext>
                </a:extLst>
              </p14:cNvPr>
              <p14:cNvContentPartPr/>
              <p14:nvPr/>
            </p14:nvContentPartPr>
            <p14:xfrm>
              <a:off x="2238622" y="5789336"/>
              <a:ext cx="100800" cy="360"/>
            </p14:xfrm>
          </p:contentPart>
        </mc:Choice>
        <mc:Fallback>
          <p:pic>
            <p:nvPicPr>
              <p:cNvPr id="103" name="Ink 102">
                <a:extLst>
                  <a:ext uri="{FF2B5EF4-FFF2-40B4-BE49-F238E27FC236}">
                    <a16:creationId xmlns:a16="http://schemas.microsoft.com/office/drawing/2014/main" id="{078FE2D1-4FF2-9E11-5A3C-1AEE9636E017}"/>
                  </a:ext>
                </a:extLst>
              </p:cNvPr>
              <p:cNvPicPr/>
              <p:nvPr/>
            </p:nvPicPr>
            <p:blipFill>
              <a:blip r:embed="rId100"/>
              <a:stretch>
                <a:fillRect/>
              </a:stretch>
            </p:blipFill>
            <p:spPr>
              <a:xfrm>
                <a:off x="2229622" y="5780336"/>
                <a:ext cx="118440" cy="1800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>
        <mc:Choice xmlns:p14="http://schemas.microsoft.com/office/powerpoint/2010/main" Requires="p14">
          <p:contentPart p14:bwMode="auto" r:id="rId101">
            <p14:nvContentPartPr>
              <p14:cNvPr id="104" name="Ink 103">
                <a:extLst>
                  <a:ext uri="{FF2B5EF4-FFF2-40B4-BE49-F238E27FC236}">
                    <a16:creationId xmlns:a16="http://schemas.microsoft.com/office/drawing/2014/main" id="{097E63C3-867A-4362-5991-168C7DB98EED}"/>
                  </a:ext>
                </a:extLst>
              </p14:cNvPr>
              <p14:cNvContentPartPr/>
              <p14:nvPr/>
            </p14:nvContentPartPr>
            <p14:xfrm>
              <a:off x="2215582" y="5705096"/>
              <a:ext cx="86400" cy="8640"/>
            </p14:xfrm>
          </p:contentPart>
        </mc:Choice>
        <mc:Fallback>
          <p:pic>
            <p:nvPicPr>
              <p:cNvPr id="104" name="Ink 103">
                <a:extLst>
                  <a:ext uri="{FF2B5EF4-FFF2-40B4-BE49-F238E27FC236}">
                    <a16:creationId xmlns:a16="http://schemas.microsoft.com/office/drawing/2014/main" id="{097E63C3-867A-4362-5991-168C7DB98EED}"/>
                  </a:ext>
                </a:extLst>
              </p:cNvPr>
              <p:cNvPicPr/>
              <p:nvPr/>
            </p:nvPicPr>
            <p:blipFill>
              <a:blip r:embed="rId102"/>
              <a:stretch>
                <a:fillRect/>
              </a:stretch>
            </p:blipFill>
            <p:spPr>
              <a:xfrm>
                <a:off x="2206942" y="5696456"/>
                <a:ext cx="104040" cy="26280"/>
              </a:xfrm>
              <a:prstGeom prst="rect">
                <a:avLst/>
              </a:prstGeom>
            </p:spPr>
          </p:pic>
        </mc:Fallback>
      </mc:AlternateContent>
      <p:grpSp>
        <p:nvGrpSpPr>
          <p:cNvPr id="123" name="Group 122">
            <a:extLst>
              <a:ext uri="{FF2B5EF4-FFF2-40B4-BE49-F238E27FC236}">
                <a16:creationId xmlns:a16="http://schemas.microsoft.com/office/drawing/2014/main" id="{1FA5E196-96AE-9A25-1EDD-FE0CD0B3BD5C}"/>
              </a:ext>
            </a:extLst>
          </p:cNvPr>
          <p:cNvGrpSpPr/>
          <p:nvPr/>
        </p:nvGrpSpPr>
        <p:grpSpPr>
          <a:xfrm>
            <a:off x="1041982" y="4229456"/>
            <a:ext cx="1020960" cy="424080"/>
            <a:chOff x="1041982" y="4229456"/>
            <a:chExt cx="1020960" cy="424080"/>
          </a:xfrm>
        </p:grpSpPr>
        <mc:AlternateContent xmlns:mc="http://schemas.openxmlformats.org/markup-compatibility/2006">
          <mc:Choice xmlns:p14="http://schemas.microsoft.com/office/powerpoint/2010/main" Requires="p14">
            <p:contentPart p14:bwMode="auto" r:id="rId103">
              <p14:nvContentPartPr>
                <p14:cNvPr id="114" name="Ink 113">
                  <a:extLst>
                    <a:ext uri="{FF2B5EF4-FFF2-40B4-BE49-F238E27FC236}">
                      <a16:creationId xmlns:a16="http://schemas.microsoft.com/office/drawing/2014/main" id="{AAC2C260-0FB6-8761-B1D8-087204F7EC6D}"/>
                    </a:ext>
                  </a:extLst>
                </p14:cNvPr>
                <p14:cNvContentPartPr/>
                <p14:nvPr/>
              </p14:nvContentPartPr>
              <p14:xfrm>
                <a:off x="1041982" y="4433576"/>
                <a:ext cx="82080" cy="204120"/>
              </p14:xfrm>
            </p:contentPart>
          </mc:Choice>
          <mc:Fallback>
            <p:pic>
              <p:nvPicPr>
                <p:cNvPr id="114" name="Ink 113">
                  <a:extLst>
                    <a:ext uri="{FF2B5EF4-FFF2-40B4-BE49-F238E27FC236}">
                      <a16:creationId xmlns:a16="http://schemas.microsoft.com/office/drawing/2014/main" id="{AAC2C260-0FB6-8761-B1D8-087204F7EC6D}"/>
                    </a:ext>
                  </a:extLst>
                </p:cNvPr>
                <p:cNvPicPr/>
                <p:nvPr/>
              </p:nvPicPr>
              <p:blipFill>
                <a:blip r:embed="rId104"/>
                <a:stretch>
                  <a:fillRect/>
                </a:stretch>
              </p:blipFill>
              <p:spPr>
                <a:xfrm>
                  <a:off x="1032982" y="4424936"/>
                  <a:ext cx="99720" cy="2217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05">
              <p14:nvContentPartPr>
                <p14:cNvPr id="115" name="Ink 114">
                  <a:extLst>
                    <a:ext uri="{FF2B5EF4-FFF2-40B4-BE49-F238E27FC236}">
                      <a16:creationId xmlns:a16="http://schemas.microsoft.com/office/drawing/2014/main" id="{AB64D4DE-C210-FDB2-DB2B-5774FC423DCF}"/>
                    </a:ext>
                  </a:extLst>
                </p14:cNvPr>
                <p14:cNvContentPartPr/>
                <p14:nvPr/>
              </p14:nvContentPartPr>
              <p14:xfrm>
                <a:off x="1111102" y="4550576"/>
                <a:ext cx="105840" cy="11160"/>
              </p14:xfrm>
            </p:contentPart>
          </mc:Choice>
          <mc:Fallback>
            <p:pic>
              <p:nvPicPr>
                <p:cNvPr id="115" name="Ink 114">
                  <a:extLst>
                    <a:ext uri="{FF2B5EF4-FFF2-40B4-BE49-F238E27FC236}">
                      <a16:creationId xmlns:a16="http://schemas.microsoft.com/office/drawing/2014/main" id="{AB64D4DE-C210-FDB2-DB2B-5774FC423DCF}"/>
                    </a:ext>
                  </a:extLst>
                </p:cNvPr>
                <p:cNvPicPr/>
                <p:nvPr/>
              </p:nvPicPr>
              <p:blipFill>
                <a:blip r:embed="rId106"/>
                <a:stretch>
                  <a:fillRect/>
                </a:stretch>
              </p:blipFill>
              <p:spPr>
                <a:xfrm>
                  <a:off x="1102102" y="4541576"/>
                  <a:ext cx="123480" cy="288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07">
              <p14:nvContentPartPr>
                <p14:cNvPr id="116" name="Ink 115">
                  <a:extLst>
                    <a:ext uri="{FF2B5EF4-FFF2-40B4-BE49-F238E27FC236}">
                      <a16:creationId xmlns:a16="http://schemas.microsoft.com/office/drawing/2014/main" id="{D0EF5588-D6C7-BB94-4212-8EA056D2B5EF}"/>
                    </a:ext>
                  </a:extLst>
                </p14:cNvPr>
                <p14:cNvContentPartPr/>
                <p14:nvPr/>
              </p14:nvContentPartPr>
              <p14:xfrm>
                <a:off x="1169422" y="4423136"/>
                <a:ext cx="97560" cy="190800"/>
              </p14:xfrm>
            </p:contentPart>
          </mc:Choice>
          <mc:Fallback>
            <p:pic>
              <p:nvPicPr>
                <p:cNvPr id="116" name="Ink 115">
                  <a:extLst>
                    <a:ext uri="{FF2B5EF4-FFF2-40B4-BE49-F238E27FC236}">
                      <a16:creationId xmlns:a16="http://schemas.microsoft.com/office/drawing/2014/main" id="{D0EF5588-D6C7-BB94-4212-8EA056D2B5EF}"/>
                    </a:ext>
                  </a:extLst>
                </p:cNvPr>
                <p:cNvPicPr/>
                <p:nvPr/>
              </p:nvPicPr>
              <p:blipFill>
                <a:blip r:embed="rId108"/>
                <a:stretch>
                  <a:fillRect/>
                </a:stretch>
              </p:blipFill>
              <p:spPr>
                <a:xfrm>
                  <a:off x="1160422" y="4414136"/>
                  <a:ext cx="115200" cy="2084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09">
              <p14:nvContentPartPr>
                <p14:cNvPr id="117" name="Ink 116">
                  <a:extLst>
                    <a:ext uri="{FF2B5EF4-FFF2-40B4-BE49-F238E27FC236}">
                      <a16:creationId xmlns:a16="http://schemas.microsoft.com/office/drawing/2014/main" id="{5F5F0CF2-C834-9069-CE76-ACF9FBC04D27}"/>
                    </a:ext>
                  </a:extLst>
                </p14:cNvPr>
                <p14:cNvContentPartPr/>
                <p14:nvPr/>
              </p14:nvContentPartPr>
              <p14:xfrm>
                <a:off x="1319542" y="4371296"/>
                <a:ext cx="99720" cy="275760"/>
              </p14:xfrm>
            </p:contentPart>
          </mc:Choice>
          <mc:Fallback>
            <p:pic>
              <p:nvPicPr>
                <p:cNvPr id="117" name="Ink 116">
                  <a:extLst>
                    <a:ext uri="{FF2B5EF4-FFF2-40B4-BE49-F238E27FC236}">
                      <a16:creationId xmlns:a16="http://schemas.microsoft.com/office/drawing/2014/main" id="{5F5F0CF2-C834-9069-CE76-ACF9FBC04D27}"/>
                    </a:ext>
                  </a:extLst>
                </p:cNvPr>
                <p:cNvPicPr/>
                <p:nvPr/>
              </p:nvPicPr>
              <p:blipFill>
                <a:blip r:embed="rId110"/>
                <a:stretch>
                  <a:fillRect/>
                </a:stretch>
              </p:blipFill>
              <p:spPr>
                <a:xfrm>
                  <a:off x="1310542" y="4362656"/>
                  <a:ext cx="117360" cy="2934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11">
              <p14:nvContentPartPr>
                <p14:cNvPr id="118" name="Ink 117">
                  <a:extLst>
                    <a:ext uri="{FF2B5EF4-FFF2-40B4-BE49-F238E27FC236}">
                      <a16:creationId xmlns:a16="http://schemas.microsoft.com/office/drawing/2014/main" id="{0B92DC79-B20B-E3A7-B386-B899D8916C27}"/>
                    </a:ext>
                  </a:extLst>
                </p14:cNvPr>
                <p14:cNvContentPartPr/>
                <p14:nvPr/>
              </p14:nvContentPartPr>
              <p14:xfrm>
                <a:off x="1431142" y="4496576"/>
                <a:ext cx="242640" cy="156960"/>
              </p14:xfrm>
            </p:contentPart>
          </mc:Choice>
          <mc:Fallback>
            <p:pic>
              <p:nvPicPr>
                <p:cNvPr id="118" name="Ink 117">
                  <a:extLst>
                    <a:ext uri="{FF2B5EF4-FFF2-40B4-BE49-F238E27FC236}">
                      <a16:creationId xmlns:a16="http://schemas.microsoft.com/office/drawing/2014/main" id="{0B92DC79-B20B-E3A7-B386-B899D8916C27}"/>
                    </a:ext>
                  </a:extLst>
                </p:cNvPr>
                <p:cNvPicPr/>
                <p:nvPr/>
              </p:nvPicPr>
              <p:blipFill>
                <a:blip r:embed="rId112"/>
                <a:stretch>
                  <a:fillRect/>
                </a:stretch>
              </p:blipFill>
              <p:spPr>
                <a:xfrm>
                  <a:off x="1422502" y="4487576"/>
                  <a:ext cx="260280" cy="1746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13">
              <p14:nvContentPartPr>
                <p14:cNvPr id="119" name="Ink 118">
                  <a:extLst>
                    <a:ext uri="{FF2B5EF4-FFF2-40B4-BE49-F238E27FC236}">
                      <a16:creationId xmlns:a16="http://schemas.microsoft.com/office/drawing/2014/main" id="{995EE3AE-BE36-2DD1-6360-64F1FDF91481}"/>
                    </a:ext>
                  </a:extLst>
                </p14:cNvPr>
                <p14:cNvContentPartPr/>
                <p14:nvPr/>
              </p14:nvContentPartPr>
              <p14:xfrm>
                <a:off x="1566142" y="4359056"/>
                <a:ext cx="110160" cy="183240"/>
              </p14:xfrm>
            </p:contentPart>
          </mc:Choice>
          <mc:Fallback>
            <p:pic>
              <p:nvPicPr>
                <p:cNvPr id="119" name="Ink 118">
                  <a:extLst>
                    <a:ext uri="{FF2B5EF4-FFF2-40B4-BE49-F238E27FC236}">
                      <a16:creationId xmlns:a16="http://schemas.microsoft.com/office/drawing/2014/main" id="{995EE3AE-BE36-2DD1-6360-64F1FDF91481}"/>
                    </a:ext>
                  </a:extLst>
                </p:cNvPr>
                <p:cNvPicPr/>
                <p:nvPr/>
              </p:nvPicPr>
              <p:blipFill>
                <a:blip r:embed="rId114"/>
                <a:stretch>
                  <a:fillRect/>
                </a:stretch>
              </p:blipFill>
              <p:spPr>
                <a:xfrm>
                  <a:off x="1557502" y="4350416"/>
                  <a:ext cx="127800" cy="2008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15">
              <p14:nvContentPartPr>
                <p14:cNvPr id="120" name="Ink 119">
                  <a:extLst>
                    <a:ext uri="{FF2B5EF4-FFF2-40B4-BE49-F238E27FC236}">
                      <a16:creationId xmlns:a16="http://schemas.microsoft.com/office/drawing/2014/main" id="{9791337F-21E0-7EF4-6C0B-F51072F7F2EE}"/>
                    </a:ext>
                  </a:extLst>
                </p14:cNvPr>
                <p14:cNvContentPartPr/>
                <p14:nvPr/>
              </p14:nvContentPartPr>
              <p14:xfrm>
                <a:off x="1557502" y="4229456"/>
                <a:ext cx="16920" cy="23760"/>
              </p14:xfrm>
            </p:contentPart>
          </mc:Choice>
          <mc:Fallback>
            <p:pic>
              <p:nvPicPr>
                <p:cNvPr id="120" name="Ink 119">
                  <a:extLst>
                    <a:ext uri="{FF2B5EF4-FFF2-40B4-BE49-F238E27FC236}">
                      <a16:creationId xmlns:a16="http://schemas.microsoft.com/office/drawing/2014/main" id="{9791337F-21E0-7EF4-6C0B-F51072F7F2EE}"/>
                    </a:ext>
                  </a:extLst>
                </p:cNvPr>
                <p:cNvPicPr/>
                <p:nvPr/>
              </p:nvPicPr>
              <p:blipFill>
                <a:blip r:embed="rId116"/>
                <a:stretch>
                  <a:fillRect/>
                </a:stretch>
              </p:blipFill>
              <p:spPr>
                <a:xfrm>
                  <a:off x="1548502" y="4220456"/>
                  <a:ext cx="34560" cy="414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17">
              <p14:nvContentPartPr>
                <p14:cNvPr id="121" name="Ink 120">
                  <a:extLst>
                    <a:ext uri="{FF2B5EF4-FFF2-40B4-BE49-F238E27FC236}">
                      <a16:creationId xmlns:a16="http://schemas.microsoft.com/office/drawing/2014/main" id="{864F86F3-1230-6670-7D31-E28E5EFF132A}"/>
                    </a:ext>
                  </a:extLst>
                </p14:cNvPr>
                <p14:cNvContentPartPr/>
                <p14:nvPr/>
              </p14:nvContentPartPr>
              <p14:xfrm>
                <a:off x="1695742" y="4305056"/>
                <a:ext cx="169920" cy="87480"/>
              </p14:xfrm>
            </p:contentPart>
          </mc:Choice>
          <mc:Fallback>
            <p:pic>
              <p:nvPicPr>
                <p:cNvPr id="121" name="Ink 120">
                  <a:extLst>
                    <a:ext uri="{FF2B5EF4-FFF2-40B4-BE49-F238E27FC236}">
                      <a16:creationId xmlns:a16="http://schemas.microsoft.com/office/drawing/2014/main" id="{864F86F3-1230-6670-7D31-E28E5EFF132A}"/>
                    </a:ext>
                  </a:extLst>
                </p:cNvPr>
                <p:cNvPicPr/>
                <p:nvPr/>
              </p:nvPicPr>
              <p:blipFill>
                <a:blip r:embed="rId118"/>
                <a:stretch>
                  <a:fillRect/>
                </a:stretch>
              </p:blipFill>
              <p:spPr>
                <a:xfrm>
                  <a:off x="1686742" y="4296416"/>
                  <a:ext cx="187560" cy="1051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19">
              <p14:nvContentPartPr>
                <p14:cNvPr id="122" name="Ink 121">
                  <a:extLst>
                    <a:ext uri="{FF2B5EF4-FFF2-40B4-BE49-F238E27FC236}">
                      <a16:creationId xmlns:a16="http://schemas.microsoft.com/office/drawing/2014/main" id="{C7F22774-71D3-E737-96F2-947841EE55C2}"/>
                    </a:ext>
                  </a:extLst>
                </p14:cNvPr>
                <p14:cNvContentPartPr/>
                <p14:nvPr/>
              </p14:nvContentPartPr>
              <p14:xfrm>
                <a:off x="1961422" y="4343216"/>
                <a:ext cx="101520" cy="290520"/>
              </p14:xfrm>
            </p:contentPart>
          </mc:Choice>
          <mc:Fallback>
            <p:pic>
              <p:nvPicPr>
                <p:cNvPr id="122" name="Ink 121">
                  <a:extLst>
                    <a:ext uri="{FF2B5EF4-FFF2-40B4-BE49-F238E27FC236}">
                      <a16:creationId xmlns:a16="http://schemas.microsoft.com/office/drawing/2014/main" id="{C7F22774-71D3-E737-96F2-947841EE55C2}"/>
                    </a:ext>
                  </a:extLst>
                </p:cNvPr>
                <p:cNvPicPr/>
                <p:nvPr/>
              </p:nvPicPr>
              <p:blipFill>
                <a:blip r:embed="rId120"/>
                <a:stretch>
                  <a:fillRect/>
                </a:stretch>
              </p:blipFill>
              <p:spPr>
                <a:xfrm>
                  <a:off x="1952782" y="4334576"/>
                  <a:ext cx="119160" cy="308160"/>
                </a:xfrm>
                <a:prstGeom prst="rect">
                  <a:avLst/>
                </a:prstGeom>
              </p:spPr>
            </p:pic>
          </mc:Fallback>
        </mc:AlternateContent>
      </p:grpSp>
      <p:grpSp>
        <p:nvGrpSpPr>
          <p:cNvPr id="126" name="Group 125">
            <a:extLst>
              <a:ext uri="{FF2B5EF4-FFF2-40B4-BE49-F238E27FC236}">
                <a16:creationId xmlns:a16="http://schemas.microsoft.com/office/drawing/2014/main" id="{665C7124-EDD7-D1C5-B326-742E752EE3BC}"/>
              </a:ext>
            </a:extLst>
          </p:cNvPr>
          <p:cNvGrpSpPr/>
          <p:nvPr/>
        </p:nvGrpSpPr>
        <p:grpSpPr>
          <a:xfrm>
            <a:off x="2268862" y="4473896"/>
            <a:ext cx="113040" cy="64440"/>
            <a:chOff x="2268862" y="4473896"/>
            <a:chExt cx="113040" cy="64440"/>
          </a:xfrm>
        </p:grpSpPr>
        <mc:AlternateContent xmlns:mc="http://schemas.openxmlformats.org/markup-compatibility/2006">
          <mc:Choice xmlns:p14="http://schemas.microsoft.com/office/powerpoint/2010/main" Requires="p14">
            <p:contentPart p14:bwMode="auto" r:id="rId121">
              <p14:nvContentPartPr>
                <p14:cNvPr id="124" name="Ink 123">
                  <a:extLst>
                    <a:ext uri="{FF2B5EF4-FFF2-40B4-BE49-F238E27FC236}">
                      <a16:creationId xmlns:a16="http://schemas.microsoft.com/office/drawing/2014/main" id="{60748993-1728-FA3F-2DF5-ED53D079BB24}"/>
                    </a:ext>
                  </a:extLst>
                </p14:cNvPr>
                <p14:cNvContentPartPr/>
                <p14:nvPr/>
              </p14:nvContentPartPr>
              <p14:xfrm>
                <a:off x="2292262" y="4529336"/>
                <a:ext cx="89640" cy="9000"/>
              </p14:xfrm>
            </p:contentPart>
          </mc:Choice>
          <mc:Fallback>
            <p:pic>
              <p:nvPicPr>
                <p:cNvPr id="124" name="Ink 123">
                  <a:extLst>
                    <a:ext uri="{FF2B5EF4-FFF2-40B4-BE49-F238E27FC236}">
                      <a16:creationId xmlns:a16="http://schemas.microsoft.com/office/drawing/2014/main" id="{60748993-1728-FA3F-2DF5-ED53D079BB24}"/>
                    </a:ext>
                  </a:extLst>
                </p:cNvPr>
                <p:cNvPicPr/>
                <p:nvPr/>
              </p:nvPicPr>
              <p:blipFill>
                <a:blip r:embed="rId122"/>
                <a:stretch>
                  <a:fillRect/>
                </a:stretch>
              </p:blipFill>
              <p:spPr>
                <a:xfrm>
                  <a:off x="2283622" y="4520336"/>
                  <a:ext cx="107280" cy="266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23">
              <p14:nvContentPartPr>
                <p14:cNvPr id="125" name="Ink 124">
                  <a:extLst>
                    <a:ext uri="{FF2B5EF4-FFF2-40B4-BE49-F238E27FC236}">
                      <a16:creationId xmlns:a16="http://schemas.microsoft.com/office/drawing/2014/main" id="{CC2F1D62-6663-A5E0-B882-1C5B356C679C}"/>
                    </a:ext>
                  </a:extLst>
                </p14:cNvPr>
                <p14:cNvContentPartPr/>
                <p14:nvPr/>
              </p14:nvContentPartPr>
              <p14:xfrm>
                <a:off x="2268862" y="4473896"/>
                <a:ext cx="97200" cy="7920"/>
              </p14:xfrm>
            </p:contentPart>
          </mc:Choice>
          <mc:Fallback>
            <p:pic>
              <p:nvPicPr>
                <p:cNvPr id="125" name="Ink 124">
                  <a:extLst>
                    <a:ext uri="{FF2B5EF4-FFF2-40B4-BE49-F238E27FC236}">
                      <a16:creationId xmlns:a16="http://schemas.microsoft.com/office/drawing/2014/main" id="{CC2F1D62-6663-A5E0-B882-1C5B356C679C}"/>
                    </a:ext>
                  </a:extLst>
                </p:cNvPr>
                <p:cNvPicPr/>
                <p:nvPr/>
              </p:nvPicPr>
              <p:blipFill>
                <a:blip r:embed="rId124"/>
                <a:stretch>
                  <a:fillRect/>
                </a:stretch>
              </p:blipFill>
              <p:spPr>
                <a:xfrm>
                  <a:off x="2259862" y="4464896"/>
                  <a:ext cx="114840" cy="25560"/>
                </a:xfrm>
                <a:prstGeom prst="rect">
                  <a:avLst/>
                </a:prstGeom>
              </p:spPr>
            </p:pic>
          </mc:Fallback>
        </mc:AlternateContent>
      </p:grpSp>
      <p:grpSp>
        <p:nvGrpSpPr>
          <p:cNvPr id="138" name="Group 137">
            <a:extLst>
              <a:ext uri="{FF2B5EF4-FFF2-40B4-BE49-F238E27FC236}">
                <a16:creationId xmlns:a16="http://schemas.microsoft.com/office/drawing/2014/main" id="{0FFE8FBA-ACFA-3ECA-0C50-0D4470107D9C}"/>
              </a:ext>
            </a:extLst>
          </p:cNvPr>
          <p:cNvGrpSpPr/>
          <p:nvPr/>
        </p:nvGrpSpPr>
        <p:grpSpPr>
          <a:xfrm>
            <a:off x="2695102" y="4026056"/>
            <a:ext cx="1238760" cy="362160"/>
            <a:chOff x="2695102" y="4026056"/>
            <a:chExt cx="1238760" cy="362160"/>
          </a:xfrm>
        </p:grpSpPr>
        <mc:AlternateContent xmlns:mc="http://schemas.openxmlformats.org/markup-compatibility/2006">
          <mc:Choice xmlns:p14="http://schemas.microsoft.com/office/powerpoint/2010/main" Requires="p14">
            <p:contentPart p14:bwMode="auto" r:id="rId125">
              <p14:nvContentPartPr>
                <p14:cNvPr id="129" name="Ink 128">
                  <a:extLst>
                    <a:ext uri="{FF2B5EF4-FFF2-40B4-BE49-F238E27FC236}">
                      <a16:creationId xmlns:a16="http://schemas.microsoft.com/office/drawing/2014/main" id="{66C34F51-FC13-FA50-C5D3-EDFDB8CC989C}"/>
                    </a:ext>
                  </a:extLst>
                </p14:cNvPr>
                <p14:cNvContentPartPr/>
                <p14:nvPr/>
              </p14:nvContentPartPr>
              <p14:xfrm>
                <a:off x="2695102" y="4264736"/>
                <a:ext cx="156240" cy="115200"/>
              </p14:xfrm>
            </p:contentPart>
          </mc:Choice>
          <mc:Fallback>
            <p:pic>
              <p:nvPicPr>
                <p:cNvPr id="129" name="Ink 128">
                  <a:extLst>
                    <a:ext uri="{FF2B5EF4-FFF2-40B4-BE49-F238E27FC236}">
                      <a16:creationId xmlns:a16="http://schemas.microsoft.com/office/drawing/2014/main" id="{66C34F51-FC13-FA50-C5D3-EDFDB8CC989C}"/>
                    </a:ext>
                  </a:extLst>
                </p:cNvPr>
                <p:cNvPicPr/>
                <p:nvPr/>
              </p:nvPicPr>
              <p:blipFill>
                <a:blip r:embed="rId126"/>
                <a:stretch>
                  <a:fillRect/>
                </a:stretch>
              </p:blipFill>
              <p:spPr>
                <a:xfrm>
                  <a:off x="2686462" y="4256096"/>
                  <a:ext cx="173880" cy="1328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27">
              <p14:nvContentPartPr>
                <p14:cNvPr id="130" name="Ink 129">
                  <a:extLst>
                    <a:ext uri="{FF2B5EF4-FFF2-40B4-BE49-F238E27FC236}">
                      <a16:creationId xmlns:a16="http://schemas.microsoft.com/office/drawing/2014/main" id="{6A6F092E-8FFD-847B-9F55-1033FCDD86C9}"/>
                    </a:ext>
                  </a:extLst>
                </p14:cNvPr>
                <p14:cNvContentPartPr/>
                <p14:nvPr/>
              </p14:nvContentPartPr>
              <p14:xfrm>
                <a:off x="2902462" y="4183736"/>
                <a:ext cx="99720" cy="154800"/>
              </p14:xfrm>
            </p:contentPart>
          </mc:Choice>
          <mc:Fallback>
            <p:pic>
              <p:nvPicPr>
                <p:cNvPr id="130" name="Ink 129">
                  <a:extLst>
                    <a:ext uri="{FF2B5EF4-FFF2-40B4-BE49-F238E27FC236}">
                      <a16:creationId xmlns:a16="http://schemas.microsoft.com/office/drawing/2014/main" id="{6A6F092E-8FFD-847B-9F55-1033FCDD86C9}"/>
                    </a:ext>
                  </a:extLst>
                </p:cNvPr>
                <p:cNvPicPr/>
                <p:nvPr/>
              </p:nvPicPr>
              <p:blipFill>
                <a:blip r:embed="rId128"/>
                <a:stretch>
                  <a:fillRect/>
                </a:stretch>
              </p:blipFill>
              <p:spPr>
                <a:xfrm>
                  <a:off x="2893822" y="4174736"/>
                  <a:ext cx="117360" cy="1724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29">
              <p14:nvContentPartPr>
                <p14:cNvPr id="131" name="Ink 130">
                  <a:extLst>
                    <a:ext uri="{FF2B5EF4-FFF2-40B4-BE49-F238E27FC236}">
                      <a16:creationId xmlns:a16="http://schemas.microsoft.com/office/drawing/2014/main" id="{8DEE4298-A9AE-5DE6-2A69-1841CB0465B9}"/>
                    </a:ext>
                  </a:extLst>
                </p14:cNvPr>
                <p14:cNvContentPartPr/>
                <p14:nvPr/>
              </p14:nvContentPartPr>
              <p14:xfrm>
                <a:off x="2844142" y="4026056"/>
                <a:ext cx="8640" cy="3960"/>
              </p14:xfrm>
            </p:contentPart>
          </mc:Choice>
          <mc:Fallback>
            <p:pic>
              <p:nvPicPr>
                <p:cNvPr id="131" name="Ink 130">
                  <a:extLst>
                    <a:ext uri="{FF2B5EF4-FFF2-40B4-BE49-F238E27FC236}">
                      <a16:creationId xmlns:a16="http://schemas.microsoft.com/office/drawing/2014/main" id="{8DEE4298-A9AE-5DE6-2A69-1841CB0465B9}"/>
                    </a:ext>
                  </a:extLst>
                </p:cNvPr>
                <p:cNvPicPr/>
                <p:nvPr/>
              </p:nvPicPr>
              <p:blipFill>
                <a:blip r:embed="rId130"/>
                <a:stretch>
                  <a:fillRect/>
                </a:stretch>
              </p:blipFill>
              <p:spPr>
                <a:xfrm>
                  <a:off x="2835142" y="4017416"/>
                  <a:ext cx="26280" cy="216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31">
              <p14:nvContentPartPr>
                <p14:cNvPr id="132" name="Ink 131">
                  <a:extLst>
                    <a:ext uri="{FF2B5EF4-FFF2-40B4-BE49-F238E27FC236}">
                      <a16:creationId xmlns:a16="http://schemas.microsoft.com/office/drawing/2014/main" id="{DC6EADA6-A9C7-7C46-803F-151A77C286A4}"/>
                    </a:ext>
                  </a:extLst>
                </p14:cNvPr>
                <p14:cNvContentPartPr/>
                <p14:nvPr/>
              </p14:nvContentPartPr>
              <p14:xfrm>
                <a:off x="2966902" y="4073216"/>
                <a:ext cx="245880" cy="110880"/>
              </p14:xfrm>
            </p:contentPart>
          </mc:Choice>
          <mc:Fallback>
            <p:pic>
              <p:nvPicPr>
                <p:cNvPr id="132" name="Ink 131">
                  <a:extLst>
                    <a:ext uri="{FF2B5EF4-FFF2-40B4-BE49-F238E27FC236}">
                      <a16:creationId xmlns:a16="http://schemas.microsoft.com/office/drawing/2014/main" id="{DC6EADA6-A9C7-7C46-803F-151A77C286A4}"/>
                    </a:ext>
                  </a:extLst>
                </p:cNvPr>
                <p:cNvPicPr/>
                <p:nvPr/>
              </p:nvPicPr>
              <p:blipFill>
                <a:blip r:embed="rId132"/>
                <a:stretch>
                  <a:fillRect/>
                </a:stretch>
              </p:blipFill>
              <p:spPr>
                <a:xfrm>
                  <a:off x="2957902" y="4064576"/>
                  <a:ext cx="263520" cy="1285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33">
              <p14:nvContentPartPr>
                <p14:cNvPr id="133" name="Ink 132">
                  <a:extLst>
                    <a:ext uri="{FF2B5EF4-FFF2-40B4-BE49-F238E27FC236}">
                      <a16:creationId xmlns:a16="http://schemas.microsoft.com/office/drawing/2014/main" id="{4D9E96D6-DAE6-09F1-EFE3-7BE6ADCA2D34}"/>
                    </a:ext>
                  </a:extLst>
                </p14:cNvPr>
                <p14:cNvContentPartPr/>
                <p14:nvPr/>
              </p14:nvContentPartPr>
              <p14:xfrm>
                <a:off x="3267862" y="4321616"/>
                <a:ext cx="129600" cy="6120"/>
              </p14:xfrm>
            </p:contentPart>
          </mc:Choice>
          <mc:Fallback>
            <p:pic>
              <p:nvPicPr>
                <p:cNvPr id="133" name="Ink 132">
                  <a:extLst>
                    <a:ext uri="{FF2B5EF4-FFF2-40B4-BE49-F238E27FC236}">
                      <a16:creationId xmlns:a16="http://schemas.microsoft.com/office/drawing/2014/main" id="{4D9E96D6-DAE6-09F1-EFE3-7BE6ADCA2D34}"/>
                    </a:ext>
                  </a:extLst>
                </p:cNvPr>
                <p:cNvPicPr/>
                <p:nvPr/>
              </p:nvPicPr>
              <p:blipFill>
                <a:blip r:embed="rId134"/>
                <a:stretch>
                  <a:fillRect/>
                </a:stretch>
              </p:blipFill>
              <p:spPr>
                <a:xfrm>
                  <a:off x="3258862" y="4312616"/>
                  <a:ext cx="147240" cy="237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35">
              <p14:nvContentPartPr>
                <p14:cNvPr id="134" name="Ink 133">
                  <a:extLst>
                    <a:ext uri="{FF2B5EF4-FFF2-40B4-BE49-F238E27FC236}">
                      <a16:creationId xmlns:a16="http://schemas.microsoft.com/office/drawing/2014/main" id="{2B74E969-823B-9F03-D8F9-38DF0443ABDE}"/>
                    </a:ext>
                  </a:extLst>
                </p14:cNvPr>
                <p14:cNvContentPartPr/>
                <p14:nvPr/>
              </p14:nvContentPartPr>
              <p14:xfrm>
                <a:off x="3528502" y="4244936"/>
                <a:ext cx="151200" cy="142200"/>
              </p14:xfrm>
            </p:contentPart>
          </mc:Choice>
          <mc:Fallback>
            <p:pic>
              <p:nvPicPr>
                <p:cNvPr id="134" name="Ink 133">
                  <a:extLst>
                    <a:ext uri="{FF2B5EF4-FFF2-40B4-BE49-F238E27FC236}">
                      <a16:creationId xmlns:a16="http://schemas.microsoft.com/office/drawing/2014/main" id="{2B74E969-823B-9F03-D8F9-38DF0443ABDE}"/>
                    </a:ext>
                  </a:extLst>
                </p:cNvPr>
                <p:cNvPicPr/>
                <p:nvPr/>
              </p:nvPicPr>
              <p:blipFill>
                <a:blip r:embed="rId136"/>
                <a:stretch>
                  <a:fillRect/>
                </a:stretch>
              </p:blipFill>
              <p:spPr>
                <a:xfrm>
                  <a:off x="3519502" y="4235936"/>
                  <a:ext cx="168840" cy="1598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37">
              <p14:nvContentPartPr>
                <p14:cNvPr id="135" name="Ink 134">
                  <a:extLst>
                    <a:ext uri="{FF2B5EF4-FFF2-40B4-BE49-F238E27FC236}">
                      <a16:creationId xmlns:a16="http://schemas.microsoft.com/office/drawing/2014/main" id="{E2215C5F-DC10-8E97-D593-E8F817FAEE80}"/>
                    </a:ext>
                  </a:extLst>
                </p14:cNvPr>
                <p14:cNvContentPartPr/>
                <p14:nvPr/>
              </p14:nvContentPartPr>
              <p14:xfrm>
                <a:off x="3775462" y="4385696"/>
                <a:ext cx="4680" cy="2520"/>
              </p14:xfrm>
            </p:contentPart>
          </mc:Choice>
          <mc:Fallback>
            <p:pic>
              <p:nvPicPr>
                <p:cNvPr id="135" name="Ink 134">
                  <a:extLst>
                    <a:ext uri="{FF2B5EF4-FFF2-40B4-BE49-F238E27FC236}">
                      <a16:creationId xmlns:a16="http://schemas.microsoft.com/office/drawing/2014/main" id="{E2215C5F-DC10-8E97-D593-E8F817FAEE80}"/>
                    </a:ext>
                  </a:extLst>
                </p:cNvPr>
                <p:cNvPicPr/>
                <p:nvPr/>
              </p:nvPicPr>
              <p:blipFill>
                <a:blip r:embed="rId138"/>
                <a:stretch>
                  <a:fillRect/>
                </a:stretch>
              </p:blipFill>
              <p:spPr>
                <a:xfrm>
                  <a:off x="3766822" y="4377056"/>
                  <a:ext cx="22320" cy="201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39">
              <p14:nvContentPartPr>
                <p14:cNvPr id="136" name="Ink 135">
                  <a:extLst>
                    <a:ext uri="{FF2B5EF4-FFF2-40B4-BE49-F238E27FC236}">
                      <a16:creationId xmlns:a16="http://schemas.microsoft.com/office/drawing/2014/main" id="{2B888FD0-CFD2-A98A-F887-C536893A951B}"/>
                    </a:ext>
                  </a:extLst>
                </p14:cNvPr>
                <p14:cNvContentPartPr/>
                <p14:nvPr/>
              </p14:nvContentPartPr>
              <p14:xfrm>
                <a:off x="3820822" y="4199576"/>
                <a:ext cx="106200" cy="81360"/>
              </p14:xfrm>
            </p:contentPart>
          </mc:Choice>
          <mc:Fallback>
            <p:pic>
              <p:nvPicPr>
                <p:cNvPr id="136" name="Ink 135">
                  <a:extLst>
                    <a:ext uri="{FF2B5EF4-FFF2-40B4-BE49-F238E27FC236}">
                      <a16:creationId xmlns:a16="http://schemas.microsoft.com/office/drawing/2014/main" id="{2B888FD0-CFD2-A98A-F887-C536893A951B}"/>
                    </a:ext>
                  </a:extLst>
                </p:cNvPr>
                <p:cNvPicPr/>
                <p:nvPr/>
              </p:nvPicPr>
              <p:blipFill>
                <a:blip r:embed="rId140"/>
                <a:stretch>
                  <a:fillRect/>
                </a:stretch>
              </p:blipFill>
              <p:spPr>
                <a:xfrm>
                  <a:off x="3811822" y="4190576"/>
                  <a:ext cx="123840" cy="990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41">
              <p14:nvContentPartPr>
                <p14:cNvPr id="137" name="Ink 136">
                  <a:extLst>
                    <a:ext uri="{FF2B5EF4-FFF2-40B4-BE49-F238E27FC236}">
                      <a16:creationId xmlns:a16="http://schemas.microsoft.com/office/drawing/2014/main" id="{36D3EE29-3D9A-9AF2-BF5A-B06AC1C28E4B}"/>
                    </a:ext>
                  </a:extLst>
                </p14:cNvPr>
                <p14:cNvContentPartPr/>
                <p14:nvPr/>
              </p14:nvContentPartPr>
              <p14:xfrm>
                <a:off x="3848182" y="4275536"/>
                <a:ext cx="85680" cy="79560"/>
              </p14:xfrm>
            </p:contentPart>
          </mc:Choice>
          <mc:Fallback>
            <p:pic>
              <p:nvPicPr>
                <p:cNvPr id="137" name="Ink 136">
                  <a:extLst>
                    <a:ext uri="{FF2B5EF4-FFF2-40B4-BE49-F238E27FC236}">
                      <a16:creationId xmlns:a16="http://schemas.microsoft.com/office/drawing/2014/main" id="{36D3EE29-3D9A-9AF2-BF5A-B06AC1C28E4B}"/>
                    </a:ext>
                  </a:extLst>
                </p:cNvPr>
                <p:cNvPicPr/>
                <p:nvPr/>
              </p:nvPicPr>
              <p:blipFill>
                <a:blip r:embed="rId142"/>
                <a:stretch>
                  <a:fillRect/>
                </a:stretch>
              </p:blipFill>
              <p:spPr>
                <a:xfrm>
                  <a:off x="3839182" y="4266536"/>
                  <a:ext cx="103320" cy="97200"/>
                </a:xfrm>
                <a:prstGeom prst="rect">
                  <a:avLst/>
                </a:prstGeom>
              </p:spPr>
            </p:pic>
          </mc:Fallback>
        </mc:AlternateContent>
      </p:grpSp>
      <mc:AlternateContent xmlns:mc="http://schemas.openxmlformats.org/markup-compatibility/2006">
        <mc:Choice xmlns:p14="http://schemas.microsoft.com/office/powerpoint/2010/main" Requires="p14">
          <p:contentPart p14:bwMode="auto" r:id="rId143">
            <p14:nvContentPartPr>
              <p14:cNvPr id="139" name="Ink 138">
                <a:extLst>
                  <a:ext uri="{FF2B5EF4-FFF2-40B4-BE49-F238E27FC236}">
                    <a16:creationId xmlns:a16="http://schemas.microsoft.com/office/drawing/2014/main" id="{8C9038DB-90B7-D23F-4E9B-E6B1BB4426C1}"/>
                  </a:ext>
                </a:extLst>
              </p14:cNvPr>
              <p14:cNvContentPartPr/>
              <p14:nvPr/>
            </p14:nvContentPartPr>
            <p14:xfrm>
              <a:off x="2705182" y="4544816"/>
              <a:ext cx="1266480" cy="21960"/>
            </p14:xfrm>
          </p:contentPart>
        </mc:Choice>
        <mc:Fallback>
          <p:pic>
            <p:nvPicPr>
              <p:cNvPr id="139" name="Ink 138">
                <a:extLst>
                  <a:ext uri="{FF2B5EF4-FFF2-40B4-BE49-F238E27FC236}">
                    <a16:creationId xmlns:a16="http://schemas.microsoft.com/office/drawing/2014/main" id="{8C9038DB-90B7-D23F-4E9B-E6B1BB4426C1}"/>
                  </a:ext>
                </a:extLst>
              </p:cNvPr>
              <p:cNvPicPr/>
              <p:nvPr/>
            </p:nvPicPr>
            <p:blipFill>
              <a:blip r:embed="rId144"/>
              <a:stretch>
                <a:fillRect/>
              </a:stretch>
            </p:blipFill>
            <p:spPr>
              <a:xfrm>
                <a:off x="2696182" y="4536176"/>
                <a:ext cx="1284120" cy="39600"/>
              </a:xfrm>
              <a:prstGeom prst="rect">
                <a:avLst/>
              </a:prstGeom>
            </p:spPr>
          </p:pic>
        </mc:Fallback>
      </mc:AlternateContent>
      <p:grpSp>
        <p:nvGrpSpPr>
          <p:cNvPr id="150" name="Group 149">
            <a:extLst>
              <a:ext uri="{FF2B5EF4-FFF2-40B4-BE49-F238E27FC236}">
                <a16:creationId xmlns:a16="http://schemas.microsoft.com/office/drawing/2014/main" id="{51CC79F6-E58F-FF3A-99D2-314962EFC55A}"/>
              </a:ext>
            </a:extLst>
          </p:cNvPr>
          <p:cNvGrpSpPr/>
          <p:nvPr/>
        </p:nvGrpSpPr>
        <p:grpSpPr>
          <a:xfrm>
            <a:off x="2801662" y="4656776"/>
            <a:ext cx="1191960" cy="282240"/>
            <a:chOff x="2801662" y="4656776"/>
            <a:chExt cx="1191960" cy="282240"/>
          </a:xfrm>
        </p:grpSpPr>
        <mc:AlternateContent xmlns:mc="http://schemas.openxmlformats.org/markup-compatibility/2006">
          <mc:Choice xmlns:p14="http://schemas.microsoft.com/office/powerpoint/2010/main" Requires="p14">
            <p:contentPart p14:bwMode="auto" r:id="rId145">
              <p14:nvContentPartPr>
                <p14:cNvPr id="140" name="Ink 139">
                  <a:extLst>
                    <a:ext uri="{FF2B5EF4-FFF2-40B4-BE49-F238E27FC236}">
                      <a16:creationId xmlns:a16="http://schemas.microsoft.com/office/drawing/2014/main" id="{4993ABB8-8D22-B9FD-4B9D-F6089E1CB1C4}"/>
                    </a:ext>
                  </a:extLst>
                </p14:cNvPr>
                <p14:cNvContentPartPr/>
                <p14:nvPr/>
              </p14:nvContentPartPr>
              <p14:xfrm>
                <a:off x="2801662" y="4826696"/>
                <a:ext cx="151560" cy="112320"/>
              </p14:xfrm>
            </p:contentPart>
          </mc:Choice>
          <mc:Fallback>
            <p:pic>
              <p:nvPicPr>
                <p:cNvPr id="140" name="Ink 139">
                  <a:extLst>
                    <a:ext uri="{FF2B5EF4-FFF2-40B4-BE49-F238E27FC236}">
                      <a16:creationId xmlns:a16="http://schemas.microsoft.com/office/drawing/2014/main" id="{4993ABB8-8D22-B9FD-4B9D-F6089E1CB1C4}"/>
                    </a:ext>
                  </a:extLst>
                </p:cNvPr>
                <p:cNvPicPr/>
                <p:nvPr/>
              </p:nvPicPr>
              <p:blipFill>
                <a:blip r:embed="rId146"/>
                <a:stretch>
                  <a:fillRect/>
                </a:stretch>
              </p:blipFill>
              <p:spPr>
                <a:xfrm>
                  <a:off x="2792662" y="4818056"/>
                  <a:ext cx="169200" cy="1299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47">
              <p14:nvContentPartPr>
                <p14:cNvPr id="141" name="Ink 140">
                  <a:extLst>
                    <a:ext uri="{FF2B5EF4-FFF2-40B4-BE49-F238E27FC236}">
                      <a16:creationId xmlns:a16="http://schemas.microsoft.com/office/drawing/2014/main" id="{816EDD5D-2706-27F0-313F-205296B86D44}"/>
                    </a:ext>
                  </a:extLst>
                </p14:cNvPr>
                <p14:cNvContentPartPr/>
                <p14:nvPr/>
              </p14:nvContentPartPr>
              <p14:xfrm>
                <a:off x="2961142" y="4757936"/>
                <a:ext cx="81360" cy="153720"/>
              </p14:xfrm>
            </p:contentPart>
          </mc:Choice>
          <mc:Fallback>
            <p:pic>
              <p:nvPicPr>
                <p:cNvPr id="141" name="Ink 140">
                  <a:extLst>
                    <a:ext uri="{FF2B5EF4-FFF2-40B4-BE49-F238E27FC236}">
                      <a16:creationId xmlns:a16="http://schemas.microsoft.com/office/drawing/2014/main" id="{816EDD5D-2706-27F0-313F-205296B86D44}"/>
                    </a:ext>
                  </a:extLst>
                </p:cNvPr>
                <p:cNvPicPr/>
                <p:nvPr/>
              </p:nvPicPr>
              <p:blipFill>
                <a:blip r:embed="rId148"/>
                <a:stretch>
                  <a:fillRect/>
                </a:stretch>
              </p:blipFill>
              <p:spPr>
                <a:xfrm>
                  <a:off x="2952142" y="4748936"/>
                  <a:ext cx="99000" cy="1713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49">
              <p14:nvContentPartPr>
                <p14:cNvPr id="142" name="Ink 141">
                  <a:extLst>
                    <a:ext uri="{FF2B5EF4-FFF2-40B4-BE49-F238E27FC236}">
                      <a16:creationId xmlns:a16="http://schemas.microsoft.com/office/drawing/2014/main" id="{BB5287D2-05A0-A981-0077-7F09ACB24C6A}"/>
                    </a:ext>
                  </a:extLst>
                </p14:cNvPr>
                <p14:cNvContentPartPr/>
                <p14:nvPr/>
              </p14:nvContentPartPr>
              <p14:xfrm>
                <a:off x="2934502" y="4656776"/>
                <a:ext cx="15120" cy="25560"/>
              </p14:xfrm>
            </p:contentPart>
          </mc:Choice>
          <mc:Fallback>
            <p:pic>
              <p:nvPicPr>
                <p:cNvPr id="142" name="Ink 141">
                  <a:extLst>
                    <a:ext uri="{FF2B5EF4-FFF2-40B4-BE49-F238E27FC236}">
                      <a16:creationId xmlns:a16="http://schemas.microsoft.com/office/drawing/2014/main" id="{BB5287D2-05A0-A981-0077-7F09ACB24C6A}"/>
                    </a:ext>
                  </a:extLst>
                </p:cNvPr>
                <p:cNvPicPr/>
                <p:nvPr/>
              </p:nvPicPr>
              <p:blipFill>
                <a:blip r:embed="rId150"/>
                <a:stretch>
                  <a:fillRect/>
                </a:stretch>
              </p:blipFill>
              <p:spPr>
                <a:xfrm>
                  <a:off x="2925502" y="4648136"/>
                  <a:ext cx="32760" cy="432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51">
              <p14:nvContentPartPr>
                <p14:cNvPr id="143" name="Ink 142">
                  <a:extLst>
                    <a:ext uri="{FF2B5EF4-FFF2-40B4-BE49-F238E27FC236}">
                      <a16:creationId xmlns:a16="http://schemas.microsoft.com/office/drawing/2014/main" id="{5BAB4AB6-98A9-258E-EE42-7CFE8FC09CE6}"/>
                    </a:ext>
                  </a:extLst>
                </p14:cNvPr>
                <p14:cNvContentPartPr/>
                <p14:nvPr/>
              </p14:nvContentPartPr>
              <p14:xfrm>
                <a:off x="3053662" y="4674056"/>
                <a:ext cx="180000" cy="110520"/>
              </p14:xfrm>
            </p:contentPart>
          </mc:Choice>
          <mc:Fallback>
            <p:pic>
              <p:nvPicPr>
                <p:cNvPr id="143" name="Ink 142">
                  <a:extLst>
                    <a:ext uri="{FF2B5EF4-FFF2-40B4-BE49-F238E27FC236}">
                      <a16:creationId xmlns:a16="http://schemas.microsoft.com/office/drawing/2014/main" id="{5BAB4AB6-98A9-258E-EE42-7CFE8FC09CE6}"/>
                    </a:ext>
                  </a:extLst>
                </p:cNvPr>
                <p:cNvPicPr/>
                <p:nvPr/>
              </p:nvPicPr>
              <p:blipFill>
                <a:blip r:embed="rId152"/>
                <a:stretch>
                  <a:fillRect/>
                </a:stretch>
              </p:blipFill>
              <p:spPr>
                <a:xfrm>
                  <a:off x="3044662" y="4665056"/>
                  <a:ext cx="197640" cy="1281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53">
              <p14:nvContentPartPr>
                <p14:cNvPr id="145" name="Ink 144">
                  <a:extLst>
                    <a:ext uri="{FF2B5EF4-FFF2-40B4-BE49-F238E27FC236}">
                      <a16:creationId xmlns:a16="http://schemas.microsoft.com/office/drawing/2014/main" id="{9099A386-41DC-C58E-2DB4-F3ACBD3DD418}"/>
                    </a:ext>
                  </a:extLst>
                </p14:cNvPr>
                <p14:cNvContentPartPr/>
                <p14:nvPr/>
              </p14:nvContentPartPr>
              <p14:xfrm>
                <a:off x="3354982" y="4821296"/>
                <a:ext cx="122040" cy="6120"/>
              </p14:xfrm>
            </p:contentPart>
          </mc:Choice>
          <mc:Fallback>
            <p:pic>
              <p:nvPicPr>
                <p:cNvPr id="145" name="Ink 144">
                  <a:extLst>
                    <a:ext uri="{FF2B5EF4-FFF2-40B4-BE49-F238E27FC236}">
                      <a16:creationId xmlns:a16="http://schemas.microsoft.com/office/drawing/2014/main" id="{9099A386-41DC-C58E-2DB4-F3ACBD3DD418}"/>
                    </a:ext>
                  </a:extLst>
                </p:cNvPr>
                <p:cNvPicPr/>
                <p:nvPr/>
              </p:nvPicPr>
              <p:blipFill>
                <a:blip r:embed="rId154"/>
                <a:stretch>
                  <a:fillRect/>
                </a:stretch>
              </p:blipFill>
              <p:spPr>
                <a:xfrm>
                  <a:off x="3346342" y="4812656"/>
                  <a:ext cx="139680" cy="237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55">
              <p14:nvContentPartPr>
                <p14:cNvPr id="146" name="Ink 145">
                  <a:extLst>
                    <a:ext uri="{FF2B5EF4-FFF2-40B4-BE49-F238E27FC236}">
                      <a16:creationId xmlns:a16="http://schemas.microsoft.com/office/drawing/2014/main" id="{74CBCA1B-FA61-DD7A-76C6-9621E2A3447D}"/>
                    </a:ext>
                  </a:extLst>
                </p14:cNvPr>
                <p14:cNvContentPartPr/>
                <p14:nvPr/>
              </p14:nvContentPartPr>
              <p14:xfrm>
                <a:off x="3577462" y="4753616"/>
                <a:ext cx="176400" cy="111960"/>
              </p14:xfrm>
            </p:contentPart>
          </mc:Choice>
          <mc:Fallback>
            <p:pic>
              <p:nvPicPr>
                <p:cNvPr id="146" name="Ink 145">
                  <a:extLst>
                    <a:ext uri="{FF2B5EF4-FFF2-40B4-BE49-F238E27FC236}">
                      <a16:creationId xmlns:a16="http://schemas.microsoft.com/office/drawing/2014/main" id="{74CBCA1B-FA61-DD7A-76C6-9621E2A3447D}"/>
                    </a:ext>
                  </a:extLst>
                </p:cNvPr>
                <p:cNvPicPr/>
                <p:nvPr/>
              </p:nvPicPr>
              <p:blipFill>
                <a:blip r:embed="rId156"/>
                <a:stretch>
                  <a:fillRect/>
                </a:stretch>
              </p:blipFill>
              <p:spPr>
                <a:xfrm>
                  <a:off x="3568462" y="4744616"/>
                  <a:ext cx="194040" cy="1296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57">
              <p14:nvContentPartPr>
                <p14:cNvPr id="147" name="Ink 146">
                  <a:extLst>
                    <a:ext uri="{FF2B5EF4-FFF2-40B4-BE49-F238E27FC236}">
                      <a16:creationId xmlns:a16="http://schemas.microsoft.com/office/drawing/2014/main" id="{4268A6E5-B164-738D-B8E7-F9ADF0783130}"/>
                    </a:ext>
                  </a:extLst>
                </p14:cNvPr>
                <p14:cNvContentPartPr/>
                <p14:nvPr/>
              </p14:nvContentPartPr>
              <p14:xfrm>
                <a:off x="3811462" y="4880336"/>
                <a:ext cx="1440" cy="3600"/>
              </p14:xfrm>
            </p:contentPart>
          </mc:Choice>
          <mc:Fallback>
            <p:pic>
              <p:nvPicPr>
                <p:cNvPr id="147" name="Ink 146">
                  <a:extLst>
                    <a:ext uri="{FF2B5EF4-FFF2-40B4-BE49-F238E27FC236}">
                      <a16:creationId xmlns:a16="http://schemas.microsoft.com/office/drawing/2014/main" id="{4268A6E5-B164-738D-B8E7-F9ADF0783130}"/>
                    </a:ext>
                  </a:extLst>
                </p:cNvPr>
                <p:cNvPicPr/>
                <p:nvPr/>
              </p:nvPicPr>
              <p:blipFill>
                <a:blip r:embed="rId138"/>
                <a:stretch>
                  <a:fillRect/>
                </a:stretch>
              </p:blipFill>
              <p:spPr>
                <a:xfrm>
                  <a:off x="3802822" y="4871336"/>
                  <a:ext cx="19080" cy="212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58">
              <p14:nvContentPartPr>
                <p14:cNvPr id="148" name="Ink 147">
                  <a:extLst>
                    <a:ext uri="{FF2B5EF4-FFF2-40B4-BE49-F238E27FC236}">
                      <a16:creationId xmlns:a16="http://schemas.microsoft.com/office/drawing/2014/main" id="{58EF1C64-C05E-2004-3BED-0D9AD9950323}"/>
                    </a:ext>
                  </a:extLst>
                </p14:cNvPr>
                <p14:cNvContentPartPr/>
                <p14:nvPr/>
              </p14:nvContentPartPr>
              <p14:xfrm>
                <a:off x="3848542" y="4744256"/>
                <a:ext cx="101520" cy="104760"/>
              </p14:xfrm>
            </p:contentPart>
          </mc:Choice>
          <mc:Fallback>
            <p:pic>
              <p:nvPicPr>
                <p:cNvPr id="148" name="Ink 147">
                  <a:extLst>
                    <a:ext uri="{FF2B5EF4-FFF2-40B4-BE49-F238E27FC236}">
                      <a16:creationId xmlns:a16="http://schemas.microsoft.com/office/drawing/2014/main" id="{58EF1C64-C05E-2004-3BED-0D9AD9950323}"/>
                    </a:ext>
                  </a:extLst>
                </p:cNvPr>
                <p:cNvPicPr/>
                <p:nvPr/>
              </p:nvPicPr>
              <p:blipFill>
                <a:blip r:embed="rId159"/>
                <a:stretch>
                  <a:fillRect/>
                </a:stretch>
              </p:blipFill>
              <p:spPr>
                <a:xfrm>
                  <a:off x="3839902" y="4735616"/>
                  <a:ext cx="119160" cy="1224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60">
              <p14:nvContentPartPr>
                <p14:cNvPr id="149" name="Ink 148">
                  <a:extLst>
                    <a:ext uri="{FF2B5EF4-FFF2-40B4-BE49-F238E27FC236}">
                      <a16:creationId xmlns:a16="http://schemas.microsoft.com/office/drawing/2014/main" id="{4A1DC37D-FAF0-17EB-8C9B-EF7607170980}"/>
                    </a:ext>
                  </a:extLst>
                </p14:cNvPr>
                <p14:cNvContentPartPr/>
                <p14:nvPr/>
              </p14:nvContentPartPr>
              <p14:xfrm>
                <a:off x="3838102" y="4683776"/>
                <a:ext cx="155520" cy="18000"/>
              </p14:xfrm>
            </p:contentPart>
          </mc:Choice>
          <mc:Fallback>
            <p:pic>
              <p:nvPicPr>
                <p:cNvPr id="149" name="Ink 148">
                  <a:extLst>
                    <a:ext uri="{FF2B5EF4-FFF2-40B4-BE49-F238E27FC236}">
                      <a16:creationId xmlns:a16="http://schemas.microsoft.com/office/drawing/2014/main" id="{4A1DC37D-FAF0-17EB-8C9B-EF7607170980}"/>
                    </a:ext>
                  </a:extLst>
                </p:cNvPr>
                <p:cNvPicPr/>
                <p:nvPr/>
              </p:nvPicPr>
              <p:blipFill>
                <a:blip r:embed="rId161"/>
                <a:stretch>
                  <a:fillRect/>
                </a:stretch>
              </p:blipFill>
              <p:spPr>
                <a:xfrm>
                  <a:off x="3829462" y="4674776"/>
                  <a:ext cx="173160" cy="35640"/>
                </a:xfrm>
                <a:prstGeom prst="rect">
                  <a:avLst/>
                </a:prstGeom>
              </p:spPr>
            </p:pic>
          </mc:Fallback>
        </mc:AlternateContent>
      </p:grpSp>
      <p:grpSp>
        <p:nvGrpSpPr>
          <p:cNvPr id="203" name="Group 202">
            <a:extLst>
              <a:ext uri="{FF2B5EF4-FFF2-40B4-BE49-F238E27FC236}">
                <a16:creationId xmlns:a16="http://schemas.microsoft.com/office/drawing/2014/main" id="{4E351892-DA2F-F386-3243-EA6889BA6589}"/>
              </a:ext>
            </a:extLst>
          </p:cNvPr>
          <p:cNvGrpSpPr/>
          <p:nvPr/>
        </p:nvGrpSpPr>
        <p:grpSpPr>
          <a:xfrm>
            <a:off x="2658022" y="5411696"/>
            <a:ext cx="4403520" cy="629280"/>
            <a:chOff x="2658022" y="5411696"/>
            <a:chExt cx="4403520" cy="629280"/>
          </a:xfrm>
        </p:grpSpPr>
        <mc:AlternateContent xmlns:mc="http://schemas.openxmlformats.org/markup-compatibility/2006">
          <mc:Choice xmlns:p14="http://schemas.microsoft.com/office/powerpoint/2010/main" Requires="p14">
            <p:contentPart p14:bwMode="auto" r:id="rId162">
              <p14:nvContentPartPr>
                <p14:cNvPr id="106" name="Ink 105">
                  <a:extLst>
                    <a:ext uri="{FF2B5EF4-FFF2-40B4-BE49-F238E27FC236}">
                      <a16:creationId xmlns:a16="http://schemas.microsoft.com/office/drawing/2014/main" id="{E463E2C9-4D59-9131-967D-B438629BF69C}"/>
                    </a:ext>
                  </a:extLst>
                </p14:cNvPr>
                <p14:cNvContentPartPr/>
                <p14:nvPr/>
              </p14:nvContentPartPr>
              <p14:xfrm>
                <a:off x="2679262" y="5587376"/>
                <a:ext cx="81720" cy="218160"/>
              </p14:xfrm>
            </p:contentPart>
          </mc:Choice>
          <mc:Fallback>
            <p:pic>
              <p:nvPicPr>
                <p:cNvPr id="106" name="Ink 105">
                  <a:extLst>
                    <a:ext uri="{FF2B5EF4-FFF2-40B4-BE49-F238E27FC236}">
                      <a16:creationId xmlns:a16="http://schemas.microsoft.com/office/drawing/2014/main" id="{E463E2C9-4D59-9131-967D-B438629BF69C}"/>
                    </a:ext>
                  </a:extLst>
                </p:cNvPr>
                <p:cNvPicPr/>
                <p:nvPr/>
              </p:nvPicPr>
              <p:blipFill>
                <a:blip r:embed="rId163"/>
                <a:stretch>
                  <a:fillRect/>
                </a:stretch>
              </p:blipFill>
              <p:spPr>
                <a:xfrm>
                  <a:off x="2670262" y="5578376"/>
                  <a:ext cx="99360" cy="2358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64">
              <p14:nvContentPartPr>
                <p14:cNvPr id="107" name="Ink 106">
                  <a:extLst>
                    <a:ext uri="{FF2B5EF4-FFF2-40B4-BE49-F238E27FC236}">
                      <a16:creationId xmlns:a16="http://schemas.microsoft.com/office/drawing/2014/main" id="{FD90EE48-BCFA-F38B-DE08-22FE3BAF6075}"/>
                    </a:ext>
                  </a:extLst>
                </p14:cNvPr>
                <p14:cNvContentPartPr/>
                <p14:nvPr/>
              </p14:nvContentPartPr>
              <p14:xfrm>
                <a:off x="2658022" y="5703296"/>
                <a:ext cx="143640" cy="28080"/>
              </p14:xfrm>
            </p:contentPart>
          </mc:Choice>
          <mc:Fallback>
            <p:pic>
              <p:nvPicPr>
                <p:cNvPr id="107" name="Ink 106">
                  <a:extLst>
                    <a:ext uri="{FF2B5EF4-FFF2-40B4-BE49-F238E27FC236}">
                      <a16:creationId xmlns:a16="http://schemas.microsoft.com/office/drawing/2014/main" id="{FD90EE48-BCFA-F38B-DE08-22FE3BAF6075}"/>
                    </a:ext>
                  </a:extLst>
                </p:cNvPr>
                <p:cNvPicPr/>
                <p:nvPr/>
              </p:nvPicPr>
              <p:blipFill>
                <a:blip r:embed="rId165"/>
                <a:stretch>
                  <a:fillRect/>
                </a:stretch>
              </p:blipFill>
              <p:spPr>
                <a:xfrm>
                  <a:off x="2649382" y="5694296"/>
                  <a:ext cx="161280" cy="457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66">
              <p14:nvContentPartPr>
                <p14:cNvPr id="108" name="Ink 107">
                  <a:extLst>
                    <a:ext uri="{FF2B5EF4-FFF2-40B4-BE49-F238E27FC236}">
                      <a16:creationId xmlns:a16="http://schemas.microsoft.com/office/drawing/2014/main" id="{E3BE374E-D1BB-E286-4036-B190DA56F5B6}"/>
                    </a:ext>
                  </a:extLst>
                </p14:cNvPr>
                <p14:cNvContentPartPr/>
                <p14:nvPr/>
              </p14:nvContentPartPr>
              <p14:xfrm>
                <a:off x="2836582" y="5699336"/>
                <a:ext cx="127800" cy="70560"/>
              </p14:xfrm>
            </p:contentPart>
          </mc:Choice>
          <mc:Fallback>
            <p:pic>
              <p:nvPicPr>
                <p:cNvPr id="108" name="Ink 107">
                  <a:extLst>
                    <a:ext uri="{FF2B5EF4-FFF2-40B4-BE49-F238E27FC236}">
                      <a16:creationId xmlns:a16="http://schemas.microsoft.com/office/drawing/2014/main" id="{E3BE374E-D1BB-E286-4036-B190DA56F5B6}"/>
                    </a:ext>
                  </a:extLst>
                </p:cNvPr>
                <p:cNvPicPr/>
                <p:nvPr/>
              </p:nvPicPr>
              <p:blipFill>
                <a:blip r:embed="rId167"/>
                <a:stretch>
                  <a:fillRect/>
                </a:stretch>
              </p:blipFill>
              <p:spPr>
                <a:xfrm>
                  <a:off x="2827942" y="5690336"/>
                  <a:ext cx="145440" cy="882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68">
              <p14:nvContentPartPr>
                <p14:cNvPr id="109" name="Ink 108">
                  <a:extLst>
                    <a:ext uri="{FF2B5EF4-FFF2-40B4-BE49-F238E27FC236}">
                      <a16:creationId xmlns:a16="http://schemas.microsoft.com/office/drawing/2014/main" id="{66E95556-D8DA-7AA7-12E8-826C897A7674}"/>
                    </a:ext>
                  </a:extLst>
                </p14:cNvPr>
                <p14:cNvContentPartPr/>
                <p14:nvPr/>
              </p14:nvContentPartPr>
              <p14:xfrm>
                <a:off x="3014062" y="5730656"/>
                <a:ext cx="164880" cy="54000"/>
              </p14:xfrm>
            </p:contentPart>
          </mc:Choice>
          <mc:Fallback>
            <p:pic>
              <p:nvPicPr>
                <p:cNvPr id="109" name="Ink 108">
                  <a:extLst>
                    <a:ext uri="{FF2B5EF4-FFF2-40B4-BE49-F238E27FC236}">
                      <a16:creationId xmlns:a16="http://schemas.microsoft.com/office/drawing/2014/main" id="{66E95556-D8DA-7AA7-12E8-826C897A7674}"/>
                    </a:ext>
                  </a:extLst>
                </p:cNvPr>
                <p:cNvPicPr/>
                <p:nvPr/>
              </p:nvPicPr>
              <p:blipFill>
                <a:blip r:embed="rId169"/>
                <a:stretch>
                  <a:fillRect/>
                </a:stretch>
              </p:blipFill>
              <p:spPr>
                <a:xfrm>
                  <a:off x="3005422" y="5722016"/>
                  <a:ext cx="182520" cy="716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70">
              <p14:nvContentPartPr>
                <p14:cNvPr id="110" name="Ink 109">
                  <a:extLst>
                    <a:ext uri="{FF2B5EF4-FFF2-40B4-BE49-F238E27FC236}">
                      <a16:creationId xmlns:a16="http://schemas.microsoft.com/office/drawing/2014/main" id="{F9064177-FB51-1607-AC12-05869755CA91}"/>
                    </a:ext>
                  </a:extLst>
                </p14:cNvPr>
                <p14:cNvContentPartPr/>
                <p14:nvPr/>
              </p14:nvContentPartPr>
              <p14:xfrm>
                <a:off x="3137542" y="5592416"/>
                <a:ext cx="116280" cy="3600"/>
              </p14:xfrm>
            </p:contentPart>
          </mc:Choice>
          <mc:Fallback>
            <p:pic>
              <p:nvPicPr>
                <p:cNvPr id="110" name="Ink 109">
                  <a:extLst>
                    <a:ext uri="{FF2B5EF4-FFF2-40B4-BE49-F238E27FC236}">
                      <a16:creationId xmlns:a16="http://schemas.microsoft.com/office/drawing/2014/main" id="{F9064177-FB51-1607-AC12-05869755CA91}"/>
                    </a:ext>
                  </a:extLst>
                </p:cNvPr>
                <p:cNvPicPr/>
                <p:nvPr/>
              </p:nvPicPr>
              <p:blipFill>
                <a:blip r:embed="rId171"/>
                <a:stretch>
                  <a:fillRect/>
                </a:stretch>
              </p:blipFill>
              <p:spPr>
                <a:xfrm>
                  <a:off x="3128542" y="5583776"/>
                  <a:ext cx="133920" cy="212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72">
              <p14:nvContentPartPr>
                <p14:cNvPr id="111" name="Ink 110">
                  <a:extLst>
                    <a:ext uri="{FF2B5EF4-FFF2-40B4-BE49-F238E27FC236}">
                      <a16:creationId xmlns:a16="http://schemas.microsoft.com/office/drawing/2014/main" id="{1AADE15A-DB00-2551-CC8C-D54A44DD6889}"/>
                    </a:ext>
                  </a:extLst>
                </p14:cNvPr>
                <p14:cNvContentPartPr/>
                <p14:nvPr/>
              </p14:nvContentPartPr>
              <p14:xfrm>
                <a:off x="3290542" y="5512856"/>
                <a:ext cx="46080" cy="82440"/>
              </p14:xfrm>
            </p:contentPart>
          </mc:Choice>
          <mc:Fallback>
            <p:pic>
              <p:nvPicPr>
                <p:cNvPr id="111" name="Ink 110">
                  <a:extLst>
                    <a:ext uri="{FF2B5EF4-FFF2-40B4-BE49-F238E27FC236}">
                      <a16:creationId xmlns:a16="http://schemas.microsoft.com/office/drawing/2014/main" id="{1AADE15A-DB00-2551-CC8C-D54A44DD6889}"/>
                    </a:ext>
                  </a:extLst>
                </p:cNvPr>
                <p:cNvPicPr/>
                <p:nvPr/>
              </p:nvPicPr>
              <p:blipFill>
                <a:blip r:embed="rId173"/>
                <a:stretch>
                  <a:fillRect/>
                </a:stretch>
              </p:blipFill>
              <p:spPr>
                <a:xfrm>
                  <a:off x="3281902" y="5503856"/>
                  <a:ext cx="63720" cy="1000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74">
              <p14:nvContentPartPr>
                <p14:cNvPr id="154" name="Ink 153">
                  <a:extLst>
                    <a:ext uri="{FF2B5EF4-FFF2-40B4-BE49-F238E27FC236}">
                      <a16:creationId xmlns:a16="http://schemas.microsoft.com/office/drawing/2014/main" id="{64B8E56D-BBE5-A79F-FC55-8F4DFA36B053}"/>
                    </a:ext>
                  </a:extLst>
                </p14:cNvPr>
                <p14:cNvContentPartPr/>
                <p14:nvPr/>
              </p14:nvContentPartPr>
              <p14:xfrm>
                <a:off x="3631102" y="5511776"/>
                <a:ext cx="147600" cy="123480"/>
              </p14:xfrm>
            </p:contentPart>
          </mc:Choice>
          <mc:Fallback>
            <p:pic>
              <p:nvPicPr>
                <p:cNvPr id="154" name="Ink 153">
                  <a:extLst>
                    <a:ext uri="{FF2B5EF4-FFF2-40B4-BE49-F238E27FC236}">
                      <a16:creationId xmlns:a16="http://schemas.microsoft.com/office/drawing/2014/main" id="{64B8E56D-BBE5-A79F-FC55-8F4DFA36B053}"/>
                    </a:ext>
                  </a:extLst>
                </p:cNvPr>
                <p:cNvPicPr/>
                <p:nvPr/>
              </p:nvPicPr>
              <p:blipFill>
                <a:blip r:embed="rId175"/>
                <a:stretch>
                  <a:fillRect/>
                </a:stretch>
              </p:blipFill>
              <p:spPr>
                <a:xfrm>
                  <a:off x="3622102" y="5502776"/>
                  <a:ext cx="165240" cy="1411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76">
              <p14:nvContentPartPr>
                <p14:cNvPr id="155" name="Ink 154">
                  <a:extLst>
                    <a:ext uri="{FF2B5EF4-FFF2-40B4-BE49-F238E27FC236}">
                      <a16:creationId xmlns:a16="http://schemas.microsoft.com/office/drawing/2014/main" id="{E66A3BFA-8287-9191-F6B7-2A5A7D734CC5}"/>
                    </a:ext>
                  </a:extLst>
                </p14:cNvPr>
                <p14:cNvContentPartPr/>
                <p14:nvPr/>
              </p14:nvContentPartPr>
              <p14:xfrm>
                <a:off x="3830542" y="5528696"/>
                <a:ext cx="44280" cy="60840"/>
              </p14:xfrm>
            </p:contentPart>
          </mc:Choice>
          <mc:Fallback>
            <p:pic>
              <p:nvPicPr>
                <p:cNvPr id="155" name="Ink 154">
                  <a:extLst>
                    <a:ext uri="{FF2B5EF4-FFF2-40B4-BE49-F238E27FC236}">
                      <a16:creationId xmlns:a16="http://schemas.microsoft.com/office/drawing/2014/main" id="{E66A3BFA-8287-9191-F6B7-2A5A7D734CC5}"/>
                    </a:ext>
                  </a:extLst>
                </p:cNvPr>
                <p:cNvPicPr/>
                <p:nvPr/>
              </p:nvPicPr>
              <p:blipFill>
                <a:blip r:embed="rId177"/>
                <a:stretch>
                  <a:fillRect/>
                </a:stretch>
              </p:blipFill>
              <p:spPr>
                <a:xfrm>
                  <a:off x="3821902" y="5520056"/>
                  <a:ext cx="61920" cy="784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78">
              <p14:nvContentPartPr>
                <p14:cNvPr id="156" name="Ink 155">
                  <a:extLst>
                    <a:ext uri="{FF2B5EF4-FFF2-40B4-BE49-F238E27FC236}">
                      <a16:creationId xmlns:a16="http://schemas.microsoft.com/office/drawing/2014/main" id="{C68D1C13-AE64-6B00-BDFE-813BCE1AA4DE}"/>
                    </a:ext>
                  </a:extLst>
                </p14:cNvPr>
                <p14:cNvContentPartPr/>
                <p14:nvPr/>
              </p14:nvContentPartPr>
              <p14:xfrm>
                <a:off x="3801022" y="5411696"/>
                <a:ext cx="23400" cy="19800"/>
              </p14:xfrm>
            </p:contentPart>
          </mc:Choice>
          <mc:Fallback>
            <p:pic>
              <p:nvPicPr>
                <p:cNvPr id="156" name="Ink 155">
                  <a:extLst>
                    <a:ext uri="{FF2B5EF4-FFF2-40B4-BE49-F238E27FC236}">
                      <a16:creationId xmlns:a16="http://schemas.microsoft.com/office/drawing/2014/main" id="{C68D1C13-AE64-6B00-BDFE-813BCE1AA4DE}"/>
                    </a:ext>
                  </a:extLst>
                </p:cNvPr>
                <p:cNvPicPr/>
                <p:nvPr/>
              </p:nvPicPr>
              <p:blipFill>
                <a:blip r:embed="rId179"/>
                <a:stretch>
                  <a:fillRect/>
                </a:stretch>
              </p:blipFill>
              <p:spPr>
                <a:xfrm>
                  <a:off x="3792022" y="5403056"/>
                  <a:ext cx="41040" cy="374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80">
              <p14:nvContentPartPr>
                <p14:cNvPr id="157" name="Ink 156">
                  <a:extLst>
                    <a:ext uri="{FF2B5EF4-FFF2-40B4-BE49-F238E27FC236}">
                      <a16:creationId xmlns:a16="http://schemas.microsoft.com/office/drawing/2014/main" id="{773E2DF7-B5AF-3191-5A97-F14BDAC9C7D3}"/>
                    </a:ext>
                  </a:extLst>
                </p14:cNvPr>
                <p14:cNvContentPartPr/>
                <p14:nvPr/>
              </p14:nvContentPartPr>
              <p14:xfrm>
                <a:off x="3933862" y="5523296"/>
                <a:ext cx="172440" cy="62640"/>
              </p14:xfrm>
            </p:contentPart>
          </mc:Choice>
          <mc:Fallback>
            <p:pic>
              <p:nvPicPr>
                <p:cNvPr id="157" name="Ink 156">
                  <a:extLst>
                    <a:ext uri="{FF2B5EF4-FFF2-40B4-BE49-F238E27FC236}">
                      <a16:creationId xmlns:a16="http://schemas.microsoft.com/office/drawing/2014/main" id="{773E2DF7-B5AF-3191-5A97-F14BDAC9C7D3}"/>
                    </a:ext>
                  </a:extLst>
                </p:cNvPr>
                <p:cNvPicPr/>
                <p:nvPr/>
              </p:nvPicPr>
              <p:blipFill>
                <a:blip r:embed="rId181"/>
                <a:stretch>
                  <a:fillRect/>
                </a:stretch>
              </p:blipFill>
              <p:spPr>
                <a:xfrm>
                  <a:off x="3925222" y="5514656"/>
                  <a:ext cx="190080" cy="802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82">
              <p14:nvContentPartPr>
                <p14:cNvPr id="158" name="Ink 157">
                  <a:extLst>
                    <a:ext uri="{FF2B5EF4-FFF2-40B4-BE49-F238E27FC236}">
                      <a16:creationId xmlns:a16="http://schemas.microsoft.com/office/drawing/2014/main" id="{D923CF04-A6E6-BD3F-1494-47544B6D1001}"/>
                    </a:ext>
                  </a:extLst>
                </p14:cNvPr>
                <p14:cNvContentPartPr/>
                <p14:nvPr/>
              </p14:nvContentPartPr>
              <p14:xfrm>
                <a:off x="4204942" y="5462096"/>
                <a:ext cx="245520" cy="120960"/>
              </p14:xfrm>
            </p:contentPart>
          </mc:Choice>
          <mc:Fallback>
            <p:pic>
              <p:nvPicPr>
                <p:cNvPr id="158" name="Ink 157">
                  <a:extLst>
                    <a:ext uri="{FF2B5EF4-FFF2-40B4-BE49-F238E27FC236}">
                      <a16:creationId xmlns:a16="http://schemas.microsoft.com/office/drawing/2014/main" id="{D923CF04-A6E6-BD3F-1494-47544B6D1001}"/>
                    </a:ext>
                  </a:extLst>
                </p:cNvPr>
                <p:cNvPicPr/>
                <p:nvPr/>
              </p:nvPicPr>
              <p:blipFill>
                <a:blip r:embed="rId183"/>
                <a:stretch>
                  <a:fillRect/>
                </a:stretch>
              </p:blipFill>
              <p:spPr>
                <a:xfrm>
                  <a:off x="4196302" y="5453096"/>
                  <a:ext cx="263160" cy="1386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84">
              <p14:nvContentPartPr>
                <p14:cNvPr id="160" name="Ink 159">
                  <a:extLst>
                    <a:ext uri="{FF2B5EF4-FFF2-40B4-BE49-F238E27FC236}">
                      <a16:creationId xmlns:a16="http://schemas.microsoft.com/office/drawing/2014/main" id="{DC930AEA-D844-1333-FE2C-C146C5B7215F}"/>
                    </a:ext>
                  </a:extLst>
                </p14:cNvPr>
                <p14:cNvContentPartPr/>
                <p14:nvPr/>
              </p14:nvContentPartPr>
              <p14:xfrm>
                <a:off x="3552262" y="5704016"/>
                <a:ext cx="872280" cy="25200"/>
              </p14:xfrm>
            </p:contentPart>
          </mc:Choice>
          <mc:Fallback>
            <p:pic>
              <p:nvPicPr>
                <p:cNvPr id="160" name="Ink 159">
                  <a:extLst>
                    <a:ext uri="{FF2B5EF4-FFF2-40B4-BE49-F238E27FC236}">
                      <a16:creationId xmlns:a16="http://schemas.microsoft.com/office/drawing/2014/main" id="{DC930AEA-D844-1333-FE2C-C146C5B7215F}"/>
                    </a:ext>
                  </a:extLst>
                </p:cNvPr>
                <p:cNvPicPr/>
                <p:nvPr/>
              </p:nvPicPr>
              <p:blipFill>
                <a:blip r:embed="rId185"/>
                <a:stretch>
                  <a:fillRect/>
                </a:stretch>
              </p:blipFill>
              <p:spPr>
                <a:xfrm>
                  <a:off x="3543262" y="5695376"/>
                  <a:ext cx="889920" cy="428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86">
              <p14:nvContentPartPr>
                <p14:cNvPr id="161" name="Ink 160">
                  <a:extLst>
                    <a:ext uri="{FF2B5EF4-FFF2-40B4-BE49-F238E27FC236}">
                      <a16:creationId xmlns:a16="http://schemas.microsoft.com/office/drawing/2014/main" id="{4ABC9700-65C2-44CA-A411-5E09F9D011C5}"/>
                    </a:ext>
                  </a:extLst>
                </p14:cNvPr>
                <p14:cNvContentPartPr/>
                <p14:nvPr/>
              </p14:nvContentPartPr>
              <p14:xfrm>
                <a:off x="3565222" y="5932616"/>
                <a:ext cx="86400" cy="101880"/>
              </p14:xfrm>
            </p:contentPart>
          </mc:Choice>
          <mc:Fallback>
            <p:pic>
              <p:nvPicPr>
                <p:cNvPr id="161" name="Ink 160">
                  <a:extLst>
                    <a:ext uri="{FF2B5EF4-FFF2-40B4-BE49-F238E27FC236}">
                      <a16:creationId xmlns:a16="http://schemas.microsoft.com/office/drawing/2014/main" id="{4ABC9700-65C2-44CA-A411-5E09F9D011C5}"/>
                    </a:ext>
                  </a:extLst>
                </p:cNvPr>
                <p:cNvPicPr/>
                <p:nvPr/>
              </p:nvPicPr>
              <p:blipFill>
                <a:blip r:embed="rId187"/>
                <a:stretch>
                  <a:fillRect/>
                </a:stretch>
              </p:blipFill>
              <p:spPr>
                <a:xfrm>
                  <a:off x="3556582" y="5923976"/>
                  <a:ext cx="104040" cy="1195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88">
              <p14:nvContentPartPr>
                <p14:cNvPr id="162" name="Ink 161">
                  <a:extLst>
                    <a:ext uri="{FF2B5EF4-FFF2-40B4-BE49-F238E27FC236}">
                      <a16:creationId xmlns:a16="http://schemas.microsoft.com/office/drawing/2014/main" id="{5CAC12D3-06D9-61D5-C413-E26DD66BA7FB}"/>
                    </a:ext>
                  </a:extLst>
                </p14:cNvPr>
                <p14:cNvContentPartPr/>
                <p14:nvPr/>
              </p14:nvContentPartPr>
              <p14:xfrm>
                <a:off x="3682942" y="5960696"/>
                <a:ext cx="113400" cy="80280"/>
              </p14:xfrm>
            </p:contentPart>
          </mc:Choice>
          <mc:Fallback>
            <p:pic>
              <p:nvPicPr>
                <p:cNvPr id="162" name="Ink 161">
                  <a:extLst>
                    <a:ext uri="{FF2B5EF4-FFF2-40B4-BE49-F238E27FC236}">
                      <a16:creationId xmlns:a16="http://schemas.microsoft.com/office/drawing/2014/main" id="{5CAC12D3-06D9-61D5-C413-E26DD66BA7FB}"/>
                    </a:ext>
                  </a:extLst>
                </p:cNvPr>
                <p:cNvPicPr/>
                <p:nvPr/>
              </p:nvPicPr>
              <p:blipFill>
                <a:blip r:embed="rId189"/>
                <a:stretch>
                  <a:fillRect/>
                </a:stretch>
              </p:blipFill>
              <p:spPr>
                <a:xfrm>
                  <a:off x="3673942" y="5952056"/>
                  <a:ext cx="131040" cy="979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90">
              <p14:nvContentPartPr>
                <p14:cNvPr id="163" name="Ink 162">
                  <a:extLst>
                    <a:ext uri="{FF2B5EF4-FFF2-40B4-BE49-F238E27FC236}">
                      <a16:creationId xmlns:a16="http://schemas.microsoft.com/office/drawing/2014/main" id="{48D05B83-2E1A-D475-2979-D97F897F195B}"/>
                    </a:ext>
                  </a:extLst>
                </p14:cNvPr>
                <p14:cNvContentPartPr/>
                <p14:nvPr/>
              </p14:nvContentPartPr>
              <p14:xfrm>
                <a:off x="3776902" y="5948816"/>
                <a:ext cx="95040" cy="91800"/>
              </p14:xfrm>
            </p:contentPart>
          </mc:Choice>
          <mc:Fallback>
            <p:pic>
              <p:nvPicPr>
                <p:cNvPr id="163" name="Ink 162">
                  <a:extLst>
                    <a:ext uri="{FF2B5EF4-FFF2-40B4-BE49-F238E27FC236}">
                      <a16:creationId xmlns:a16="http://schemas.microsoft.com/office/drawing/2014/main" id="{48D05B83-2E1A-D475-2979-D97F897F195B}"/>
                    </a:ext>
                  </a:extLst>
                </p:cNvPr>
                <p:cNvPicPr/>
                <p:nvPr/>
              </p:nvPicPr>
              <p:blipFill>
                <a:blip r:embed="rId191"/>
                <a:stretch>
                  <a:fillRect/>
                </a:stretch>
              </p:blipFill>
              <p:spPr>
                <a:xfrm>
                  <a:off x="3767902" y="5939816"/>
                  <a:ext cx="112680" cy="1094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92">
              <p14:nvContentPartPr>
                <p14:cNvPr id="164" name="Ink 163">
                  <a:extLst>
                    <a:ext uri="{FF2B5EF4-FFF2-40B4-BE49-F238E27FC236}">
                      <a16:creationId xmlns:a16="http://schemas.microsoft.com/office/drawing/2014/main" id="{C7554724-EBFE-30C8-39A5-C4EF709A98A2}"/>
                    </a:ext>
                  </a:extLst>
                </p14:cNvPr>
                <p14:cNvContentPartPr/>
                <p14:nvPr/>
              </p14:nvContentPartPr>
              <p14:xfrm>
                <a:off x="3970942" y="5916776"/>
                <a:ext cx="164880" cy="91080"/>
              </p14:xfrm>
            </p:contentPart>
          </mc:Choice>
          <mc:Fallback>
            <p:pic>
              <p:nvPicPr>
                <p:cNvPr id="164" name="Ink 163">
                  <a:extLst>
                    <a:ext uri="{FF2B5EF4-FFF2-40B4-BE49-F238E27FC236}">
                      <a16:creationId xmlns:a16="http://schemas.microsoft.com/office/drawing/2014/main" id="{C7554724-EBFE-30C8-39A5-C4EF709A98A2}"/>
                    </a:ext>
                  </a:extLst>
                </p:cNvPr>
                <p:cNvPicPr/>
                <p:nvPr/>
              </p:nvPicPr>
              <p:blipFill>
                <a:blip r:embed="rId193"/>
                <a:stretch>
                  <a:fillRect/>
                </a:stretch>
              </p:blipFill>
              <p:spPr>
                <a:xfrm>
                  <a:off x="3962302" y="5908136"/>
                  <a:ext cx="182520" cy="1087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94">
              <p14:nvContentPartPr>
                <p14:cNvPr id="165" name="Ink 164">
                  <a:extLst>
                    <a:ext uri="{FF2B5EF4-FFF2-40B4-BE49-F238E27FC236}">
                      <a16:creationId xmlns:a16="http://schemas.microsoft.com/office/drawing/2014/main" id="{1490D59E-9BE7-CFAD-12CA-7D2E523E51D2}"/>
                    </a:ext>
                  </a:extLst>
                </p14:cNvPr>
                <p14:cNvContentPartPr/>
                <p14:nvPr/>
              </p14:nvContentPartPr>
              <p14:xfrm>
                <a:off x="4274062" y="5959976"/>
                <a:ext cx="85320" cy="15480"/>
              </p14:xfrm>
            </p:contentPart>
          </mc:Choice>
          <mc:Fallback>
            <p:pic>
              <p:nvPicPr>
                <p:cNvPr id="165" name="Ink 164">
                  <a:extLst>
                    <a:ext uri="{FF2B5EF4-FFF2-40B4-BE49-F238E27FC236}">
                      <a16:creationId xmlns:a16="http://schemas.microsoft.com/office/drawing/2014/main" id="{1490D59E-9BE7-CFAD-12CA-7D2E523E51D2}"/>
                    </a:ext>
                  </a:extLst>
                </p:cNvPr>
                <p:cNvPicPr/>
                <p:nvPr/>
              </p:nvPicPr>
              <p:blipFill>
                <a:blip r:embed="rId195"/>
                <a:stretch>
                  <a:fillRect/>
                </a:stretch>
              </p:blipFill>
              <p:spPr>
                <a:xfrm>
                  <a:off x="4265062" y="5951336"/>
                  <a:ext cx="102960" cy="331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96">
              <p14:nvContentPartPr>
                <p14:cNvPr id="167" name="Ink 166">
                  <a:extLst>
                    <a:ext uri="{FF2B5EF4-FFF2-40B4-BE49-F238E27FC236}">
                      <a16:creationId xmlns:a16="http://schemas.microsoft.com/office/drawing/2014/main" id="{0E3ACD09-DDA1-8937-886D-45CE0FA52230}"/>
                    </a:ext>
                  </a:extLst>
                </p14:cNvPr>
                <p14:cNvContentPartPr/>
                <p14:nvPr/>
              </p14:nvContentPartPr>
              <p14:xfrm>
                <a:off x="4408702" y="5916416"/>
                <a:ext cx="120240" cy="91800"/>
              </p14:xfrm>
            </p:contentPart>
          </mc:Choice>
          <mc:Fallback>
            <p:pic>
              <p:nvPicPr>
                <p:cNvPr id="167" name="Ink 166">
                  <a:extLst>
                    <a:ext uri="{FF2B5EF4-FFF2-40B4-BE49-F238E27FC236}">
                      <a16:creationId xmlns:a16="http://schemas.microsoft.com/office/drawing/2014/main" id="{0E3ACD09-DDA1-8937-886D-45CE0FA52230}"/>
                    </a:ext>
                  </a:extLst>
                </p:cNvPr>
                <p:cNvPicPr/>
                <p:nvPr/>
              </p:nvPicPr>
              <p:blipFill>
                <a:blip r:embed="rId197"/>
                <a:stretch>
                  <a:fillRect/>
                </a:stretch>
              </p:blipFill>
              <p:spPr>
                <a:xfrm>
                  <a:off x="4399702" y="5907776"/>
                  <a:ext cx="137880" cy="1094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98">
              <p14:nvContentPartPr>
                <p14:cNvPr id="168" name="Ink 167">
                  <a:extLst>
                    <a:ext uri="{FF2B5EF4-FFF2-40B4-BE49-F238E27FC236}">
                      <a16:creationId xmlns:a16="http://schemas.microsoft.com/office/drawing/2014/main" id="{32E1C4A6-2F3C-857F-731E-6EC1BBEE362C}"/>
                    </a:ext>
                  </a:extLst>
                </p14:cNvPr>
                <p14:cNvContentPartPr/>
                <p14:nvPr/>
              </p14:nvContentPartPr>
              <p14:xfrm>
                <a:off x="4608862" y="6017936"/>
                <a:ext cx="360" cy="3240"/>
              </p14:xfrm>
            </p:contentPart>
          </mc:Choice>
          <mc:Fallback>
            <p:pic>
              <p:nvPicPr>
                <p:cNvPr id="168" name="Ink 167">
                  <a:extLst>
                    <a:ext uri="{FF2B5EF4-FFF2-40B4-BE49-F238E27FC236}">
                      <a16:creationId xmlns:a16="http://schemas.microsoft.com/office/drawing/2014/main" id="{32E1C4A6-2F3C-857F-731E-6EC1BBEE362C}"/>
                    </a:ext>
                  </a:extLst>
                </p:cNvPr>
                <p:cNvPicPr/>
                <p:nvPr/>
              </p:nvPicPr>
              <p:blipFill>
                <a:blip r:embed="rId138"/>
                <a:stretch>
                  <a:fillRect/>
                </a:stretch>
              </p:blipFill>
              <p:spPr>
                <a:xfrm>
                  <a:off x="4600222" y="6008936"/>
                  <a:ext cx="18000" cy="208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99">
              <p14:nvContentPartPr>
                <p14:cNvPr id="169" name="Ink 168">
                  <a:extLst>
                    <a:ext uri="{FF2B5EF4-FFF2-40B4-BE49-F238E27FC236}">
                      <a16:creationId xmlns:a16="http://schemas.microsoft.com/office/drawing/2014/main" id="{013D6466-DFEC-CFEB-CFFB-5C6E0BE25FC9}"/>
                    </a:ext>
                  </a:extLst>
                </p14:cNvPr>
                <p14:cNvContentPartPr/>
                <p14:nvPr/>
              </p14:nvContentPartPr>
              <p14:xfrm>
                <a:off x="4594462" y="5841536"/>
                <a:ext cx="110880" cy="64440"/>
              </p14:xfrm>
            </p:contentPart>
          </mc:Choice>
          <mc:Fallback>
            <p:pic>
              <p:nvPicPr>
                <p:cNvPr id="169" name="Ink 168">
                  <a:extLst>
                    <a:ext uri="{FF2B5EF4-FFF2-40B4-BE49-F238E27FC236}">
                      <a16:creationId xmlns:a16="http://schemas.microsoft.com/office/drawing/2014/main" id="{013D6466-DFEC-CFEB-CFFB-5C6E0BE25FC9}"/>
                    </a:ext>
                  </a:extLst>
                </p:cNvPr>
                <p:cNvPicPr/>
                <p:nvPr/>
              </p:nvPicPr>
              <p:blipFill>
                <a:blip r:embed="rId200"/>
                <a:stretch>
                  <a:fillRect/>
                </a:stretch>
              </p:blipFill>
              <p:spPr>
                <a:xfrm>
                  <a:off x="4585822" y="5832536"/>
                  <a:ext cx="128520" cy="820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201">
              <p14:nvContentPartPr>
                <p14:cNvPr id="170" name="Ink 169">
                  <a:extLst>
                    <a:ext uri="{FF2B5EF4-FFF2-40B4-BE49-F238E27FC236}">
                      <a16:creationId xmlns:a16="http://schemas.microsoft.com/office/drawing/2014/main" id="{95EB5A04-BB3C-6CDC-D3D5-4F2D65AEEECC}"/>
                    </a:ext>
                  </a:extLst>
                </p14:cNvPr>
                <p14:cNvContentPartPr/>
                <p14:nvPr/>
              </p14:nvContentPartPr>
              <p14:xfrm>
                <a:off x="4647022" y="5906336"/>
                <a:ext cx="78120" cy="75240"/>
              </p14:xfrm>
            </p:contentPart>
          </mc:Choice>
          <mc:Fallback>
            <p:pic>
              <p:nvPicPr>
                <p:cNvPr id="170" name="Ink 169">
                  <a:extLst>
                    <a:ext uri="{FF2B5EF4-FFF2-40B4-BE49-F238E27FC236}">
                      <a16:creationId xmlns:a16="http://schemas.microsoft.com/office/drawing/2014/main" id="{95EB5A04-BB3C-6CDC-D3D5-4F2D65AEEECC}"/>
                    </a:ext>
                  </a:extLst>
                </p:cNvPr>
                <p:cNvPicPr/>
                <p:nvPr/>
              </p:nvPicPr>
              <p:blipFill>
                <a:blip r:embed="rId202"/>
                <a:stretch>
                  <a:fillRect/>
                </a:stretch>
              </p:blipFill>
              <p:spPr>
                <a:xfrm>
                  <a:off x="4638382" y="5897336"/>
                  <a:ext cx="95760" cy="928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203">
              <p14:nvContentPartPr>
                <p14:cNvPr id="172" name="Ink 171">
                  <a:extLst>
                    <a:ext uri="{FF2B5EF4-FFF2-40B4-BE49-F238E27FC236}">
                      <a16:creationId xmlns:a16="http://schemas.microsoft.com/office/drawing/2014/main" id="{9B622EB0-E272-3A1B-9639-D8428DE6FF8F}"/>
                    </a:ext>
                  </a:extLst>
                </p14:cNvPr>
                <p14:cNvContentPartPr/>
                <p14:nvPr/>
              </p14:nvContentPartPr>
              <p14:xfrm>
                <a:off x="3382342" y="5606456"/>
                <a:ext cx="69120" cy="209520"/>
              </p14:xfrm>
            </p:contentPart>
          </mc:Choice>
          <mc:Fallback>
            <p:pic>
              <p:nvPicPr>
                <p:cNvPr id="172" name="Ink 171">
                  <a:extLst>
                    <a:ext uri="{FF2B5EF4-FFF2-40B4-BE49-F238E27FC236}">
                      <a16:creationId xmlns:a16="http://schemas.microsoft.com/office/drawing/2014/main" id="{9B622EB0-E272-3A1B-9639-D8428DE6FF8F}"/>
                    </a:ext>
                  </a:extLst>
                </p:cNvPr>
                <p:cNvPicPr/>
                <p:nvPr/>
              </p:nvPicPr>
              <p:blipFill>
                <a:blip r:embed="rId204"/>
                <a:stretch>
                  <a:fillRect/>
                </a:stretch>
              </p:blipFill>
              <p:spPr>
                <a:xfrm>
                  <a:off x="3373342" y="5597456"/>
                  <a:ext cx="86760" cy="2271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205">
              <p14:nvContentPartPr>
                <p14:cNvPr id="173" name="Ink 172">
                  <a:extLst>
                    <a:ext uri="{FF2B5EF4-FFF2-40B4-BE49-F238E27FC236}">
                      <a16:creationId xmlns:a16="http://schemas.microsoft.com/office/drawing/2014/main" id="{E86FDD96-D6C7-228E-AEB6-CC56BCF2FB27}"/>
                    </a:ext>
                  </a:extLst>
                </p14:cNvPr>
                <p14:cNvContentPartPr/>
                <p14:nvPr/>
              </p14:nvContentPartPr>
              <p14:xfrm>
                <a:off x="4635502" y="5516456"/>
                <a:ext cx="214560" cy="281880"/>
              </p14:xfrm>
            </p:contentPart>
          </mc:Choice>
          <mc:Fallback>
            <p:pic>
              <p:nvPicPr>
                <p:cNvPr id="173" name="Ink 172">
                  <a:extLst>
                    <a:ext uri="{FF2B5EF4-FFF2-40B4-BE49-F238E27FC236}">
                      <a16:creationId xmlns:a16="http://schemas.microsoft.com/office/drawing/2014/main" id="{E86FDD96-D6C7-228E-AEB6-CC56BCF2FB27}"/>
                    </a:ext>
                  </a:extLst>
                </p:cNvPr>
                <p:cNvPicPr/>
                <p:nvPr/>
              </p:nvPicPr>
              <p:blipFill>
                <a:blip r:embed="rId206"/>
                <a:stretch>
                  <a:fillRect/>
                </a:stretch>
              </p:blipFill>
              <p:spPr>
                <a:xfrm>
                  <a:off x="4626862" y="5507456"/>
                  <a:ext cx="232200" cy="2995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207">
              <p14:nvContentPartPr>
                <p14:cNvPr id="174" name="Ink 173">
                  <a:extLst>
                    <a:ext uri="{FF2B5EF4-FFF2-40B4-BE49-F238E27FC236}">
                      <a16:creationId xmlns:a16="http://schemas.microsoft.com/office/drawing/2014/main" id="{7CA86551-57E1-69FD-4F2D-DF135C4903AC}"/>
                    </a:ext>
                  </a:extLst>
                </p14:cNvPr>
                <p14:cNvContentPartPr/>
                <p14:nvPr/>
              </p14:nvContentPartPr>
              <p14:xfrm>
                <a:off x="5009542" y="5693216"/>
                <a:ext cx="136080" cy="21960"/>
              </p14:xfrm>
            </p:contentPart>
          </mc:Choice>
          <mc:Fallback>
            <p:pic>
              <p:nvPicPr>
                <p:cNvPr id="174" name="Ink 173">
                  <a:extLst>
                    <a:ext uri="{FF2B5EF4-FFF2-40B4-BE49-F238E27FC236}">
                      <a16:creationId xmlns:a16="http://schemas.microsoft.com/office/drawing/2014/main" id="{7CA86551-57E1-69FD-4F2D-DF135C4903AC}"/>
                    </a:ext>
                  </a:extLst>
                </p:cNvPr>
                <p:cNvPicPr/>
                <p:nvPr/>
              </p:nvPicPr>
              <p:blipFill>
                <a:blip r:embed="rId208"/>
                <a:stretch>
                  <a:fillRect/>
                </a:stretch>
              </p:blipFill>
              <p:spPr>
                <a:xfrm>
                  <a:off x="5000542" y="5684576"/>
                  <a:ext cx="153720" cy="396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209">
              <p14:nvContentPartPr>
                <p14:cNvPr id="175" name="Ink 174">
                  <a:extLst>
                    <a:ext uri="{FF2B5EF4-FFF2-40B4-BE49-F238E27FC236}">
                      <a16:creationId xmlns:a16="http://schemas.microsoft.com/office/drawing/2014/main" id="{5CED796D-B9CC-711A-150D-B74747352696}"/>
                    </a:ext>
                  </a:extLst>
                </p14:cNvPr>
                <p14:cNvContentPartPr/>
                <p14:nvPr/>
              </p14:nvContentPartPr>
              <p14:xfrm>
                <a:off x="5283862" y="5577656"/>
                <a:ext cx="43920" cy="212040"/>
              </p14:xfrm>
            </p:contentPart>
          </mc:Choice>
          <mc:Fallback>
            <p:pic>
              <p:nvPicPr>
                <p:cNvPr id="175" name="Ink 174">
                  <a:extLst>
                    <a:ext uri="{FF2B5EF4-FFF2-40B4-BE49-F238E27FC236}">
                      <a16:creationId xmlns:a16="http://schemas.microsoft.com/office/drawing/2014/main" id="{5CED796D-B9CC-711A-150D-B74747352696}"/>
                    </a:ext>
                  </a:extLst>
                </p:cNvPr>
                <p:cNvPicPr/>
                <p:nvPr/>
              </p:nvPicPr>
              <p:blipFill>
                <a:blip r:embed="rId210"/>
                <a:stretch>
                  <a:fillRect/>
                </a:stretch>
              </p:blipFill>
              <p:spPr>
                <a:xfrm>
                  <a:off x="5274862" y="5568656"/>
                  <a:ext cx="61560" cy="2296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211">
              <p14:nvContentPartPr>
                <p14:cNvPr id="176" name="Ink 175">
                  <a:extLst>
                    <a:ext uri="{FF2B5EF4-FFF2-40B4-BE49-F238E27FC236}">
                      <a16:creationId xmlns:a16="http://schemas.microsoft.com/office/drawing/2014/main" id="{85188B7E-F4E7-8FB1-E810-350FC2F60E96}"/>
                    </a:ext>
                  </a:extLst>
                </p14:cNvPr>
                <p14:cNvContentPartPr/>
                <p14:nvPr/>
              </p14:nvContentPartPr>
              <p14:xfrm>
                <a:off x="5235982" y="5687456"/>
                <a:ext cx="123120" cy="22320"/>
              </p14:xfrm>
            </p:contentPart>
          </mc:Choice>
          <mc:Fallback>
            <p:pic>
              <p:nvPicPr>
                <p:cNvPr id="176" name="Ink 175">
                  <a:extLst>
                    <a:ext uri="{FF2B5EF4-FFF2-40B4-BE49-F238E27FC236}">
                      <a16:creationId xmlns:a16="http://schemas.microsoft.com/office/drawing/2014/main" id="{85188B7E-F4E7-8FB1-E810-350FC2F60E96}"/>
                    </a:ext>
                  </a:extLst>
                </p:cNvPr>
                <p:cNvPicPr/>
                <p:nvPr/>
              </p:nvPicPr>
              <p:blipFill>
                <a:blip r:embed="rId212"/>
                <a:stretch>
                  <a:fillRect/>
                </a:stretch>
              </p:blipFill>
              <p:spPr>
                <a:xfrm>
                  <a:off x="5226982" y="5678456"/>
                  <a:ext cx="140760" cy="399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213">
              <p14:nvContentPartPr>
                <p14:cNvPr id="177" name="Ink 176">
                  <a:extLst>
                    <a:ext uri="{FF2B5EF4-FFF2-40B4-BE49-F238E27FC236}">
                      <a16:creationId xmlns:a16="http://schemas.microsoft.com/office/drawing/2014/main" id="{3611BFE0-CC7F-134E-84E4-BAC85C6B16EC}"/>
                    </a:ext>
                  </a:extLst>
                </p14:cNvPr>
                <p14:cNvContentPartPr/>
                <p14:nvPr/>
              </p14:nvContentPartPr>
              <p14:xfrm>
                <a:off x="5359102" y="5695016"/>
                <a:ext cx="133920" cy="88920"/>
              </p14:xfrm>
            </p:contentPart>
          </mc:Choice>
          <mc:Fallback>
            <p:pic>
              <p:nvPicPr>
                <p:cNvPr id="177" name="Ink 176">
                  <a:extLst>
                    <a:ext uri="{FF2B5EF4-FFF2-40B4-BE49-F238E27FC236}">
                      <a16:creationId xmlns:a16="http://schemas.microsoft.com/office/drawing/2014/main" id="{3611BFE0-CC7F-134E-84E4-BAC85C6B16EC}"/>
                    </a:ext>
                  </a:extLst>
                </p:cNvPr>
                <p:cNvPicPr/>
                <p:nvPr/>
              </p:nvPicPr>
              <p:blipFill>
                <a:blip r:embed="rId214"/>
                <a:stretch>
                  <a:fillRect/>
                </a:stretch>
              </p:blipFill>
              <p:spPr>
                <a:xfrm>
                  <a:off x="5350462" y="5686376"/>
                  <a:ext cx="151560" cy="1065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215">
              <p14:nvContentPartPr>
                <p14:cNvPr id="178" name="Ink 177">
                  <a:extLst>
                    <a:ext uri="{FF2B5EF4-FFF2-40B4-BE49-F238E27FC236}">
                      <a16:creationId xmlns:a16="http://schemas.microsoft.com/office/drawing/2014/main" id="{CB0C77B1-1A84-FBFB-DEB3-87A789703541}"/>
                    </a:ext>
                  </a:extLst>
                </p14:cNvPr>
                <p14:cNvContentPartPr/>
                <p14:nvPr/>
              </p14:nvContentPartPr>
              <p14:xfrm>
                <a:off x="5560702" y="5723456"/>
                <a:ext cx="103680" cy="34920"/>
              </p14:xfrm>
            </p:contentPart>
          </mc:Choice>
          <mc:Fallback>
            <p:pic>
              <p:nvPicPr>
                <p:cNvPr id="178" name="Ink 177">
                  <a:extLst>
                    <a:ext uri="{FF2B5EF4-FFF2-40B4-BE49-F238E27FC236}">
                      <a16:creationId xmlns:a16="http://schemas.microsoft.com/office/drawing/2014/main" id="{CB0C77B1-1A84-FBFB-DEB3-87A789703541}"/>
                    </a:ext>
                  </a:extLst>
                </p:cNvPr>
                <p:cNvPicPr/>
                <p:nvPr/>
              </p:nvPicPr>
              <p:blipFill>
                <a:blip r:embed="rId216"/>
                <a:stretch>
                  <a:fillRect/>
                </a:stretch>
              </p:blipFill>
              <p:spPr>
                <a:xfrm>
                  <a:off x="5551702" y="5714456"/>
                  <a:ext cx="121320" cy="525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217">
              <p14:nvContentPartPr>
                <p14:cNvPr id="179" name="Ink 178">
                  <a:extLst>
                    <a:ext uri="{FF2B5EF4-FFF2-40B4-BE49-F238E27FC236}">
                      <a16:creationId xmlns:a16="http://schemas.microsoft.com/office/drawing/2014/main" id="{845CCE5E-C157-EE11-2C20-4D3CCA98C6C7}"/>
                    </a:ext>
                  </a:extLst>
                </p14:cNvPr>
                <p14:cNvContentPartPr/>
                <p14:nvPr/>
              </p14:nvContentPartPr>
              <p14:xfrm>
                <a:off x="5508502" y="5543816"/>
                <a:ext cx="90000" cy="11880"/>
              </p14:xfrm>
            </p:contentPart>
          </mc:Choice>
          <mc:Fallback>
            <p:pic>
              <p:nvPicPr>
                <p:cNvPr id="179" name="Ink 178">
                  <a:extLst>
                    <a:ext uri="{FF2B5EF4-FFF2-40B4-BE49-F238E27FC236}">
                      <a16:creationId xmlns:a16="http://schemas.microsoft.com/office/drawing/2014/main" id="{845CCE5E-C157-EE11-2C20-4D3CCA98C6C7}"/>
                    </a:ext>
                  </a:extLst>
                </p:cNvPr>
                <p:cNvPicPr/>
                <p:nvPr/>
              </p:nvPicPr>
              <p:blipFill>
                <a:blip r:embed="rId218"/>
                <a:stretch>
                  <a:fillRect/>
                </a:stretch>
              </p:blipFill>
              <p:spPr>
                <a:xfrm>
                  <a:off x="5499502" y="5535176"/>
                  <a:ext cx="107640" cy="295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219">
              <p14:nvContentPartPr>
                <p14:cNvPr id="180" name="Ink 179">
                  <a:extLst>
                    <a:ext uri="{FF2B5EF4-FFF2-40B4-BE49-F238E27FC236}">
                      <a16:creationId xmlns:a16="http://schemas.microsoft.com/office/drawing/2014/main" id="{520AFA71-A642-4021-D2EE-C4A03EB19CB1}"/>
                    </a:ext>
                  </a:extLst>
                </p14:cNvPr>
                <p14:cNvContentPartPr/>
                <p14:nvPr/>
              </p14:nvContentPartPr>
              <p14:xfrm>
                <a:off x="5672302" y="5464976"/>
                <a:ext cx="61200" cy="91800"/>
              </p14:xfrm>
            </p:contentPart>
          </mc:Choice>
          <mc:Fallback>
            <p:pic>
              <p:nvPicPr>
                <p:cNvPr id="180" name="Ink 179">
                  <a:extLst>
                    <a:ext uri="{FF2B5EF4-FFF2-40B4-BE49-F238E27FC236}">
                      <a16:creationId xmlns:a16="http://schemas.microsoft.com/office/drawing/2014/main" id="{520AFA71-A642-4021-D2EE-C4A03EB19CB1}"/>
                    </a:ext>
                  </a:extLst>
                </p:cNvPr>
                <p:cNvPicPr/>
                <p:nvPr/>
              </p:nvPicPr>
              <p:blipFill>
                <a:blip r:embed="rId220"/>
                <a:stretch>
                  <a:fillRect/>
                </a:stretch>
              </p:blipFill>
              <p:spPr>
                <a:xfrm>
                  <a:off x="5663302" y="5455976"/>
                  <a:ext cx="78840" cy="1094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221">
              <p14:nvContentPartPr>
                <p14:cNvPr id="182" name="Ink 181">
                  <a:extLst>
                    <a:ext uri="{FF2B5EF4-FFF2-40B4-BE49-F238E27FC236}">
                      <a16:creationId xmlns:a16="http://schemas.microsoft.com/office/drawing/2014/main" id="{55893A33-1E34-F5CA-9A2A-58F7C6D3B807}"/>
                    </a:ext>
                  </a:extLst>
                </p14:cNvPr>
                <p14:cNvContentPartPr/>
                <p14:nvPr/>
              </p14:nvContentPartPr>
              <p14:xfrm>
                <a:off x="5948062" y="5513936"/>
                <a:ext cx="84240" cy="99720"/>
              </p14:xfrm>
            </p:contentPart>
          </mc:Choice>
          <mc:Fallback>
            <p:pic>
              <p:nvPicPr>
                <p:cNvPr id="182" name="Ink 181">
                  <a:extLst>
                    <a:ext uri="{FF2B5EF4-FFF2-40B4-BE49-F238E27FC236}">
                      <a16:creationId xmlns:a16="http://schemas.microsoft.com/office/drawing/2014/main" id="{55893A33-1E34-F5CA-9A2A-58F7C6D3B807}"/>
                    </a:ext>
                  </a:extLst>
                </p:cNvPr>
                <p:cNvPicPr/>
                <p:nvPr/>
              </p:nvPicPr>
              <p:blipFill>
                <a:blip r:embed="rId222"/>
                <a:stretch>
                  <a:fillRect/>
                </a:stretch>
              </p:blipFill>
              <p:spPr>
                <a:xfrm>
                  <a:off x="5939062" y="5505296"/>
                  <a:ext cx="101880" cy="1173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223">
              <p14:nvContentPartPr>
                <p14:cNvPr id="183" name="Ink 182">
                  <a:extLst>
                    <a:ext uri="{FF2B5EF4-FFF2-40B4-BE49-F238E27FC236}">
                      <a16:creationId xmlns:a16="http://schemas.microsoft.com/office/drawing/2014/main" id="{8DE93FD1-FDDC-FA23-CCBC-A9094EB3C787}"/>
                    </a:ext>
                  </a:extLst>
                </p14:cNvPr>
                <p14:cNvContentPartPr/>
                <p14:nvPr/>
              </p14:nvContentPartPr>
              <p14:xfrm>
                <a:off x="6075142" y="5576576"/>
                <a:ext cx="6120" cy="22320"/>
              </p14:xfrm>
            </p:contentPart>
          </mc:Choice>
          <mc:Fallback>
            <p:pic>
              <p:nvPicPr>
                <p:cNvPr id="183" name="Ink 182">
                  <a:extLst>
                    <a:ext uri="{FF2B5EF4-FFF2-40B4-BE49-F238E27FC236}">
                      <a16:creationId xmlns:a16="http://schemas.microsoft.com/office/drawing/2014/main" id="{8DE93FD1-FDDC-FA23-CCBC-A9094EB3C787}"/>
                    </a:ext>
                  </a:extLst>
                </p:cNvPr>
                <p:cNvPicPr/>
                <p:nvPr/>
              </p:nvPicPr>
              <p:blipFill>
                <a:blip r:embed="rId224"/>
                <a:stretch>
                  <a:fillRect/>
                </a:stretch>
              </p:blipFill>
              <p:spPr>
                <a:xfrm>
                  <a:off x="6066142" y="5567936"/>
                  <a:ext cx="23760" cy="399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225">
              <p14:nvContentPartPr>
                <p14:cNvPr id="184" name="Ink 183">
                  <a:extLst>
                    <a:ext uri="{FF2B5EF4-FFF2-40B4-BE49-F238E27FC236}">
                      <a16:creationId xmlns:a16="http://schemas.microsoft.com/office/drawing/2014/main" id="{B80AAFBB-A50D-18E2-E4BD-3E9D220E4838}"/>
                    </a:ext>
                  </a:extLst>
                </p14:cNvPr>
                <p14:cNvContentPartPr/>
                <p14:nvPr/>
              </p14:nvContentPartPr>
              <p14:xfrm>
                <a:off x="6039142" y="5475416"/>
                <a:ext cx="23040" cy="18720"/>
              </p14:xfrm>
            </p:contentPart>
          </mc:Choice>
          <mc:Fallback>
            <p:pic>
              <p:nvPicPr>
                <p:cNvPr id="184" name="Ink 183">
                  <a:extLst>
                    <a:ext uri="{FF2B5EF4-FFF2-40B4-BE49-F238E27FC236}">
                      <a16:creationId xmlns:a16="http://schemas.microsoft.com/office/drawing/2014/main" id="{B80AAFBB-A50D-18E2-E4BD-3E9D220E4838}"/>
                    </a:ext>
                  </a:extLst>
                </p:cNvPr>
                <p:cNvPicPr/>
                <p:nvPr/>
              </p:nvPicPr>
              <p:blipFill>
                <a:blip r:embed="rId226"/>
                <a:stretch>
                  <a:fillRect/>
                </a:stretch>
              </p:blipFill>
              <p:spPr>
                <a:xfrm>
                  <a:off x="6030142" y="5466776"/>
                  <a:ext cx="40680" cy="363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227">
              <p14:nvContentPartPr>
                <p14:cNvPr id="185" name="Ink 184">
                  <a:extLst>
                    <a:ext uri="{FF2B5EF4-FFF2-40B4-BE49-F238E27FC236}">
                      <a16:creationId xmlns:a16="http://schemas.microsoft.com/office/drawing/2014/main" id="{1D5A703A-7DFC-8E63-48BB-AFACA26CFD05}"/>
                    </a:ext>
                  </a:extLst>
                </p14:cNvPr>
                <p14:cNvContentPartPr/>
                <p14:nvPr/>
              </p14:nvContentPartPr>
              <p14:xfrm>
                <a:off x="6161182" y="5579096"/>
                <a:ext cx="95400" cy="23760"/>
              </p14:xfrm>
            </p:contentPart>
          </mc:Choice>
          <mc:Fallback>
            <p:pic>
              <p:nvPicPr>
                <p:cNvPr id="185" name="Ink 184">
                  <a:extLst>
                    <a:ext uri="{FF2B5EF4-FFF2-40B4-BE49-F238E27FC236}">
                      <a16:creationId xmlns:a16="http://schemas.microsoft.com/office/drawing/2014/main" id="{1D5A703A-7DFC-8E63-48BB-AFACA26CFD05}"/>
                    </a:ext>
                  </a:extLst>
                </p:cNvPr>
                <p:cNvPicPr/>
                <p:nvPr/>
              </p:nvPicPr>
              <p:blipFill>
                <a:blip r:embed="rId228"/>
                <a:stretch>
                  <a:fillRect/>
                </a:stretch>
              </p:blipFill>
              <p:spPr>
                <a:xfrm>
                  <a:off x="6152542" y="5570096"/>
                  <a:ext cx="113040" cy="414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229">
              <p14:nvContentPartPr>
                <p14:cNvPr id="186" name="Ink 185">
                  <a:extLst>
                    <a:ext uri="{FF2B5EF4-FFF2-40B4-BE49-F238E27FC236}">
                      <a16:creationId xmlns:a16="http://schemas.microsoft.com/office/drawing/2014/main" id="{973E99DF-8C1A-74B6-8B7D-FC79EBFD8269}"/>
                    </a:ext>
                  </a:extLst>
                </p14:cNvPr>
                <p14:cNvContentPartPr/>
                <p14:nvPr/>
              </p14:nvContentPartPr>
              <p14:xfrm>
                <a:off x="6299782" y="5503856"/>
                <a:ext cx="206640" cy="74160"/>
              </p14:xfrm>
            </p:contentPart>
          </mc:Choice>
          <mc:Fallback>
            <p:pic>
              <p:nvPicPr>
                <p:cNvPr id="186" name="Ink 185">
                  <a:extLst>
                    <a:ext uri="{FF2B5EF4-FFF2-40B4-BE49-F238E27FC236}">
                      <a16:creationId xmlns:a16="http://schemas.microsoft.com/office/drawing/2014/main" id="{973E99DF-8C1A-74B6-8B7D-FC79EBFD8269}"/>
                    </a:ext>
                  </a:extLst>
                </p:cNvPr>
                <p:cNvPicPr/>
                <p:nvPr/>
              </p:nvPicPr>
              <p:blipFill>
                <a:blip r:embed="rId230"/>
                <a:stretch>
                  <a:fillRect/>
                </a:stretch>
              </p:blipFill>
              <p:spPr>
                <a:xfrm>
                  <a:off x="6290782" y="5494856"/>
                  <a:ext cx="224280" cy="918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231">
              <p14:nvContentPartPr>
                <p14:cNvPr id="188" name="Ink 187">
                  <a:extLst>
                    <a:ext uri="{FF2B5EF4-FFF2-40B4-BE49-F238E27FC236}">
                      <a16:creationId xmlns:a16="http://schemas.microsoft.com/office/drawing/2014/main" id="{BEB6D4D1-F776-1F7A-10F9-7726E8F91494}"/>
                    </a:ext>
                  </a:extLst>
                </p14:cNvPr>
                <p14:cNvContentPartPr/>
                <p14:nvPr/>
              </p14:nvContentPartPr>
              <p14:xfrm>
                <a:off x="5996662" y="5688896"/>
                <a:ext cx="479880" cy="20880"/>
              </p14:xfrm>
            </p:contentPart>
          </mc:Choice>
          <mc:Fallback>
            <p:pic>
              <p:nvPicPr>
                <p:cNvPr id="188" name="Ink 187">
                  <a:extLst>
                    <a:ext uri="{FF2B5EF4-FFF2-40B4-BE49-F238E27FC236}">
                      <a16:creationId xmlns:a16="http://schemas.microsoft.com/office/drawing/2014/main" id="{BEB6D4D1-F776-1F7A-10F9-7726E8F91494}"/>
                    </a:ext>
                  </a:extLst>
                </p:cNvPr>
                <p:cNvPicPr/>
                <p:nvPr/>
              </p:nvPicPr>
              <p:blipFill>
                <a:blip r:embed="rId232"/>
                <a:stretch>
                  <a:fillRect/>
                </a:stretch>
              </p:blipFill>
              <p:spPr>
                <a:xfrm>
                  <a:off x="5987662" y="5679896"/>
                  <a:ext cx="497520" cy="385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233">
              <p14:nvContentPartPr>
                <p14:cNvPr id="189" name="Ink 188">
                  <a:extLst>
                    <a:ext uri="{FF2B5EF4-FFF2-40B4-BE49-F238E27FC236}">
                      <a16:creationId xmlns:a16="http://schemas.microsoft.com/office/drawing/2014/main" id="{BB55B897-BA3D-D6E2-B9B3-A68C7E8FEA59}"/>
                    </a:ext>
                  </a:extLst>
                </p14:cNvPr>
                <p14:cNvContentPartPr/>
                <p14:nvPr/>
              </p14:nvContentPartPr>
              <p14:xfrm>
                <a:off x="5873182" y="5885096"/>
                <a:ext cx="81000" cy="104400"/>
              </p14:xfrm>
            </p:contentPart>
          </mc:Choice>
          <mc:Fallback>
            <p:pic>
              <p:nvPicPr>
                <p:cNvPr id="189" name="Ink 188">
                  <a:extLst>
                    <a:ext uri="{FF2B5EF4-FFF2-40B4-BE49-F238E27FC236}">
                      <a16:creationId xmlns:a16="http://schemas.microsoft.com/office/drawing/2014/main" id="{BB55B897-BA3D-D6E2-B9B3-A68C7E8FEA59}"/>
                    </a:ext>
                  </a:extLst>
                </p:cNvPr>
                <p:cNvPicPr/>
                <p:nvPr/>
              </p:nvPicPr>
              <p:blipFill>
                <a:blip r:embed="rId234"/>
                <a:stretch>
                  <a:fillRect/>
                </a:stretch>
              </p:blipFill>
              <p:spPr>
                <a:xfrm>
                  <a:off x="5864542" y="5876456"/>
                  <a:ext cx="98640" cy="1220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235">
              <p14:nvContentPartPr>
                <p14:cNvPr id="190" name="Ink 189">
                  <a:extLst>
                    <a:ext uri="{FF2B5EF4-FFF2-40B4-BE49-F238E27FC236}">
                      <a16:creationId xmlns:a16="http://schemas.microsoft.com/office/drawing/2014/main" id="{5C236335-866E-368D-0718-2E071D24FA43}"/>
                    </a:ext>
                  </a:extLst>
                </p14:cNvPr>
                <p14:cNvContentPartPr/>
                <p14:nvPr/>
              </p14:nvContentPartPr>
              <p14:xfrm>
                <a:off x="5984782" y="5926856"/>
                <a:ext cx="88200" cy="70560"/>
              </p14:xfrm>
            </p:contentPart>
          </mc:Choice>
          <mc:Fallback>
            <p:pic>
              <p:nvPicPr>
                <p:cNvPr id="190" name="Ink 189">
                  <a:extLst>
                    <a:ext uri="{FF2B5EF4-FFF2-40B4-BE49-F238E27FC236}">
                      <a16:creationId xmlns:a16="http://schemas.microsoft.com/office/drawing/2014/main" id="{5C236335-866E-368D-0718-2E071D24FA43}"/>
                    </a:ext>
                  </a:extLst>
                </p:cNvPr>
                <p:cNvPicPr/>
                <p:nvPr/>
              </p:nvPicPr>
              <p:blipFill>
                <a:blip r:embed="rId236"/>
                <a:stretch>
                  <a:fillRect/>
                </a:stretch>
              </p:blipFill>
              <p:spPr>
                <a:xfrm>
                  <a:off x="5976142" y="5917856"/>
                  <a:ext cx="105840" cy="882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237">
              <p14:nvContentPartPr>
                <p14:cNvPr id="191" name="Ink 190">
                  <a:extLst>
                    <a:ext uri="{FF2B5EF4-FFF2-40B4-BE49-F238E27FC236}">
                      <a16:creationId xmlns:a16="http://schemas.microsoft.com/office/drawing/2014/main" id="{94761891-286C-C721-AF71-A19FBB79F5AE}"/>
                    </a:ext>
                  </a:extLst>
                </p14:cNvPr>
                <p14:cNvContentPartPr/>
                <p14:nvPr/>
              </p14:nvContentPartPr>
              <p14:xfrm>
                <a:off x="6097462" y="5911376"/>
                <a:ext cx="88560" cy="92880"/>
              </p14:xfrm>
            </p:contentPart>
          </mc:Choice>
          <mc:Fallback>
            <p:pic>
              <p:nvPicPr>
                <p:cNvPr id="191" name="Ink 190">
                  <a:extLst>
                    <a:ext uri="{FF2B5EF4-FFF2-40B4-BE49-F238E27FC236}">
                      <a16:creationId xmlns:a16="http://schemas.microsoft.com/office/drawing/2014/main" id="{94761891-286C-C721-AF71-A19FBB79F5AE}"/>
                    </a:ext>
                  </a:extLst>
                </p:cNvPr>
                <p:cNvPicPr/>
                <p:nvPr/>
              </p:nvPicPr>
              <p:blipFill>
                <a:blip r:embed="rId238"/>
                <a:stretch>
                  <a:fillRect/>
                </a:stretch>
              </p:blipFill>
              <p:spPr>
                <a:xfrm>
                  <a:off x="6088822" y="5902736"/>
                  <a:ext cx="106200" cy="1105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239">
              <p14:nvContentPartPr>
                <p14:cNvPr id="192" name="Ink 191">
                  <a:extLst>
                    <a:ext uri="{FF2B5EF4-FFF2-40B4-BE49-F238E27FC236}">
                      <a16:creationId xmlns:a16="http://schemas.microsoft.com/office/drawing/2014/main" id="{1F1B4EB5-ABAD-DF9D-AC10-608641E31E97}"/>
                    </a:ext>
                  </a:extLst>
                </p14:cNvPr>
                <p14:cNvContentPartPr/>
                <p14:nvPr/>
              </p14:nvContentPartPr>
              <p14:xfrm>
                <a:off x="6246502" y="5894096"/>
                <a:ext cx="160560" cy="79560"/>
              </p14:xfrm>
            </p:contentPart>
          </mc:Choice>
          <mc:Fallback>
            <p:pic>
              <p:nvPicPr>
                <p:cNvPr id="192" name="Ink 191">
                  <a:extLst>
                    <a:ext uri="{FF2B5EF4-FFF2-40B4-BE49-F238E27FC236}">
                      <a16:creationId xmlns:a16="http://schemas.microsoft.com/office/drawing/2014/main" id="{1F1B4EB5-ABAD-DF9D-AC10-608641E31E97}"/>
                    </a:ext>
                  </a:extLst>
                </p:cNvPr>
                <p:cNvPicPr/>
                <p:nvPr/>
              </p:nvPicPr>
              <p:blipFill>
                <a:blip r:embed="rId240"/>
                <a:stretch>
                  <a:fillRect/>
                </a:stretch>
              </p:blipFill>
              <p:spPr>
                <a:xfrm>
                  <a:off x="6237502" y="5885096"/>
                  <a:ext cx="178200" cy="972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241">
              <p14:nvContentPartPr>
                <p14:cNvPr id="194" name="Ink 193">
                  <a:extLst>
                    <a:ext uri="{FF2B5EF4-FFF2-40B4-BE49-F238E27FC236}">
                      <a16:creationId xmlns:a16="http://schemas.microsoft.com/office/drawing/2014/main" id="{7AE9F462-5681-1DEE-9A89-3E798479F181}"/>
                    </a:ext>
                  </a:extLst>
                </p14:cNvPr>
                <p14:cNvContentPartPr/>
                <p14:nvPr/>
              </p14:nvContentPartPr>
              <p14:xfrm>
                <a:off x="6568342" y="5957096"/>
                <a:ext cx="45000" cy="8280"/>
              </p14:xfrm>
            </p:contentPart>
          </mc:Choice>
          <mc:Fallback>
            <p:pic>
              <p:nvPicPr>
                <p:cNvPr id="194" name="Ink 193">
                  <a:extLst>
                    <a:ext uri="{FF2B5EF4-FFF2-40B4-BE49-F238E27FC236}">
                      <a16:creationId xmlns:a16="http://schemas.microsoft.com/office/drawing/2014/main" id="{7AE9F462-5681-1DEE-9A89-3E798479F181}"/>
                    </a:ext>
                  </a:extLst>
                </p:cNvPr>
                <p:cNvPicPr/>
                <p:nvPr/>
              </p:nvPicPr>
              <p:blipFill>
                <a:blip r:embed="rId242"/>
                <a:stretch>
                  <a:fillRect/>
                </a:stretch>
              </p:blipFill>
              <p:spPr>
                <a:xfrm>
                  <a:off x="6559702" y="5948096"/>
                  <a:ext cx="62640" cy="259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243">
              <p14:nvContentPartPr>
                <p14:cNvPr id="196" name="Ink 195">
                  <a:extLst>
                    <a:ext uri="{FF2B5EF4-FFF2-40B4-BE49-F238E27FC236}">
                      <a16:creationId xmlns:a16="http://schemas.microsoft.com/office/drawing/2014/main" id="{E38579D8-D66E-082D-52D9-79FD52F8A8FE}"/>
                    </a:ext>
                  </a:extLst>
                </p14:cNvPr>
                <p14:cNvContentPartPr/>
                <p14:nvPr/>
              </p14:nvContentPartPr>
              <p14:xfrm>
                <a:off x="6692542" y="5890136"/>
                <a:ext cx="92520" cy="96480"/>
              </p14:xfrm>
            </p:contentPart>
          </mc:Choice>
          <mc:Fallback>
            <p:pic>
              <p:nvPicPr>
                <p:cNvPr id="196" name="Ink 195">
                  <a:extLst>
                    <a:ext uri="{FF2B5EF4-FFF2-40B4-BE49-F238E27FC236}">
                      <a16:creationId xmlns:a16="http://schemas.microsoft.com/office/drawing/2014/main" id="{E38579D8-D66E-082D-52D9-79FD52F8A8FE}"/>
                    </a:ext>
                  </a:extLst>
                </p:cNvPr>
                <p:cNvPicPr/>
                <p:nvPr/>
              </p:nvPicPr>
              <p:blipFill>
                <a:blip r:embed="rId244"/>
                <a:stretch>
                  <a:fillRect/>
                </a:stretch>
              </p:blipFill>
              <p:spPr>
                <a:xfrm>
                  <a:off x="6683902" y="5881496"/>
                  <a:ext cx="110160" cy="1141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245">
              <p14:nvContentPartPr>
                <p14:cNvPr id="197" name="Ink 196">
                  <a:extLst>
                    <a:ext uri="{FF2B5EF4-FFF2-40B4-BE49-F238E27FC236}">
                      <a16:creationId xmlns:a16="http://schemas.microsoft.com/office/drawing/2014/main" id="{1D62AB5A-C6BF-300C-60B3-97FD4DC29BFE}"/>
                    </a:ext>
                  </a:extLst>
                </p14:cNvPr>
                <p14:cNvContentPartPr/>
                <p14:nvPr/>
              </p14:nvContentPartPr>
              <p14:xfrm>
                <a:off x="6828982" y="5975456"/>
                <a:ext cx="2520" cy="1440"/>
              </p14:xfrm>
            </p:contentPart>
          </mc:Choice>
          <mc:Fallback>
            <p:pic>
              <p:nvPicPr>
                <p:cNvPr id="197" name="Ink 196">
                  <a:extLst>
                    <a:ext uri="{FF2B5EF4-FFF2-40B4-BE49-F238E27FC236}">
                      <a16:creationId xmlns:a16="http://schemas.microsoft.com/office/drawing/2014/main" id="{1D62AB5A-C6BF-300C-60B3-97FD4DC29BFE}"/>
                    </a:ext>
                  </a:extLst>
                </p:cNvPr>
                <p:cNvPicPr/>
                <p:nvPr/>
              </p:nvPicPr>
              <p:blipFill>
                <a:blip r:embed="rId138"/>
                <a:stretch>
                  <a:fillRect/>
                </a:stretch>
              </p:blipFill>
              <p:spPr>
                <a:xfrm>
                  <a:off x="6820342" y="5966456"/>
                  <a:ext cx="20160" cy="190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246">
              <p14:nvContentPartPr>
                <p14:cNvPr id="198" name="Ink 197">
                  <a:extLst>
                    <a:ext uri="{FF2B5EF4-FFF2-40B4-BE49-F238E27FC236}">
                      <a16:creationId xmlns:a16="http://schemas.microsoft.com/office/drawing/2014/main" id="{B863F479-4459-1707-324C-27E28C8CC0E1}"/>
                    </a:ext>
                  </a:extLst>
                </p14:cNvPr>
                <p14:cNvContentPartPr/>
                <p14:nvPr/>
              </p14:nvContentPartPr>
              <p14:xfrm>
                <a:off x="6879022" y="5847656"/>
                <a:ext cx="70920" cy="92160"/>
              </p14:xfrm>
            </p:contentPart>
          </mc:Choice>
          <mc:Fallback>
            <p:pic>
              <p:nvPicPr>
                <p:cNvPr id="198" name="Ink 197">
                  <a:extLst>
                    <a:ext uri="{FF2B5EF4-FFF2-40B4-BE49-F238E27FC236}">
                      <a16:creationId xmlns:a16="http://schemas.microsoft.com/office/drawing/2014/main" id="{B863F479-4459-1707-324C-27E28C8CC0E1}"/>
                    </a:ext>
                  </a:extLst>
                </p:cNvPr>
                <p:cNvPicPr/>
                <p:nvPr/>
              </p:nvPicPr>
              <p:blipFill>
                <a:blip r:embed="rId247"/>
                <a:stretch>
                  <a:fillRect/>
                </a:stretch>
              </p:blipFill>
              <p:spPr>
                <a:xfrm>
                  <a:off x="6870382" y="5839016"/>
                  <a:ext cx="88560" cy="1098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248">
              <p14:nvContentPartPr>
                <p14:cNvPr id="199" name="Ink 198">
                  <a:extLst>
                    <a:ext uri="{FF2B5EF4-FFF2-40B4-BE49-F238E27FC236}">
                      <a16:creationId xmlns:a16="http://schemas.microsoft.com/office/drawing/2014/main" id="{29BCA986-8215-60E3-1050-F384FADFAD51}"/>
                    </a:ext>
                  </a:extLst>
                </p14:cNvPr>
                <p14:cNvContentPartPr/>
                <p14:nvPr/>
              </p14:nvContentPartPr>
              <p14:xfrm>
                <a:off x="6889822" y="5788976"/>
                <a:ext cx="86400" cy="54000"/>
              </p14:xfrm>
            </p:contentPart>
          </mc:Choice>
          <mc:Fallback>
            <p:pic>
              <p:nvPicPr>
                <p:cNvPr id="199" name="Ink 198">
                  <a:extLst>
                    <a:ext uri="{FF2B5EF4-FFF2-40B4-BE49-F238E27FC236}">
                      <a16:creationId xmlns:a16="http://schemas.microsoft.com/office/drawing/2014/main" id="{29BCA986-8215-60E3-1050-F384FADFAD51}"/>
                    </a:ext>
                  </a:extLst>
                </p:cNvPr>
                <p:cNvPicPr/>
                <p:nvPr/>
              </p:nvPicPr>
              <p:blipFill>
                <a:blip r:embed="rId249"/>
                <a:stretch>
                  <a:fillRect/>
                </a:stretch>
              </p:blipFill>
              <p:spPr>
                <a:xfrm>
                  <a:off x="6880822" y="5779976"/>
                  <a:ext cx="104040" cy="716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250">
              <p14:nvContentPartPr>
                <p14:cNvPr id="200" name="Ink 199">
                  <a:extLst>
                    <a:ext uri="{FF2B5EF4-FFF2-40B4-BE49-F238E27FC236}">
                      <a16:creationId xmlns:a16="http://schemas.microsoft.com/office/drawing/2014/main" id="{CF365309-B5F0-6550-5F58-E841BC7C4528}"/>
                    </a:ext>
                  </a:extLst>
                </p14:cNvPr>
                <p14:cNvContentPartPr/>
                <p14:nvPr/>
              </p14:nvContentPartPr>
              <p14:xfrm>
                <a:off x="5746102" y="5556416"/>
                <a:ext cx="90720" cy="310680"/>
              </p14:xfrm>
            </p:contentPart>
          </mc:Choice>
          <mc:Fallback>
            <p:pic>
              <p:nvPicPr>
                <p:cNvPr id="200" name="Ink 199">
                  <a:extLst>
                    <a:ext uri="{FF2B5EF4-FFF2-40B4-BE49-F238E27FC236}">
                      <a16:creationId xmlns:a16="http://schemas.microsoft.com/office/drawing/2014/main" id="{CF365309-B5F0-6550-5F58-E841BC7C4528}"/>
                    </a:ext>
                  </a:extLst>
                </p:cNvPr>
                <p:cNvPicPr/>
                <p:nvPr/>
              </p:nvPicPr>
              <p:blipFill>
                <a:blip r:embed="rId251"/>
                <a:stretch>
                  <a:fillRect/>
                </a:stretch>
              </p:blipFill>
              <p:spPr>
                <a:xfrm>
                  <a:off x="5737462" y="5547416"/>
                  <a:ext cx="108360" cy="3283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252">
              <p14:nvContentPartPr>
                <p14:cNvPr id="202" name="Ink 201">
                  <a:extLst>
                    <a:ext uri="{FF2B5EF4-FFF2-40B4-BE49-F238E27FC236}">
                      <a16:creationId xmlns:a16="http://schemas.microsoft.com/office/drawing/2014/main" id="{7B32B2EA-376B-A37C-CF71-CCB6AE51039E}"/>
                    </a:ext>
                  </a:extLst>
                </p14:cNvPr>
                <p14:cNvContentPartPr/>
                <p14:nvPr/>
              </p14:nvContentPartPr>
              <p14:xfrm>
                <a:off x="6841942" y="5488016"/>
                <a:ext cx="219600" cy="352800"/>
              </p14:xfrm>
            </p:contentPart>
          </mc:Choice>
          <mc:Fallback>
            <p:pic>
              <p:nvPicPr>
                <p:cNvPr id="202" name="Ink 201">
                  <a:extLst>
                    <a:ext uri="{FF2B5EF4-FFF2-40B4-BE49-F238E27FC236}">
                      <a16:creationId xmlns:a16="http://schemas.microsoft.com/office/drawing/2014/main" id="{7B32B2EA-376B-A37C-CF71-CCB6AE51039E}"/>
                    </a:ext>
                  </a:extLst>
                </p:cNvPr>
                <p:cNvPicPr/>
                <p:nvPr/>
              </p:nvPicPr>
              <p:blipFill>
                <a:blip r:embed="rId253"/>
                <a:stretch>
                  <a:fillRect/>
                </a:stretch>
              </p:blipFill>
              <p:spPr>
                <a:xfrm>
                  <a:off x="6832942" y="5479016"/>
                  <a:ext cx="237240" cy="370440"/>
                </a:xfrm>
                <a:prstGeom prst="rect">
                  <a:avLst/>
                </a:prstGeom>
              </p:spPr>
            </p:pic>
          </mc:Fallback>
        </mc:AlternateContent>
      </p:grp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4" name="Text 0"/>
          <p:cNvSpPr/>
          <p:nvPr/>
        </p:nvSpPr>
        <p:spPr>
          <a:xfrm>
            <a:off x="411480" y="164520"/>
            <a:ext cx="5303160" cy="25560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0" rIns="0" bIns="0" anchor="ctr">
            <a:noAutofit/>
          </a:bodyPr>
          <a:lstStyle/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000" b="1" u="none" strike="noStrike">
                <a:solidFill>
                  <a:srgbClr val="2F75B5"/>
                </a:solidFill>
                <a:effectLst/>
                <a:uFillTx/>
                <a:latin typeface="Aptos"/>
              </a:rPr>
              <a:t>DSP + Machine Learning • Week 5</a:t>
            </a:r>
            <a:endParaRPr lang="en-US" sz="1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45" name="Text 1"/>
          <p:cNvSpPr/>
          <p:nvPr/>
        </p:nvSpPr>
        <p:spPr>
          <a:xfrm>
            <a:off x="411480" y="502920"/>
            <a:ext cx="11155320" cy="56664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0" rIns="0" bIns="0" anchor="ctr">
            <a:noAutofit/>
          </a:bodyPr>
          <a:lstStyle/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2700" b="1" u="none" strike="noStrike" dirty="0">
                <a:solidFill>
                  <a:srgbClr val="17365D"/>
                </a:solidFill>
                <a:effectLst/>
                <a:uFillTx/>
                <a:latin typeface="Aptos"/>
              </a:rPr>
              <a:t>Worked geometry example</a:t>
            </a:r>
            <a:endParaRPr lang="en-US" sz="2700" b="0" u="none" strike="noStrike" dirty="0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46" name="Shape 2"/>
          <p:cNvSpPr/>
          <p:nvPr/>
        </p:nvSpPr>
        <p:spPr>
          <a:xfrm>
            <a:off x="411480" y="1124640"/>
            <a:ext cx="11292840" cy="360"/>
          </a:xfrm>
          <a:prstGeom prst="line">
            <a:avLst/>
          </a:prstGeom>
          <a:ln w="12700">
            <a:solidFill>
              <a:srgbClr val="D7E0EA"/>
            </a:solidFill>
            <a:round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-44640" rIns="90000" bIns="-44640" anchor="t" anchorCtr="1">
            <a:noAutofit/>
          </a:bodyPr>
          <a:lstStyle/>
          <a:p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47" name="Text 3"/>
          <p:cNvSpPr/>
          <p:nvPr/>
        </p:nvSpPr>
        <p:spPr>
          <a:xfrm>
            <a:off x="411480" y="6473880"/>
            <a:ext cx="3840120" cy="18252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0" rIns="0" bIns="0" anchor="ctr">
            <a:noAutofit/>
          </a:bodyPr>
          <a:lstStyle/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900" b="0" u="none" strike="noStrike">
                <a:solidFill>
                  <a:srgbClr val="6B7280"/>
                </a:solidFill>
                <a:effectLst/>
                <a:uFillTx/>
                <a:latin typeface="Aptos"/>
              </a:rPr>
              <a:t>Oppenheim &amp; Schafer + Raschka</a:t>
            </a:r>
            <a:endParaRPr lang="en-US" sz="9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48" name="Text 4"/>
          <p:cNvSpPr/>
          <p:nvPr/>
        </p:nvSpPr>
        <p:spPr>
          <a:xfrm>
            <a:off x="11338560" y="6446520"/>
            <a:ext cx="365400" cy="18252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0" rIns="0" bIns="0" anchor="ctr">
            <a:noAutofit/>
          </a:bodyPr>
          <a:lstStyle/>
          <a:p>
            <a:pPr algn="r"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900" b="0" u="none" strike="noStrike">
                <a:solidFill>
                  <a:srgbClr val="6B7280"/>
                </a:solidFill>
                <a:effectLst/>
                <a:uFillTx/>
                <a:latin typeface="Aptos"/>
              </a:rPr>
              <a:t>6</a:t>
            </a:r>
            <a:endParaRPr lang="en-US" sz="9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49" name="Text 5"/>
          <p:cNvSpPr/>
          <p:nvPr/>
        </p:nvSpPr>
        <p:spPr>
          <a:xfrm>
            <a:off x="731520" y="1371600"/>
            <a:ext cx="5303160" cy="685440"/>
          </a:xfrm>
          <a:prstGeom prst="rect">
            <a:avLst/>
          </a:prstGeom>
          <a:solidFill>
            <a:srgbClr val="F4F7FB"/>
          </a:solidFill>
          <a:ln w="12700">
            <a:solidFill>
              <a:srgbClr val="D7E0EA"/>
            </a:solidFill>
            <a:round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360" tIns="360" rIns="360" bIns="360" anchor="ctr">
            <a:noAutofit/>
          </a:bodyPr>
          <a:lstStyle/>
          <a:p>
            <a:pPr algn="ctr" defTabSz="914400">
              <a:lnSpc>
                <a:spcPct val="100000"/>
              </a:lnSpc>
              <a:tabLst>
                <a:tab pos="0" algn="l"/>
              </a:tabLst>
            </a:pPr>
            <a:endParaRPr lang="en-US" sz="2300" b="0" u="none" strike="noStrike" dirty="0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50" name="Shape 6"/>
          <p:cNvSpPr/>
          <p:nvPr/>
        </p:nvSpPr>
        <p:spPr>
          <a:xfrm>
            <a:off x="731520" y="2377440"/>
            <a:ext cx="5303160" cy="1645560"/>
          </a:xfrm>
          <a:prstGeom prst="roundRect">
            <a:avLst>
              <a:gd name="adj" fmla="val 3333"/>
            </a:avLst>
          </a:prstGeom>
          <a:solidFill>
            <a:srgbClr val="F7FAFC"/>
          </a:solidFill>
          <a:ln w="19050">
            <a:solidFill>
              <a:srgbClr val="2F8F9D"/>
            </a:solidFill>
            <a:round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t">
            <a:noAutofit/>
          </a:bodyPr>
          <a:lstStyle/>
          <a:p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51" name="Text 7"/>
          <p:cNvSpPr/>
          <p:nvPr/>
        </p:nvSpPr>
        <p:spPr>
          <a:xfrm>
            <a:off x="877680" y="2487240"/>
            <a:ext cx="5010480" cy="25560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0" rIns="0" bIns="0" anchor="ctr">
            <a:noAutofit/>
          </a:bodyPr>
          <a:lstStyle/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200" b="1" u="none" strike="noStrike">
                <a:solidFill>
                  <a:srgbClr val="2F8F9D"/>
                </a:solidFill>
                <a:effectLst/>
                <a:uFillTx/>
                <a:latin typeface="Aptos"/>
              </a:rPr>
              <a:t>At ω=0</a:t>
            </a:r>
            <a:endParaRPr lang="en-US" sz="12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52" name="Text 8"/>
          <p:cNvSpPr/>
          <p:nvPr/>
        </p:nvSpPr>
        <p:spPr>
          <a:xfrm>
            <a:off x="877680" y="2816280"/>
            <a:ext cx="5010480" cy="111528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360" tIns="360" rIns="360" bIns="360" anchor="t">
            <a:noAutofit/>
          </a:bodyPr>
          <a:lstStyle/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600" b="0" u="none" strike="noStrike">
                <a:solidFill>
                  <a:srgbClr val="1F2937"/>
                </a:solidFill>
                <a:effectLst/>
                <a:uFillTx/>
                <a:latin typeface="Aptos"/>
              </a:rPr>
              <a:t>The unit-circle point is z=1. The zero-distance is 0.2 and pole-distance is 0.5, so |H(1)|=0.4.</a:t>
            </a:r>
            <a:endParaRPr lang="en-US" sz="16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53" name="Shape 9"/>
          <p:cNvSpPr/>
          <p:nvPr/>
        </p:nvSpPr>
        <p:spPr>
          <a:xfrm>
            <a:off x="731520" y="4297680"/>
            <a:ext cx="5303160" cy="1645560"/>
          </a:xfrm>
          <a:prstGeom prst="roundRect">
            <a:avLst>
              <a:gd name="adj" fmla="val 3333"/>
            </a:avLst>
          </a:prstGeom>
          <a:solidFill>
            <a:srgbClr val="F7FAFC"/>
          </a:solidFill>
          <a:ln w="19050">
            <a:solidFill>
              <a:srgbClr val="2F8F9D"/>
            </a:solidFill>
            <a:round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t">
            <a:noAutofit/>
          </a:bodyPr>
          <a:lstStyle/>
          <a:p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54" name="Text 10"/>
          <p:cNvSpPr/>
          <p:nvPr/>
        </p:nvSpPr>
        <p:spPr>
          <a:xfrm>
            <a:off x="877680" y="4407480"/>
            <a:ext cx="5010480" cy="25560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0" rIns="0" bIns="0" anchor="ctr">
            <a:noAutofit/>
          </a:bodyPr>
          <a:lstStyle/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200" b="1" u="none" strike="noStrike">
                <a:solidFill>
                  <a:srgbClr val="2F8F9D"/>
                </a:solidFill>
                <a:effectLst/>
                <a:uFillTx/>
                <a:latin typeface="Aptos"/>
              </a:rPr>
              <a:t>At ω=π</a:t>
            </a:r>
            <a:endParaRPr lang="en-US" sz="12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55" name="Text 11"/>
          <p:cNvSpPr/>
          <p:nvPr/>
        </p:nvSpPr>
        <p:spPr>
          <a:xfrm>
            <a:off x="877680" y="4736520"/>
            <a:ext cx="5010480" cy="111528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360" tIns="360" rIns="360" bIns="360" anchor="t">
            <a:noAutofit/>
          </a:bodyPr>
          <a:lstStyle/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600" b="0" u="none" strike="noStrike">
                <a:solidFill>
                  <a:srgbClr val="1F2937"/>
                </a:solidFill>
                <a:effectLst/>
                <a:uFillTx/>
                <a:latin typeface="Aptos"/>
              </a:rPr>
              <a:t>The point is z=-1. The distances are 1.8 and 1.5, so |H(-1)|=1.2. Predict a high-frequency tilt before plotting.</a:t>
            </a:r>
            <a:endParaRPr lang="en-US" sz="16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pic>
        <p:nvPicPr>
          <p:cNvPr id="56" name="Image 0" descr="/mnt/data/week5_lectures9_10/assets/L9_mag.png"/>
          <p:cNvPicPr/>
          <p:nvPr/>
        </p:nvPicPr>
        <p:blipFill>
          <a:blip r:embed="rId3"/>
          <a:stretch/>
        </p:blipFill>
        <p:spPr>
          <a:xfrm>
            <a:off x="6400800" y="1417320"/>
            <a:ext cx="5028840" cy="3931560"/>
          </a:xfrm>
          <a:prstGeom prst="rect">
            <a:avLst/>
          </a:prstGeom>
          <a:noFill/>
          <a:ln w="0">
            <a:noFill/>
          </a:ln>
        </p:spPr>
      </p:pic>
      <p:pic>
        <p:nvPicPr>
          <p:cNvPr id="57" name="Picture 56" descr="eq_03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2333028" y="1467562"/>
            <a:ext cx="2100144" cy="493516"/>
          </a:xfrm>
          <a:prstGeom prst="rect">
            <a:avLst/>
          </a:prstGeom>
        </p:spPr>
      </p:pic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 1">
            <a:extLst>
              <a:ext uri="{FF2B5EF4-FFF2-40B4-BE49-F238E27FC236}">
                <a16:creationId xmlns:a16="http://schemas.microsoft.com/office/drawing/2014/main" id="{F71425B2-3514-A464-B7D0-AA93CB4EE4F6}"/>
              </a:ext>
            </a:extLst>
          </p:cNvPr>
          <p:cNvSpPr/>
          <p:nvPr/>
        </p:nvSpPr>
        <p:spPr>
          <a:xfrm>
            <a:off x="411480" y="502920"/>
            <a:ext cx="11155320" cy="491224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0" rIns="0" bIns="0" anchor="ctr">
            <a:noAutofit/>
          </a:bodyPr>
          <a:lstStyle/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2700" b="1" u="none" strike="noStrike" dirty="0">
                <a:solidFill>
                  <a:srgbClr val="17365D"/>
                </a:solidFill>
                <a:effectLst/>
                <a:uFillTx/>
                <a:latin typeface="Aptos"/>
              </a:rPr>
              <a:t>Worked geometry example</a:t>
            </a:r>
            <a:endParaRPr lang="en-US" sz="2700" b="0" u="none" strike="noStrike" dirty="0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pic>
        <p:nvPicPr>
          <p:cNvPr id="7" name="Picture 6">
            <a:extLst>
              <a:ext uri="{FF2B5EF4-FFF2-40B4-BE49-F238E27FC236}">
                <a16:creationId xmlns:a16="http://schemas.microsoft.com/office/drawing/2014/main" id="{D453027C-7ADC-B237-8462-AF33FCBBBEB6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888665" y="3625703"/>
            <a:ext cx="6095999" cy="3030908"/>
          </a:xfrm>
          <a:prstGeom prst="rect">
            <a:avLst/>
          </a:prstGeom>
        </p:spPr>
      </p:pic>
      <p:pic>
        <p:nvPicPr>
          <p:cNvPr id="5" name="Picture 4">
            <a:extLst>
              <a:ext uri="{FF2B5EF4-FFF2-40B4-BE49-F238E27FC236}">
                <a16:creationId xmlns:a16="http://schemas.microsoft.com/office/drawing/2014/main" id="{F9A88D9D-A7E0-B6E3-132A-7D97CC60B53B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38223" y="1170708"/>
            <a:ext cx="5890437" cy="2926765"/>
          </a:xfrm>
          <a:prstGeom prst="rect">
            <a:avLst/>
          </a:prstGeom>
        </p:spPr>
      </p:pic>
      <p:grpSp>
        <p:nvGrpSpPr>
          <p:cNvPr id="10" name="Group 9">
            <a:extLst>
              <a:ext uri="{FF2B5EF4-FFF2-40B4-BE49-F238E27FC236}">
                <a16:creationId xmlns:a16="http://schemas.microsoft.com/office/drawing/2014/main" id="{DACD1CD2-1050-1614-B496-C94590304BBB}"/>
              </a:ext>
            </a:extLst>
          </p:cNvPr>
          <p:cNvGrpSpPr/>
          <p:nvPr/>
        </p:nvGrpSpPr>
        <p:grpSpPr>
          <a:xfrm>
            <a:off x="987622" y="4329896"/>
            <a:ext cx="794880" cy="151920"/>
            <a:chOff x="987622" y="4329896"/>
            <a:chExt cx="794880" cy="151920"/>
          </a:xfrm>
        </p:grpSpPr>
        <mc:AlternateContent xmlns:mc="http://schemas.openxmlformats.org/markup-compatibility/2006">
          <mc:Choice xmlns:p14="http://schemas.microsoft.com/office/powerpoint/2010/main" Requires="p14">
            <p:contentPart p14:bwMode="auto" r:id="rId4">
              <p14:nvContentPartPr>
                <p14:cNvPr id="2" name="Ink 1">
                  <a:extLst>
                    <a:ext uri="{FF2B5EF4-FFF2-40B4-BE49-F238E27FC236}">
                      <a16:creationId xmlns:a16="http://schemas.microsoft.com/office/drawing/2014/main" id="{BE4C3BD8-9088-6F83-3EF2-D7630F74943C}"/>
                    </a:ext>
                  </a:extLst>
                </p14:cNvPr>
                <p14:cNvContentPartPr/>
                <p14:nvPr/>
              </p14:nvContentPartPr>
              <p14:xfrm>
                <a:off x="987622" y="4336376"/>
                <a:ext cx="240480" cy="144720"/>
              </p14:xfrm>
            </p:contentPart>
          </mc:Choice>
          <mc:Fallback>
            <p:pic>
              <p:nvPicPr>
                <p:cNvPr id="2" name="Ink 1">
                  <a:extLst>
                    <a:ext uri="{FF2B5EF4-FFF2-40B4-BE49-F238E27FC236}">
                      <a16:creationId xmlns:a16="http://schemas.microsoft.com/office/drawing/2014/main" id="{BE4C3BD8-9088-6F83-3EF2-D7630F74943C}"/>
                    </a:ext>
                  </a:extLst>
                </p:cNvPr>
                <p:cNvPicPr/>
                <p:nvPr/>
              </p:nvPicPr>
              <p:blipFill>
                <a:blip r:embed="rId5"/>
                <a:stretch>
                  <a:fillRect/>
                </a:stretch>
              </p:blipFill>
              <p:spPr>
                <a:xfrm>
                  <a:off x="978622" y="4327736"/>
                  <a:ext cx="258120" cy="1623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6">
              <p14:nvContentPartPr>
                <p14:cNvPr id="4" name="Ink 3">
                  <a:extLst>
                    <a:ext uri="{FF2B5EF4-FFF2-40B4-BE49-F238E27FC236}">
                      <a16:creationId xmlns:a16="http://schemas.microsoft.com/office/drawing/2014/main" id="{1BF2ED62-EA41-EC70-3274-84472C799195}"/>
                    </a:ext>
                  </a:extLst>
                </p14:cNvPr>
                <p14:cNvContentPartPr/>
                <p14:nvPr/>
              </p14:nvContentPartPr>
              <p14:xfrm>
                <a:off x="1356262" y="4447976"/>
                <a:ext cx="116280" cy="6480"/>
              </p14:xfrm>
            </p:contentPart>
          </mc:Choice>
          <mc:Fallback>
            <p:pic>
              <p:nvPicPr>
                <p:cNvPr id="4" name="Ink 3">
                  <a:extLst>
                    <a:ext uri="{FF2B5EF4-FFF2-40B4-BE49-F238E27FC236}">
                      <a16:creationId xmlns:a16="http://schemas.microsoft.com/office/drawing/2014/main" id="{1BF2ED62-EA41-EC70-3274-84472C799195}"/>
                    </a:ext>
                  </a:extLst>
                </p:cNvPr>
                <p:cNvPicPr/>
                <p:nvPr/>
              </p:nvPicPr>
              <p:blipFill>
                <a:blip r:embed="rId7"/>
                <a:stretch>
                  <a:fillRect/>
                </a:stretch>
              </p:blipFill>
              <p:spPr>
                <a:xfrm>
                  <a:off x="1347622" y="4439336"/>
                  <a:ext cx="133920" cy="241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8">
              <p14:nvContentPartPr>
                <p14:cNvPr id="6" name="Ink 5">
                  <a:extLst>
                    <a:ext uri="{FF2B5EF4-FFF2-40B4-BE49-F238E27FC236}">
                      <a16:creationId xmlns:a16="http://schemas.microsoft.com/office/drawing/2014/main" id="{5D9DEB83-C105-1D74-87E6-7EB5893C1A10}"/>
                    </a:ext>
                  </a:extLst>
                </p14:cNvPr>
                <p14:cNvContentPartPr/>
                <p14:nvPr/>
              </p14:nvContentPartPr>
              <p14:xfrm>
                <a:off x="1354462" y="4392896"/>
                <a:ext cx="102240" cy="9000"/>
              </p14:xfrm>
            </p:contentPart>
          </mc:Choice>
          <mc:Fallback>
            <p:pic>
              <p:nvPicPr>
                <p:cNvPr id="6" name="Ink 5">
                  <a:extLst>
                    <a:ext uri="{FF2B5EF4-FFF2-40B4-BE49-F238E27FC236}">
                      <a16:creationId xmlns:a16="http://schemas.microsoft.com/office/drawing/2014/main" id="{5D9DEB83-C105-1D74-87E6-7EB5893C1A10}"/>
                    </a:ext>
                  </a:extLst>
                </p:cNvPr>
                <p:cNvPicPr/>
                <p:nvPr/>
              </p:nvPicPr>
              <p:blipFill>
                <a:blip r:embed="rId9"/>
                <a:stretch>
                  <a:fillRect/>
                </a:stretch>
              </p:blipFill>
              <p:spPr>
                <a:xfrm>
                  <a:off x="1345462" y="4384256"/>
                  <a:ext cx="119880" cy="266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0">
              <p14:nvContentPartPr>
                <p14:cNvPr id="9" name="Ink 8">
                  <a:extLst>
                    <a:ext uri="{FF2B5EF4-FFF2-40B4-BE49-F238E27FC236}">
                      <a16:creationId xmlns:a16="http://schemas.microsoft.com/office/drawing/2014/main" id="{168F588C-C059-32BE-F2B8-1A0768529F77}"/>
                    </a:ext>
                  </a:extLst>
                </p14:cNvPr>
                <p14:cNvContentPartPr/>
                <p14:nvPr/>
              </p14:nvContentPartPr>
              <p14:xfrm>
                <a:off x="1632742" y="4329896"/>
                <a:ext cx="149760" cy="151920"/>
              </p14:xfrm>
            </p:contentPart>
          </mc:Choice>
          <mc:Fallback>
            <p:pic>
              <p:nvPicPr>
                <p:cNvPr id="9" name="Ink 8">
                  <a:extLst>
                    <a:ext uri="{FF2B5EF4-FFF2-40B4-BE49-F238E27FC236}">
                      <a16:creationId xmlns:a16="http://schemas.microsoft.com/office/drawing/2014/main" id="{168F588C-C059-32BE-F2B8-1A0768529F77}"/>
                    </a:ext>
                  </a:extLst>
                </p:cNvPr>
                <p:cNvPicPr/>
                <p:nvPr/>
              </p:nvPicPr>
              <p:blipFill>
                <a:blip r:embed="rId11"/>
                <a:stretch>
                  <a:fillRect/>
                </a:stretch>
              </p:blipFill>
              <p:spPr>
                <a:xfrm>
                  <a:off x="1624102" y="4320896"/>
                  <a:ext cx="167400" cy="169560"/>
                </a:xfrm>
                <a:prstGeom prst="rect">
                  <a:avLst/>
                </a:prstGeom>
              </p:spPr>
            </p:pic>
          </mc:Fallback>
        </mc:AlternateContent>
      </p:grpSp>
      <p:grpSp>
        <p:nvGrpSpPr>
          <p:cNvPr id="18" name="Group 17">
            <a:extLst>
              <a:ext uri="{FF2B5EF4-FFF2-40B4-BE49-F238E27FC236}">
                <a16:creationId xmlns:a16="http://schemas.microsoft.com/office/drawing/2014/main" id="{158D0954-1494-1214-833A-7647DAC60C83}"/>
              </a:ext>
            </a:extLst>
          </p:cNvPr>
          <p:cNvGrpSpPr/>
          <p:nvPr/>
        </p:nvGrpSpPr>
        <p:grpSpPr>
          <a:xfrm>
            <a:off x="9053422" y="2911136"/>
            <a:ext cx="773640" cy="204480"/>
            <a:chOff x="9053422" y="2911136"/>
            <a:chExt cx="773640" cy="204480"/>
          </a:xfrm>
        </p:grpSpPr>
        <mc:AlternateContent xmlns:mc="http://schemas.openxmlformats.org/markup-compatibility/2006">
          <mc:Choice xmlns:p14="http://schemas.microsoft.com/office/powerpoint/2010/main" Requires="p14">
            <p:contentPart p14:bwMode="auto" r:id="rId12">
              <p14:nvContentPartPr>
                <p14:cNvPr id="11" name="Ink 10">
                  <a:extLst>
                    <a:ext uri="{FF2B5EF4-FFF2-40B4-BE49-F238E27FC236}">
                      <a16:creationId xmlns:a16="http://schemas.microsoft.com/office/drawing/2014/main" id="{5D9972D3-6BDC-B93C-93BC-98E386E2EB32}"/>
                    </a:ext>
                  </a:extLst>
                </p14:cNvPr>
                <p14:cNvContentPartPr/>
                <p14:nvPr/>
              </p14:nvContentPartPr>
              <p14:xfrm>
                <a:off x="9053422" y="2964056"/>
                <a:ext cx="224640" cy="151560"/>
              </p14:xfrm>
            </p:contentPart>
          </mc:Choice>
          <mc:Fallback>
            <p:pic>
              <p:nvPicPr>
                <p:cNvPr id="11" name="Ink 10">
                  <a:extLst>
                    <a:ext uri="{FF2B5EF4-FFF2-40B4-BE49-F238E27FC236}">
                      <a16:creationId xmlns:a16="http://schemas.microsoft.com/office/drawing/2014/main" id="{5D9972D3-6BDC-B93C-93BC-98E386E2EB32}"/>
                    </a:ext>
                  </a:extLst>
                </p:cNvPr>
                <p:cNvPicPr/>
                <p:nvPr/>
              </p:nvPicPr>
              <p:blipFill>
                <a:blip r:embed="rId13"/>
                <a:stretch>
                  <a:fillRect/>
                </a:stretch>
              </p:blipFill>
              <p:spPr>
                <a:xfrm>
                  <a:off x="9044782" y="2955056"/>
                  <a:ext cx="242280" cy="1692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4">
              <p14:nvContentPartPr>
                <p14:cNvPr id="12" name="Ink 11">
                  <a:extLst>
                    <a:ext uri="{FF2B5EF4-FFF2-40B4-BE49-F238E27FC236}">
                      <a16:creationId xmlns:a16="http://schemas.microsoft.com/office/drawing/2014/main" id="{16BE1127-456D-19BE-81B5-7CC4AA8643B9}"/>
                    </a:ext>
                  </a:extLst>
                </p14:cNvPr>
                <p14:cNvContentPartPr/>
                <p14:nvPr/>
              </p14:nvContentPartPr>
              <p14:xfrm>
                <a:off x="9445102" y="3042896"/>
                <a:ext cx="92520" cy="9720"/>
              </p14:xfrm>
            </p:contentPart>
          </mc:Choice>
          <mc:Fallback>
            <p:pic>
              <p:nvPicPr>
                <p:cNvPr id="12" name="Ink 11">
                  <a:extLst>
                    <a:ext uri="{FF2B5EF4-FFF2-40B4-BE49-F238E27FC236}">
                      <a16:creationId xmlns:a16="http://schemas.microsoft.com/office/drawing/2014/main" id="{16BE1127-456D-19BE-81B5-7CC4AA8643B9}"/>
                    </a:ext>
                  </a:extLst>
                </p:cNvPr>
                <p:cNvPicPr/>
                <p:nvPr/>
              </p:nvPicPr>
              <p:blipFill>
                <a:blip r:embed="rId15"/>
                <a:stretch>
                  <a:fillRect/>
                </a:stretch>
              </p:blipFill>
              <p:spPr>
                <a:xfrm>
                  <a:off x="9436462" y="3033896"/>
                  <a:ext cx="110160" cy="273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6">
              <p14:nvContentPartPr>
                <p14:cNvPr id="13" name="Ink 12">
                  <a:extLst>
                    <a:ext uri="{FF2B5EF4-FFF2-40B4-BE49-F238E27FC236}">
                      <a16:creationId xmlns:a16="http://schemas.microsoft.com/office/drawing/2014/main" id="{3E1679A3-AFA3-966D-77D3-B51F6A99A07B}"/>
                    </a:ext>
                  </a:extLst>
                </p14:cNvPr>
                <p14:cNvContentPartPr/>
                <p14:nvPr/>
              </p14:nvContentPartPr>
              <p14:xfrm>
                <a:off x="9458422" y="2987456"/>
                <a:ext cx="95040" cy="16560"/>
              </p14:xfrm>
            </p:contentPart>
          </mc:Choice>
          <mc:Fallback>
            <p:pic>
              <p:nvPicPr>
                <p:cNvPr id="13" name="Ink 12">
                  <a:extLst>
                    <a:ext uri="{FF2B5EF4-FFF2-40B4-BE49-F238E27FC236}">
                      <a16:creationId xmlns:a16="http://schemas.microsoft.com/office/drawing/2014/main" id="{3E1679A3-AFA3-966D-77D3-B51F6A99A07B}"/>
                    </a:ext>
                  </a:extLst>
                </p:cNvPr>
                <p:cNvPicPr/>
                <p:nvPr/>
              </p:nvPicPr>
              <p:blipFill>
                <a:blip r:embed="rId17"/>
                <a:stretch>
                  <a:fillRect/>
                </a:stretch>
              </p:blipFill>
              <p:spPr>
                <a:xfrm>
                  <a:off x="9449782" y="2978816"/>
                  <a:ext cx="112680" cy="342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8">
              <p14:nvContentPartPr>
                <p14:cNvPr id="15" name="Ink 14">
                  <a:extLst>
                    <a:ext uri="{FF2B5EF4-FFF2-40B4-BE49-F238E27FC236}">
                      <a16:creationId xmlns:a16="http://schemas.microsoft.com/office/drawing/2014/main" id="{FDD756A0-354E-E513-AD7F-ED1AF94955B4}"/>
                    </a:ext>
                  </a:extLst>
                </p14:cNvPr>
                <p14:cNvContentPartPr/>
                <p14:nvPr/>
              </p14:nvContentPartPr>
              <p14:xfrm>
                <a:off x="9702142" y="2950376"/>
                <a:ext cx="52920" cy="133560"/>
              </p14:xfrm>
            </p:contentPart>
          </mc:Choice>
          <mc:Fallback>
            <p:pic>
              <p:nvPicPr>
                <p:cNvPr id="15" name="Ink 14">
                  <a:extLst>
                    <a:ext uri="{FF2B5EF4-FFF2-40B4-BE49-F238E27FC236}">
                      <a16:creationId xmlns:a16="http://schemas.microsoft.com/office/drawing/2014/main" id="{FDD756A0-354E-E513-AD7F-ED1AF94955B4}"/>
                    </a:ext>
                  </a:extLst>
                </p:cNvPr>
                <p:cNvPicPr/>
                <p:nvPr/>
              </p:nvPicPr>
              <p:blipFill>
                <a:blip r:embed="rId19"/>
                <a:stretch>
                  <a:fillRect/>
                </a:stretch>
              </p:blipFill>
              <p:spPr>
                <a:xfrm>
                  <a:off x="9693142" y="2941376"/>
                  <a:ext cx="70560" cy="1512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20">
              <p14:nvContentPartPr>
                <p14:cNvPr id="16" name="Ink 15">
                  <a:extLst>
                    <a:ext uri="{FF2B5EF4-FFF2-40B4-BE49-F238E27FC236}">
                      <a16:creationId xmlns:a16="http://schemas.microsoft.com/office/drawing/2014/main" id="{0CC7BFFA-A9C5-8CED-27CE-576AAB3CEBDB}"/>
                    </a:ext>
                  </a:extLst>
                </p14:cNvPr>
                <p14:cNvContentPartPr/>
                <p14:nvPr/>
              </p14:nvContentPartPr>
              <p14:xfrm>
                <a:off x="9792502" y="2977016"/>
                <a:ext cx="34560" cy="100080"/>
              </p14:xfrm>
            </p:contentPart>
          </mc:Choice>
          <mc:Fallback>
            <p:pic>
              <p:nvPicPr>
                <p:cNvPr id="16" name="Ink 15">
                  <a:extLst>
                    <a:ext uri="{FF2B5EF4-FFF2-40B4-BE49-F238E27FC236}">
                      <a16:creationId xmlns:a16="http://schemas.microsoft.com/office/drawing/2014/main" id="{0CC7BFFA-A9C5-8CED-27CE-576AAB3CEBDB}"/>
                    </a:ext>
                  </a:extLst>
                </p:cNvPr>
                <p:cNvPicPr/>
                <p:nvPr/>
              </p:nvPicPr>
              <p:blipFill>
                <a:blip r:embed="rId21"/>
                <a:stretch>
                  <a:fillRect/>
                </a:stretch>
              </p:blipFill>
              <p:spPr>
                <a:xfrm>
                  <a:off x="9783502" y="2968016"/>
                  <a:ext cx="52200" cy="1177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22">
              <p14:nvContentPartPr>
                <p14:cNvPr id="17" name="Ink 16">
                  <a:extLst>
                    <a:ext uri="{FF2B5EF4-FFF2-40B4-BE49-F238E27FC236}">
                      <a16:creationId xmlns:a16="http://schemas.microsoft.com/office/drawing/2014/main" id="{ADB123BD-6B58-226E-3944-525A29286766}"/>
                    </a:ext>
                  </a:extLst>
                </p14:cNvPr>
                <p14:cNvContentPartPr/>
                <p14:nvPr/>
              </p14:nvContentPartPr>
              <p14:xfrm>
                <a:off x="9657502" y="2911136"/>
                <a:ext cx="162000" cy="12960"/>
              </p14:xfrm>
            </p:contentPart>
          </mc:Choice>
          <mc:Fallback>
            <p:pic>
              <p:nvPicPr>
                <p:cNvPr id="17" name="Ink 16">
                  <a:extLst>
                    <a:ext uri="{FF2B5EF4-FFF2-40B4-BE49-F238E27FC236}">
                      <a16:creationId xmlns:a16="http://schemas.microsoft.com/office/drawing/2014/main" id="{ADB123BD-6B58-226E-3944-525A29286766}"/>
                    </a:ext>
                  </a:extLst>
                </p:cNvPr>
                <p:cNvPicPr/>
                <p:nvPr/>
              </p:nvPicPr>
              <p:blipFill>
                <a:blip r:embed="rId23"/>
                <a:stretch>
                  <a:fillRect/>
                </a:stretch>
              </p:blipFill>
              <p:spPr>
                <a:xfrm>
                  <a:off x="9648502" y="2902496"/>
                  <a:ext cx="179640" cy="30600"/>
                </a:xfrm>
                <a:prstGeom prst="rect">
                  <a:avLst/>
                </a:prstGeom>
              </p:spPr>
            </p:pic>
          </mc:Fallback>
        </mc:AlternateContent>
      </p:grpSp>
      <mc:AlternateContent xmlns:mc="http://schemas.openxmlformats.org/markup-compatibility/2006">
        <mc:Choice xmlns:p14="http://schemas.microsoft.com/office/powerpoint/2010/main" Requires="p14">
          <p:contentPart p14:bwMode="auto" r:id="rId24">
            <p14:nvContentPartPr>
              <p14:cNvPr id="19" name="Ink 18">
                <a:extLst>
                  <a:ext uri="{FF2B5EF4-FFF2-40B4-BE49-F238E27FC236}">
                    <a16:creationId xmlns:a16="http://schemas.microsoft.com/office/drawing/2014/main" id="{A339EE19-1717-225C-2BAC-C0D2BBF92E60}"/>
                  </a:ext>
                </a:extLst>
              </p14:cNvPr>
              <p14:cNvContentPartPr/>
              <p14:nvPr/>
            </p14:nvContentPartPr>
            <p14:xfrm>
              <a:off x="6443062" y="4927496"/>
              <a:ext cx="293040" cy="235440"/>
            </p14:xfrm>
          </p:contentPart>
        </mc:Choice>
        <mc:Fallback>
          <p:pic>
            <p:nvPicPr>
              <p:cNvPr id="19" name="Ink 18">
                <a:extLst>
                  <a:ext uri="{FF2B5EF4-FFF2-40B4-BE49-F238E27FC236}">
                    <a16:creationId xmlns:a16="http://schemas.microsoft.com/office/drawing/2014/main" id="{A339EE19-1717-225C-2BAC-C0D2BBF92E60}"/>
                  </a:ext>
                </a:extLst>
              </p:cNvPr>
              <p:cNvPicPr/>
              <p:nvPr/>
            </p:nvPicPr>
            <p:blipFill>
              <a:blip r:embed="rId25"/>
              <a:stretch>
                <a:fillRect/>
              </a:stretch>
            </p:blipFill>
            <p:spPr>
              <a:xfrm>
                <a:off x="6434062" y="4918496"/>
                <a:ext cx="310680" cy="25308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>
        <mc:Choice xmlns:p14="http://schemas.microsoft.com/office/powerpoint/2010/main" Requires="p14">
          <p:contentPart p14:bwMode="auto" r:id="rId26">
            <p14:nvContentPartPr>
              <p14:cNvPr id="20" name="Ink 19">
                <a:extLst>
                  <a:ext uri="{FF2B5EF4-FFF2-40B4-BE49-F238E27FC236}">
                    <a16:creationId xmlns:a16="http://schemas.microsoft.com/office/drawing/2014/main" id="{70EAE147-15FA-A979-3C49-9B4325872913}"/>
                  </a:ext>
                </a:extLst>
              </p14:cNvPr>
              <p14:cNvContentPartPr/>
              <p14:nvPr/>
            </p14:nvContentPartPr>
            <p14:xfrm>
              <a:off x="2812102" y="2418296"/>
              <a:ext cx="261000" cy="229680"/>
            </p14:xfrm>
          </p:contentPart>
        </mc:Choice>
        <mc:Fallback>
          <p:pic>
            <p:nvPicPr>
              <p:cNvPr id="20" name="Ink 19">
                <a:extLst>
                  <a:ext uri="{FF2B5EF4-FFF2-40B4-BE49-F238E27FC236}">
                    <a16:creationId xmlns:a16="http://schemas.microsoft.com/office/drawing/2014/main" id="{70EAE147-15FA-A979-3C49-9B4325872913}"/>
                  </a:ext>
                </a:extLst>
              </p:cNvPr>
              <p:cNvPicPr/>
              <p:nvPr/>
            </p:nvPicPr>
            <p:blipFill>
              <a:blip r:embed="rId27"/>
              <a:stretch>
                <a:fillRect/>
              </a:stretch>
            </p:blipFill>
            <p:spPr>
              <a:xfrm>
                <a:off x="2803462" y="2409296"/>
                <a:ext cx="278640" cy="24732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>
        <mc:Choice xmlns:p14="http://schemas.microsoft.com/office/powerpoint/2010/main" Requires="p14">
          <p:contentPart p14:bwMode="auto" r:id="rId28">
            <p14:nvContentPartPr>
              <p14:cNvPr id="21" name="Ink 20">
                <a:extLst>
                  <a:ext uri="{FF2B5EF4-FFF2-40B4-BE49-F238E27FC236}">
                    <a16:creationId xmlns:a16="http://schemas.microsoft.com/office/drawing/2014/main" id="{3FA200C5-AC0B-2E92-19AA-4D8FEB3AAA89}"/>
                  </a:ext>
                </a:extLst>
              </p14:cNvPr>
              <p14:cNvContentPartPr/>
              <p14:nvPr/>
            </p14:nvContentPartPr>
            <p14:xfrm>
              <a:off x="3041782" y="2675696"/>
              <a:ext cx="299520" cy="1047240"/>
            </p14:xfrm>
          </p:contentPart>
        </mc:Choice>
        <mc:Fallback>
          <p:pic>
            <p:nvPicPr>
              <p:cNvPr id="21" name="Ink 20">
                <a:extLst>
                  <a:ext uri="{FF2B5EF4-FFF2-40B4-BE49-F238E27FC236}">
                    <a16:creationId xmlns:a16="http://schemas.microsoft.com/office/drawing/2014/main" id="{3FA200C5-AC0B-2E92-19AA-4D8FEB3AAA89}"/>
                  </a:ext>
                </a:extLst>
              </p:cNvPr>
              <p:cNvPicPr/>
              <p:nvPr/>
            </p:nvPicPr>
            <p:blipFill>
              <a:blip r:embed="rId29"/>
              <a:stretch>
                <a:fillRect/>
              </a:stretch>
            </p:blipFill>
            <p:spPr>
              <a:xfrm>
                <a:off x="3033142" y="2666696"/>
                <a:ext cx="317160" cy="1064880"/>
              </a:xfrm>
              <a:prstGeom prst="rect">
                <a:avLst/>
              </a:prstGeom>
            </p:spPr>
          </p:pic>
        </mc:Fallback>
      </mc:AlternateContent>
      <p:grpSp>
        <p:nvGrpSpPr>
          <p:cNvPr id="26" name="Group 25">
            <a:extLst>
              <a:ext uri="{FF2B5EF4-FFF2-40B4-BE49-F238E27FC236}">
                <a16:creationId xmlns:a16="http://schemas.microsoft.com/office/drawing/2014/main" id="{E58AFF28-982C-6CD6-A3CE-3DF6245124D4}"/>
              </a:ext>
            </a:extLst>
          </p:cNvPr>
          <p:cNvGrpSpPr/>
          <p:nvPr/>
        </p:nvGrpSpPr>
        <p:grpSpPr>
          <a:xfrm>
            <a:off x="3253462" y="3973136"/>
            <a:ext cx="435960" cy="392040"/>
            <a:chOff x="3253462" y="3973136"/>
            <a:chExt cx="435960" cy="392040"/>
          </a:xfrm>
        </p:grpSpPr>
        <mc:AlternateContent xmlns:mc="http://schemas.openxmlformats.org/markup-compatibility/2006">
          <mc:Choice xmlns:p14="http://schemas.microsoft.com/office/powerpoint/2010/main" Requires="p14">
            <p:contentPart p14:bwMode="auto" r:id="rId30">
              <p14:nvContentPartPr>
                <p14:cNvPr id="22" name="Ink 21">
                  <a:extLst>
                    <a:ext uri="{FF2B5EF4-FFF2-40B4-BE49-F238E27FC236}">
                      <a16:creationId xmlns:a16="http://schemas.microsoft.com/office/drawing/2014/main" id="{76600ADC-3437-AF8D-3D9E-CB14B3FB0F92}"/>
                    </a:ext>
                  </a:extLst>
                </p14:cNvPr>
                <p14:cNvContentPartPr/>
                <p14:nvPr/>
              </p14:nvContentPartPr>
              <p14:xfrm>
                <a:off x="3253462" y="4177616"/>
                <a:ext cx="168120" cy="187560"/>
              </p14:xfrm>
            </p:contentPart>
          </mc:Choice>
          <mc:Fallback>
            <p:pic>
              <p:nvPicPr>
                <p:cNvPr id="22" name="Ink 21">
                  <a:extLst>
                    <a:ext uri="{FF2B5EF4-FFF2-40B4-BE49-F238E27FC236}">
                      <a16:creationId xmlns:a16="http://schemas.microsoft.com/office/drawing/2014/main" id="{76600ADC-3437-AF8D-3D9E-CB14B3FB0F92}"/>
                    </a:ext>
                  </a:extLst>
                </p:cNvPr>
                <p:cNvPicPr/>
                <p:nvPr/>
              </p:nvPicPr>
              <p:blipFill>
                <a:blip r:embed="rId31"/>
                <a:stretch>
                  <a:fillRect/>
                </a:stretch>
              </p:blipFill>
              <p:spPr>
                <a:xfrm>
                  <a:off x="3244462" y="4168616"/>
                  <a:ext cx="185760" cy="2052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32">
              <p14:nvContentPartPr>
                <p14:cNvPr id="23" name="Ink 22">
                  <a:extLst>
                    <a:ext uri="{FF2B5EF4-FFF2-40B4-BE49-F238E27FC236}">
                      <a16:creationId xmlns:a16="http://schemas.microsoft.com/office/drawing/2014/main" id="{97A87355-5090-BEEB-23F9-3512E070F94D}"/>
                    </a:ext>
                  </a:extLst>
                </p14:cNvPr>
                <p14:cNvContentPartPr/>
                <p14:nvPr/>
              </p14:nvContentPartPr>
              <p14:xfrm>
                <a:off x="3420142" y="4093376"/>
                <a:ext cx="68760" cy="173520"/>
              </p14:xfrm>
            </p:contentPart>
          </mc:Choice>
          <mc:Fallback>
            <p:pic>
              <p:nvPicPr>
                <p:cNvPr id="23" name="Ink 22">
                  <a:extLst>
                    <a:ext uri="{FF2B5EF4-FFF2-40B4-BE49-F238E27FC236}">
                      <a16:creationId xmlns:a16="http://schemas.microsoft.com/office/drawing/2014/main" id="{97A87355-5090-BEEB-23F9-3512E070F94D}"/>
                    </a:ext>
                  </a:extLst>
                </p:cNvPr>
                <p:cNvPicPr/>
                <p:nvPr/>
              </p:nvPicPr>
              <p:blipFill>
                <a:blip r:embed="rId33"/>
                <a:stretch>
                  <a:fillRect/>
                </a:stretch>
              </p:blipFill>
              <p:spPr>
                <a:xfrm>
                  <a:off x="3411502" y="4084376"/>
                  <a:ext cx="86400" cy="1911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34">
              <p14:nvContentPartPr>
                <p14:cNvPr id="24" name="Ink 23">
                  <a:extLst>
                    <a:ext uri="{FF2B5EF4-FFF2-40B4-BE49-F238E27FC236}">
                      <a16:creationId xmlns:a16="http://schemas.microsoft.com/office/drawing/2014/main" id="{86A184CC-B847-1222-09A9-099BEB4A78FD}"/>
                    </a:ext>
                  </a:extLst>
                </p14:cNvPr>
                <p14:cNvContentPartPr/>
                <p14:nvPr/>
              </p14:nvContentPartPr>
              <p14:xfrm>
                <a:off x="3419422" y="3973136"/>
                <a:ext cx="4680" cy="3600"/>
              </p14:xfrm>
            </p:contentPart>
          </mc:Choice>
          <mc:Fallback>
            <p:pic>
              <p:nvPicPr>
                <p:cNvPr id="24" name="Ink 23">
                  <a:extLst>
                    <a:ext uri="{FF2B5EF4-FFF2-40B4-BE49-F238E27FC236}">
                      <a16:creationId xmlns:a16="http://schemas.microsoft.com/office/drawing/2014/main" id="{86A184CC-B847-1222-09A9-099BEB4A78FD}"/>
                    </a:ext>
                  </a:extLst>
                </p:cNvPr>
                <p:cNvPicPr/>
                <p:nvPr/>
              </p:nvPicPr>
              <p:blipFill>
                <a:blip r:embed="rId35"/>
                <a:stretch>
                  <a:fillRect/>
                </a:stretch>
              </p:blipFill>
              <p:spPr>
                <a:xfrm>
                  <a:off x="3410422" y="3964136"/>
                  <a:ext cx="22320" cy="212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36">
              <p14:nvContentPartPr>
                <p14:cNvPr id="25" name="Ink 24">
                  <a:extLst>
                    <a:ext uri="{FF2B5EF4-FFF2-40B4-BE49-F238E27FC236}">
                      <a16:creationId xmlns:a16="http://schemas.microsoft.com/office/drawing/2014/main" id="{3A95955F-CE4C-04F4-4521-7DA4F4C2A70C}"/>
                    </a:ext>
                  </a:extLst>
                </p14:cNvPr>
                <p14:cNvContentPartPr/>
                <p14:nvPr/>
              </p14:nvContentPartPr>
              <p14:xfrm>
                <a:off x="3497902" y="4013456"/>
                <a:ext cx="191520" cy="105480"/>
              </p14:xfrm>
            </p:contentPart>
          </mc:Choice>
          <mc:Fallback>
            <p:pic>
              <p:nvPicPr>
                <p:cNvPr id="25" name="Ink 24">
                  <a:extLst>
                    <a:ext uri="{FF2B5EF4-FFF2-40B4-BE49-F238E27FC236}">
                      <a16:creationId xmlns:a16="http://schemas.microsoft.com/office/drawing/2014/main" id="{3A95955F-CE4C-04F4-4521-7DA4F4C2A70C}"/>
                    </a:ext>
                  </a:extLst>
                </p:cNvPr>
                <p:cNvPicPr/>
                <p:nvPr/>
              </p:nvPicPr>
              <p:blipFill>
                <a:blip r:embed="rId37"/>
                <a:stretch>
                  <a:fillRect/>
                </a:stretch>
              </p:blipFill>
              <p:spPr>
                <a:xfrm>
                  <a:off x="3489262" y="4004816"/>
                  <a:ext cx="209160" cy="123120"/>
                </a:xfrm>
                <a:prstGeom prst="rect">
                  <a:avLst/>
                </a:prstGeom>
              </p:spPr>
            </p:pic>
          </mc:Fallback>
        </mc:AlternateContent>
      </p:grpSp>
      <p:grpSp>
        <p:nvGrpSpPr>
          <p:cNvPr id="32" name="Group 31">
            <a:extLst>
              <a:ext uri="{FF2B5EF4-FFF2-40B4-BE49-F238E27FC236}">
                <a16:creationId xmlns:a16="http://schemas.microsoft.com/office/drawing/2014/main" id="{D6B5F860-5F84-E926-3CB2-A9FEC5DED60B}"/>
              </a:ext>
            </a:extLst>
          </p:cNvPr>
          <p:cNvGrpSpPr/>
          <p:nvPr/>
        </p:nvGrpSpPr>
        <p:grpSpPr>
          <a:xfrm>
            <a:off x="5383942" y="4295336"/>
            <a:ext cx="1123560" cy="675360"/>
            <a:chOff x="5383942" y="4295336"/>
            <a:chExt cx="1123560" cy="675360"/>
          </a:xfrm>
        </p:grpSpPr>
        <mc:AlternateContent xmlns:mc="http://schemas.openxmlformats.org/markup-compatibility/2006">
          <mc:Choice xmlns:p14="http://schemas.microsoft.com/office/powerpoint/2010/main" Requires="p14">
            <p:contentPart p14:bwMode="auto" r:id="rId38">
              <p14:nvContentPartPr>
                <p14:cNvPr id="27" name="Ink 26">
                  <a:extLst>
                    <a:ext uri="{FF2B5EF4-FFF2-40B4-BE49-F238E27FC236}">
                      <a16:creationId xmlns:a16="http://schemas.microsoft.com/office/drawing/2014/main" id="{A5824511-01F2-ABFB-EFCA-3B838C33B2A2}"/>
                    </a:ext>
                  </a:extLst>
                </p14:cNvPr>
                <p14:cNvContentPartPr/>
                <p14:nvPr/>
              </p14:nvContentPartPr>
              <p14:xfrm>
                <a:off x="5873542" y="4647056"/>
                <a:ext cx="633960" cy="323640"/>
              </p14:xfrm>
            </p:contentPart>
          </mc:Choice>
          <mc:Fallback>
            <p:pic>
              <p:nvPicPr>
                <p:cNvPr id="27" name="Ink 26">
                  <a:extLst>
                    <a:ext uri="{FF2B5EF4-FFF2-40B4-BE49-F238E27FC236}">
                      <a16:creationId xmlns:a16="http://schemas.microsoft.com/office/drawing/2014/main" id="{A5824511-01F2-ABFB-EFCA-3B838C33B2A2}"/>
                    </a:ext>
                  </a:extLst>
                </p:cNvPr>
                <p:cNvPicPr/>
                <p:nvPr/>
              </p:nvPicPr>
              <p:blipFill>
                <a:blip r:embed="rId39"/>
                <a:stretch>
                  <a:fillRect/>
                </a:stretch>
              </p:blipFill>
              <p:spPr>
                <a:xfrm>
                  <a:off x="5864542" y="4638416"/>
                  <a:ext cx="651600" cy="3412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40">
              <p14:nvContentPartPr>
                <p14:cNvPr id="28" name="Ink 27">
                  <a:extLst>
                    <a:ext uri="{FF2B5EF4-FFF2-40B4-BE49-F238E27FC236}">
                      <a16:creationId xmlns:a16="http://schemas.microsoft.com/office/drawing/2014/main" id="{F2BC79C7-1C69-4731-BAC4-747F92D6062A}"/>
                    </a:ext>
                  </a:extLst>
                </p14:cNvPr>
                <p14:cNvContentPartPr/>
                <p14:nvPr/>
              </p14:nvContentPartPr>
              <p14:xfrm>
                <a:off x="5383942" y="4544456"/>
                <a:ext cx="117000" cy="129240"/>
              </p14:xfrm>
            </p:contentPart>
          </mc:Choice>
          <mc:Fallback>
            <p:pic>
              <p:nvPicPr>
                <p:cNvPr id="28" name="Ink 27">
                  <a:extLst>
                    <a:ext uri="{FF2B5EF4-FFF2-40B4-BE49-F238E27FC236}">
                      <a16:creationId xmlns:a16="http://schemas.microsoft.com/office/drawing/2014/main" id="{F2BC79C7-1C69-4731-BAC4-747F92D6062A}"/>
                    </a:ext>
                  </a:extLst>
                </p:cNvPr>
                <p:cNvPicPr/>
                <p:nvPr/>
              </p:nvPicPr>
              <p:blipFill>
                <a:blip r:embed="rId41"/>
                <a:stretch>
                  <a:fillRect/>
                </a:stretch>
              </p:blipFill>
              <p:spPr>
                <a:xfrm>
                  <a:off x="5375302" y="4535456"/>
                  <a:ext cx="134640" cy="1468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42">
              <p14:nvContentPartPr>
                <p14:cNvPr id="29" name="Ink 28">
                  <a:extLst>
                    <a:ext uri="{FF2B5EF4-FFF2-40B4-BE49-F238E27FC236}">
                      <a16:creationId xmlns:a16="http://schemas.microsoft.com/office/drawing/2014/main" id="{0BF79719-0967-74D0-0376-F59DA0A88C15}"/>
                    </a:ext>
                  </a:extLst>
                </p14:cNvPr>
                <p14:cNvContentPartPr/>
                <p14:nvPr/>
              </p14:nvContentPartPr>
              <p14:xfrm>
                <a:off x="5502022" y="4433576"/>
                <a:ext cx="74880" cy="166320"/>
              </p14:xfrm>
            </p:contentPart>
          </mc:Choice>
          <mc:Fallback>
            <p:pic>
              <p:nvPicPr>
                <p:cNvPr id="29" name="Ink 28">
                  <a:extLst>
                    <a:ext uri="{FF2B5EF4-FFF2-40B4-BE49-F238E27FC236}">
                      <a16:creationId xmlns:a16="http://schemas.microsoft.com/office/drawing/2014/main" id="{0BF79719-0967-74D0-0376-F59DA0A88C15}"/>
                    </a:ext>
                  </a:extLst>
                </p:cNvPr>
                <p:cNvPicPr/>
                <p:nvPr/>
              </p:nvPicPr>
              <p:blipFill>
                <a:blip r:embed="rId43"/>
                <a:stretch>
                  <a:fillRect/>
                </a:stretch>
              </p:blipFill>
              <p:spPr>
                <a:xfrm>
                  <a:off x="5493382" y="4424936"/>
                  <a:ext cx="92520" cy="1839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44">
              <p14:nvContentPartPr>
                <p14:cNvPr id="30" name="Ink 29">
                  <a:extLst>
                    <a:ext uri="{FF2B5EF4-FFF2-40B4-BE49-F238E27FC236}">
                      <a16:creationId xmlns:a16="http://schemas.microsoft.com/office/drawing/2014/main" id="{A9EE3783-AA3B-B228-62CD-A8B49C1A58C1}"/>
                    </a:ext>
                  </a:extLst>
                </p14:cNvPr>
                <p14:cNvContentPartPr/>
                <p14:nvPr/>
              </p14:nvContentPartPr>
              <p14:xfrm>
                <a:off x="5449102" y="4295336"/>
                <a:ext cx="360" cy="19440"/>
              </p14:xfrm>
            </p:contentPart>
          </mc:Choice>
          <mc:Fallback>
            <p:pic>
              <p:nvPicPr>
                <p:cNvPr id="30" name="Ink 29">
                  <a:extLst>
                    <a:ext uri="{FF2B5EF4-FFF2-40B4-BE49-F238E27FC236}">
                      <a16:creationId xmlns:a16="http://schemas.microsoft.com/office/drawing/2014/main" id="{A9EE3783-AA3B-B228-62CD-A8B49C1A58C1}"/>
                    </a:ext>
                  </a:extLst>
                </p:cNvPr>
                <p:cNvPicPr/>
                <p:nvPr/>
              </p:nvPicPr>
              <p:blipFill>
                <a:blip r:embed="rId45"/>
                <a:stretch>
                  <a:fillRect/>
                </a:stretch>
              </p:blipFill>
              <p:spPr>
                <a:xfrm>
                  <a:off x="5440102" y="4286696"/>
                  <a:ext cx="18000" cy="370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46">
              <p14:nvContentPartPr>
                <p14:cNvPr id="31" name="Ink 30">
                  <a:extLst>
                    <a:ext uri="{FF2B5EF4-FFF2-40B4-BE49-F238E27FC236}">
                      <a16:creationId xmlns:a16="http://schemas.microsoft.com/office/drawing/2014/main" id="{F84ABC63-8888-D92A-92BF-223D802643DB}"/>
                    </a:ext>
                  </a:extLst>
                </p14:cNvPr>
                <p14:cNvContentPartPr/>
                <p14:nvPr/>
              </p14:nvContentPartPr>
              <p14:xfrm>
                <a:off x="5555302" y="4316936"/>
                <a:ext cx="194040" cy="117720"/>
              </p14:xfrm>
            </p:contentPart>
          </mc:Choice>
          <mc:Fallback>
            <p:pic>
              <p:nvPicPr>
                <p:cNvPr id="31" name="Ink 30">
                  <a:extLst>
                    <a:ext uri="{FF2B5EF4-FFF2-40B4-BE49-F238E27FC236}">
                      <a16:creationId xmlns:a16="http://schemas.microsoft.com/office/drawing/2014/main" id="{F84ABC63-8888-D92A-92BF-223D802643DB}"/>
                    </a:ext>
                  </a:extLst>
                </p:cNvPr>
                <p:cNvPicPr/>
                <p:nvPr/>
              </p:nvPicPr>
              <p:blipFill>
                <a:blip r:embed="rId47"/>
                <a:stretch>
                  <a:fillRect/>
                </a:stretch>
              </p:blipFill>
              <p:spPr>
                <a:xfrm>
                  <a:off x="5546662" y="4307936"/>
                  <a:ext cx="211680" cy="135360"/>
                </a:xfrm>
                <a:prstGeom prst="rect">
                  <a:avLst/>
                </a:prstGeom>
              </p:spPr>
            </p:pic>
          </mc:Fallback>
        </mc:AlternateContent>
      </p:grpSp>
      <mc:AlternateContent xmlns:mc="http://schemas.openxmlformats.org/markup-compatibility/2006">
        <mc:Choice xmlns:p14="http://schemas.microsoft.com/office/powerpoint/2010/main" Requires="p14">
          <p:contentPart p14:bwMode="auto" r:id="rId48">
            <p14:nvContentPartPr>
              <p14:cNvPr id="34" name="Ink 33">
                <a:extLst>
                  <a:ext uri="{FF2B5EF4-FFF2-40B4-BE49-F238E27FC236}">
                    <a16:creationId xmlns:a16="http://schemas.microsoft.com/office/drawing/2014/main" id="{A5DF7E5A-58F8-43E0-1EB7-78B0E0267BAD}"/>
                  </a:ext>
                </a:extLst>
              </p14:cNvPr>
              <p14:cNvContentPartPr/>
              <p14:nvPr/>
            </p14:nvContentPartPr>
            <p14:xfrm>
              <a:off x="2742982" y="2625656"/>
              <a:ext cx="169560" cy="16200"/>
            </p14:xfrm>
          </p:contentPart>
        </mc:Choice>
        <mc:Fallback>
          <p:pic>
            <p:nvPicPr>
              <p:cNvPr id="34" name="Ink 33">
                <a:extLst>
                  <a:ext uri="{FF2B5EF4-FFF2-40B4-BE49-F238E27FC236}">
                    <a16:creationId xmlns:a16="http://schemas.microsoft.com/office/drawing/2014/main" id="{A5DF7E5A-58F8-43E0-1EB7-78B0E0267BAD}"/>
                  </a:ext>
                </a:extLst>
              </p:cNvPr>
              <p:cNvPicPr/>
              <p:nvPr/>
            </p:nvPicPr>
            <p:blipFill>
              <a:blip r:embed="rId49"/>
              <a:stretch>
                <a:fillRect/>
              </a:stretch>
            </p:blipFill>
            <p:spPr>
              <a:xfrm>
                <a:off x="2733982" y="2616656"/>
                <a:ext cx="187200" cy="3384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>
        <mc:Choice xmlns:p14="http://schemas.microsoft.com/office/powerpoint/2010/main" Requires="p14">
          <p:contentPart p14:bwMode="auto" r:id="rId50">
            <p14:nvContentPartPr>
              <p14:cNvPr id="35" name="Ink 34">
                <a:extLst>
                  <a:ext uri="{FF2B5EF4-FFF2-40B4-BE49-F238E27FC236}">
                    <a16:creationId xmlns:a16="http://schemas.microsoft.com/office/drawing/2014/main" id="{8BE4BF2F-F9BB-9805-57AC-257CD9123E11}"/>
                  </a:ext>
                </a:extLst>
              </p14:cNvPr>
              <p14:cNvContentPartPr/>
              <p14:nvPr/>
            </p14:nvContentPartPr>
            <p14:xfrm>
              <a:off x="2410342" y="2338736"/>
              <a:ext cx="499320" cy="11880"/>
            </p14:xfrm>
          </p:contentPart>
        </mc:Choice>
        <mc:Fallback>
          <p:pic>
            <p:nvPicPr>
              <p:cNvPr id="35" name="Ink 34">
                <a:extLst>
                  <a:ext uri="{FF2B5EF4-FFF2-40B4-BE49-F238E27FC236}">
                    <a16:creationId xmlns:a16="http://schemas.microsoft.com/office/drawing/2014/main" id="{8BE4BF2F-F9BB-9805-57AC-257CD9123E11}"/>
                  </a:ext>
                </a:extLst>
              </p:cNvPr>
              <p:cNvPicPr/>
              <p:nvPr/>
            </p:nvPicPr>
            <p:blipFill>
              <a:blip r:embed="rId51"/>
              <a:stretch>
                <a:fillRect/>
              </a:stretch>
            </p:blipFill>
            <p:spPr>
              <a:xfrm>
                <a:off x="2401342" y="2329736"/>
                <a:ext cx="516960" cy="29520"/>
              </a:xfrm>
              <a:prstGeom prst="rect">
                <a:avLst/>
              </a:prstGeom>
            </p:spPr>
          </p:pic>
        </mc:Fallback>
      </mc:AlternateContent>
      <p:grpSp>
        <p:nvGrpSpPr>
          <p:cNvPr id="45" name="Group 44">
            <a:extLst>
              <a:ext uri="{FF2B5EF4-FFF2-40B4-BE49-F238E27FC236}">
                <a16:creationId xmlns:a16="http://schemas.microsoft.com/office/drawing/2014/main" id="{F47BD9C9-0422-9DAF-2A57-8BE431F74BF1}"/>
              </a:ext>
            </a:extLst>
          </p:cNvPr>
          <p:cNvGrpSpPr/>
          <p:nvPr/>
        </p:nvGrpSpPr>
        <p:grpSpPr>
          <a:xfrm>
            <a:off x="1067542" y="4914536"/>
            <a:ext cx="1582920" cy="291960"/>
            <a:chOff x="1067542" y="4914536"/>
            <a:chExt cx="1582920" cy="291960"/>
          </a:xfrm>
        </p:grpSpPr>
        <mc:AlternateContent xmlns:mc="http://schemas.openxmlformats.org/markup-compatibility/2006">
          <mc:Choice xmlns:p14="http://schemas.microsoft.com/office/powerpoint/2010/main" Requires="p14">
            <p:contentPart p14:bwMode="auto" r:id="rId52">
              <p14:nvContentPartPr>
                <p14:cNvPr id="36" name="Ink 35">
                  <a:extLst>
                    <a:ext uri="{FF2B5EF4-FFF2-40B4-BE49-F238E27FC236}">
                      <a16:creationId xmlns:a16="http://schemas.microsoft.com/office/drawing/2014/main" id="{8865CBCB-B377-7DF8-59FF-A105FAAAC46B}"/>
                    </a:ext>
                  </a:extLst>
                </p14:cNvPr>
                <p14:cNvContentPartPr/>
                <p14:nvPr/>
              </p14:nvContentPartPr>
              <p14:xfrm>
                <a:off x="1067542" y="5051696"/>
                <a:ext cx="164160" cy="154800"/>
              </p14:xfrm>
            </p:contentPart>
          </mc:Choice>
          <mc:Fallback>
            <p:pic>
              <p:nvPicPr>
                <p:cNvPr id="36" name="Ink 35">
                  <a:extLst>
                    <a:ext uri="{FF2B5EF4-FFF2-40B4-BE49-F238E27FC236}">
                      <a16:creationId xmlns:a16="http://schemas.microsoft.com/office/drawing/2014/main" id="{8865CBCB-B377-7DF8-59FF-A105FAAAC46B}"/>
                    </a:ext>
                  </a:extLst>
                </p:cNvPr>
                <p:cNvPicPr/>
                <p:nvPr/>
              </p:nvPicPr>
              <p:blipFill>
                <a:blip r:embed="rId53"/>
                <a:stretch>
                  <a:fillRect/>
                </a:stretch>
              </p:blipFill>
              <p:spPr>
                <a:xfrm>
                  <a:off x="1058542" y="5042696"/>
                  <a:ext cx="181800" cy="1724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54">
              <p14:nvContentPartPr>
                <p14:cNvPr id="37" name="Ink 36">
                  <a:extLst>
                    <a:ext uri="{FF2B5EF4-FFF2-40B4-BE49-F238E27FC236}">
                      <a16:creationId xmlns:a16="http://schemas.microsoft.com/office/drawing/2014/main" id="{B3468A06-6270-B6B7-3C3D-6C2D17A07E50}"/>
                    </a:ext>
                  </a:extLst>
                </p14:cNvPr>
                <p14:cNvContentPartPr/>
                <p14:nvPr/>
              </p14:nvContentPartPr>
              <p14:xfrm>
                <a:off x="1238542" y="5117936"/>
                <a:ext cx="254880" cy="65520"/>
              </p14:xfrm>
            </p:contentPart>
          </mc:Choice>
          <mc:Fallback>
            <p:pic>
              <p:nvPicPr>
                <p:cNvPr id="37" name="Ink 36">
                  <a:extLst>
                    <a:ext uri="{FF2B5EF4-FFF2-40B4-BE49-F238E27FC236}">
                      <a16:creationId xmlns:a16="http://schemas.microsoft.com/office/drawing/2014/main" id="{B3468A06-6270-B6B7-3C3D-6C2D17A07E50}"/>
                    </a:ext>
                  </a:extLst>
                </p:cNvPr>
                <p:cNvPicPr/>
                <p:nvPr/>
              </p:nvPicPr>
              <p:blipFill>
                <a:blip r:embed="rId55"/>
                <a:stretch>
                  <a:fillRect/>
                </a:stretch>
              </p:blipFill>
              <p:spPr>
                <a:xfrm>
                  <a:off x="1229542" y="5108936"/>
                  <a:ext cx="272520" cy="831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56">
              <p14:nvContentPartPr>
                <p14:cNvPr id="38" name="Ink 37">
                  <a:extLst>
                    <a:ext uri="{FF2B5EF4-FFF2-40B4-BE49-F238E27FC236}">
                      <a16:creationId xmlns:a16="http://schemas.microsoft.com/office/drawing/2014/main" id="{A52D8EDB-5ABA-949C-FF77-D4890495BCF6}"/>
                    </a:ext>
                  </a:extLst>
                </p14:cNvPr>
                <p14:cNvContentPartPr/>
                <p14:nvPr/>
              </p14:nvContentPartPr>
              <p14:xfrm>
                <a:off x="1578022" y="4936496"/>
                <a:ext cx="277560" cy="241920"/>
              </p14:xfrm>
            </p:contentPart>
          </mc:Choice>
          <mc:Fallback>
            <p:pic>
              <p:nvPicPr>
                <p:cNvPr id="38" name="Ink 37">
                  <a:extLst>
                    <a:ext uri="{FF2B5EF4-FFF2-40B4-BE49-F238E27FC236}">
                      <a16:creationId xmlns:a16="http://schemas.microsoft.com/office/drawing/2014/main" id="{A52D8EDB-5ABA-949C-FF77-D4890495BCF6}"/>
                    </a:ext>
                  </a:extLst>
                </p:cNvPr>
                <p:cNvPicPr/>
                <p:nvPr/>
              </p:nvPicPr>
              <p:blipFill>
                <a:blip r:embed="rId57"/>
                <a:stretch>
                  <a:fillRect/>
                </a:stretch>
              </p:blipFill>
              <p:spPr>
                <a:xfrm>
                  <a:off x="1569382" y="4927856"/>
                  <a:ext cx="295200" cy="2595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58">
              <p14:nvContentPartPr>
                <p14:cNvPr id="39" name="Ink 38">
                  <a:extLst>
                    <a:ext uri="{FF2B5EF4-FFF2-40B4-BE49-F238E27FC236}">
                      <a16:creationId xmlns:a16="http://schemas.microsoft.com/office/drawing/2014/main" id="{C5902A5A-B1DD-76B0-FDA3-17AADB5BB53E}"/>
                    </a:ext>
                  </a:extLst>
                </p14:cNvPr>
                <p14:cNvContentPartPr/>
                <p14:nvPr/>
              </p14:nvContentPartPr>
              <p14:xfrm>
                <a:off x="1770262" y="4914536"/>
                <a:ext cx="149400" cy="231840"/>
              </p14:xfrm>
            </p:contentPart>
          </mc:Choice>
          <mc:Fallback>
            <p:pic>
              <p:nvPicPr>
                <p:cNvPr id="39" name="Ink 38">
                  <a:extLst>
                    <a:ext uri="{FF2B5EF4-FFF2-40B4-BE49-F238E27FC236}">
                      <a16:creationId xmlns:a16="http://schemas.microsoft.com/office/drawing/2014/main" id="{C5902A5A-B1DD-76B0-FDA3-17AADB5BB53E}"/>
                    </a:ext>
                  </a:extLst>
                </p:cNvPr>
                <p:cNvPicPr/>
                <p:nvPr/>
              </p:nvPicPr>
              <p:blipFill>
                <a:blip r:embed="rId59"/>
                <a:stretch>
                  <a:fillRect/>
                </a:stretch>
              </p:blipFill>
              <p:spPr>
                <a:xfrm>
                  <a:off x="1761262" y="4905896"/>
                  <a:ext cx="167040" cy="2494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60">
              <p14:nvContentPartPr>
                <p14:cNvPr id="40" name="Ink 39">
                  <a:extLst>
                    <a:ext uri="{FF2B5EF4-FFF2-40B4-BE49-F238E27FC236}">
                      <a16:creationId xmlns:a16="http://schemas.microsoft.com/office/drawing/2014/main" id="{B33CC97B-3202-BAED-AE9E-9B6C64805741}"/>
                    </a:ext>
                  </a:extLst>
                </p14:cNvPr>
                <p14:cNvContentPartPr/>
                <p14:nvPr/>
              </p14:nvContentPartPr>
              <p14:xfrm>
                <a:off x="2062582" y="4938656"/>
                <a:ext cx="160920" cy="212400"/>
              </p14:xfrm>
            </p:contentPart>
          </mc:Choice>
          <mc:Fallback>
            <p:pic>
              <p:nvPicPr>
                <p:cNvPr id="40" name="Ink 39">
                  <a:extLst>
                    <a:ext uri="{FF2B5EF4-FFF2-40B4-BE49-F238E27FC236}">
                      <a16:creationId xmlns:a16="http://schemas.microsoft.com/office/drawing/2014/main" id="{B33CC97B-3202-BAED-AE9E-9B6C64805741}"/>
                    </a:ext>
                  </a:extLst>
                </p:cNvPr>
                <p:cNvPicPr/>
                <p:nvPr/>
              </p:nvPicPr>
              <p:blipFill>
                <a:blip r:embed="rId61"/>
                <a:stretch>
                  <a:fillRect/>
                </a:stretch>
              </p:blipFill>
              <p:spPr>
                <a:xfrm>
                  <a:off x="2053582" y="4929656"/>
                  <a:ext cx="178560" cy="2300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62">
              <p14:nvContentPartPr>
                <p14:cNvPr id="41" name="Ink 40">
                  <a:extLst>
                    <a:ext uri="{FF2B5EF4-FFF2-40B4-BE49-F238E27FC236}">
                      <a16:creationId xmlns:a16="http://schemas.microsoft.com/office/drawing/2014/main" id="{4F7B8284-2834-546B-1F3D-3317A594DE46}"/>
                    </a:ext>
                  </a:extLst>
                </p14:cNvPr>
                <p14:cNvContentPartPr/>
                <p14:nvPr/>
              </p14:nvContentPartPr>
              <p14:xfrm>
                <a:off x="2232502" y="4938656"/>
                <a:ext cx="104400" cy="213840"/>
              </p14:xfrm>
            </p:contentPart>
          </mc:Choice>
          <mc:Fallback>
            <p:pic>
              <p:nvPicPr>
                <p:cNvPr id="41" name="Ink 40">
                  <a:extLst>
                    <a:ext uri="{FF2B5EF4-FFF2-40B4-BE49-F238E27FC236}">
                      <a16:creationId xmlns:a16="http://schemas.microsoft.com/office/drawing/2014/main" id="{4F7B8284-2834-546B-1F3D-3317A594DE46}"/>
                    </a:ext>
                  </a:extLst>
                </p:cNvPr>
                <p:cNvPicPr/>
                <p:nvPr/>
              </p:nvPicPr>
              <p:blipFill>
                <a:blip r:embed="rId63"/>
                <a:stretch>
                  <a:fillRect/>
                </a:stretch>
              </p:blipFill>
              <p:spPr>
                <a:xfrm>
                  <a:off x="2223862" y="4929656"/>
                  <a:ext cx="122040" cy="2314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64">
              <p14:nvContentPartPr>
                <p14:cNvPr id="42" name="Ink 41">
                  <a:extLst>
                    <a:ext uri="{FF2B5EF4-FFF2-40B4-BE49-F238E27FC236}">
                      <a16:creationId xmlns:a16="http://schemas.microsoft.com/office/drawing/2014/main" id="{EC808558-DAF3-50A3-37AA-2EAE0D42D5D2}"/>
                    </a:ext>
                  </a:extLst>
                </p14:cNvPr>
                <p14:cNvContentPartPr/>
                <p14:nvPr/>
              </p14:nvContentPartPr>
              <p14:xfrm>
                <a:off x="2369662" y="5052776"/>
                <a:ext cx="128880" cy="56880"/>
              </p14:xfrm>
            </p:contentPart>
          </mc:Choice>
          <mc:Fallback>
            <p:pic>
              <p:nvPicPr>
                <p:cNvPr id="42" name="Ink 41">
                  <a:extLst>
                    <a:ext uri="{FF2B5EF4-FFF2-40B4-BE49-F238E27FC236}">
                      <a16:creationId xmlns:a16="http://schemas.microsoft.com/office/drawing/2014/main" id="{EC808558-DAF3-50A3-37AA-2EAE0D42D5D2}"/>
                    </a:ext>
                  </a:extLst>
                </p:cNvPr>
                <p:cNvPicPr/>
                <p:nvPr/>
              </p:nvPicPr>
              <p:blipFill>
                <a:blip r:embed="rId65"/>
                <a:stretch>
                  <a:fillRect/>
                </a:stretch>
              </p:blipFill>
              <p:spPr>
                <a:xfrm>
                  <a:off x="2360662" y="5043776"/>
                  <a:ext cx="146520" cy="745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66">
              <p14:nvContentPartPr>
                <p14:cNvPr id="43" name="Ink 42">
                  <a:extLst>
                    <a:ext uri="{FF2B5EF4-FFF2-40B4-BE49-F238E27FC236}">
                      <a16:creationId xmlns:a16="http://schemas.microsoft.com/office/drawing/2014/main" id="{F426D834-68F0-53E5-A604-029B33AE82A4}"/>
                    </a:ext>
                  </a:extLst>
                </p14:cNvPr>
                <p14:cNvContentPartPr/>
                <p14:nvPr/>
              </p14:nvContentPartPr>
              <p14:xfrm>
                <a:off x="2530582" y="4980776"/>
                <a:ext cx="119880" cy="139680"/>
              </p14:xfrm>
            </p:contentPart>
          </mc:Choice>
          <mc:Fallback>
            <p:pic>
              <p:nvPicPr>
                <p:cNvPr id="43" name="Ink 42">
                  <a:extLst>
                    <a:ext uri="{FF2B5EF4-FFF2-40B4-BE49-F238E27FC236}">
                      <a16:creationId xmlns:a16="http://schemas.microsoft.com/office/drawing/2014/main" id="{F426D834-68F0-53E5-A604-029B33AE82A4}"/>
                    </a:ext>
                  </a:extLst>
                </p:cNvPr>
                <p:cNvPicPr/>
                <p:nvPr/>
              </p:nvPicPr>
              <p:blipFill>
                <a:blip r:embed="rId67"/>
                <a:stretch>
                  <a:fillRect/>
                </a:stretch>
              </p:blipFill>
              <p:spPr>
                <a:xfrm>
                  <a:off x="2521582" y="4972136"/>
                  <a:ext cx="137520" cy="157320"/>
                </a:xfrm>
                <a:prstGeom prst="rect">
                  <a:avLst/>
                </a:prstGeom>
              </p:spPr>
            </p:pic>
          </mc:Fallback>
        </mc:AlternateContent>
      </p:grpSp>
      <mc:AlternateContent xmlns:mc="http://schemas.openxmlformats.org/markup-compatibility/2006">
        <mc:Choice xmlns:p14="http://schemas.microsoft.com/office/powerpoint/2010/main" Requires="p14">
          <p:contentPart p14:bwMode="auto" r:id="rId68">
            <p14:nvContentPartPr>
              <p14:cNvPr id="44" name="Ink 43">
                <a:extLst>
                  <a:ext uri="{FF2B5EF4-FFF2-40B4-BE49-F238E27FC236}">
                    <a16:creationId xmlns:a16="http://schemas.microsoft.com/office/drawing/2014/main" id="{10378957-22B7-CD73-010C-C169F36D2A14}"/>
                  </a:ext>
                </a:extLst>
              </p14:cNvPr>
              <p14:cNvContentPartPr/>
              <p14:nvPr/>
            </p14:nvContentPartPr>
            <p14:xfrm>
              <a:off x="1072222" y="5305496"/>
              <a:ext cx="1442520" cy="19440"/>
            </p14:xfrm>
          </p:contentPart>
        </mc:Choice>
        <mc:Fallback>
          <p:pic>
            <p:nvPicPr>
              <p:cNvPr id="44" name="Ink 43">
                <a:extLst>
                  <a:ext uri="{FF2B5EF4-FFF2-40B4-BE49-F238E27FC236}">
                    <a16:creationId xmlns:a16="http://schemas.microsoft.com/office/drawing/2014/main" id="{10378957-22B7-CD73-010C-C169F36D2A14}"/>
                  </a:ext>
                </a:extLst>
              </p:cNvPr>
              <p:cNvPicPr/>
              <p:nvPr/>
            </p:nvPicPr>
            <p:blipFill>
              <a:blip r:embed="rId69"/>
              <a:stretch>
                <a:fillRect/>
              </a:stretch>
            </p:blipFill>
            <p:spPr>
              <a:xfrm>
                <a:off x="1063582" y="5296496"/>
                <a:ext cx="1460160" cy="37080"/>
              </a:xfrm>
              <a:prstGeom prst="rect">
                <a:avLst/>
              </a:prstGeom>
            </p:spPr>
          </p:pic>
        </mc:Fallback>
      </mc:AlternateContent>
      <p:grpSp>
        <p:nvGrpSpPr>
          <p:cNvPr id="52" name="Group 51">
            <a:extLst>
              <a:ext uri="{FF2B5EF4-FFF2-40B4-BE49-F238E27FC236}">
                <a16:creationId xmlns:a16="http://schemas.microsoft.com/office/drawing/2014/main" id="{E44CEFE7-7E46-12A1-6CA4-7CB838B9EFF4}"/>
              </a:ext>
            </a:extLst>
          </p:cNvPr>
          <p:cNvGrpSpPr/>
          <p:nvPr/>
        </p:nvGrpSpPr>
        <p:grpSpPr>
          <a:xfrm>
            <a:off x="1227382" y="5433656"/>
            <a:ext cx="1253160" cy="356400"/>
            <a:chOff x="1227382" y="5433656"/>
            <a:chExt cx="1253160" cy="356400"/>
          </a:xfrm>
        </p:grpSpPr>
        <mc:AlternateContent xmlns:mc="http://schemas.openxmlformats.org/markup-compatibility/2006">
          <mc:Choice xmlns:p14="http://schemas.microsoft.com/office/powerpoint/2010/main" Requires="p14">
            <p:contentPart p14:bwMode="auto" r:id="rId70">
              <p14:nvContentPartPr>
                <p14:cNvPr id="46" name="Ink 45">
                  <a:extLst>
                    <a:ext uri="{FF2B5EF4-FFF2-40B4-BE49-F238E27FC236}">
                      <a16:creationId xmlns:a16="http://schemas.microsoft.com/office/drawing/2014/main" id="{3DE08031-ACE8-6093-AB89-1C737CC8CB79}"/>
                    </a:ext>
                  </a:extLst>
                </p14:cNvPr>
                <p14:cNvContentPartPr/>
                <p14:nvPr/>
              </p14:nvContentPartPr>
              <p14:xfrm>
                <a:off x="1227382" y="5441216"/>
                <a:ext cx="136440" cy="232200"/>
              </p14:xfrm>
            </p:contentPart>
          </mc:Choice>
          <mc:Fallback>
            <p:pic>
              <p:nvPicPr>
                <p:cNvPr id="46" name="Ink 45">
                  <a:extLst>
                    <a:ext uri="{FF2B5EF4-FFF2-40B4-BE49-F238E27FC236}">
                      <a16:creationId xmlns:a16="http://schemas.microsoft.com/office/drawing/2014/main" id="{3DE08031-ACE8-6093-AB89-1C737CC8CB79}"/>
                    </a:ext>
                  </a:extLst>
                </p:cNvPr>
                <p:cNvPicPr/>
                <p:nvPr/>
              </p:nvPicPr>
              <p:blipFill>
                <a:blip r:embed="rId71"/>
                <a:stretch>
                  <a:fillRect/>
                </a:stretch>
              </p:blipFill>
              <p:spPr>
                <a:xfrm>
                  <a:off x="1218742" y="5432576"/>
                  <a:ext cx="154080" cy="2498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72">
              <p14:nvContentPartPr>
                <p14:cNvPr id="47" name="Ink 46">
                  <a:extLst>
                    <a:ext uri="{FF2B5EF4-FFF2-40B4-BE49-F238E27FC236}">
                      <a16:creationId xmlns:a16="http://schemas.microsoft.com/office/drawing/2014/main" id="{F634FFCD-626F-51AC-CA35-C67D74E1D28E}"/>
                    </a:ext>
                  </a:extLst>
                </p14:cNvPr>
                <p14:cNvContentPartPr/>
                <p14:nvPr/>
              </p14:nvContentPartPr>
              <p14:xfrm>
                <a:off x="1397302" y="5565416"/>
                <a:ext cx="221760" cy="86400"/>
              </p14:xfrm>
            </p:contentPart>
          </mc:Choice>
          <mc:Fallback>
            <p:pic>
              <p:nvPicPr>
                <p:cNvPr id="47" name="Ink 46">
                  <a:extLst>
                    <a:ext uri="{FF2B5EF4-FFF2-40B4-BE49-F238E27FC236}">
                      <a16:creationId xmlns:a16="http://schemas.microsoft.com/office/drawing/2014/main" id="{F634FFCD-626F-51AC-CA35-C67D74E1D28E}"/>
                    </a:ext>
                  </a:extLst>
                </p:cNvPr>
                <p:cNvPicPr/>
                <p:nvPr/>
              </p:nvPicPr>
              <p:blipFill>
                <a:blip r:embed="rId73"/>
                <a:stretch>
                  <a:fillRect/>
                </a:stretch>
              </p:blipFill>
              <p:spPr>
                <a:xfrm>
                  <a:off x="1388662" y="5556776"/>
                  <a:ext cx="239400" cy="1040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74">
              <p14:nvContentPartPr>
                <p14:cNvPr id="48" name="Ink 47">
                  <a:extLst>
                    <a:ext uri="{FF2B5EF4-FFF2-40B4-BE49-F238E27FC236}">
                      <a16:creationId xmlns:a16="http://schemas.microsoft.com/office/drawing/2014/main" id="{29DCBB37-C34C-C887-C8FE-338599870445}"/>
                    </a:ext>
                  </a:extLst>
                </p14:cNvPr>
                <p14:cNvContentPartPr/>
                <p14:nvPr/>
              </p14:nvContentPartPr>
              <p14:xfrm>
                <a:off x="1701502" y="5581976"/>
                <a:ext cx="99720" cy="208080"/>
              </p14:xfrm>
            </p:contentPart>
          </mc:Choice>
          <mc:Fallback>
            <p:pic>
              <p:nvPicPr>
                <p:cNvPr id="48" name="Ink 47">
                  <a:extLst>
                    <a:ext uri="{FF2B5EF4-FFF2-40B4-BE49-F238E27FC236}">
                      <a16:creationId xmlns:a16="http://schemas.microsoft.com/office/drawing/2014/main" id="{29DCBB37-C34C-C887-C8FE-338599870445}"/>
                    </a:ext>
                  </a:extLst>
                </p:cNvPr>
                <p:cNvPicPr/>
                <p:nvPr/>
              </p:nvPicPr>
              <p:blipFill>
                <a:blip r:embed="rId75"/>
                <a:stretch>
                  <a:fillRect/>
                </a:stretch>
              </p:blipFill>
              <p:spPr>
                <a:xfrm>
                  <a:off x="1692502" y="5572976"/>
                  <a:ext cx="117360" cy="2257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76">
              <p14:nvContentPartPr>
                <p14:cNvPr id="49" name="Ink 48">
                  <a:extLst>
                    <a:ext uri="{FF2B5EF4-FFF2-40B4-BE49-F238E27FC236}">
                      <a16:creationId xmlns:a16="http://schemas.microsoft.com/office/drawing/2014/main" id="{A9EAC25C-75B2-E3DD-A717-A1D389D9F57C}"/>
                    </a:ext>
                  </a:extLst>
                </p14:cNvPr>
                <p14:cNvContentPartPr/>
                <p14:nvPr/>
              </p14:nvContentPartPr>
              <p14:xfrm>
                <a:off x="1810222" y="5555696"/>
                <a:ext cx="108720" cy="122040"/>
              </p14:xfrm>
            </p:contentPart>
          </mc:Choice>
          <mc:Fallback>
            <p:pic>
              <p:nvPicPr>
                <p:cNvPr id="49" name="Ink 48">
                  <a:extLst>
                    <a:ext uri="{FF2B5EF4-FFF2-40B4-BE49-F238E27FC236}">
                      <a16:creationId xmlns:a16="http://schemas.microsoft.com/office/drawing/2014/main" id="{A9EAC25C-75B2-E3DD-A717-A1D389D9F57C}"/>
                    </a:ext>
                  </a:extLst>
                </p:cNvPr>
                <p:cNvPicPr/>
                <p:nvPr/>
              </p:nvPicPr>
              <p:blipFill>
                <a:blip r:embed="rId77"/>
                <a:stretch>
                  <a:fillRect/>
                </a:stretch>
              </p:blipFill>
              <p:spPr>
                <a:xfrm>
                  <a:off x="1801582" y="5546696"/>
                  <a:ext cx="126360" cy="1396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78">
              <p14:nvContentPartPr>
                <p14:cNvPr id="50" name="Ink 49">
                  <a:extLst>
                    <a:ext uri="{FF2B5EF4-FFF2-40B4-BE49-F238E27FC236}">
                      <a16:creationId xmlns:a16="http://schemas.microsoft.com/office/drawing/2014/main" id="{00533809-427C-20B1-1BFA-4F8C07C69031}"/>
                    </a:ext>
                  </a:extLst>
                </p14:cNvPr>
                <p14:cNvContentPartPr/>
                <p14:nvPr/>
              </p14:nvContentPartPr>
              <p14:xfrm>
                <a:off x="2083102" y="5551736"/>
                <a:ext cx="281520" cy="126720"/>
              </p14:xfrm>
            </p:contentPart>
          </mc:Choice>
          <mc:Fallback>
            <p:pic>
              <p:nvPicPr>
                <p:cNvPr id="50" name="Ink 49">
                  <a:extLst>
                    <a:ext uri="{FF2B5EF4-FFF2-40B4-BE49-F238E27FC236}">
                      <a16:creationId xmlns:a16="http://schemas.microsoft.com/office/drawing/2014/main" id="{00533809-427C-20B1-1BFA-4F8C07C69031}"/>
                    </a:ext>
                  </a:extLst>
                </p:cNvPr>
                <p:cNvPicPr/>
                <p:nvPr/>
              </p:nvPicPr>
              <p:blipFill>
                <a:blip r:embed="rId79"/>
                <a:stretch>
                  <a:fillRect/>
                </a:stretch>
              </p:blipFill>
              <p:spPr>
                <a:xfrm>
                  <a:off x="2074462" y="5543096"/>
                  <a:ext cx="299160" cy="1443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80">
              <p14:nvContentPartPr>
                <p14:cNvPr id="51" name="Ink 50">
                  <a:extLst>
                    <a:ext uri="{FF2B5EF4-FFF2-40B4-BE49-F238E27FC236}">
                      <a16:creationId xmlns:a16="http://schemas.microsoft.com/office/drawing/2014/main" id="{8709FC15-672F-9091-4E0A-68042537043C}"/>
                    </a:ext>
                  </a:extLst>
                </p14:cNvPr>
                <p14:cNvContentPartPr/>
                <p14:nvPr/>
              </p14:nvContentPartPr>
              <p14:xfrm>
                <a:off x="2393782" y="5433656"/>
                <a:ext cx="86760" cy="213480"/>
              </p14:xfrm>
            </p:contentPart>
          </mc:Choice>
          <mc:Fallback>
            <p:pic>
              <p:nvPicPr>
                <p:cNvPr id="51" name="Ink 50">
                  <a:extLst>
                    <a:ext uri="{FF2B5EF4-FFF2-40B4-BE49-F238E27FC236}">
                      <a16:creationId xmlns:a16="http://schemas.microsoft.com/office/drawing/2014/main" id="{8709FC15-672F-9091-4E0A-68042537043C}"/>
                    </a:ext>
                  </a:extLst>
                </p:cNvPr>
                <p:cNvPicPr/>
                <p:nvPr/>
              </p:nvPicPr>
              <p:blipFill>
                <a:blip r:embed="rId81"/>
                <a:stretch>
                  <a:fillRect/>
                </a:stretch>
              </p:blipFill>
              <p:spPr>
                <a:xfrm>
                  <a:off x="2385142" y="5425016"/>
                  <a:ext cx="104400" cy="231120"/>
                </a:xfrm>
                <a:prstGeom prst="rect">
                  <a:avLst/>
                </a:prstGeom>
              </p:spPr>
            </p:pic>
          </mc:Fallback>
        </mc:AlternateContent>
      </p:grpSp>
      <mc:AlternateContent xmlns:mc="http://schemas.openxmlformats.org/markup-compatibility/2006">
        <mc:Choice xmlns:p14="http://schemas.microsoft.com/office/powerpoint/2010/main" Requires="p14">
          <p:contentPart p14:bwMode="auto" r:id="rId82">
            <p14:nvContentPartPr>
              <p14:cNvPr id="53" name="Ink 52">
                <a:extLst>
                  <a:ext uri="{FF2B5EF4-FFF2-40B4-BE49-F238E27FC236}">
                    <a16:creationId xmlns:a16="http://schemas.microsoft.com/office/drawing/2014/main" id="{D1BD7E01-1F06-18E0-66D0-F99395F4EA11}"/>
                  </a:ext>
                </a:extLst>
              </p14:cNvPr>
              <p14:cNvContentPartPr/>
              <p14:nvPr/>
            </p14:nvContentPartPr>
            <p14:xfrm>
              <a:off x="6572662" y="5143496"/>
              <a:ext cx="1963080" cy="61200"/>
            </p14:xfrm>
          </p:contentPart>
        </mc:Choice>
        <mc:Fallback>
          <p:pic>
            <p:nvPicPr>
              <p:cNvPr id="53" name="Ink 52">
                <a:extLst>
                  <a:ext uri="{FF2B5EF4-FFF2-40B4-BE49-F238E27FC236}">
                    <a16:creationId xmlns:a16="http://schemas.microsoft.com/office/drawing/2014/main" id="{D1BD7E01-1F06-18E0-66D0-F99395F4EA11}"/>
                  </a:ext>
                </a:extLst>
              </p:cNvPr>
              <p:cNvPicPr/>
              <p:nvPr/>
            </p:nvPicPr>
            <p:blipFill>
              <a:blip r:embed="rId83"/>
              <a:stretch>
                <a:fillRect/>
              </a:stretch>
            </p:blipFill>
            <p:spPr>
              <a:xfrm>
                <a:off x="6564022" y="5134856"/>
                <a:ext cx="1980720" cy="7884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>
        <mc:Choice xmlns:p14="http://schemas.microsoft.com/office/powerpoint/2010/main" Requires="p14">
          <p:contentPart p14:bwMode="auto" r:id="rId84">
            <p14:nvContentPartPr>
              <p14:cNvPr id="54" name="Ink 53">
                <a:extLst>
                  <a:ext uri="{FF2B5EF4-FFF2-40B4-BE49-F238E27FC236}">
                    <a16:creationId xmlns:a16="http://schemas.microsoft.com/office/drawing/2014/main" id="{339A081D-308F-548A-57C8-9176045FA08F}"/>
                  </a:ext>
                </a:extLst>
              </p14:cNvPr>
              <p14:cNvContentPartPr/>
              <p14:nvPr/>
            </p14:nvContentPartPr>
            <p14:xfrm>
              <a:off x="6672742" y="4875296"/>
              <a:ext cx="1537920" cy="21960"/>
            </p14:xfrm>
          </p:contentPart>
        </mc:Choice>
        <mc:Fallback>
          <p:pic>
            <p:nvPicPr>
              <p:cNvPr id="54" name="Ink 53">
                <a:extLst>
                  <a:ext uri="{FF2B5EF4-FFF2-40B4-BE49-F238E27FC236}">
                    <a16:creationId xmlns:a16="http://schemas.microsoft.com/office/drawing/2014/main" id="{339A081D-308F-548A-57C8-9176045FA08F}"/>
                  </a:ext>
                </a:extLst>
              </p:cNvPr>
              <p:cNvPicPr/>
              <p:nvPr/>
            </p:nvPicPr>
            <p:blipFill>
              <a:blip r:embed="rId85"/>
              <a:stretch>
                <a:fillRect/>
              </a:stretch>
            </p:blipFill>
            <p:spPr>
              <a:xfrm>
                <a:off x="6663742" y="4866296"/>
                <a:ext cx="1555560" cy="39600"/>
              </a:xfrm>
              <a:prstGeom prst="rect">
                <a:avLst/>
              </a:prstGeom>
            </p:spPr>
          </p:pic>
        </mc:Fallback>
      </mc:AlternateContent>
      <p:grpSp>
        <p:nvGrpSpPr>
          <p:cNvPr id="63" name="Group 62">
            <a:extLst>
              <a:ext uri="{FF2B5EF4-FFF2-40B4-BE49-F238E27FC236}">
                <a16:creationId xmlns:a16="http://schemas.microsoft.com/office/drawing/2014/main" id="{E81C84E4-0B39-3F68-B50B-1B08EC5CFFD0}"/>
              </a:ext>
            </a:extLst>
          </p:cNvPr>
          <p:cNvGrpSpPr/>
          <p:nvPr/>
        </p:nvGrpSpPr>
        <p:grpSpPr>
          <a:xfrm>
            <a:off x="8431342" y="1542056"/>
            <a:ext cx="1790640" cy="441720"/>
            <a:chOff x="8431342" y="1542056"/>
            <a:chExt cx="1790640" cy="441720"/>
          </a:xfrm>
        </p:grpSpPr>
        <mc:AlternateContent xmlns:mc="http://schemas.openxmlformats.org/markup-compatibility/2006">
          <mc:Choice xmlns:p14="http://schemas.microsoft.com/office/powerpoint/2010/main" Requires="p14">
            <p:contentPart p14:bwMode="auto" r:id="rId86">
              <p14:nvContentPartPr>
                <p14:cNvPr id="55" name="Ink 54">
                  <a:extLst>
                    <a:ext uri="{FF2B5EF4-FFF2-40B4-BE49-F238E27FC236}">
                      <a16:creationId xmlns:a16="http://schemas.microsoft.com/office/drawing/2014/main" id="{70AAD7A3-EB2E-8BBE-4D6E-98E310FB69D8}"/>
                    </a:ext>
                  </a:extLst>
                </p14:cNvPr>
                <p14:cNvContentPartPr/>
                <p14:nvPr/>
              </p14:nvContentPartPr>
              <p14:xfrm>
                <a:off x="8431342" y="1542056"/>
                <a:ext cx="219960" cy="295200"/>
              </p14:xfrm>
            </p:contentPart>
          </mc:Choice>
          <mc:Fallback>
            <p:pic>
              <p:nvPicPr>
                <p:cNvPr id="55" name="Ink 54">
                  <a:extLst>
                    <a:ext uri="{FF2B5EF4-FFF2-40B4-BE49-F238E27FC236}">
                      <a16:creationId xmlns:a16="http://schemas.microsoft.com/office/drawing/2014/main" id="{70AAD7A3-EB2E-8BBE-4D6E-98E310FB69D8}"/>
                    </a:ext>
                  </a:extLst>
                </p:cNvPr>
                <p:cNvPicPr/>
                <p:nvPr/>
              </p:nvPicPr>
              <p:blipFill>
                <a:blip r:embed="rId87"/>
                <a:stretch>
                  <a:fillRect/>
                </a:stretch>
              </p:blipFill>
              <p:spPr>
                <a:xfrm>
                  <a:off x="8422702" y="1533416"/>
                  <a:ext cx="237600" cy="3128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88">
              <p14:nvContentPartPr>
                <p14:cNvPr id="56" name="Ink 55">
                  <a:extLst>
                    <a:ext uri="{FF2B5EF4-FFF2-40B4-BE49-F238E27FC236}">
                      <a16:creationId xmlns:a16="http://schemas.microsoft.com/office/drawing/2014/main" id="{573B8DA6-E2DE-D76A-989D-4C49F8652DF8}"/>
                    </a:ext>
                  </a:extLst>
                </p14:cNvPr>
                <p14:cNvContentPartPr/>
                <p14:nvPr/>
              </p14:nvContentPartPr>
              <p14:xfrm>
                <a:off x="8668942" y="1684256"/>
                <a:ext cx="273240" cy="135720"/>
              </p14:xfrm>
            </p:contentPart>
          </mc:Choice>
          <mc:Fallback>
            <p:pic>
              <p:nvPicPr>
                <p:cNvPr id="56" name="Ink 55">
                  <a:extLst>
                    <a:ext uri="{FF2B5EF4-FFF2-40B4-BE49-F238E27FC236}">
                      <a16:creationId xmlns:a16="http://schemas.microsoft.com/office/drawing/2014/main" id="{573B8DA6-E2DE-D76A-989D-4C49F8652DF8}"/>
                    </a:ext>
                  </a:extLst>
                </p:cNvPr>
                <p:cNvPicPr/>
                <p:nvPr/>
              </p:nvPicPr>
              <p:blipFill>
                <a:blip r:embed="rId89"/>
                <a:stretch>
                  <a:fillRect/>
                </a:stretch>
              </p:blipFill>
              <p:spPr>
                <a:xfrm>
                  <a:off x="8660302" y="1675616"/>
                  <a:ext cx="290880" cy="1533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90">
              <p14:nvContentPartPr>
                <p14:cNvPr id="57" name="Ink 56">
                  <a:extLst>
                    <a:ext uri="{FF2B5EF4-FFF2-40B4-BE49-F238E27FC236}">
                      <a16:creationId xmlns:a16="http://schemas.microsoft.com/office/drawing/2014/main" id="{889EED37-48C2-6903-50E3-36BAD1767F62}"/>
                    </a:ext>
                  </a:extLst>
                </p14:cNvPr>
                <p14:cNvContentPartPr/>
                <p14:nvPr/>
              </p14:nvContentPartPr>
              <p14:xfrm>
                <a:off x="9003742" y="1676336"/>
                <a:ext cx="316080" cy="307440"/>
              </p14:xfrm>
            </p:contentPart>
          </mc:Choice>
          <mc:Fallback>
            <p:pic>
              <p:nvPicPr>
                <p:cNvPr id="57" name="Ink 56">
                  <a:extLst>
                    <a:ext uri="{FF2B5EF4-FFF2-40B4-BE49-F238E27FC236}">
                      <a16:creationId xmlns:a16="http://schemas.microsoft.com/office/drawing/2014/main" id="{889EED37-48C2-6903-50E3-36BAD1767F62}"/>
                    </a:ext>
                  </a:extLst>
                </p:cNvPr>
                <p:cNvPicPr/>
                <p:nvPr/>
              </p:nvPicPr>
              <p:blipFill>
                <a:blip r:embed="rId91"/>
                <a:stretch>
                  <a:fillRect/>
                </a:stretch>
              </p:blipFill>
              <p:spPr>
                <a:xfrm>
                  <a:off x="8995102" y="1667336"/>
                  <a:ext cx="333720" cy="3250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92">
              <p14:nvContentPartPr>
                <p14:cNvPr id="59" name="Ink 58">
                  <a:extLst>
                    <a:ext uri="{FF2B5EF4-FFF2-40B4-BE49-F238E27FC236}">
                      <a16:creationId xmlns:a16="http://schemas.microsoft.com/office/drawing/2014/main" id="{F34B1234-8704-3D7E-323C-2A991675947B}"/>
                    </a:ext>
                  </a:extLst>
                </p14:cNvPr>
                <p14:cNvContentPartPr/>
                <p14:nvPr/>
              </p14:nvContentPartPr>
              <p14:xfrm>
                <a:off x="9522502" y="1557536"/>
                <a:ext cx="181800" cy="218520"/>
              </p14:xfrm>
            </p:contentPart>
          </mc:Choice>
          <mc:Fallback>
            <p:pic>
              <p:nvPicPr>
                <p:cNvPr id="59" name="Ink 58">
                  <a:extLst>
                    <a:ext uri="{FF2B5EF4-FFF2-40B4-BE49-F238E27FC236}">
                      <a16:creationId xmlns:a16="http://schemas.microsoft.com/office/drawing/2014/main" id="{F34B1234-8704-3D7E-323C-2A991675947B}"/>
                    </a:ext>
                  </a:extLst>
                </p:cNvPr>
                <p:cNvPicPr/>
                <p:nvPr/>
              </p:nvPicPr>
              <p:blipFill>
                <a:blip r:embed="rId93"/>
                <a:stretch>
                  <a:fillRect/>
                </a:stretch>
              </p:blipFill>
              <p:spPr>
                <a:xfrm>
                  <a:off x="9513502" y="1548536"/>
                  <a:ext cx="199440" cy="2361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94">
              <p14:nvContentPartPr>
                <p14:cNvPr id="60" name="Ink 59">
                  <a:extLst>
                    <a:ext uri="{FF2B5EF4-FFF2-40B4-BE49-F238E27FC236}">
                      <a16:creationId xmlns:a16="http://schemas.microsoft.com/office/drawing/2014/main" id="{1B1C9232-EB9F-C829-A6A9-305D8CE2FB23}"/>
                    </a:ext>
                  </a:extLst>
                </p14:cNvPr>
                <p14:cNvContentPartPr/>
                <p14:nvPr/>
              </p14:nvContentPartPr>
              <p14:xfrm>
                <a:off x="9701062" y="1562936"/>
                <a:ext cx="92520" cy="208080"/>
              </p14:xfrm>
            </p:contentPart>
          </mc:Choice>
          <mc:Fallback>
            <p:pic>
              <p:nvPicPr>
                <p:cNvPr id="60" name="Ink 59">
                  <a:extLst>
                    <a:ext uri="{FF2B5EF4-FFF2-40B4-BE49-F238E27FC236}">
                      <a16:creationId xmlns:a16="http://schemas.microsoft.com/office/drawing/2014/main" id="{1B1C9232-EB9F-C829-A6A9-305D8CE2FB23}"/>
                    </a:ext>
                  </a:extLst>
                </p:cNvPr>
                <p:cNvPicPr/>
                <p:nvPr/>
              </p:nvPicPr>
              <p:blipFill>
                <a:blip r:embed="rId95"/>
                <a:stretch>
                  <a:fillRect/>
                </a:stretch>
              </p:blipFill>
              <p:spPr>
                <a:xfrm>
                  <a:off x="9692422" y="1553936"/>
                  <a:ext cx="110160" cy="2257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96">
              <p14:nvContentPartPr>
                <p14:cNvPr id="61" name="Ink 60">
                  <a:extLst>
                    <a:ext uri="{FF2B5EF4-FFF2-40B4-BE49-F238E27FC236}">
                      <a16:creationId xmlns:a16="http://schemas.microsoft.com/office/drawing/2014/main" id="{980485A5-F420-F641-C5DB-D3D9A9A3F05F}"/>
                    </a:ext>
                  </a:extLst>
                </p14:cNvPr>
                <p14:cNvContentPartPr/>
                <p14:nvPr/>
              </p14:nvContentPartPr>
              <p14:xfrm>
                <a:off x="9802942" y="1663736"/>
                <a:ext cx="198720" cy="95760"/>
              </p14:xfrm>
            </p:contentPart>
          </mc:Choice>
          <mc:Fallback>
            <p:pic>
              <p:nvPicPr>
                <p:cNvPr id="61" name="Ink 60">
                  <a:extLst>
                    <a:ext uri="{FF2B5EF4-FFF2-40B4-BE49-F238E27FC236}">
                      <a16:creationId xmlns:a16="http://schemas.microsoft.com/office/drawing/2014/main" id="{980485A5-F420-F641-C5DB-D3D9A9A3F05F}"/>
                    </a:ext>
                  </a:extLst>
                </p:cNvPr>
                <p:cNvPicPr/>
                <p:nvPr/>
              </p:nvPicPr>
              <p:blipFill>
                <a:blip r:embed="rId97"/>
                <a:stretch>
                  <a:fillRect/>
                </a:stretch>
              </p:blipFill>
              <p:spPr>
                <a:xfrm>
                  <a:off x="9794302" y="1655096"/>
                  <a:ext cx="216360" cy="1134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98">
              <p14:nvContentPartPr>
                <p14:cNvPr id="62" name="Ink 61">
                  <a:extLst>
                    <a:ext uri="{FF2B5EF4-FFF2-40B4-BE49-F238E27FC236}">
                      <a16:creationId xmlns:a16="http://schemas.microsoft.com/office/drawing/2014/main" id="{EC497757-5E9E-4224-DE09-69D32EA12506}"/>
                    </a:ext>
                  </a:extLst>
                </p14:cNvPr>
                <p14:cNvContentPartPr/>
                <p14:nvPr/>
              </p14:nvContentPartPr>
              <p14:xfrm>
                <a:off x="10048462" y="1625576"/>
                <a:ext cx="173520" cy="101880"/>
              </p14:xfrm>
            </p:contentPart>
          </mc:Choice>
          <mc:Fallback>
            <p:pic>
              <p:nvPicPr>
                <p:cNvPr id="62" name="Ink 61">
                  <a:extLst>
                    <a:ext uri="{FF2B5EF4-FFF2-40B4-BE49-F238E27FC236}">
                      <a16:creationId xmlns:a16="http://schemas.microsoft.com/office/drawing/2014/main" id="{EC497757-5E9E-4224-DE09-69D32EA12506}"/>
                    </a:ext>
                  </a:extLst>
                </p:cNvPr>
                <p:cNvPicPr/>
                <p:nvPr/>
              </p:nvPicPr>
              <p:blipFill>
                <a:blip r:embed="rId99"/>
                <a:stretch>
                  <a:fillRect/>
                </a:stretch>
              </p:blipFill>
              <p:spPr>
                <a:xfrm>
                  <a:off x="10039462" y="1616576"/>
                  <a:ext cx="191160" cy="119520"/>
                </a:xfrm>
                <a:prstGeom prst="rect">
                  <a:avLst/>
                </a:prstGeom>
              </p:spPr>
            </p:pic>
          </mc:Fallback>
        </mc:AlternateContent>
      </p:grpSp>
      <p:grpSp>
        <p:nvGrpSpPr>
          <p:cNvPr id="70" name="Group 69">
            <a:extLst>
              <a:ext uri="{FF2B5EF4-FFF2-40B4-BE49-F238E27FC236}">
                <a16:creationId xmlns:a16="http://schemas.microsoft.com/office/drawing/2014/main" id="{AC641337-226C-AFAC-A8F1-A39378133E7F}"/>
              </a:ext>
            </a:extLst>
          </p:cNvPr>
          <p:cNvGrpSpPr/>
          <p:nvPr/>
        </p:nvGrpSpPr>
        <p:grpSpPr>
          <a:xfrm>
            <a:off x="8426302" y="1923656"/>
            <a:ext cx="1806480" cy="363240"/>
            <a:chOff x="8426302" y="1923656"/>
            <a:chExt cx="1806480" cy="363240"/>
          </a:xfrm>
        </p:grpSpPr>
        <mc:AlternateContent xmlns:mc="http://schemas.openxmlformats.org/markup-compatibility/2006">
          <mc:Choice xmlns:p14="http://schemas.microsoft.com/office/powerpoint/2010/main" Requires="p14">
            <p:contentPart p14:bwMode="auto" r:id="rId100">
              <p14:nvContentPartPr>
                <p14:cNvPr id="64" name="Ink 63">
                  <a:extLst>
                    <a:ext uri="{FF2B5EF4-FFF2-40B4-BE49-F238E27FC236}">
                      <a16:creationId xmlns:a16="http://schemas.microsoft.com/office/drawing/2014/main" id="{632BF1D5-3777-081C-6F37-55BDB3C6187C}"/>
                    </a:ext>
                  </a:extLst>
                </p14:cNvPr>
                <p14:cNvContentPartPr/>
                <p14:nvPr/>
              </p14:nvContentPartPr>
              <p14:xfrm>
                <a:off x="8426302" y="1923656"/>
                <a:ext cx="1697040" cy="38160"/>
              </p14:xfrm>
            </p:contentPart>
          </mc:Choice>
          <mc:Fallback>
            <p:pic>
              <p:nvPicPr>
                <p:cNvPr id="64" name="Ink 63">
                  <a:extLst>
                    <a:ext uri="{FF2B5EF4-FFF2-40B4-BE49-F238E27FC236}">
                      <a16:creationId xmlns:a16="http://schemas.microsoft.com/office/drawing/2014/main" id="{632BF1D5-3777-081C-6F37-55BDB3C6187C}"/>
                    </a:ext>
                  </a:extLst>
                </p:cNvPr>
                <p:cNvPicPr/>
                <p:nvPr/>
              </p:nvPicPr>
              <p:blipFill>
                <a:blip r:embed="rId101"/>
                <a:stretch>
                  <a:fillRect/>
                </a:stretch>
              </p:blipFill>
              <p:spPr>
                <a:xfrm>
                  <a:off x="8417662" y="1915016"/>
                  <a:ext cx="1714680" cy="558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02">
              <p14:nvContentPartPr>
                <p14:cNvPr id="65" name="Ink 64">
                  <a:extLst>
                    <a:ext uri="{FF2B5EF4-FFF2-40B4-BE49-F238E27FC236}">
                      <a16:creationId xmlns:a16="http://schemas.microsoft.com/office/drawing/2014/main" id="{36526883-FCB4-089B-F7AF-D7E2FA141617}"/>
                    </a:ext>
                  </a:extLst>
                </p14:cNvPr>
                <p14:cNvContentPartPr/>
                <p14:nvPr/>
              </p14:nvContentPartPr>
              <p14:xfrm>
                <a:off x="8547262" y="2158376"/>
                <a:ext cx="159840" cy="128520"/>
              </p14:xfrm>
            </p:contentPart>
          </mc:Choice>
          <mc:Fallback>
            <p:pic>
              <p:nvPicPr>
                <p:cNvPr id="65" name="Ink 64">
                  <a:extLst>
                    <a:ext uri="{FF2B5EF4-FFF2-40B4-BE49-F238E27FC236}">
                      <a16:creationId xmlns:a16="http://schemas.microsoft.com/office/drawing/2014/main" id="{36526883-FCB4-089B-F7AF-D7E2FA141617}"/>
                    </a:ext>
                  </a:extLst>
                </p:cNvPr>
                <p:cNvPicPr/>
                <p:nvPr/>
              </p:nvPicPr>
              <p:blipFill>
                <a:blip r:embed="rId103"/>
                <a:stretch>
                  <a:fillRect/>
                </a:stretch>
              </p:blipFill>
              <p:spPr>
                <a:xfrm>
                  <a:off x="8538622" y="2149376"/>
                  <a:ext cx="177480" cy="1461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04">
              <p14:nvContentPartPr>
                <p14:cNvPr id="66" name="Ink 65">
                  <a:extLst>
                    <a:ext uri="{FF2B5EF4-FFF2-40B4-BE49-F238E27FC236}">
                      <a16:creationId xmlns:a16="http://schemas.microsoft.com/office/drawing/2014/main" id="{62735F5E-FC6F-419B-08FD-D796F702B019}"/>
                    </a:ext>
                  </a:extLst>
                </p14:cNvPr>
                <p14:cNvContentPartPr/>
                <p14:nvPr/>
              </p14:nvContentPartPr>
              <p14:xfrm>
                <a:off x="8733382" y="2196176"/>
                <a:ext cx="240480" cy="49320"/>
              </p14:xfrm>
            </p:contentPart>
          </mc:Choice>
          <mc:Fallback>
            <p:pic>
              <p:nvPicPr>
                <p:cNvPr id="66" name="Ink 65">
                  <a:extLst>
                    <a:ext uri="{FF2B5EF4-FFF2-40B4-BE49-F238E27FC236}">
                      <a16:creationId xmlns:a16="http://schemas.microsoft.com/office/drawing/2014/main" id="{62735F5E-FC6F-419B-08FD-D796F702B019}"/>
                    </a:ext>
                  </a:extLst>
                </p:cNvPr>
                <p:cNvPicPr/>
                <p:nvPr/>
              </p:nvPicPr>
              <p:blipFill>
                <a:blip r:embed="rId105"/>
                <a:stretch>
                  <a:fillRect/>
                </a:stretch>
              </p:blipFill>
              <p:spPr>
                <a:xfrm>
                  <a:off x="8724382" y="2187176"/>
                  <a:ext cx="258120" cy="669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06">
              <p14:nvContentPartPr>
                <p14:cNvPr id="67" name="Ink 66">
                  <a:extLst>
                    <a:ext uri="{FF2B5EF4-FFF2-40B4-BE49-F238E27FC236}">
                      <a16:creationId xmlns:a16="http://schemas.microsoft.com/office/drawing/2014/main" id="{76D9A04F-92CA-C8C5-969B-0E66178AF2FD}"/>
                    </a:ext>
                  </a:extLst>
                </p14:cNvPr>
                <p14:cNvContentPartPr/>
                <p14:nvPr/>
              </p14:nvContentPartPr>
              <p14:xfrm>
                <a:off x="9019582" y="2044256"/>
                <a:ext cx="507240" cy="210600"/>
              </p14:xfrm>
            </p:contentPart>
          </mc:Choice>
          <mc:Fallback>
            <p:pic>
              <p:nvPicPr>
                <p:cNvPr id="67" name="Ink 66">
                  <a:extLst>
                    <a:ext uri="{FF2B5EF4-FFF2-40B4-BE49-F238E27FC236}">
                      <a16:creationId xmlns:a16="http://schemas.microsoft.com/office/drawing/2014/main" id="{76D9A04F-92CA-C8C5-969B-0E66178AF2FD}"/>
                    </a:ext>
                  </a:extLst>
                </p:cNvPr>
                <p:cNvPicPr/>
                <p:nvPr/>
              </p:nvPicPr>
              <p:blipFill>
                <a:blip r:embed="rId107"/>
                <a:stretch>
                  <a:fillRect/>
                </a:stretch>
              </p:blipFill>
              <p:spPr>
                <a:xfrm>
                  <a:off x="9010942" y="2035256"/>
                  <a:ext cx="524880" cy="2282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08">
              <p14:nvContentPartPr>
                <p14:cNvPr id="68" name="Ink 67">
                  <a:extLst>
                    <a:ext uri="{FF2B5EF4-FFF2-40B4-BE49-F238E27FC236}">
                      <a16:creationId xmlns:a16="http://schemas.microsoft.com/office/drawing/2014/main" id="{FF26399F-665E-9E2F-8F18-03AC5595B6DB}"/>
                    </a:ext>
                  </a:extLst>
                </p14:cNvPr>
                <p14:cNvContentPartPr/>
                <p14:nvPr/>
              </p14:nvContentPartPr>
              <p14:xfrm>
                <a:off x="9811222" y="2131016"/>
                <a:ext cx="259560" cy="120600"/>
              </p14:xfrm>
            </p:contentPart>
          </mc:Choice>
          <mc:Fallback>
            <p:pic>
              <p:nvPicPr>
                <p:cNvPr id="68" name="Ink 67">
                  <a:extLst>
                    <a:ext uri="{FF2B5EF4-FFF2-40B4-BE49-F238E27FC236}">
                      <a16:creationId xmlns:a16="http://schemas.microsoft.com/office/drawing/2014/main" id="{FF26399F-665E-9E2F-8F18-03AC5595B6DB}"/>
                    </a:ext>
                  </a:extLst>
                </p:cNvPr>
                <p:cNvPicPr/>
                <p:nvPr/>
              </p:nvPicPr>
              <p:blipFill>
                <a:blip r:embed="rId109"/>
                <a:stretch>
                  <a:fillRect/>
                </a:stretch>
              </p:blipFill>
              <p:spPr>
                <a:xfrm>
                  <a:off x="9802582" y="2122016"/>
                  <a:ext cx="277200" cy="1382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10">
              <p14:nvContentPartPr>
                <p14:cNvPr id="69" name="Ink 68">
                  <a:extLst>
                    <a:ext uri="{FF2B5EF4-FFF2-40B4-BE49-F238E27FC236}">
                      <a16:creationId xmlns:a16="http://schemas.microsoft.com/office/drawing/2014/main" id="{43CDDCB1-3E49-FA37-7E70-0AE6BB64A306}"/>
                    </a:ext>
                  </a:extLst>
                </p14:cNvPr>
                <p14:cNvContentPartPr/>
                <p14:nvPr/>
              </p14:nvContentPartPr>
              <p14:xfrm>
                <a:off x="10089862" y="2026256"/>
                <a:ext cx="142920" cy="180360"/>
              </p14:xfrm>
            </p:contentPart>
          </mc:Choice>
          <mc:Fallback>
            <p:pic>
              <p:nvPicPr>
                <p:cNvPr id="69" name="Ink 68">
                  <a:extLst>
                    <a:ext uri="{FF2B5EF4-FFF2-40B4-BE49-F238E27FC236}">
                      <a16:creationId xmlns:a16="http://schemas.microsoft.com/office/drawing/2014/main" id="{43CDDCB1-3E49-FA37-7E70-0AE6BB64A306}"/>
                    </a:ext>
                  </a:extLst>
                </p:cNvPr>
                <p:cNvPicPr/>
                <p:nvPr/>
              </p:nvPicPr>
              <p:blipFill>
                <a:blip r:embed="rId111"/>
                <a:stretch>
                  <a:fillRect/>
                </a:stretch>
              </p:blipFill>
              <p:spPr>
                <a:xfrm>
                  <a:off x="10081222" y="2017256"/>
                  <a:ext cx="160560" cy="198000"/>
                </a:xfrm>
                <a:prstGeom prst="rect">
                  <a:avLst/>
                </a:prstGeom>
              </p:spPr>
            </p:pic>
          </mc:Fallback>
        </mc:AlternateContent>
      </p:grpSp>
    </p:spTree>
    <p:extLst>
      <p:ext uri="{BB962C8B-B14F-4D97-AF65-F5344CB8AC3E}">
        <p14:creationId xmlns:p14="http://schemas.microsoft.com/office/powerpoint/2010/main" val="1727096473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61B332A3-F65C-D62B-5B64-0B63FC5DE7E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 1">
            <a:extLst>
              <a:ext uri="{FF2B5EF4-FFF2-40B4-BE49-F238E27FC236}">
                <a16:creationId xmlns:a16="http://schemas.microsoft.com/office/drawing/2014/main" id="{977F587C-88E6-BA63-1EC7-D7FB054D8CCD}"/>
              </a:ext>
            </a:extLst>
          </p:cNvPr>
          <p:cNvSpPr/>
          <p:nvPr/>
        </p:nvSpPr>
        <p:spPr>
          <a:xfrm>
            <a:off x="411480" y="502920"/>
            <a:ext cx="11155320" cy="491224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0" rIns="0" bIns="0" anchor="ctr">
            <a:noAutofit/>
          </a:bodyPr>
          <a:lstStyle/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2700" b="1" u="none" strike="noStrike" dirty="0">
                <a:solidFill>
                  <a:srgbClr val="17365D"/>
                </a:solidFill>
                <a:effectLst/>
                <a:uFillTx/>
                <a:latin typeface="Aptos"/>
              </a:rPr>
              <a:t>Worked geometry example</a:t>
            </a:r>
            <a:endParaRPr lang="en-US" sz="2700" b="0" u="none" strike="noStrike" dirty="0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D0E8C649-77A1-F5C9-7A95-C44FB0FAEF3C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917019" y="3562966"/>
            <a:ext cx="6158023" cy="3061638"/>
          </a:xfrm>
          <a:prstGeom prst="rect">
            <a:avLst/>
          </a:prstGeom>
        </p:spPr>
      </p:pic>
      <p:pic>
        <p:nvPicPr>
          <p:cNvPr id="6" name="Picture 5">
            <a:extLst>
              <a:ext uri="{FF2B5EF4-FFF2-40B4-BE49-F238E27FC236}">
                <a16:creationId xmlns:a16="http://schemas.microsoft.com/office/drawing/2014/main" id="{9958B1F5-6053-8B8E-999A-1243460E17EE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16958" y="1068572"/>
            <a:ext cx="5979042" cy="295404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506275438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283628FB-DBA6-B46E-80E7-DAEE90BCB55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 1">
            <a:extLst>
              <a:ext uri="{FF2B5EF4-FFF2-40B4-BE49-F238E27FC236}">
                <a16:creationId xmlns:a16="http://schemas.microsoft.com/office/drawing/2014/main" id="{7FE2B4E3-5635-6EE7-A2F8-B1661196DD8C}"/>
              </a:ext>
            </a:extLst>
          </p:cNvPr>
          <p:cNvSpPr/>
          <p:nvPr/>
        </p:nvSpPr>
        <p:spPr>
          <a:xfrm>
            <a:off x="411480" y="502920"/>
            <a:ext cx="11155320" cy="491224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0" rIns="0" bIns="0" anchor="ctr">
            <a:noAutofit/>
          </a:bodyPr>
          <a:lstStyle/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2700" b="1" u="none" strike="noStrike" dirty="0">
                <a:solidFill>
                  <a:srgbClr val="17365D"/>
                </a:solidFill>
                <a:effectLst/>
                <a:uFillTx/>
                <a:latin typeface="Aptos"/>
              </a:rPr>
              <a:t>Worked geometry example</a:t>
            </a:r>
            <a:endParaRPr lang="en-US" sz="2700" b="0" u="none" strike="noStrike" dirty="0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pic>
        <p:nvPicPr>
          <p:cNvPr id="6" name="Picture 5">
            <a:extLst>
              <a:ext uri="{FF2B5EF4-FFF2-40B4-BE49-F238E27FC236}">
                <a16:creationId xmlns:a16="http://schemas.microsoft.com/office/drawing/2014/main" id="{AB2C4355-F23A-3602-4531-89A76449AB5C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773479" y="3564210"/>
            <a:ext cx="6264350" cy="3079419"/>
          </a:xfrm>
          <a:prstGeom prst="rect">
            <a:avLst/>
          </a:prstGeom>
        </p:spPr>
      </p:pic>
      <p:pic>
        <p:nvPicPr>
          <p:cNvPr id="4" name="Picture 3">
            <a:extLst>
              <a:ext uri="{FF2B5EF4-FFF2-40B4-BE49-F238E27FC236}">
                <a16:creationId xmlns:a16="http://schemas.microsoft.com/office/drawing/2014/main" id="{CCED1D5C-6237-94FA-2E1E-9E3EA6D61700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54171" y="1039140"/>
            <a:ext cx="5850682" cy="2916171"/>
          </a:xfrm>
          <a:prstGeom prst="rect">
            <a:avLst/>
          </a:prstGeom>
        </p:spPr>
      </p:pic>
      <p:grpSp>
        <p:nvGrpSpPr>
          <p:cNvPr id="7" name="Group 6">
            <a:extLst>
              <a:ext uri="{FF2B5EF4-FFF2-40B4-BE49-F238E27FC236}">
                <a16:creationId xmlns:a16="http://schemas.microsoft.com/office/drawing/2014/main" id="{8A2DA26C-C7F4-35D7-84E3-35C4549AFEBB}"/>
              </a:ext>
            </a:extLst>
          </p:cNvPr>
          <p:cNvGrpSpPr/>
          <p:nvPr/>
        </p:nvGrpSpPr>
        <p:grpSpPr>
          <a:xfrm>
            <a:off x="8426662" y="4827056"/>
            <a:ext cx="309240" cy="154440"/>
            <a:chOff x="8426662" y="4827056"/>
            <a:chExt cx="309240" cy="154440"/>
          </a:xfrm>
        </p:grpSpPr>
        <mc:AlternateContent xmlns:mc="http://schemas.openxmlformats.org/markup-compatibility/2006">
          <mc:Choice xmlns:p14="http://schemas.microsoft.com/office/powerpoint/2010/main" Requires="p14">
            <p:contentPart p14:bwMode="auto" r:id="rId4">
              <p14:nvContentPartPr>
                <p14:cNvPr id="2" name="Ink 1">
                  <a:extLst>
                    <a:ext uri="{FF2B5EF4-FFF2-40B4-BE49-F238E27FC236}">
                      <a16:creationId xmlns:a16="http://schemas.microsoft.com/office/drawing/2014/main" id="{490006DB-DD62-CBB4-9132-EA2D78925E26}"/>
                    </a:ext>
                  </a:extLst>
                </p14:cNvPr>
                <p14:cNvContentPartPr/>
                <p14:nvPr/>
              </p14:nvContentPartPr>
              <p14:xfrm>
                <a:off x="8495422" y="4853336"/>
                <a:ext cx="240480" cy="128160"/>
              </p14:xfrm>
            </p:contentPart>
          </mc:Choice>
          <mc:Fallback>
            <p:pic>
              <p:nvPicPr>
                <p:cNvPr id="2" name="Ink 1">
                  <a:extLst>
                    <a:ext uri="{FF2B5EF4-FFF2-40B4-BE49-F238E27FC236}">
                      <a16:creationId xmlns:a16="http://schemas.microsoft.com/office/drawing/2014/main" id="{490006DB-DD62-CBB4-9132-EA2D78925E26}"/>
                    </a:ext>
                  </a:extLst>
                </p:cNvPr>
                <p:cNvPicPr/>
                <p:nvPr/>
              </p:nvPicPr>
              <p:blipFill>
                <a:blip r:embed="rId5"/>
                <a:stretch>
                  <a:fillRect/>
                </a:stretch>
              </p:blipFill>
              <p:spPr>
                <a:xfrm>
                  <a:off x="8486422" y="4844336"/>
                  <a:ext cx="258120" cy="1458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6">
              <p14:nvContentPartPr>
                <p14:cNvPr id="5" name="Ink 4">
                  <a:extLst>
                    <a:ext uri="{FF2B5EF4-FFF2-40B4-BE49-F238E27FC236}">
                      <a16:creationId xmlns:a16="http://schemas.microsoft.com/office/drawing/2014/main" id="{3C50C706-FDD8-F663-C733-AB121DF55342}"/>
                    </a:ext>
                  </a:extLst>
                </p14:cNvPr>
                <p14:cNvContentPartPr/>
                <p14:nvPr/>
              </p14:nvContentPartPr>
              <p14:xfrm>
                <a:off x="8426662" y="4827056"/>
                <a:ext cx="78840" cy="67680"/>
              </p14:xfrm>
            </p:contentPart>
          </mc:Choice>
          <mc:Fallback>
            <p:pic>
              <p:nvPicPr>
                <p:cNvPr id="5" name="Ink 4">
                  <a:extLst>
                    <a:ext uri="{FF2B5EF4-FFF2-40B4-BE49-F238E27FC236}">
                      <a16:creationId xmlns:a16="http://schemas.microsoft.com/office/drawing/2014/main" id="{3C50C706-FDD8-F663-C733-AB121DF55342}"/>
                    </a:ext>
                  </a:extLst>
                </p:cNvPr>
                <p:cNvPicPr/>
                <p:nvPr/>
              </p:nvPicPr>
              <p:blipFill>
                <a:blip r:embed="rId7"/>
                <a:stretch>
                  <a:fillRect/>
                </a:stretch>
              </p:blipFill>
              <p:spPr>
                <a:xfrm>
                  <a:off x="8417662" y="4818056"/>
                  <a:ext cx="96480" cy="85320"/>
                </a:xfrm>
                <a:prstGeom prst="rect">
                  <a:avLst/>
                </a:prstGeom>
              </p:spPr>
            </p:pic>
          </mc:Fallback>
        </mc:AlternateContent>
      </p:grpSp>
      <p:grpSp>
        <p:nvGrpSpPr>
          <p:cNvPr id="12" name="Group 11">
            <a:extLst>
              <a:ext uri="{FF2B5EF4-FFF2-40B4-BE49-F238E27FC236}">
                <a16:creationId xmlns:a16="http://schemas.microsoft.com/office/drawing/2014/main" id="{CBE1514E-9999-25FE-E1FD-811386A86857}"/>
              </a:ext>
            </a:extLst>
          </p:cNvPr>
          <p:cNvGrpSpPr/>
          <p:nvPr/>
        </p:nvGrpSpPr>
        <p:grpSpPr>
          <a:xfrm>
            <a:off x="8137222" y="4857656"/>
            <a:ext cx="189360" cy="139680"/>
            <a:chOff x="8137222" y="4857656"/>
            <a:chExt cx="189360" cy="139680"/>
          </a:xfrm>
        </p:grpSpPr>
        <mc:AlternateContent xmlns:mc="http://schemas.openxmlformats.org/markup-compatibility/2006">
          <mc:Choice xmlns:p14="http://schemas.microsoft.com/office/powerpoint/2010/main" Requires="p14">
            <p:contentPart p14:bwMode="auto" r:id="rId8">
              <p14:nvContentPartPr>
                <p14:cNvPr id="10" name="Ink 9">
                  <a:extLst>
                    <a:ext uri="{FF2B5EF4-FFF2-40B4-BE49-F238E27FC236}">
                      <a16:creationId xmlns:a16="http://schemas.microsoft.com/office/drawing/2014/main" id="{87D7F38E-593A-A498-D790-178B9E358AD7}"/>
                    </a:ext>
                  </a:extLst>
                </p14:cNvPr>
                <p14:cNvContentPartPr/>
                <p14:nvPr/>
              </p14:nvContentPartPr>
              <p14:xfrm>
                <a:off x="8158822" y="4916336"/>
                <a:ext cx="167760" cy="81000"/>
              </p14:xfrm>
            </p:contentPart>
          </mc:Choice>
          <mc:Fallback>
            <p:pic>
              <p:nvPicPr>
                <p:cNvPr id="10" name="Ink 9">
                  <a:extLst>
                    <a:ext uri="{FF2B5EF4-FFF2-40B4-BE49-F238E27FC236}">
                      <a16:creationId xmlns:a16="http://schemas.microsoft.com/office/drawing/2014/main" id="{87D7F38E-593A-A498-D790-178B9E358AD7}"/>
                    </a:ext>
                  </a:extLst>
                </p:cNvPr>
                <p:cNvPicPr/>
                <p:nvPr/>
              </p:nvPicPr>
              <p:blipFill>
                <a:blip r:embed="rId9"/>
                <a:stretch>
                  <a:fillRect/>
                </a:stretch>
              </p:blipFill>
              <p:spPr>
                <a:xfrm>
                  <a:off x="8150182" y="4907696"/>
                  <a:ext cx="185400" cy="986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0">
              <p14:nvContentPartPr>
                <p14:cNvPr id="11" name="Ink 10">
                  <a:extLst>
                    <a:ext uri="{FF2B5EF4-FFF2-40B4-BE49-F238E27FC236}">
                      <a16:creationId xmlns:a16="http://schemas.microsoft.com/office/drawing/2014/main" id="{D25455F2-9BA0-413F-112E-9741F5BEADC1}"/>
                    </a:ext>
                  </a:extLst>
                </p14:cNvPr>
                <p14:cNvContentPartPr/>
                <p14:nvPr/>
              </p14:nvContentPartPr>
              <p14:xfrm>
                <a:off x="8137222" y="4857656"/>
                <a:ext cx="47160" cy="77760"/>
              </p14:xfrm>
            </p:contentPart>
          </mc:Choice>
          <mc:Fallback>
            <p:pic>
              <p:nvPicPr>
                <p:cNvPr id="11" name="Ink 10">
                  <a:extLst>
                    <a:ext uri="{FF2B5EF4-FFF2-40B4-BE49-F238E27FC236}">
                      <a16:creationId xmlns:a16="http://schemas.microsoft.com/office/drawing/2014/main" id="{D25455F2-9BA0-413F-112E-9741F5BEADC1}"/>
                    </a:ext>
                  </a:extLst>
                </p:cNvPr>
                <p:cNvPicPr/>
                <p:nvPr/>
              </p:nvPicPr>
              <p:blipFill>
                <a:blip r:embed="rId11"/>
                <a:stretch>
                  <a:fillRect/>
                </a:stretch>
              </p:blipFill>
              <p:spPr>
                <a:xfrm>
                  <a:off x="8128582" y="4848656"/>
                  <a:ext cx="64800" cy="95400"/>
                </a:xfrm>
                <a:prstGeom prst="rect">
                  <a:avLst/>
                </a:prstGeom>
              </p:spPr>
            </p:pic>
          </mc:Fallback>
        </mc:AlternateContent>
      </p:grpSp>
      <mc:AlternateContent xmlns:mc="http://schemas.openxmlformats.org/markup-compatibility/2006">
        <mc:Choice xmlns:p14="http://schemas.microsoft.com/office/powerpoint/2010/main" Requires="p14">
          <p:contentPart p14:bwMode="auto" r:id="rId12">
            <p14:nvContentPartPr>
              <p14:cNvPr id="13" name="Ink 12">
                <a:extLst>
                  <a:ext uri="{FF2B5EF4-FFF2-40B4-BE49-F238E27FC236}">
                    <a16:creationId xmlns:a16="http://schemas.microsoft.com/office/drawing/2014/main" id="{1330E477-15CC-E130-8723-ED297020A07A}"/>
                  </a:ext>
                </a:extLst>
              </p14:cNvPr>
              <p14:cNvContentPartPr/>
              <p14:nvPr/>
            </p14:nvContentPartPr>
            <p14:xfrm>
              <a:off x="11015062" y="5905976"/>
              <a:ext cx="187920" cy="145080"/>
            </p14:xfrm>
          </p:contentPart>
        </mc:Choice>
        <mc:Fallback>
          <p:pic>
            <p:nvPicPr>
              <p:cNvPr id="13" name="Ink 12">
                <a:extLst>
                  <a:ext uri="{FF2B5EF4-FFF2-40B4-BE49-F238E27FC236}">
                    <a16:creationId xmlns:a16="http://schemas.microsoft.com/office/drawing/2014/main" id="{1330E477-15CC-E130-8723-ED297020A07A}"/>
                  </a:ext>
                </a:extLst>
              </p:cNvPr>
              <p:cNvPicPr/>
              <p:nvPr/>
            </p:nvPicPr>
            <p:blipFill>
              <a:blip r:embed="rId13"/>
              <a:stretch>
                <a:fillRect/>
              </a:stretch>
            </p:blipFill>
            <p:spPr>
              <a:xfrm>
                <a:off x="11006062" y="5896976"/>
                <a:ext cx="205560" cy="162720"/>
              </a:xfrm>
              <a:prstGeom prst="rect">
                <a:avLst/>
              </a:prstGeom>
            </p:spPr>
          </p:pic>
        </mc:Fallback>
      </mc:AlternateContent>
    </p:spTree>
    <p:extLst>
      <p:ext uri="{BB962C8B-B14F-4D97-AF65-F5344CB8AC3E}">
        <p14:creationId xmlns:p14="http://schemas.microsoft.com/office/powerpoint/2010/main" val="3963847019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7" name="Text 0"/>
          <p:cNvSpPr/>
          <p:nvPr/>
        </p:nvSpPr>
        <p:spPr>
          <a:xfrm>
            <a:off x="411480" y="164520"/>
            <a:ext cx="5303160" cy="25560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0" rIns="0" bIns="0" anchor="ctr">
            <a:noAutofit/>
          </a:bodyPr>
          <a:lstStyle/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000" b="1" u="none" strike="noStrike">
                <a:solidFill>
                  <a:srgbClr val="2F75B5"/>
                </a:solidFill>
                <a:effectLst/>
                <a:uFillTx/>
                <a:latin typeface="Aptos"/>
              </a:rPr>
              <a:t>DSP + Machine Learning • Week 5</a:t>
            </a:r>
            <a:endParaRPr lang="en-US" sz="1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58" name="Text 1"/>
          <p:cNvSpPr/>
          <p:nvPr/>
        </p:nvSpPr>
        <p:spPr>
          <a:xfrm>
            <a:off x="411480" y="502920"/>
            <a:ext cx="11155320" cy="56664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0" rIns="0" bIns="0" anchor="ctr">
            <a:noAutofit/>
          </a:bodyPr>
          <a:lstStyle/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2700" b="1" u="none" strike="noStrike">
                <a:solidFill>
                  <a:srgbClr val="17365D"/>
                </a:solidFill>
                <a:effectLst/>
                <a:uFillTx/>
                <a:latin typeface="Aptos"/>
              </a:rPr>
              <a:t>Concept check: move a pole toward the unit circle</a:t>
            </a:r>
            <a:endParaRPr lang="en-US" sz="27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59" name="Shape 2"/>
          <p:cNvSpPr/>
          <p:nvPr/>
        </p:nvSpPr>
        <p:spPr>
          <a:xfrm>
            <a:off x="411480" y="1124640"/>
            <a:ext cx="11292840" cy="360"/>
          </a:xfrm>
          <a:prstGeom prst="line">
            <a:avLst/>
          </a:prstGeom>
          <a:ln w="12700">
            <a:solidFill>
              <a:srgbClr val="D7E0EA"/>
            </a:solidFill>
            <a:round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-44640" rIns="90000" bIns="-44640" anchor="t" anchorCtr="1">
            <a:noAutofit/>
          </a:bodyPr>
          <a:lstStyle/>
          <a:p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60" name="Text 3"/>
          <p:cNvSpPr/>
          <p:nvPr/>
        </p:nvSpPr>
        <p:spPr>
          <a:xfrm>
            <a:off x="411480" y="6473880"/>
            <a:ext cx="3840120" cy="18252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0" rIns="0" bIns="0" anchor="ctr">
            <a:noAutofit/>
          </a:bodyPr>
          <a:lstStyle/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900" b="0" u="none" strike="noStrike">
                <a:solidFill>
                  <a:srgbClr val="6B7280"/>
                </a:solidFill>
                <a:effectLst/>
                <a:uFillTx/>
                <a:latin typeface="Aptos"/>
              </a:rPr>
              <a:t>Oppenheim &amp; Schafer + Raschka</a:t>
            </a:r>
            <a:endParaRPr lang="en-US" sz="9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61" name="Text 4"/>
          <p:cNvSpPr/>
          <p:nvPr/>
        </p:nvSpPr>
        <p:spPr>
          <a:xfrm>
            <a:off x="11338560" y="6446520"/>
            <a:ext cx="365400" cy="18252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0" rIns="0" bIns="0" anchor="ctr">
            <a:noAutofit/>
          </a:bodyPr>
          <a:lstStyle/>
          <a:p>
            <a:pPr algn="r"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900" b="0" u="none" strike="noStrike">
                <a:solidFill>
                  <a:srgbClr val="6B7280"/>
                </a:solidFill>
                <a:effectLst/>
                <a:uFillTx/>
                <a:latin typeface="Aptos"/>
              </a:rPr>
              <a:t>7</a:t>
            </a:r>
            <a:endParaRPr lang="en-US" sz="9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62" name="Text 5"/>
          <p:cNvSpPr/>
          <p:nvPr/>
        </p:nvSpPr>
        <p:spPr>
          <a:xfrm>
            <a:off x="777240" y="1417320"/>
            <a:ext cx="10515240" cy="464643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720" tIns="720" rIns="720" bIns="720" anchor="t">
            <a:noAutofit/>
          </a:bodyPr>
          <a:lstStyle/>
          <a:p>
            <a:pPr marL="228600" indent="-228600" defTabSz="914400">
              <a:lnSpc>
                <a:spcPct val="100000"/>
              </a:lnSpc>
              <a:buClr>
                <a:srgbClr val="1F2937"/>
              </a:buClr>
              <a:buFont typeface="Symbol" charset="2"/>
              <a:buChar char=""/>
            </a:pPr>
            <a:r>
              <a:rPr lang="en-US" sz="1800" b="0" u="none" strike="noStrike" dirty="0">
                <a:solidFill>
                  <a:srgbClr val="1F2937"/>
                </a:solidFill>
                <a:effectLst/>
                <a:uFillTx/>
                <a:latin typeface="Aptos"/>
              </a:rPr>
              <a:t>A pole at angle ω₀ moves radially from radius 0.5 to radius 0.95. What happens near ω₀?</a:t>
            </a:r>
            <a:endParaRPr lang="en-US" sz="1800" b="0" u="none" strike="noStrike" dirty="0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B51C5BFF-33E1-7F77-B32B-0FB7EEE9CDC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7" name="Text 0">
            <a:extLst>
              <a:ext uri="{FF2B5EF4-FFF2-40B4-BE49-F238E27FC236}">
                <a16:creationId xmlns:a16="http://schemas.microsoft.com/office/drawing/2014/main" id="{83F835C7-02A2-E3DD-3BA3-A38F5FB215FE}"/>
              </a:ext>
            </a:extLst>
          </p:cNvPr>
          <p:cNvSpPr/>
          <p:nvPr/>
        </p:nvSpPr>
        <p:spPr>
          <a:xfrm>
            <a:off x="411480" y="164520"/>
            <a:ext cx="5303160" cy="25560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0" rIns="0" bIns="0" anchor="ctr">
            <a:noAutofit/>
          </a:bodyPr>
          <a:lstStyle/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000" b="1" u="none" strike="noStrike">
                <a:solidFill>
                  <a:srgbClr val="2F75B5"/>
                </a:solidFill>
                <a:effectLst/>
                <a:uFillTx/>
                <a:latin typeface="Aptos"/>
              </a:rPr>
              <a:t>DSP + Machine Learning • Week 5</a:t>
            </a:r>
            <a:endParaRPr lang="en-US" sz="1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58" name="Text 1">
            <a:extLst>
              <a:ext uri="{FF2B5EF4-FFF2-40B4-BE49-F238E27FC236}">
                <a16:creationId xmlns:a16="http://schemas.microsoft.com/office/drawing/2014/main" id="{0A51D352-1B7F-567F-B284-8BFDF274FEBC}"/>
              </a:ext>
            </a:extLst>
          </p:cNvPr>
          <p:cNvSpPr/>
          <p:nvPr/>
        </p:nvSpPr>
        <p:spPr>
          <a:xfrm>
            <a:off x="411480" y="502920"/>
            <a:ext cx="11155320" cy="56664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0" rIns="0" bIns="0" anchor="ctr">
            <a:noAutofit/>
          </a:bodyPr>
          <a:lstStyle/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2700" b="1" u="none" strike="noStrike">
                <a:solidFill>
                  <a:srgbClr val="17365D"/>
                </a:solidFill>
                <a:effectLst/>
                <a:uFillTx/>
                <a:latin typeface="Aptos"/>
              </a:rPr>
              <a:t>Concept check: move a pole toward the unit circle</a:t>
            </a:r>
            <a:endParaRPr lang="en-US" sz="27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59" name="Shape 2">
            <a:extLst>
              <a:ext uri="{FF2B5EF4-FFF2-40B4-BE49-F238E27FC236}">
                <a16:creationId xmlns:a16="http://schemas.microsoft.com/office/drawing/2014/main" id="{D7942E59-C828-3736-6135-6D11034D270C}"/>
              </a:ext>
            </a:extLst>
          </p:cNvPr>
          <p:cNvSpPr/>
          <p:nvPr/>
        </p:nvSpPr>
        <p:spPr>
          <a:xfrm>
            <a:off x="411480" y="1124640"/>
            <a:ext cx="11292840" cy="360"/>
          </a:xfrm>
          <a:prstGeom prst="line">
            <a:avLst/>
          </a:prstGeom>
          <a:ln w="12700">
            <a:solidFill>
              <a:srgbClr val="D7E0EA"/>
            </a:solidFill>
            <a:round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-44640" rIns="90000" bIns="-44640" anchor="t" anchorCtr="1">
            <a:noAutofit/>
          </a:bodyPr>
          <a:lstStyle/>
          <a:p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60" name="Text 3">
            <a:extLst>
              <a:ext uri="{FF2B5EF4-FFF2-40B4-BE49-F238E27FC236}">
                <a16:creationId xmlns:a16="http://schemas.microsoft.com/office/drawing/2014/main" id="{6DC6E32B-546A-EBCD-8A65-403DE7D12D91}"/>
              </a:ext>
            </a:extLst>
          </p:cNvPr>
          <p:cNvSpPr/>
          <p:nvPr/>
        </p:nvSpPr>
        <p:spPr>
          <a:xfrm>
            <a:off x="411480" y="6473880"/>
            <a:ext cx="3840120" cy="18252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0" rIns="0" bIns="0" anchor="ctr">
            <a:noAutofit/>
          </a:bodyPr>
          <a:lstStyle/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900" b="0" u="none" strike="noStrike">
                <a:solidFill>
                  <a:srgbClr val="6B7280"/>
                </a:solidFill>
                <a:effectLst/>
                <a:uFillTx/>
                <a:latin typeface="Aptos"/>
              </a:rPr>
              <a:t>Oppenheim &amp; Schafer + Raschka</a:t>
            </a:r>
            <a:endParaRPr lang="en-US" sz="9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61" name="Text 4">
            <a:extLst>
              <a:ext uri="{FF2B5EF4-FFF2-40B4-BE49-F238E27FC236}">
                <a16:creationId xmlns:a16="http://schemas.microsoft.com/office/drawing/2014/main" id="{76F089F5-F897-BDA0-D35D-D63CEEFD3EC7}"/>
              </a:ext>
            </a:extLst>
          </p:cNvPr>
          <p:cNvSpPr/>
          <p:nvPr/>
        </p:nvSpPr>
        <p:spPr>
          <a:xfrm>
            <a:off x="11338560" y="6446520"/>
            <a:ext cx="365400" cy="18252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0" rIns="0" bIns="0" anchor="ctr">
            <a:noAutofit/>
          </a:bodyPr>
          <a:lstStyle/>
          <a:p>
            <a:pPr algn="r"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900" b="0" u="none" strike="noStrike">
                <a:solidFill>
                  <a:srgbClr val="6B7280"/>
                </a:solidFill>
                <a:effectLst/>
                <a:uFillTx/>
                <a:latin typeface="Aptos"/>
              </a:rPr>
              <a:t>7</a:t>
            </a:r>
            <a:endParaRPr lang="en-US" sz="9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62" name="Text 5">
            <a:extLst>
              <a:ext uri="{FF2B5EF4-FFF2-40B4-BE49-F238E27FC236}">
                <a16:creationId xmlns:a16="http://schemas.microsoft.com/office/drawing/2014/main" id="{DDAF3F32-F393-DE37-ACF6-60D8996A9EC4}"/>
              </a:ext>
            </a:extLst>
          </p:cNvPr>
          <p:cNvSpPr/>
          <p:nvPr/>
        </p:nvSpPr>
        <p:spPr>
          <a:xfrm>
            <a:off x="777240" y="1417320"/>
            <a:ext cx="10515240" cy="393156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720" tIns="720" rIns="720" bIns="720" anchor="t">
            <a:noAutofit/>
          </a:bodyPr>
          <a:lstStyle/>
          <a:p>
            <a:pPr marL="228600" indent="-228600" defTabSz="914400">
              <a:lnSpc>
                <a:spcPct val="100000"/>
              </a:lnSpc>
              <a:buClr>
                <a:srgbClr val="1F2937"/>
              </a:buClr>
              <a:buFont typeface="Symbol" charset="2"/>
              <a:buChar char=""/>
            </a:pPr>
            <a:r>
              <a:rPr lang="en-US" sz="1800" b="0" u="none" strike="noStrike">
                <a:solidFill>
                  <a:srgbClr val="1F2937"/>
                </a:solidFill>
                <a:effectLst/>
                <a:uFillTx/>
                <a:latin typeface="Aptos"/>
              </a:rPr>
              <a:t>A pole at angle ω₀ moves radially from radius 0.5 to radius 0.95. What happens near ω₀?</a:t>
            </a:r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228600" indent="-228600" defTabSz="914400">
              <a:lnSpc>
                <a:spcPct val="100000"/>
              </a:lnSpc>
              <a:buClr>
                <a:srgbClr val="1F2937"/>
              </a:buClr>
              <a:buFont typeface="Symbol" charset="2"/>
              <a:buChar char=""/>
            </a:pPr>
            <a:r>
              <a:rPr lang="en-US" sz="1800" b="0" u="none" strike="noStrike">
                <a:solidFill>
                  <a:srgbClr val="1F2937"/>
                </a:solidFill>
                <a:effectLst/>
                <a:uFillTx/>
                <a:latin typeface="Aptos"/>
              </a:rPr>
              <a:t>Good answer: the denominator vector becomes much shorter, so magnitude increases sharply and the phase changes more rapidly.</a:t>
            </a:r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228600" indent="-228600" defTabSz="914400">
              <a:lnSpc>
                <a:spcPct val="100000"/>
              </a:lnSpc>
              <a:buClr>
                <a:srgbClr val="1F2937"/>
              </a:buClr>
              <a:buFont typeface="Symbol" charset="2"/>
              <a:buChar char=""/>
            </a:pPr>
            <a:r>
              <a:rPr lang="en-US" sz="1800" b="0" u="none" strike="noStrike">
                <a:solidFill>
                  <a:srgbClr val="1F2937"/>
                </a:solidFill>
                <a:effectLst/>
                <a:uFillTx/>
                <a:latin typeface="Aptos"/>
              </a:rPr>
              <a:t>Graduate-level addition: the pole also produces a more concentrated group-delay contribution near its angle.</a:t>
            </a:r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</p:spTree>
    <p:extLst>
      <p:ext uri="{BB962C8B-B14F-4D97-AF65-F5344CB8AC3E}">
        <p14:creationId xmlns:p14="http://schemas.microsoft.com/office/powerpoint/2010/main" val="1641727919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3" name="Text 0"/>
          <p:cNvSpPr/>
          <p:nvPr/>
        </p:nvSpPr>
        <p:spPr>
          <a:xfrm>
            <a:off x="411480" y="164520"/>
            <a:ext cx="5303160" cy="25560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0" rIns="0" bIns="0" anchor="ctr">
            <a:noAutofit/>
          </a:bodyPr>
          <a:lstStyle/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000" b="1" u="none" strike="noStrike">
                <a:solidFill>
                  <a:srgbClr val="2F75B5"/>
                </a:solidFill>
                <a:effectLst/>
                <a:uFillTx/>
                <a:latin typeface="Aptos"/>
              </a:rPr>
              <a:t>DSP + Machine Learning • Week 5</a:t>
            </a:r>
            <a:endParaRPr lang="en-US" sz="1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64" name="Text 1"/>
          <p:cNvSpPr/>
          <p:nvPr/>
        </p:nvSpPr>
        <p:spPr>
          <a:xfrm>
            <a:off x="411480" y="502920"/>
            <a:ext cx="11155320" cy="56664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0" rIns="0" bIns="0" anchor="ctr">
            <a:noAutofit/>
          </a:bodyPr>
          <a:lstStyle/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2700" b="1" u="none" strike="noStrike">
                <a:solidFill>
                  <a:srgbClr val="17365D"/>
                </a:solidFill>
                <a:effectLst/>
                <a:uFillTx/>
                <a:latin typeface="Aptos"/>
              </a:rPr>
              <a:t>Phase delay and group delay answer different questions</a:t>
            </a:r>
            <a:endParaRPr lang="en-US" sz="27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65" name="Shape 2"/>
          <p:cNvSpPr/>
          <p:nvPr/>
        </p:nvSpPr>
        <p:spPr>
          <a:xfrm>
            <a:off x="411480" y="1124640"/>
            <a:ext cx="11292840" cy="360"/>
          </a:xfrm>
          <a:prstGeom prst="line">
            <a:avLst/>
          </a:prstGeom>
          <a:ln w="12700">
            <a:solidFill>
              <a:srgbClr val="D7E0EA"/>
            </a:solidFill>
            <a:round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-44640" rIns="90000" bIns="-44640" anchor="t" anchorCtr="1">
            <a:noAutofit/>
          </a:bodyPr>
          <a:lstStyle/>
          <a:p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66" name="Text 3"/>
          <p:cNvSpPr/>
          <p:nvPr/>
        </p:nvSpPr>
        <p:spPr>
          <a:xfrm>
            <a:off x="411480" y="6473880"/>
            <a:ext cx="3840120" cy="18252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0" rIns="0" bIns="0" anchor="ctr">
            <a:noAutofit/>
          </a:bodyPr>
          <a:lstStyle/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900" b="0" u="none" strike="noStrike">
                <a:solidFill>
                  <a:srgbClr val="6B7280"/>
                </a:solidFill>
                <a:effectLst/>
                <a:uFillTx/>
                <a:latin typeface="Aptos"/>
              </a:rPr>
              <a:t>Oppenheim &amp; Schafer + Raschka</a:t>
            </a:r>
            <a:endParaRPr lang="en-US" sz="9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67" name="Text 4"/>
          <p:cNvSpPr/>
          <p:nvPr/>
        </p:nvSpPr>
        <p:spPr>
          <a:xfrm>
            <a:off x="11338560" y="6446520"/>
            <a:ext cx="365400" cy="18252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0" rIns="0" bIns="0" anchor="ctr">
            <a:noAutofit/>
          </a:bodyPr>
          <a:lstStyle/>
          <a:p>
            <a:pPr algn="r"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900" b="0" u="none" strike="noStrike">
                <a:solidFill>
                  <a:srgbClr val="6B7280"/>
                </a:solidFill>
                <a:effectLst/>
                <a:uFillTx/>
                <a:latin typeface="Aptos"/>
              </a:rPr>
              <a:t>8</a:t>
            </a:r>
            <a:endParaRPr lang="en-US" sz="9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68" name="Text 5"/>
          <p:cNvSpPr/>
          <p:nvPr/>
        </p:nvSpPr>
        <p:spPr>
          <a:xfrm>
            <a:off x="685800" y="1371600"/>
            <a:ext cx="5303160" cy="731160"/>
          </a:xfrm>
          <a:prstGeom prst="rect">
            <a:avLst/>
          </a:prstGeom>
          <a:solidFill>
            <a:srgbClr val="F4F7FB"/>
          </a:solidFill>
          <a:ln w="12700">
            <a:solidFill>
              <a:srgbClr val="D7E0EA"/>
            </a:solidFill>
            <a:round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360" tIns="360" rIns="360" bIns="360" anchor="ctr">
            <a:noAutofit/>
          </a:bodyPr>
          <a:lstStyle/>
          <a:p>
            <a:pPr algn="ctr" defTabSz="914400">
              <a:lnSpc>
                <a:spcPct val="100000"/>
              </a:lnSpc>
              <a:tabLst>
                <a:tab pos="0" algn="l"/>
              </a:tabLst>
            </a:pPr>
            <a:endParaRPr lang="en-US" sz="2100" b="0" u="none" strike="noStrike" dirty="0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69" name="Text 6"/>
          <p:cNvSpPr/>
          <p:nvPr/>
        </p:nvSpPr>
        <p:spPr>
          <a:xfrm>
            <a:off x="6172200" y="1371600"/>
            <a:ext cx="5303160" cy="731160"/>
          </a:xfrm>
          <a:prstGeom prst="rect">
            <a:avLst/>
          </a:prstGeom>
          <a:solidFill>
            <a:srgbClr val="F4F7FB"/>
          </a:solidFill>
          <a:ln w="12700">
            <a:solidFill>
              <a:srgbClr val="D7E0EA"/>
            </a:solidFill>
            <a:round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360" tIns="360" rIns="360" bIns="360" anchor="ctr">
            <a:noAutofit/>
          </a:bodyPr>
          <a:lstStyle/>
          <a:p>
            <a:pPr algn="ctr" defTabSz="914400">
              <a:lnSpc>
                <a:spcPct val="100000"/>
              </a:lnSpc>
              <a:tabLst>
                <a:tab pos="0" algn="l"/>
              </a:tabLst>
            </a:pPr>
            <a:endParaRPr lang="en-US" sz="2100" b="0" u="none" strike="noStrike" dirty="0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70" name="Shape 7"/>
          <p:cNvSpPr/>
          <p:nvPr/>
        </p:nvSpPr>
        <p:spPr>
          <a:xfrm>
            <a:off x="685800" y="2423160"/>
            <a:ext cx="5303160" cy="1462680"/>
          </a:xfrm>
          <a:prstGeom prst="roundRect">
            <a:avLst>
              <a:gd name="adj" fmla="val 3750"/>
            </a:avLst>
          </a:prstGeom>
          <a:solidFill>
            <a:srgbClr val="F7FAFC"/>
          </a:solidFill>
          <a:ln w="19050">
            <a:solidFill>
              <a:srgbClr val="2F8F9D"/>
            </a:solidFill>
            <a:round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t">
            <a:noAutofit/>
          </a:bodyPr>
          <a:lstStyle/>
          <a:p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71" name="Text 8"/>
          <p:cNvSpPr/>
          <p:nvPr/>
        </p:nvSpPr>
        <p:spPr>
          <a:xfrm>
            <a:off x="831960" y="2532960"/>
            <a:ext cx="5010480" cy="25560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0" rIns="0" bIns="0" anchor="ctr">
            <a:noAutofit/>
          </a:bodyPr>
          <a:lstStyle/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200" b="1" u="none" strike="noStrike">
                <a:solidFill>
                  <a:srgbClr val="2F8F9D"/>
                </a:solidFill>
                <a:effectLst/>
                <a:uFillTx/>
                <a:latin typeface="Aptos"/>
              </a:rPr>
              <a:t>Phase delay</a:t>
            </a:r>
            <a:endParaRPr lang="en-US" sz="12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72" name="Text 9"/>
          <p:cNvSpPr/>
          <p:nvPr/>
        </p:nvSpPr>
        <p:spPr>
          <a:xfrm>
            <a:off x="831960" y="2862000"/>
            <a:ext cx="5010480" cy="93240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360" tIns="360" rIns="360" bIns="360" anchor="t">
            <a:noAutofit/>
          </a:bodyPr>
          <a:lstStyle/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600" b="0" u="none" strike="noStrike">
                <a:solidFill>
                  <a:srgbClr val="1F2937"/>
                </a:solidFill>
                <a:effectLst/>
                <a:uFillTx/>
                <a:latin typeface="Aptos"/>
              </a:rPr>
              <a:t>For a single sinusoidal component, how much phase corresponds to an equivalent delay?</a:t>
            </a:r>
            <a:endParaRPr lang="en-US" sz="16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73" name="Shape 10"/>
          <p:cNvSpPr/>
          <p:nvPr/>
        </p:nvSpPr>
        <p:spPr>
          <a:xfrm>
            <a:off x="6172200" y="2423160"/>
            <a:ext cx="5303160" cy="1462680"/>
          </a:xfrm>
          <a:prstGeom prst="roundRect">
            <a:avLst>
              <a:gd name="adj" fmla="val 3750"/>
            </a:avLst>
          </a:prstGeom>
          <a:solidFill>
            <a:srgbClr val="F7FAFC"/>
          </a:solidFill>
          <a:ln w="19050">
            <a:solidFill>
              <a:srgbClr val="2F8F9D"/>
            </a:solidFill>
            <a:round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t">
            <a:noAutofit/>
          </a:bodyPr>
          <a:lstStyle/>
          <a:p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74" name="Text 11"/>
          <p:cNvSpPr/>
          <p:nvPr/>
        </p:nvSpPr>
        <p:spPr>
          <a:xfrm>
            <a:off x="6318360" y="2532960"/>
            <a:ext cx="5010480" cy="25560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0" rIns="0" bIns="0" anchor="ctr">
            <a:noAutofit/>
          </a:bodyPr>
          <a:lstStyle/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200" b="1" u="none" strike="noStrike">
                <a:solidFill>
                  <a:srgbClr val="2F8F9D"/>
                </a:solidFill>
                <a:effectLst/>
                <a:uFillTx/>
                <a:latin typeface="Aptos"/>
              </a:rPr>
              <a:t>Group delay</a:t>
            </a:r>
            <a:endParaRPr lang="en-US" sz="12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75" name="Text 12"/>
          <p:cNvSpPr/>
          <p:nvPr/>
        </p:nvSpPr>
        <p:spPr>
          <a:xfrm>
            <a:off x="6318360" y="2862000"/>
            <a:ext cx="5010480" cy="93240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360" tIns="360" rIns="360" bIns="360" anchor="t">
            <a:noAutofit/>
          </a:bodyPr>
          <a:lstStyle/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600" b="0" u="none" strike="noStrike">
                <a:solidFill>
                  <a:srgbClr val="1F2937"/>
                </a:solidFill>
                <a:effectLst/>
                <a:uFillTx/>
                <a:latin typeface="Aptos"/>
              </a:rPr>
              <a:t>For a narrowband packet, how does the envelope / modulation arrive versus frequency?</a:t>
            </a:r>
            <a:endParaRPr lang="en-US" sz="16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76" name="Shape 13"/>
          <p:cNvSpPr/>
          <p:nvPr/>
        </p:nvSpPr>
        <p:spPr>
          <a:xfrm>
            <a:off x="2194560" y="4343400"/>
            <a:ext cx="7772040" cy="1096920"/>
          </a:xfrm>
          <a:prstGeom prst="roundRect">
            <a:avLst>
              <a:gd name="adj" fmla="val 5000"/>
            </a:avLst>
          </a:prstGeom>
          <a:solidFill>
            <a:srgbClr val="F7FAFC"/>
          </a:solidFill>
          <a:ln w="19050">
            <a:solidFill>
              <a:srgbClr val="D97706"/>
            </a:solidFill>
            <a:round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t">
            <a:noAutofit/>
          </a:bodyPr>
          <a:lstStyle/>
          <a:p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77" name="Text 14"/>
          <p:cNvSpPr/>
          <p:nvPr/>
        </p:nvSpPr>
        <p:spPr>
          <a:xfrm>
            <a:off x="2340720" y="4453200"/>
            <a:ext cx="7479360" cy="25560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0" rIns="0" bIns="0" anchor="ctr">
            <a:noAutofit/>
          </a:bodyPr>
          <a:lstStyle/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200" b="1" u="none" strike="noStrike">
                <a:solidFill>
                  <a:srgbClr val="D97706"/>
                </a:solidFill>
                <a:effectLst/>
                <a:uFillTx/>
                <a:latin typeface="Aptos"/>
              </a:rPr>
              <a:t>Do not conflate them</a:t>
            </a:r>
            <a:endParaRPr lang="en-US" sz="12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78" name="Text 15"/>
          <p:cNvSpPr/>
          <p:nvPr/>
        </p:nvSpPr>
        <p:spPr>
          <a:xfrm>
            <a:off x="2340720" y="4782240"/>
            <a:ext cx="7479360" cy="56664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360" tIns="360" rIns="360" bIns="360" anchor="t">
            <a:noAutofit/>
          </a:bodyPr>
          <a:lstStyle/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600" b="0" u="none" strike="noStrike">
                <a:solidFill>
                  <a:srgbClr val="1F2937"/>
                </a:solidFill>
                <a:effectLst/>
                <a:uFillTx/>
                <a:latin typeface="Aptos"/>
              </a:rPr>
              <a:t>They are equal for pure linear phase through the origin, but generally differ.</a:t>
            </a:r>
            <a:endParaRPr lang="en-US" sz="16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pic>
        <p:nvPicPr>
          <p:cNvPr id="79" name="Picture 78" descr="eq_04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037616" y="1473962"/>
            <a:ext cx="2599527" cy="526435"/>
          </a:xfrm>
          <a:prstGeom prst="rect">
            <a:avLst/>
          </a:prstGeom>
        </p:spPr>
      </p:pic>
      <p:pic>
        <p:nvPicPr>
          <p:cNvPr id="80" name="Picture 79" descr="eq_05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7025127" y="1473962"/>
            <a:ext cx="3597305" cy="526435"/>
          </a:xfrm>
          <a:prstGeom prst="rect">
            <a:avLst/>
          </a:prstGeom>
        </p:spPr>
      </p:pic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9" name="Text 0"/>
          <p:cNvSpPr/>
          <p:nvPr/>
        </p:nvSpPr>
        <p:spPr>
          <a:xfrm>
            <a:off x="411480" y="164520"/>
            <a:ext cx="5303160" cy="25560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0" rIns="0" bIns="0" anchor="ctr">
            <a:noAutofit/>
          </a:bodyPr>
          <a:lstStyle/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000" b="1" u="none" strike="noStrike">
                <a:solidFill>
                  <a:srgbClr val="2F75B5"/>
                </a:solidFill>
                <a:effectLst/>
                <a:uFillTx/>
                <a:latin typeface="Aptos"/>
              </a:rPr>
              <a:t>DSP + Machine Learning • Week 5</a:t>
            </a:r>
            <a:endParaRPr lang="en-US" sz="1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80" name="Text 1"/>
          <p:cNvSpPr/>
          <p:nvPr/>
        </p:nvSpPr>
        <p:spPr>
          <a:xfrm>
            <a:off x="411480" y="502920"/>
            <a:ext cx="11155320" cy="56664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0" rIns="0" bIns="0" anchor="ctr">
            <a:noAutofit/>
          </a:bodyPr>
          <a:lstStyle/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2700" b="1" u="none" strike="noStrike">
                <a:solidFill>
                  <a:srgbClr val="17365D"/>
                </a:solidFill>
                <a:effectLst/>
                <a:uFillTx/>
                <a:latin typeface="Aptos"/>
              </a:rPr>
              <a:t>Linear phase gives constant group delay</a:t>
            </a:r>
            <a:endParaRPr lang="en-US" sz="27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81" name="Shape 2"/>
          <p:cNvSpPr/>
          <p:nvPr/>
        </p:nvSpPr>
        <p:spPr>
          <a:xfrm>
            <a:off x="411480" y="1124640"/>
            <a:ext cx="11292840" cy="360"/>
          </a:xfrm>
          <a:prstGeom prst="line">
            <a:avLst/>
          </a:prstGeom>
          <a:ln w="12700">
            <a:solidFill>
              <a:srgbClr val="D7E0EA"/>
            </a:solidFill>
            <a:round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-44640" rIns="90000" bIns="-44640" anchor="t" anchorCtr="1">
            <a:noAutofit/>
          </a:bodyPr>
          <a:lstStyle/>
          <a:p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82" name="Text 3"/>
          <p:cNvSpPr/>
          <p:nvPr/>
        </p:nvSpPr>
        <p:spPr>
          <a:xfrm>
            <a:off x="411480" y="6473880"/>
            <a:ext cx="3840120" cy="18252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0" rIns="0" bIns="0" anchor="ctr">
            <a:noAutofit/>
          </a:bodyPr>
          <a:lstStyle/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900" b="0" u="none" strike="noStrike">
                <a:solidFill>
                  <a:srgbClr val="6B7280"/>
                </a:solidFill>
                <a:effectLst/>
                <a:uFillTx/>
                <a:latin typeface="Aptos"/>
              </a:rPr>
              <a:t>Oppenheim &amp; Schafer + Raschka</a:t>
            </a:r>
            <a:endParaRPr lang="en-US" sz="9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83" name="Text 4"/>
          <p:cNvSpPr/>
          <p:nvPr/>
        </p:nvSpPr>
        <p:spPr>
          <a:xfrm>
            <a:off x="11338560" y="6446520"/>
            <a:ext cx="365400" cy="18252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0" rIns="0" bIns="0" anchor="ctr">
            <a:noAutofit/>
          </a:bodyPr>
          <a:lstStyle/>
          <a:p>
            <a:pPr algn="r"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900" b="0" u="none" strike="noStrike">
                <a:solidFill>
                  <a:srgbClr val="6B7280"/>
                </a:solidFill>
                <a:effectLst/>
                <a:uFillTx/>
                <a:latin typeface="Aptos"/>
              </a:rPr>
              <a:t>9</a:t>
            </a:r>
            <a:endParaRPr lang="en-US" sz="9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84" name="Text 5"/>
          <p:cNvSpPr/>
          <p:nvPr/>
        </p:nvSpPr>
        <p:spPr>
          <a:xfrm>
            <a:off x="1005840" y="1371600"/>
            <a:ext cx="10058040" cy="731160"/>
          </a:xfrm>
          <a:prstGeom prst="rect">
            <a:avLst/>
          </a:prstGeom>
          <a:solidFill>
            <a:srgbClr val="F4F7FB"/>
          </a:solidFill>
          <a:ln w="12700">
            <a:solidFill>
              <a:srgbClr val="D7E0EA"/>
            </a:solidFill>
            <a:round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360" tIns="360" rIns="360" bIns="360" anchor="ctr">
            <a:noAutofit/>
          </a:bodyPr>
          <a:lstStyle/>
          <a:p>
            <a:pPr algn="ctr" defTabSz="914400">
              <a:lnSpc>
                <a:spcPct val="100000"/>
              </a:lnSpc>
              <a:tabLst>
                <a:tab pos="0" algn="l"/>
              </a:tabLst>
            </a:pPr>
            <a:endParaRPr lang="en-US" sz="24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85" name="Text 6"/>
          <p:cNvSpPr/>
          <p:nvPr/>
        </p:nvSpPr>
        <p:spPr>
          <a:xfrm>
            <a:off x="2011680" y="2468880"/>
            <a:ext cx="8046360" cy="685440"/>
          </a:xfrm>
          <a:prstGeom prst="rect">
            <a:avLst/>
          </a:prstGeom>
          <a:solidFill>
            <a:srgbClr val="F4F7FB"/>
          </a:solidFill>
          <a:ln w="12700">
            <a:solidFill>
              <a:srgbClr val="D7E0EA"/>
            </a:solidFill>
            <a:round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360" tIns="360" rIns="360" bIns="360" anchor="ctr">
            <a:noAutofit/>
          </a:bodyPr>
          <a:lstStyle/>
          <a:p>
            <a:pPr algn="ctr" defTabSz="914400">
              <a:lnSpc>
                <a:spcPct val="100000"/>
              </a:lnSpc>
              <a:tabLst>
                <a:tab pos="0" algn="l"/>
              </a:tabLst>
            </a:pPr>
            <a:endParaRPr lang="en-US" sz="24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86" name="Text 7"/>
          <p:cNvSpPr/>
          <p:nvPr/>
        </p:nvSpPr>
        <p:spPr>
          <a:xfrm>
            <a:off x="822960" y="3474720"/>
            <a:ext cx="10240920" cy="201132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720" tIns="720" rIns="720" bIns="720" anchor="t">
            <a:noAutofit/>
          </a:bodyPr>
          <a:lstStyle/>
          <a:p>
            <a:pPr marL="228600" indent="-228600" defTabSz="914400">
              <a:lnSpc>
                <a:spcPct val="100000"/>
              </a:lnSpc>
              <a:buClr>
                <a:srgbClr val="1F2937"/>
              </a:buClr>
              <a:buFont typeface="Symbol" charset="2"/>
              <a:buChar char=""/>
            </a:pPr>
            <a:r>
              <a:rPr lang="en-US" sz="1800" b="0" u="none" strike="noStrike">
                <a:solidFill>
                  <a:srgbClr val="1F2937"/>
                </a:solidFill>
                <a:effectLst/>
                <a:uFillTx/>
                <a:latin typeface="Aptos"/>
              </a:rPr>
              <a:t>All passband frequency components receive the same local delay.</a:t>
            </a:r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228600" indent="-228600" defTabSz="914400">
              <a:lnSpc>
                <a:spcPct val="100000"/>
              </a:lnSpc>
              <a:buClr>
                <a:srgbClr val="1F2937"/>
              </a:buClr>
              <a:buFont typeface="Symbol" charset="2"/>
              <a:buChar char=""/>
            </a:pPr>
            <a:r>
              <a:rPr lang="en-US" sz="1800" b="0" u="none" strike="noStrike">
                <a:solidFill>
                  <a:srgbClr val="1F2937"/>
                </a:solidFill>
                <a:effectLst/>
                <a:uFillTx/>
                <a:latin typeface="Aptos"/>
              </a:rPr>
              <a:t>The constant β can shift phase without changing the group-delay slope.</a:t>
            </a:r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228600" indent="-228600" defTabSz="914400">
              <a:lnSpc>
                <a:spcPct val="100000"/>
              </a:lnSpc>
              <a:buClr>
                <a:srgbClr val="1F2937"/>
              </a:buClr>
              <a:buFont typeface="Symbol" charset="2"/>
              <a:buChar char=""/>
            </a:pPr>
            <a:r>
              <a:rPr lang="en-US" sz="1800" b="0" u="none" strike="noStrike">
                <a:solidFill>
                  <a:srgbClr val="1F2937"/>
                </a:solidFill>
                <a:effectLst/>
                <a:uFillTx/>
                <a:latin typeface="Aptos"/>
              </a:rPr>
              <a:t>Possible π jumps from a real amplitude sign change should not be mistaken for physical dispersion.</a:t>
            </a:r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pic>
        <p:nvPicPr>
          <p:cNvPr id="87" name="Picture 86" descr="eq_06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179683" y="1473962"/>
            <a:ext cx="3710354" cy="526435"/>
          </a:xfrm>
          <a:prstGeom prst="rect">
            <a:avLst/>
          </a:prstGeom>
        </p:spPr>
      </p:pic>
      <p:pic>
        <p:nvPicPr>
          <p:cNvPr id="88" name="Picture 87" descr="eq_07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5008866" y="2564842"/>
            <a:ext cx="2051987" cy="493516"/>
          </a:xfrm>
          <a:prstGeom prst="rect">
            <a:avLst/>
          </a:prstGeom>
        </p:spPr>
      </p:pic>
      <mc:AlternateContent xmlns:mc="http://schemas.openxmlformats.org/markup-compatibility/2006">
        <mc:Choice xmlns:p14="http://schemas.microsoft.com/office/powerpoint/2010/main" Requires="p14">
          <p:contentPart p14:bwMode="auto" r:id="rId5">
            <p14:nvContentPartPr>
              <p14:cNvPr id="2" name="Ink 1">
                <a:extLst>
                  <a:ext uri="{FF2B5EF4-FFF2-40B4-BE49-F238E27FC236}">
                    <a16:creationId xmlns:a16="http://schemas.microsoft.com/office/drawing/2014/main" id="{643E5DF0-7B08-75EA-5883-747FE9D668AD}"/>
                  </a:ext>
                </a:extLst>
              </p14:cNvPr>
              <p14:cNvContentPartPr/>
              <p14:nvPr/>
            </p14:nvContentPartPr>
            <p14:xfrm>
              <a:off x="4166062" y="2061896"/>
              <a:ext cx="3730320" cy="39240"/>
            </p14:xfrm>
          </p:contentPart>
        </mc:Choice>
        <mc:Fallback>
          <p:pic>
            <p:nvPicPr>
              <p:cNvPr id="2" name="Ink 1">
                <a:extLst>
                  <a:ext uri="{FF2B5EF4-FFF2-40B4-BE49-F238E27FC236}">
                    <a16:creationId xmlns:a16="http://schemas.microsoft.com/office/drawing/2014/main" id="{643E5DF0-7B08-75EA-5883-747FE9D668AD}"/>
                  </a:ext>
                </a:extLst>
              </p:cNvPr>
              <p:cNvPicPr/>
              <p:nvPr/>
            </p:nvPicPr>
            <p:blipFill>
              <a:blip r:embed="rId6"/>
              <a:stretch>
                <a:fillRect/>
              </a:stretch>
            </p:blipFill>
            <p:spPr>
              <a:xfrm>
                <a:off x="4157422" y="2053256"/>
                <a:ext cx="3747960" cy="56880"/>
              </a:xfrm>
              <a:prstGeom prst="rect">
                <a:avLst/>
              </a:prstGeom>
            </p:spPr>
          </p:pic>
        </mc:Fallback>
      </mc:AlternateContent>
      <p:grpSp>
        <p:nvGrpSpPr>
          <p:cNvPr id="5" name="Group 4">
            <a:extLst>
              <a:ext uri="{FF2B5EF4-FFF2-40B4-BE49-F238E27FC236}">
                <a16:creationId xmlns:a16="http://schemas.microsoft.com/office/drawing/2014/main" id="{50E1D3FF-0ABC-1B98-9120-81F4630D4413}"/>
              </a:ext>
            </a:extLst>
          </p:cNvPr>
          <p:cNvGrpSpPr/>
          <p:nvPr/>
        </p:nvGrpSpPr>
        <p:grpSpPr>
          <a:xfrm>
            <a:off x="1164742" y="4540496"/>
            <a:ext cx="3247920" cy="1731600"/>
            <a:chOff x="1164742" y="4540496"/>
            <a:chExt cx="3247920" cy="1731600"/>
          </a:xfrm>
        </p:grpSpPr>
        <mc:AlternateContent xmlns:mc="http://schemas.openxmlformats.org/markup-compatibility/2006">
          <mc:Choice xmlns:p14="http://schemas.microsoft.com/office/powerpoint/2010/main" Requires="p14">
            <p:contentPart p14:bwMode="auto" r:id="rId7">
              <p14:nvContentPartPr>
                <p14:cNvPr id="3" name="Ink 2">
                  <a:extLst>
                    <a:ext uri="{FF2B5EF4-FFF2-40B4-BE49-F238E27FC236}">
                      <a16:creationId xmlns:a16="http://schemas.microsoft.com/office/drawing/2014/main" id="{D6D3F0BB-3C23-2DFA-B8DB-D1CFA2B69A23}"/>
                    </a:ext>
                  </a:extLst>
                </p14:cNvPr>
                <p14:cNvContentPartPr/>
                <p14:nvPr/>
              </p14:nvContentPartPr>
              <p14:xfrm>
                <a:off x="2700142" y="4540496"/>
                <a:ext cx="54360" cy="1731600"/>
              </p14:xfrm>
            </p:contentPart>
          </mc:Choice>
          <mc:Fallback>
            <p:pic>
              <p:nvPicPr>
                <p:cNvPr id="3" name="Ink 2">
                  <a:extLst>
                    <a:ext uri="{FF2B5EF4-FFF2-40B4-BE49-F238E27FC236}">
                      <a16:creationId xmlns:a16="http://schemas.microsoft.com/office/drawing/2014/main" id="{D6D3F0BB-3C23-2DFA-B8DB-D1CFA2B69A23}"/>
                    </a:ext>
                  </a:extLst>
                </p:cNvPr>
                <p:cNvPicPr/>
                <p:nvPr/>
              </p:nvPicPr>
              <p:blipFill>
                <a:blip r:embed="rId8"/>
                <a:stretch>
                  <a:fillRect/>
                </a:stretch>
              </p:blipFill>
              <p:spPr>
                <a:xfrm>
                  <a:off x="2691142" y="4531856"/>
                  <a:ext cx="72000" cy="17492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9">
              <p14:nvContentPartPr>
                <p14:cNvPr id="4" name="Ink 3">
                  <a:extLst>
                    <a:ext uri="{FF2B5EF4-FFF2-40B4-BE49-F238E27FC236}">
                      <a16:creationId xmlns:a16="http://schemas.microsoft.com/office/drawing/2014/main" id="{EF7C9B84-4857-7C29-8AA5-4DE71B26AD0B}"/>
                    </a:ext>
                  </a:extLst>
                </p14:cNvPr>
                <p14:cNvContentPartPr/>
                <p14:nvPr/>
              </p14:nvContentPartPr>
              <p14:xfrm>
                <a:off x="1164742" y="5342576"/>
                <a:ext cx="3247920" cy="118080"/>
              </p14:xfrm>
            </p:contentPart>
          </mc:Choice>
          <mc:Fallback>
            <p:pic>
              <p:nvPicPr>
                <p:cNvPr id="4" name="Ink 3">
                  <a:extLst>
                    <a:ext uri="{FF2B5EF4-FFF2-40B4-BE49-F238E27FC236}">
                      <a16:creationId xmlns:a16="http://schemas.microsoft.com/office/drawing/2014/main" id="{EF7C9B84-4857-7C29-8AA5-4DE71B26AD0B}"/>
                    </a:ext>
                  </a:extLst>
                </p:cNvPr>
                <p:cNvPicPr/>
                <p:nvPr/>
              </p:nvPicPr>
              <p:blipFill>
                <a:blip r:embed="rId10"/>
                <a:stretch>
                  <a:fillRect/>
                </a:stretch>
              </p:blipFill>
              <p:spPr>
                <a:xfrm>
                  <a:off x="1155742" y="5333576"/>
                  <a:ext cx="3265560" cy="135720"/>
                </a:xfrm>
                <a:prstGeom prst="rect">
                  <a:avLst/>
                </a:prstGeom>
              </p:spPr>
            </p:pic>
          </mc:Fallback>
        </mc:AlternateContent>
      </p:grpSp>
      <p:grpSp>
        <p:nvGrpSpPr>
          <p:cNvPr id="11" name="Group 10">
            <a:extLst>
              <a:ext uri="{FF2B5EF4-FFF2-40B4-BE49-F238E27FC236}">
                <a16:creationId xmlns:a16="http://schemas.microsoft.com/office/drawing/2014/main" id="{6F79EBB3-36E0-CD90-8250-6F6DD66A6178}"/>
              </a:ext>
            </a:extLst>
          </p:cNvPr>
          <p:cNvGrpSpPr/>
          <p:nvPr/>
        </p:nvGrpSpPr>
        <p:grpSpPr>
          <a:xfrm>
            <a:off x="2679622" y="4385696"/>
            <a:ext cx="784800" cy="178920"/>
            <a:chOff x="2679622" y="4385696"/>
            <a:chExt cx="784800" cy="178920"/>
          </a:xfrm>
        </p:grpSpPr>
        <mc:AlternateContent xmlns:mc="http://schemas.openxmlformats.org/markup-compatibility/2006">
          <mc:Choice xmlns:p14="http://schemas.microsoft.com/office/powerpoint/2010/main" Requires="p14">
            <p:contentPart p14:bwMode="auto" r:id="rId11">
              <p14:nvContentPartPr>
                <p14:cNvPr id="6" name="Ink 5">
                  <a:extLst>
                    <a:ext uri="{FF2B5EF4-FFF2-40B4-BE49-F238E27FC236}">
                      <a16:creationId xmlns:a16="http://schemas.microsoft.com/office/drawing/2014/main" id="{9FACF1B0-0FBB-C356-4396-AB7E72A04F72}"/>
                    </a:ext>
                  </a:extLst>
                </p14:cNvPr>
                <p14:cNvContentPartPr/>
                <p14:nvPr/>
              </p14:nvContentPartPr>
              <p14:xfrm>
                <a:off x="2679622" y="4482896"/>
                <a:ext cx="129600" cy="81720"/>
              </p14:xfrm>
            </p:contentPart>
          </mc:Choice>
          <mc:Fallback>
            <p:pic>
              <p:nvPicPr>
                <p:cNvPr id="6" name="Ink 5">
                  <a:extLst>
                    <a:ext uri="{FF2B5EF4-FFF2-40B4-BE49-F238E27FC236}">
                      <a16:creationId xmlns:a16="http://schemas.microsoft.com/office/drawing/2014/main" id="{9FACF1B0-0FBB-C356-4396-AB7E72A04F72}"/>
                    </a:ext>
                  </a:extLst>
                </p:cNvPr>
                <p:cNvPicPr/>
                <p:nvPr/>
              </p:nvPicPr>
              <p:blipFill>
                <a:blip r:embed="rId12"/>
                <a:stretch>
                  <a:fillRect/>
                </a:stretch>
              </p:blipFill>
              <p:spPr>
                <a:xfrm>
                  <a:off x="2670982" y="4473896"/>
                  <a:ext cx="147240" cy="993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3">
              <p14:nvContentPartPr>
                <p14:cNvPr id="7" name="Ink 6">
                  <a:extLst>
                    <a:ext uri="{FF2B5EF4-FFF2-40B4-BE49-F238E27FC236}">
                      <a16:creationId xmlns:a16="http://schemas.microsoft.com/office/drawing/2014/main" id="{CF95E312-6BC2-F658-2671-9A72FFD6FBEB}"/>
                    </a:ext>
                  </a:extLst>
                </p14:cNvPr>
                <p14:cNvContentPartPr/>
                <p14:nvPr/>
              </p14:nvContentPartPr>
              <p14:xfrm>
                <a:off x="2960422" y="4450496"/>
                <a:ext cx="248400" cy="79200"/>
              </p14:xfrm>
            </p:contentPart>
          </mc:Choice>
          <mc:Fallback>
            <p:pic>
              <p:nvPicPr>
                <p:cNvPr id="7" name="Ink 6">
                  <a:extLst>
                    <a:ext uri="{FF2B5EF4-FFF2-40B4-BE49-F238E27FC236}">
                      <a16:creationId xmlns:a16="http://schemas.microsoft.com/office/drawing/2014/main" id="{CF95E312-6BC2-F658-2671-9A72FFD6FBEB}"/>
                    </a:ext>
                  </a:extLst>
                </p:cNvPr>
                <p:cNvPicPr/>
                <p:nvPr/>
              </p:nvPicPr>
              <p:blipFill>
                <a:blip r:embed="rId14"/>
                <a:stretch>
                  <a:fillRect/>
                </a:stretch>
              </p:blipFill>
              <p:spPr>
                <a:xfrm>
                  <a:off x="2951782" y="4441856"/>
                  <a:ext cx="266040" cy="968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5">
              <p14:nvContentPartPr>
                <p14:cNvPr id="8" name="Ink 7">
                  <a:extLst>
                    <a:ext uri="{FF2B5EF4-FFF2-40B4-BE49-F238E27FC236}">
                      <a16:creationId xmlns:a16="http://schemas.microsoft.com/office/drawing/2014/main" id="{A4656295-1B73-E585-6439-8E00F034EC89}"/>
                    </a:ext>
                  </a:extLst>
                </p14:cNvPr>
                <p14:cNvContentPartPr/>
                <p14:nvPr/>
              </p14:nvContentPartPr>
              <p14:xfrm>
                <a:off x="3274702" y="4385696"/>
                <a:ext cx="48600" cy="133200"/>
              </p14:xfrm>
            </p:contentPart>
          </mc:Choice>
          <mc:Fallback>
            <p:pic>
              <p:nvPicPr>
                <p:cNvPr id="8" name="Ink 7">
                  <a:extLst>
                    <a:ext uri="{FF2B5EF4-FFF2-40B4-BE49-F238E27FC236}">
                      <a16:creationId xmlns:a16="http://schemas.microsoft.com/office/drawing/2014/main" id="{A4656295-1B73-E585-6439-8E00F034EC89}"/>
                    </a:ext>
                  </a:extLst>
                </p:cNvPr>
                <p:cNvPicPr/>
                <p:nvPr/>
              </p:nvPicPr>
              <p:blipFill>
                <a:blip r:embed="rId16"/>
                <a:stretch>
                  <a:fillRect/>
                </a:stretch>
              </p:blipFill>
              <p:spPr>
                <a:xfrm>
                  <a:off x="3265702" y="4377056"/>
                  <a:ext cx="66240" cy="1508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7">
              <p14:nvContentPartPr>
                <p14:cNvPr id="9" name="Ink 8">
                  <a:extLst>
                    <a:ext uri="{FF2B5EF4-FFF2-40B4-BE49-F238E27FC236}">
                      <a16:creationId xmlns:a16="http://schemas.microsoft.com/office/drawing/2014/main" id="{4AD7205B-552F-2F11-4D28-66ABEB453355}"/>
                    </a:ext>
                  </a:extLst>
                </p14:cNvPr>
                <p14:cNvContentPartPr/>
                <p14:nvPr/>
              </p14:nvContentPartPr>
              <p14:xfrm>
                <a:off x="3280102" y="4486856"/>
                <a:ext cx="123480" cy="11160"/>
              </p14:xfrm>
            </p:contentPart>
          </mc:Choice>
          <mc:Fallback>
            <p:pic>
              <p:nvPicPr>
                <p:cNvPr id="9" name="Ink 8">
                  <a:extLst>
                    <a:ext uri="{FF2B5EF4-FFF2-40B4-BE49-F238E27FC236}">
                      <a16:creationId xmlns:a16="http://schemas.microsoft.com/office/drawing/2014/main" id="{4AD7205B-552F-2F11-4D28-66ABEB453355}"/>
                    </a:ext>
                  </a:extLst>
                </p:cNvPr>
                <p:cNvPicPr/>
                <p:nvPr/>
              </p:nvPicPr>
              <p:blipFill>
                <a:blip r:embed="rId18"/>
                <a:stretch>
                  <a:fillRect/>
                </a:stretch>
              </p:blipFill>
              <p:spPr>
                <a:xfrm>
                  <a:off x="3271102" y="4477856"/>
                  <a:ext cx="141120" cy="288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9">
              <p14:nvContentPartPr>
                <p14:cNvPr id="10" name="Ink 9">
                  <a:extLst>
                    <a:ext uri="{FF2B5EF4-FFF2-40B4-BE49-F238E27FC236}">
                      <a16:creationId xmlns:a16="http://schemas.microsoft.com/office/drawing/2014/main" id="{EB452785-8E77-21D1-7211-65320B2B5C97}"/>
                    </a:ext>
                  </a:extLst>
                </p14:cNvPr>
                <p14:cNvContentPartPr/>
                <p14:nvPr/>
              </p14:nvContentPartPr>
              <p14:xfrm>
                <a:off x="3380902" y="4391096"/>
                <a:ext cx="83520" cy="154800"/>
              </p14:xfrm>
            </p:contentPart>
          </mc:Choice>
          <mc:Fallback>
            <p:pic>
              <p:nvPicPr>
                <p:cNvPr id="10" name="Ink 9">
                  <a:extLst>
                    <a:ext uri="{FF2B5EF4-FFF2-40B4-BE49-F238E27FC236}">
                      <a16:creationId xmlns:a16="http://schemas.microsoft.com/office/drawing/2014/main" id="{EB452785-8E77-21D1-7211-65320B2B5C97}"/>
                    </a:ext>
                  </a:extLst>
                </p:cNvPr>
                <p:cNvPicPr/>
                <p:nvPr/>
              </p:nvPicPr>
              <p:blipFill>
                <a:blip r:embed="rId20"/>
                <a:stretch>
                  <a:fillRect/>
                </a:stretch>
              </p:blipFill>
              <p:spPr>
                <a:xfrm>
                  <a:off x="3372262" y="4382096"/>
                  <a:ext cx="101160" cy="172440"/>
                </a:xfrm>
                <a:prstGeom prst="rect">
                  <a:avLst/>
                </a:prstGeom>
              </p:spPr>
            </p:pic>
          </mc:Fallback>
        </mc:AlternateContent>
      </p:grpSp>
      <p:grpSp>
        <p:nvGrpSpPr>
          <p:cNvPr id="14" name="Group 13">
            <a:extLst>
              <a:ext uri="{FF2B5EF4-FFF2-40B4-BE49-F238E27FC236}">
                <a16:creationId xmlns:a16="http://schemas.microsoft.com/office/drawing/2014/main" id="{DFE4360E-EFF9-C515-1330-0C79D196C600}"/>
              </a:ext>
            </a:extLst>
          </p:cNvPr>
          <p:cNvGrpSpPr/>
          <p:nvPr/>
        </p:nvGrpSpPr>
        <p:grpSpPr>
          <a:xfrm>
            <a:off x="4364782" y="5377496"/>
            <a:ext cx="582120" cy="119880"/>
            <a:chOff x="4364782" y="5377496"/>
            <a:chExt cx="582120" cy="119880"/>
          </a:xfrm>
        </p:grpSpPr>
        <mc:AlternateContent xmlns:mc="http://schemas.openxmlformats.org/markup-compatibility/2006">
          <mc:Choice xmlns:p14="http://schemas.microsoft.com/office/powerpoint/2010/main" Requires="p14">
            <p:contentPart p14:bwMode="auto" r:id="rId21">
              <p14:nvContentPartPr>
                <p14:cNvPr id="12" name="Ink 11">
                  <a:extLst>
                    <a:ext uri="{FF2B5EF4-FFF2-40B4-BE49-F238E27FC236}">
                      <a16:creationId xmlns:a16="http://schemas.microsoft.com/office/drawing/2014/main" id="{00D51831-18C8-1FB9-543D-AD813D616F15}"/>
                    </a:ext>
                  </a:extLst>
                </p14:cNvPr>
                <p14:cNvContentPartPr/>
                <p14:nvPr/>
              </p14:nvContentPartPr>
              <p14:xfrm>
                <a:off x="4364782" y="5377496"/>
                <a:ext cx="164880" cy="119880"/>
              </p14:xfrm>
            </p:contentPart>
          </mc:Choice>
          <mc:Fallback>
            <p:pic>
              <p:nvPicPr>
                <p:cNvPr id="12" name="Ink 11">
                  <a:extLst>
                    <a:ext uri="{FF2B5EF4-FFF2-40B4-BE49-F238E27FC236}">
                      <a16:creationId xmlns:a16="http://schemas.microsoft.com/office/drawing/2014/main" id="{00D51831-18C8-1FB9-543D-AD813D616F15}"/>
                    </a:ext>
                  </a:extLst>
                </p:cNvPr>
                <p:cNvPicPr/>
                <p:nvPr/>
              </p:nvPicPr>
              <p:blipFill>
                <a:blip r:embed="rId22"/>
                <a:stretch>
                  <a:fillRect/>
                </a:stretch>
              </p:blipFill>
              <p:spPr>
                <a:xfrm>
                  <a:off x="4355782" y="5368856"/>
                  <a:ext cx="182520" cy="1375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23">
              <p14:nvContentPartPr>
                <p14:cNvPr id="13" name="Ink 12">
                  <a:extLst>
                    <a:ext uri="{FF2B5EF4-FFF2-40B4-BE49-F238E27FC236}">
                      <a16:creationId xmlns:a16="http://schemas.microsoft.com/office/drawing/2014/main" id="{15B7ABCD-CFEA-0688-D6F7-EDCA1D334107}"/>
                    </a:ext>
                  </a:extLst>
                </p14:cNvPr>
                <p14:cNvContentPartPr/>
                <p14:nvPr/>
              </p14:nvContentPartPr>
              <p14:xfrm>
                <a:off x="4708222" y="5389016"/>
                <a:ext cx="238680" cy="103680"/>
              </p14:xfrm>
            </p:contentPart>
          </mc:Choice>
          <mc:Fallback>
            <p:pic>
              <p:nvPicPr>
                <p:cNvPr id="13" name="Ink 12">
                  <a:extLst>
                    <a:ext uri="{FF2B5EF4-FFF2-40B4-BE49-F238E27FC236}">
                      <a16:creationId xmlns:a16="http://schemas.microsoft.com/office/drawing/2014/main" id="{15B7ABCD-CFEA-0688-D6F7-EDCA1D334107}"/>
                    </a:ext>
                  </a:extLst>
                </p:cNvPr>
                <p:cNvPicPr/>
                <p:nvPr/>
              </p:nvPicPr>
              <p:blipFill>
                <a:blip r:embed="rId24"/>
                <a:stretch>
                  <a:fillRect/>
                </a:stretch>
              </p:blipFill>
              <p:spPr>
                <a:xfrm>
                  <a:off x="4699222" y="5380376"/>
                  <a:ext cx="256320" cy="121320"/>
                </a:xfrm>
                <a:prstGeom prst="rect">
                  <a:avLst/>
                </a:prstGeom>
              </p:spPr>
            </p:pic>
          </mc:Fallback>
        </mc:AlternateContent>
      </p:grpSp>
      <mc:AlternateContent xmlns:mc="http://schemas.openxmlformats.org/markup-compatibility/2006">
        <mc:Choice xmlns:p14="http://schemas.microsoft.com/office/powerpoint/2010/main" Requires="p14">
          <p:contentPart p14:bwMode="auto" r:id="rId25">
            <p14:nvContentPartPr>
              <p14:cNvPr id="15" name="Ink 14">
                <a:extLst>
                  <a:ext uri="{FF2B5EF4-FFF2-40B4-BE49-F238E27FC236}">
                    <a16:creationId xmlns:a16="http://schemas.microsoft.com/office/drawing/2014/main" id="{CF5067BC-340D-9FC6-11BE-8A3FEC7384D0}"/>
                  </a:ext>
                </a:extLst>
              </p14:cNvPr>
              <p14:cNvContentPartPr/>
              <p14:nvPr/>
            </p14:nvContentPartPr>
            <p14:xfrm>
              <a:off x="1772422" y="4796816"/>
              <a:ext cx="2077560" cy="1175400"/>
            </p14:xfrm>
          </p:contentPart>
        </mc:Choice>
        <mc:Fallback>
          <p:pic>
            <p:nvPicPr>
              <p:cNvPr id="15" name="Ink 14">
                <a:extLst>
                  <a:ext uri="{FF2B5EF4-FFF2-40B4-BE49-F238E27FC236}">
                    <a16:creationId xmlns:a16="http://schemas.microsoft.com/office/drawing/2014/main" id="{CF5067BC-340D-9FC6-11BE-8A3FEC7384D0}"/>
                  </a:ext>
                </a:extLst>
              </p:cNvPr>
              <p:cNvPicPr/>
              <p:nvPr/>
            </p:nvPicPr>
            <p:blipFill>
              <a:blip r:embed="rId26"/>
              <a:stretch>
                <a:fillRect/>
              </a:stretch>
            </p:blipFill>
            <p:spPr>
              <a:xfrm>
                <a:off x="1763422" y="4788176"/>
                <a:ext cx="2095200" cy="1193040"/>
              </a:xfrm>
              <a:prstGeom prst="rect">
                <a:avLst/>
              </a:prstGeom>
            </p:spPr>
          </p:pic>
        </mc:Fallback>
      </mc:AlternateContent>
      <p:grpSp>
        <p:nvGrpSpPr>
          <p:cNvPr id="29" name="Group 28">
            <a:extLst>
              <a:ext uri="{FF2B5EF4-FFF2-40B4-BE49-F238E27FC236}">
                <a16:creationId xmlns:a16="http://schemas.microsoft.com/office/drawing/2014/main" id="{E4635DF8-8202-27DE-56AF-AF49155293E6}"/>
              </a:ext>
            </a:extLst>
          </p:cNvPr>
          <p:cNvGrpSpPr/>
          <p:nvPr/>
        </p:nvGrpSpPr>
        <p:grpSpPr>
          <a:xfrm>
            <a:off x="4018462" y="4460216"/>
            <a:ext cx="718560" cy="207720"/>
            <a:chOff x="4018462" y="4460216"/>
            <a:chExt cx="718560" cy="207720"/>
          </a:xfrm>
        </p:grpSpPr>
        <mc:AlternateContent xmlns:mc="http://schemas.openxmlformats.org/markup-compatibility/2006">
          <mc:Choice xmlns:p14="http://schemas.microsoft.com/office/powerpoint/2010/main" Requires="p14">
            <p:contentPart p14:bwMode="auto" r:id="rId27">
              <p14:nvContentPartPr>
                <p14:cNvPr id="16" name="Ink 15">
                  <a:extLst>
                    <a:ext uri="{FF2B5EF4-FFF2-40B4-BE49-F238E27FC236}">
                      <a16:creationId xmlns:a16="http://schemas.microsoft.com/office/drawing/2014/main" id="{132F4C75-BF82-7A00-A451-4BF6CC3F4715}"/>
                    </a:ext>
                  </a:extLst>
                </p14:cNvPr>
                <p14:cNvContentPartPr/>
                <p14:nvPr/>
              </p14:nvContentPartPr>
              <p14:xfrm>
                <a:off x="4018462" y="4555256"/>
                <a:ext cx="149760" cy="112680"/>
              </p14:xfrm>
            </p:contentPart>
          </mc:Choice>
          <mc:Fallback>
            <p:pic>
              <p:nvPicPr>
                <p:cNvPr id="16" name="Ink 15">
                  <a:extLst>
                    <a:ext uri="{FF2B5EF4-FFF2-40B4-BE49-F238E27FC236}">
                      <a16:creationId xmlns:a16="http://schemas.microsoft.com/office/drawing/2014/main" id="{132F4C75-BF82-7A00-A451-4BF6CC3F4715}"/>
                    </a:ext>
                  </a:extLst>
                </p:cNvPr>
                <p:cNvPicPr/>
                <p:nvPr/>
              </p:nvPicPr>
              <p:blipFill>
                <a:blip r:embed="rId28"/>
                <a:stretch>
                  <a:fillRect/>
                </a:stretch>
              </p:blipFill>
              <p:spPr>
                <a:xfrm>
                  <a:off x="4009462" y="4546256"/>
                  <a:ext cx="167400" cy="1303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29">
              <p14:nvContentPartPr>
                <p14:cNvPr id="17" name="Ink 16">
                  <a:extLst>
                    <a:ext uri="{FF2B5EF4-FFF2-40B4-BE49-F238E27FC236}">
                      <a16:creationId xmlns:a16="http://schemas.microsoft.com/office/drawing/2014/main" id="{D68A1791-734F-38BC-87ED-2BF0B05C6339}"/>
                    </a:ext>
                  </a:extLst>
                </p14:cNvPr>
                <p14:cNvContentPartPr/>
                <p14:nvPr/>
              </p14:nvContentPartPr>
              <p14:xfrm>
                <a:off x="4215742" y="4481456"/>
                <a:ext cx="67680" cy="160200"/>
              </p14:xfrm>
            </p:contentPart>
          </mc:Choice>
          <mc:Fallback>
            <p:pic>
              <p:nvPicPr>
                <p:cNvPr id="17" name="Ink 16">
                  <a:extLst>
                    <a:ext uri="{FF2B5EF4-FFF2-40B4-BE49-F238E27FC236}">
                      <a16:creationId xmlns:a16="http://schemas.microsoft.com/office/drawing/2014/main" id="{D68A1791-734F-38BC-87ED-2BF0B05C6339}"/>
                    </a:ext>
                  </a:extLst>
                </p:cNvPr>
                <p:cNvPicPr/>
                <p:nvPr/>
              </p:nvPicPr>
              <p:blipFill>
                <a:blip r:embed="rId30"/>
                <a:stretch>
                  <a:fillRect/>
                </a:stretch>
              </p:blipFill>
              <p:spPr>
                <a:xfrm>
                  <a:off x="4206742" y="4472456"/>
                  <a:ext cx="85320" cy="1778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31">
              <p14:nvContentPartPr>
                <p14:cNvPr id="18" name="Ink 17">
                  <a:extLst>
                    <a:ext uri="{FF2B5EF4-FFF2-40B4-BE49-F238E27FC236}">
                      <a16:creationId xmlns:a16="http://schemas.microsoft.com/office/drawing/2014/main" id="{8EBE387D-5629-4907-FD8B-6FC35678D313}"/>
                    </a:ext>
                  </a:extLst>
                </p14:cNvPr>
                <p14:cNvContentPartPr/>
                <p14:nvPr/>
              </p14:nvContentPartPr>
              <p14:xfrm>
                <a:off x="4191982" y="4571456"/>
                <a:ext cx="98640" cy="11160"/>
              </p14:xfrm>
            </p:contentPart>
          </mc:Choice>
          <mc:Fallback>
            <p:pic>
              <p:nvPicPr>
                <p:cNvPr id="18" name="Ink 17">
                  <a:extLst>
                    <a:ext uri="{FF2B5EF4-FFF2-40B4-BE49-F238E27FC236}">
                      <a16:creationId xmlns:a16="http://schemas.microsoft.com/office/drawing/2014/main" id="{8EBE387D-5629-4907-FD8B-6FC35678D313}"/>
                    </a:ext>
                  </a:extLst>
                </p:cNvPr>
                <p:cNvPicPr/>
                <p:nvPr/>
              </p:nvPicPr>
              <p:blipFill>
                <a:blip r:embed="rId32"/>
                <a:stretch>
                  <a:fillRect/>
                </a:stretch>
              </p:blipFill>
              <p:spPr>
                <a:xfrm>
                  <a:off x="4182982" y="4562816"/>
                  <a:ext cx="116280" cy="288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33">
              <p14:nvContentPartPr>
                <p14:cNvPr id="19" name="Ink 18">
                  <a:extLst>
                    <a:ext uri="{FF2B5EF4-FFF2-40B4-BE49-F238E27FC236}">
                      <a16:creationId xmlns:a16="http://schemas.microsoft.com/office/drawing/2014/main" id="{0536E12D-6E46-0B01-B19E-7FA272EFEDB5}"/>
                    </a:ext>
                  </a:extLst>
                </p14:cNvPr>
                <p14:cNvContentPartPr/>
                <p14:nvPr/>
              </p14:nvContentPartPr>
              <p14:xfrm>
                <a:off x="4352902" y="4575056"/>
                <a:ext cx="109440" cy="63720"/>
              </p14:xfrm>
            </p:contentPart>
          </mc:Choice>
          <mc:Fallback>
            <p:pic>
              <p:nvPicPr>
                <p:cNvPr id="19" name="Ink 18">
                  <a:extLst>
                    <a:ext uri="{FF2B5EF4-FFF2-40B4-BE49-F238E27FC236}">
                      <a16:creationId xmlns:a16="http://schemas.microsoft.com/office/drawing/2014/main" id="{0536E12D-6E46-0B01-B19E-7FA272EFEDB5}"/>
                    </a:ext>
                  </a:extLst>
                </p:cNvPr>
                <p:cNvPicPr/>
                <p:nvPr/>
              </p:nvPicPr>
              <p:blipFill>
                <a:blip r:embed="rId34"/>
                <a:stretch>
                  <a:fillRect/>
                </a:stretch>
              </p:blipFill>
              <p:spPr>
                <a:xfrm>
                  <a:off x="4343902" y="4566056"/>
                  <a:ext cx="127080" cy="813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35">
              <p14:nvContentPartPr>
                <p14:cNvPr id="20" name="Ink 19">
                  <a:extLst>
                    <a:ext uri="{FF2B5EF4-FFF2-40B4-BE49-F238E27FC236}">
                      <a16:creationId xmlns:a16="http://schemas.microsoft.com/office/drawing/2014/main" id="{EFBD3EC0-9EF0-3825-100C-676E59E34D74}"/>
                    </a:ext>
                  </a:extLst>
                </p14:cNvPr>
                <p14:cNvContentPartPr/>
                <p14:nvPr/>
              </p14:nvContentPartPr>
              <p14:xfrm>
                <a:off x="4406902" y="4488656"/>
                <a:ext cx="15840" cy="12600"/>
              </p14:xfrm>
            </p:contentPart>
          </mc:Choice>
          <mc:Fallback>
            <p:pic>
              <p:nvPicPr>
                <p:cNvPr id="20" name="Ink 19">
                  <a:extLst>
                    <a:ext uri="{FF2B5EF4-FFF2-40B4-BE49-F238E27FC236}">
                      <a16:creationId xmlns:a16="http://schemas.microsoft.com/office/drawing/2014/main" id="{EFBD3EC0-9EF0-3825-100C-676E59E34D74}"/>
                    </a:ext>
                  </a:extLst>
                </p:cNvPr>
                <p:cNvPicPr/>
                <p:nvPr/>
              </p:nvPicPr>
              <p:blipFill>
                <a:blip r:embed="rId36"/>
                <a:stretch>
                  <a:fillRect/>
                </a:stretch>
              </p:blipFill>
              <p:spPr>
                <a:xfrm>
                  <a:off x="4398262" y="4479656"/>
                  <a:ext cx="33480" cy="302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37">
              <p14:nvContentPartPr>
                <p14:cNvPr id="21" name="Ink 20">
                  <a:extLst>
                    <a:ext uri="{FF2B5EF4-FFF2-40B4-BE49-F238E27FC236}">
                      <a16:creationId xmlns:a16="http://schemas.microsoft.com/office/drawing/2014/main" id="{35BBF7B3-AF3C-922A-6957-98472E35232D}"/>
                    </a:ext>
                  </a:extLst>
                </p14:cNvPr>
                <p14:cNvContentPartPr/>
                <p14:nvPr/>
              </p14:nvContentPartPr>
              <p14:xfrm>
                <a:off x="4523182" y="4568216"/>
                <a:ext cx="136800" cy="92880"/>
              </p14:xfrm>
            </p:contentPart>
          </mc:Choice>
          <mc:Fallback>
            <p:pic>
              <p:nvPicPr>
                <p:cNvPr id="21" name="Ink 20">
                  <a:extLst>
                    <a:ext uri="{FF2B5EF4-FFF2-40B4-BE49-F238E27FC236}">
                      <a16:creationId xmlns:a16="http://schemas.microsoft.com/office/drawing/2014/main" id="{35BBF7B3-AF3C-922A-6957-98472E35232D}"/>
                    </a:ext>
                  </a:extLst>
                </p:cNvPr>
                <p:cNvPicPr/>
                <p:nvPr/>
              </p:nvPicPr>
              <p:blipFill>
                <a:blip r:embed="rId38"/>
                <a:stretch>
                  <a:fillRect/>
                </a:stretch>
              </p:blipFill>
              <p:spPr>
                <a:xfrm>
                  <a:off x="4514182" y="4559576"/>
                  <a:ext cx="154440" cy="1105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39">
              <p14:nvContentPartPr>
                <p14:cNvPr id="22" name="Ink 21">
                  <a:extLst>
                    <a:ext uri="{FF2B5EF4-FFF2-40B4-BE49-F238E27FC236}">
                      <a16:creationId xmlns:a16="http://schemas.microsoft.com/office/drawing/2014/main" id="{2F83F9B0-9782-E8ED-5553-C60755D26D59}"/>
                    </a:ext>
                  </a:extLst>
                </p14:cNvPr>
                <p14:cNvContentPartPr/>
                <p14:nvPr/>
              </p14:nvContentPartPr>
              <p14:xfrm>
                <a:off x="4656742" y="4460216"/>
                <a:ext cx="65520" cy="158040"/>
              </p14:xfrm>
            </p:contentPart>
          </mc:Choice>
          <mc:Fallback>
            <p:pic>
              <p:nvPicPr>
                <p:cNvPr id="22" name="Ink 21">
                  <a:extLst>
                    <a:ext uri="{FF2B5EF4-FFF2-40B4-BE49-F238E27FC236}">
                      <a16:creationId xmlns:a16="http://schemas.microsoft.com/office/drawing/2014/main" id="{2F83F9B0-9782-E8ED-5553-C60755D26D59}"/>
                    </a:ext>
                  </a:extLst>
                </p:cNvPr>
                <p:cNvPicPr/>
                <p:nvPr/>
              </p:nvPicPr>
              <p:blipFill>
                <a:blip r:embed="rId40"/>
                <a:stretch>
                  <a:fillRect/>
                </a:stretch>
              </p:blipFill>
              <p:spPr>
                <a:xfrm>
                  <a:off x="4648102" y="4451216"/>
                  <a:ext cx="83160" cy="1756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41">
              <p14:nvContentPartPr>
                <p14:cNvPr id="23" name="Ink 22">
                  <a:extLst>
                    <a:ext uri="{FF2B5EF4-FFF2-40B4-BE49-F238E27FC236}">
                      <a16:creationId xmlns:a16="http://schemas.microsoft.com/office/drawing/2014/main" id="{EF01B879-4D73-D78B-AC4F-D4B6E2C34C2B}"/>
                    </a:ext>
                  </a:extLst>
                </p14:cNvPr>
                <p14:cNvContentPartPr/>
                <p14:nvPr/>
              </p14:nvContentPartPr>
              <p14:xfrm>
                <a:off x="4635502" y="4547696"/>
                <a:ext cx="101520" cy="19080"/>
              </p14:xfrm>
            </p:contentPart>
          </mc:Choice>
          <mc:Fallback>
            <p:pic>
              <p:nvPicPr>
                <p:cNvPr id="23" name="Ink 22">
                  <a:extLst>
                    <a:ext uri="{FF2B5EF4-FFF2-40B4-BE49-F238E27FC236}">
                      <a16:creationId xmlns:a16="http://schemas.microsoft.com/office/drawing/2014/main" id="{EF01B879-4D73-D78B-AC4F-D4B6E2C34C2B}"/>
                    </a:ext>
                  </a:extLst>
                </p:cNvPr>
                <p:cNvPicPr/>
                <p:nvPr/>
              </p:nvPicPr>
              <p:blipFill>
                <a:blip r:embed="rId42"/>
                <a:stretch>
                  <a:fillRect/>
                </a:stretch>
              </p:blipFill>
              <p:spPr>
                <a:xfrm>
                  <a:off x="4626862" y="4538696"/>
                  <a:ext cx="119160" cy="36720"/>
                </a:xfrm>
                <a:prstGeom prst="rect">
                  <a:avLst/>
                </a:prstGeom>
              </p:spPr>
            </p:pic>
          </mc:Fallback>
        </mc:AlternateContent>
      </p:grpSp>
      <p:grpSp>
        <p:nvGrpSpPr>
          <p:cNvPr id="34" name="Group 33">
            <a:extLst>
              <a:ext uri="{FF2B5EF4-FFF2-40B4-BE49-F238E27FC236}">
                <a16:creationId xmlns:a16="http://schemas.microsoft.com/office/drawing/2014/main" id="{C421CCA1-8922-157B-3923-DF5957A80263}"/>
              </a:ext>
            </a:extLst>
          </p:cNvPr>
          <p:cNvGrpSpPr/>
          <p:nvPr/>
        </p:nvGrpSpPr>
        <p:grpSpPr>
          <a:xfrm>
            <a:off x="4109182" y="4784576"/>
            <a:ext cx="1536480" cy="319320"/>
            <a:chOff x="4109182" y="4784576"/>
            <a:chExt cx="1536480" cy="319320"/>
          </a:xfrm>
        </p:grpSpPr>
        <mc:AlternateContent xmlns:mc="http://schemas.openxmlformats.org/markup-compatibility/2006">
          <mc:Choice xmlns:p14="http://schemas.microsoft.com/office/powerpoint/2010/main" Requires="p14">
            <p:contentPart p14:bwMode="auto" r:id="rId43">
              <p14:nvContentPartPr>
                <p14:cNvPr id="24" name="Ink 23">
                  <a:extLst>
                    <a:ext uri="{FF2B5EF4-FFF2-40B4-BE49-F238E27FC236}">
                      <a16:creationId xmlns:a16="http://schemas.microsoft.com/office/drawing/2014/main" id="{B434B492-B40C-E957-CEDE-A2DFFA193145}"/>
                    </a:ext>
                  </a:extLst>
                </p14:cNvPr>
                <p14:cNvContentPartPr/>
                <p14:nvPr/>
              </p14:nvContentPartPr>
              <p14:xfrm>
                <a:off x="4109182" y="4852616"/>
                <a:ext cx="180000" cy="160920"/>
              </p14:xfrm>
            </p:contentPart>
          </mc:Choice>
          <mc:Fallback>
            <p:pic>
              <p:nvPicPr>
                <p:cNvPr id="24" name="Ink 23">
                  <a:extLst>
                    <a:ext uri="{FF2B5EF4-FFF2-40B4-BE49-F238E27FC236}">
                      <a16:creationId xmlns:a16="http://schemas.microsoft.com/office/drawing/2014/main" id="{B434B492-B40C-E957-CEDE-A2DFFA193145}"/>
                    </a:ext>
                  </a:extLst>
                </p:cNvPr>
                <p:cNvPicPr/>
                <p:nvPr/>
              </p:nvPicPr>
              <p:blipFill>
                <a:blip r:embed="rId44"/>
                <a:stretch>
                  <a:fillRect/>
                </a:stretch>
              </p:blipFill>
              <p:spPr>
                <a:xfrm>
                  <a:off x="4100542" y="4843616"/>
                  <a:ext cx="197640" cy="1785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45">
              <p14:nvContentPartPr>
                <p14:cNvPr id="25" name="Ink 24">
                  <a:extLst>
                    <a:ext uri="{FF2B5EF4-FFF2-40B4-BE49-F238E27FC236}">
                      <a16:creationId xmlns:a16="http://schemas.microsoft.com/office/drawing/2014/main" id="{4DBF200D-9394-97C5-C7C7-049440DEE023}"/>
                    </a:ext>
                  </a:extLst>
                </p14:cNvPr>
                <p14:cNvContentPartPr/>
                <p14:nvPr/>
              </p14:nvContentPartPr>
              <p14:xfrm>
                <a:off x="4252822" y="4842896"/>
                <a:ext cx="8280" cy="47160"/>
              </p14:xfrm>
            </p:contentPart>
          </mc:Choice>
          <mc:Fallback>
            <p:pic>
              <p:nvPicPr>
                <p:cNvPr id="25" name="Ink 24">
                  <a:extLst>
                    <a:ext uri="{FF2B5EF4-FFF2-40B4-BE49-F238E27FC236}">
                      <a16:creationId xmlns:a16="http://schemas.microsoft.com/office/drawing/2014/main" id="{4DBF200D-9394-97C5-C7C7-049440DEE023}"/>
                    </a:ext>
                  </a:extLst>
                </p:cNvPr>
                <p:cNvPicPr/>
                <p:nvPr/>
              </p:nvPicPr>
              <p:blipFill>
                <a:blip r:embed="rId46"/>
                <a:stretch>
                  <a:fillRect/>
                </a:stretch>
              </p:blipFill>
              <p:spPr>
                <a:xfrm>
                  <a:off x="4244182" y="4834256"/>
                  <a:ext cx="25920" cy="648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47">
              <p14:nvContentPartPr>
                <p14:cNvPr id="26" name="Ink 25">
                  <a:extLst>
                    <a:ext uri="{FF2B5EF4-FFF2-40B4-BE49-F238E27FC236}">
                      <a16:creationId xmlns:a16="http://schemas.microsoft.com/office/drawing/2014/main" id="{44CCBCC4-8BD1-4AB7-A164-7E4DE23AEE0A}"/>
                    </a:ext>
                  </a:extLst>
                </p14:cNvPr>
                <p14:cNvContentPartPr/>
                <p14:nvPr/>
              </p14:nvContentPartPr>
              <p14:xfrm>
                <a:off x="4321942" y="4885736"/>
                <a:ext cx="269280" cy="85680"/>
              </p14:xfrm>
            </p:contentPart>
          </mc:Choice>
          <mc:Fallback>
            <p:pic>
              <p:nvPicPr>
                <p:cNvPr id="26" name="Ink 25">
                  <a:extLst>
                    <a:ext uri="{FF2B5EF4-FFF2-40B4-BE49-F238E27FC236}">
                      <a16:creationId xmlns:a16="http://schemas.microsoft.com/office/drawing/2014/main" id="{44CCBCC4-8BD1-4AB7-A164-7E4DE23AEE0A}"/>
                    </a:ext>
                  </a:extLst>
                </p:cNvPr>
                <p:cNvPicPr/>
                <p:nvPr/>
              </p:nvPicPr>
              <p:blipFill>
                <a:blip r:embed="rId48"/>
                <a:stretch>
                  <a:fillRect/>
                </a:stretch>
              </p:blipFill>
              <p:spPr>
                <a:xfrm>
                  <a:off x="4313302" y="4876736"/>
                  <a:ext cx="286920" cy="1033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49">
              <p14:nvContentPartPr>
                <p14:cNvPr id="27" name="Ink 26">
                  <a:extLst>
                    <a:ext uri="{FF2B5EF4-FFF2-40B4-BE49-F238E27FC236}">
                      <a16:creationId xmlns:a16="http://schemas.microsoft.com/office/drawing/2014/main" id="{927BC05D-99C6-9870-D42C-7E2CA20EEBDB}"/>
                    </a:ext>
                  </a:extLst>
                </p14:cNvPr>
                <p14:cNvContentPartPr/>
                <p14:nvPr/>
              </p14:nvContentPartPr>
              <p14:xfrm>
                <a:off x="4586902" y="4874216"/>
                <a:ext cx="188280" cy="101880"/>
              </p14:xfrm>
            </p:contentPart>
          </mc:Choice>
          <mc:Fallback>
            <p:pic>
              <p:nvPicPr>
                <p:cNvPr id="27" name="Ink 26">
                  <a:extLst>
                    <a:ext uri="{FF2B5EF4-FFF2-40B4-BE49-F238E27FC236}">
                      <a16:creationId xmlns:a16="http://schemas.microsoft.com/office/drawing/2014/main" id="{927BC05D-99C6-9870-D42C-7E2CA20EEBDB}"/>
                    </a:ext>
                  </a:extLst>
                </p:cNvPr>
                <p:cNvPicPr/>
                <p:nvPr/>
              </p:nvPicPr>
              <p:blipFill>
                <a:blip r:embed="rId50"/>
                <a:stretch>
                  <a:fillRect/>
                </a:stretch>
              </p:blipFill>
              <p:spPr>
                <a:xfrm>
                  <a:off x="4577902" y="4865576"/>
                  <a:ext cx="205920" cy="1195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51">
              <p14:nvContentPartPr>
                <p14:cNvPr id="30" name="Ink 29">
                  <a:extLst>
                    <a:ext uri="{FF2B5EF4-FFF2-40B4-BE49-F238E27FC236}">
                      <a16:creationId xmlns:a16="http://schemas.microsoft.com/office/drawing/2014/main" id="{74A7E3BE-8423-C616-7D9E-099A0E9A2427}"/>
                    </a:ext>
                  </a:extLst>
                </p14:cNvPr>
                <p14:cNvContentPartPr/>
                <p14:nvPr/>
              </p14:nvContentPartPr>
              <p14:xfrm>
                <a:off x="5022862" y="4905176"/>
                <a:ext cx="81720" cy="198720"/>
              </p14:xfrm>
            </p:contentPart>
          </mc:Choice>
          <mc:Fallback>
            <p:pic>
              <p:nvPicPr>
                <p:cNvPr id="30" name="Ink 29">
                  <a:extLst>
                    <a:ext uri="{FF2B5EF4-FFF2-40B4-BE49-F238E27FC236}">
                      <a16:creationId xmlns:a16="http://schemas.microsoft.com/office/drawing/2014/main" id="{74A7E3BE-8423-C616-7D9E-099A0E9A2427}"/>
                    </a:ext>
                  </a:extLst>
                </p:cNvPr>
                <p:cNvPicPr/>
                <p:nvPr/>
              </p:nvPicPr>
              <p:blipFill>
                <a:blip r:embed="rId52"/>
                <a:stretch>
                  <a:fillRect/>
                </a:stretch>
              </p:blipFill>
              <p:spPr>
                <a:xfrm>
                  <a:off x="5013862" y="4896536"/>
                  <a:ext cx="99360" cy="2163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53">
              <p14:nvContentPartPr>
                <p14:cNvPr id="31" name="Ink 30">
                  <a:extLst>
                    <a:ext uri="{FF2B5EF4-FFF2-40B4-BE49-F238E27FC236}">
                      <a16:creationId xmlns:a16="http://schemas.microsoft.com/office/drawing/2014/main" id="{0DDF0CC1-43E1-1E5D-0ECE-5DD5F0CB60CE}"/>
                    </a:ext>
                  </a:extLst>
                </p14:cNvPr>
                <p14:cNvContentPartPr/>
                <p14:nvPr/>
              </p14:nvContentPartPr>
              <p14:xfrm>
                <a:off x="5108902" y="4784576"/>
                <a:ext cx="167760" cy="174960"/>
              </p14:xfrm>
            </p:contentPart>
          </mc:Choice>
          <mc:Fallback>
            <p:pic>
              <p:nvPicPr>
                <p:cNvPr id="31" name="Ink 30">
                  <a:extLst>
                    <a:ext uri="{FF2B5EF4-FFF2-40B4-BE49-F238E27FC236}">
                      <a16:creationId xmlns:a16="http://schemas.microsoft.com/office/drawing/2014/main" id="{0DDF0CC1-43E1-1E5D-0ECE-5DD5F0CB60CE}"/>
                    </a:ext>
                  </a:extLst>
                </p:cNvPr>
                <p:cNvPicPr/>
                <p:nvPr/>
              </p:nvPicPr>
              <p:blipFill>
                <a:blip r:embed="rId54"/>
                <a:stretch>
                  <a:fillRect/>
                </a:stretch>
              </p:blipFill>
              <p:spPr>
                <a:xfrm>
                  <a:off x="5099902" y="4775576"/>
                  <a:ext cx="185400" cy="1926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55">
              <p14:nvContentPartPr>
                <p14:cNvPr id="32" name="Ink 31">
                  <a:extLst>
                    <a:ext uri="{FF2B5EF4-FFF2-40B4-BE49-F238E27FC236}">
                      <a16:creationId xmlns:a16="http://schemas.microsoft.com/office/drawing/2014/main" id="{85356122-5A2E-515D-E67A-9374C6542D4D}"/>
                    </a:ext>
                  </a:extLst>
                </p14:cNvPr>
                <p14:cNvContentPartPr/>
                <p14:nvPr/>
              </p14:nvContentPartPr>
              <p14:xfrm>
                <a:off x="5306902" y="4900136"/>
                <a:ext cx="82800" cy="65160"/>
              </p14:xfrm>
            </p:contentPart>
          </mc:Choice>
          <mc:Fallback>
            <p:pic>
              <p:nvPicPr>
                <p:cNvPr id="32" name="Ink 31">
                  <a:extLst>
                    <a:ext uri="{FF2B5EF4-FFF2-40B4-BE49-F238E27FC236}">
                      <a16:creationId xmlns:a16="http://schemas.microsoft.com/office/drawing/2014/main" id="{85356122-5A2E-515D-E67A-9374C6542D4D}"/>
                    </a:ext>
                  </a:extLst>
                </p:cNvPr>
                <p:cNvPicPr/>
                <p:nvPr/>
              </p:nvPicPr>
              <p:blipFill>
                <a:blip r:embed="rId56"/>
                <a:stretch>
                  <a:fillRect/>
                </a:stretch>
              </p:blipFill>
              <p:spPr>
                <a:xfrm>
                  <a:off x="5297902" y="4891136"/>
                  <a:ext cx="100440" cy="828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57">
              <p14:nvContentPartPr>
                <p14:cNvPr id="33" name="Ink 32">
                  <a:extLst>
                    <a:ext uri="{FF2B5EF4-FFF2-40B4-BE49-F238E27FC236}">
                      <a16:creationId xmlns:a16="http://schemas.microsoft.com/office/drawing/2014/main" id="{6F920AD2-8855-7786-BE3D-2891757B6720}"/>
                    </a:ext>
                  </a:extLst>
                </p14:cNvPr>
                <p14:cNvContentPartPr/>
                <p14:nvPr/>
              </p14:nvContentPartPr>
              <p14:xfrm>
                <a:off x="5441902" y="4852616"/>
                <a:ext cx="203760" cy="117000"/>
              </p14:xfrm>
            </p:contentPart>
          </mc:Choice>
          <mc:Fallback>
            <p:pic>
              <p:nvPicPr>
                <p:cNvPr id="33" name="Ink 32">
                  <a:extLst>
                    <a:ext uri="{FF2B5EF4-FFF2-40B4-BE49-F238E27FC236}">
                      <a16:creationId xmlns:a16="http://schemas.microsoft.com/office/drawing/2014/main" id="{6F920AD2-8855-7786-BE3D-2891757B6720}"/>
                    </a:ext>
                  </a:extLst>
                </p:cNvPr>
                <p:cNvPicPr/>
                <p:nvPr/>
              </p:nvPicPr>
              <p:blipFill>
                <a:blip r:embed="rId58"/>
                <a:stretch>
                  <a:fillRect/>
                </a:stretch>
              </p:blipFill>
              <p:spPr>
                <a:xfrm>
                  <a:off x="5433262" y="4843976"/>
                  <a:ext cx="221400" cy="134640"/>
                </a:xfrm>
                <a:prstGeom prst="rect">
                  <a:avLst/>
                </a:prstGeom>
              </p:spPr>
            </p:pic>
          </mc:Fallback>
        </mc:AlternateContent>
      </p:grpSp>
      <p:grpSp>
        <p:nvGrpSpPr>
          <p:cNvPr id="39" name="Group 38">
            <a:extLst>
              <a:ext uri="{FF2B5EF4-FFF2-40B4-BE49-F238E27FC236}">
                <a16:creationId xmlns:a16="http://schemas.microsoft.com/office/drawing/2014/main" id="{4A7FAA67-EC28-ABD1-B87C-2403692519CA}"/>
              </a:ext>
            </a:extLst>
          </p:cNvPr>
          <p:cNvGrpSpPr/>
          <p:nvPr/>
        </p:nvGrpSpPr>
        <p:grpSpPr>
          <a:xfrm>
            <a:off x="4465582" y="5814536"/>
            <a:ext cx="618480" cy="186120"/>
            <a:chOff x="4465582" y="5814536"/>
            <a:chExt cx="618480" cy="186120"/>
          </a:xfrm>
        </p:grpSpPr>
        <mc:AlternateContent xmlns:mc="http://schemas.openxmlformats.org/markup-compatibility/2006">
          <mc:Choice xmlns:p14="http://schemas.microsoft.com/office/powerpoint/2010/main" Requires="p14">
            <p:contentPart p14:bwMode="auto" r:id="rId59">
              <p14:nvContentPartPr>
                <p14:cNvPr id="35" name="Ink 34">
                  <a:extLst>
                    <a:ext uri="{FF2B5EF4-FFF2-40B4-BE49-F238E27FC236}">
                      <a16:creationId xmlns:a16="http://schemas.microsoft.com/office/drawing/2014/main" id="{16F50D69-93DE-AD11-FC5D-8F1854A888EA}"/>
                    </a:ext>
                  </a:extLst>
                </p14:cNvPr>
                <p14:cNvContentPartPr/>
                <p14:nvPr/>
              </p14:nvContentPartPr>
              <p14:xfrm>
                <a:off x="4465582" y="5814536"/>
                <a:ext cx="176400" cy="186120"/>
              </p14:xfrm>
            </p:contentPart>
          </mc:Choice>
          <mc:Fallback>
            <p:pic>
              <p:nvPicPr>
                <p:cNvPr id="35" name="Ink 34">
                  <a:extLst>
                    <a:ext uri="{FF2B5EF4-FFF2-40B4-BE49-F238E27FC236}">
                      <a16:creationId xmlns:a16="http://schemas.microsoft.com/office/drawing/2014/main" id="{16F50D69-93DE-AD11-FC5D-8F1854A888EA}"/>
                    </a:ext>
                  </a:extLst>
                </p:cNvPr>
                <p:cNvPicPr/>
                <p:nvPr/>
              </p:nvPicPr>
              <p:blipFill>
                <a:blip r:embed="rId60"/>
                <a:stretch>
                  <a:fillRect/>
                </a:stretch>
              </p:blipFill>
              <p:spPr>
                <a:xfrm>
                  <a:off x="4456942" y="5805896"/>
                  <a:ext cx="194040" cy="2037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61">
              <p14:nvContentPartPr>
                <p14:cNvPr id="36" name="Ink 35">
                  <a:extLst>
                    <a:ext uri="{FF2B5EF4-FFF2-40B4-BE49-F238E27FC236}">
                      <a16:creationId xmlns:a16="http://schemas.microsoft.com/office/drawing/2014/main" id="{962DFED2-BE06-5F0F-3EB5-31B59EC18E55}"/>
                    </a:ext>
                  </a:extLst>
                </p14:cNvPr>
                <p14:cNvContentPartPr/>
                <p14:nvPr/>
              </p14:nvContentPartPr>
              <p14:xfrm>
                <a:off x="4736662" y="5916776"/>
                <a:ext cx="17280" cy="14760"/>
              </p14:xfrm>
            </p:contentPart>
          </mc:Choice>
          <mc:Fallback>
            <p:pic>
              <p:nvPicPr>
                <p:cNvPr id="36" name="Ink 35">
                  <a:extLst>
                    <a:ext uri="{FF2B5EF4-FFF2-40B4-BE49-F238E27FC236}">
                      <a16:creationId xmlns:a16="http://schemas.microsoft.com/office/drawing/2014/main" id="{962DFED2-BE06-5F0F-3EB5-31B59EC18E55}"/>
                    </a:ext>
                  </a:extLst>
                </p:cNvPr>
                <p:cNvPicPr/>
                <p:nvPr/>
              </p:nvPicPr>
              <p:blipFill>
                <a:blip r:embed="rId62"/>
                <a:stretch>
                  <a:fillRect/>
                </a:stretch>
              </p:blipFill>
              <p:spPr>
                <a:xfrm>
                  <a:off x="4727662" y="5908136"/>
                  <a:ext cx="34920" cy="324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63">
              <p14:nvContentPartPr>
                <p14:cNvPr id="38" name="Ink 37">
                  <a:extLst>
                    <a:ext uri="{FF2B5EF4-FFF2-40B4-BE49-F238E27FC236}">
                      <a16:creationId xmlns:a16="http://schemas.microsoft.com/office/drawing/2014/main" id="{C9C8FAA1-75A7-3AA4-BAF4-A8054B19C707}"/>
                    </a:ext>
                  </a:extLst>
                </p14:cNvPr>
                <p14:cNvContentPartPr/>
                <p14:nvPr/>
              </p14:nvContentPartPr>
              <p14:xfrm>
                <a:off x="4853662" y="5857376"/>
                <a:ext cx="230400" cy="103680"/>
              </p14:xfrm>
            </p:contentPart>
          </mc:Choice>
          <mc:Fallback>
            <p:pic>
              <p:nvPicPr>
                <p:cNvPr id="38" name="Ink 37">
                  <a:extLst>
                    <a:ext uri="{FF2B5EF4-FFF2-40B4-BE49-F238E27FC236}">
                      <a16:creationId xmlns:a16="http://schemas.microsoft.com/office/drawing/2014/main" id="{C9C8FAA1-75A7-3AA4-BAF4-A8054B19C707}"/>
                    </a:ext>
                  </a:extLst>
                </p:cNvPr>
                <p:cNvPicPr/>
                <p:nvPr/>
              </p:nvPicPr>
              <p:blipFill>
                <a:blip r:embed="rId64"/>
                <a:stretch>
                  <a:fillRect/>
                </a:stretch>
              </p:blipFill>
              <p:spPr>
                <a:xfrm>
                  <a:off x="4844662" y="5848376"/>
                  <a:ext cx="248040" cy="121320"/>
                </a:xfrm>
                <a:prstGeom prst="rect">
                  <a:avLst/>
                </a:prstGeom>
              </p:spPr>
            </p:pic>
          </mc:Fallback>
        </mc:AlternateContent>
      </p:grpSp>
      <p:grpSp>
        <p:nvGrpSpPr>
          <p:cNvPr id="55" name="Group 54">
            <a:extLst>
              <a:ext uri="{FF2B5EF4-FFF2-40B4-BE49-F238E27FC236}">
                <a16:creationId xmlns:a16="http://schemas.microsoft.com/office/drawing/2014/main" id="{05998479-E053-655C-35C7-91116F10F6AE}"/>
              </a:ext>
            </a:extLst>
          </p:cNvPr>
          <p:cNvGrpSpPr/>
          <p:nvPr/>
        </p:nvGrpSpPr>
        <p:grpSpPr>
          <a:xfrm>
            <a:off x="6506062" y="4354016"/>
            <a:ext cx="3820680" cy="1834920"/>
            <a:chOff x="6506062" y="4354016"/>
            <a:chExt cx="3820680" cy="1834920"/>
          </a:xfrm>
        </p:grpSpPr>
        <mc:AlternateContent xmlns:mc="http://schemas.openxmlformats.org/markup-compatibility/2006">
          <mc:Choice xmlns:p14="http://schemas.microsoft.com/office/powerpoint/2010/main" Requires="p14">
            <p:contentPart p14:bwMode="auto" r:id="rId65">
              <p14:nvContentPartPr>
                <p14:cNvPr id="40" name="Ink 39">
                  <a:extLst>
                    <a:ext uri="{FF2B5EF4-FFF2-40B4-BE49-F238E27FC236}">
                      <a16:creationId xmlns:a16="http://schemas.microsoft.com/office/drawing/2014/main" id="{4F65DA83-760A-CC5E-A752-00051D01D68D}"/>
                    </a:ext>
                  </a:extLst>
                </p14:cNvPr>
                <p14:cNvContentPartPr/>
                <p14:nvPr/>
              </p14:nvContentPartPr>
              <p14:xfrm>
                <a:off x="8106982" y="4412336"/>
                <a:ext cx="91440" cy="1776600"/>
              </p14:xfrm>
            </p:contentPart>
          </mc:Choice>
          <mc:Fallback>
            <p:pic>
              <p:nvPicPr>
                <p:cNvPr id="40" name="Ink 39">
                  <a:extLst>
                    <a:ext uri="{FF2B5EF4-FFF2-40B4-BE49-F238E27FC236}">
                      <a16:creationId xmlns:a16="http://schemas.microsoft.com/office/drawing/2014/main" id="{4F65DA83-760A-CC5E-A752-00051D01D68D}"/>
                    </a:ext>
                  </a:extLst>
                </p:cNvPr>
                <p:cNvPicPr/>
                <p:nvPr/>
              </p:nvPicPr>
              <p:blipFill>
                <a:blip r:embed="rId66"/>
                <a:stretch>
                  <a:fillRect/>
                </a:stretch>
              </p:blipFill>
              <p:spPr>
                <a:xfrm>
                  <a:off x="8097982" y="4403336"/>
                  <a:ext cx="109080" cy="17942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67">
              <p14:nvContentPartPr>
                <p14:cNvPr id="41" name="Ink 40">
                  <a:extLst>
                    <a:ext uri="{FF2B5EF4-FFF2-40B4-BE49-F238E27FC236}">
                      <a16:creationId xmlns:a16="http://schemas.microsoft.com/office/drawing/2014/main" id="{853A4387-6CF0-60BD-6029-4F64533FD8FD}"/>
                    </a:ext>
                  </a:extLst>
                </p14:cNvPr>
                <p14:cNvContentPartPr/>
                <p14:nvPr/>
              </p14:nvContentPartPr>
              <p14:xfrm>
                <a:off x="8043982" y="4391096"/>
                <a:ext cx="169920" cy="152280"/>
              </p14:xfrm>
            </p:contentPart>
          </mc:Choice>
          <mc:Fallback>
            <p:pic>
              <p:nvPicPr>
                <p:cNvPr id="41" name="Ink 40">
                  <a:extLst>
                    <a:ext uri="{FF2B5EF4-FFF2-40B4-BE49-F238E27FC236}">
                      <a16:creationId xmlns:a16="http://schemas.microsoft.com/office/drawing/2014/main" id="{853A4387-6CF0-60BD-6029-4F64533FD8FD}"/>
                    </a:ext>
                  </a:extLst>
                </p:cNvPr>
                <p:cNvPicPr/>
                <p:nvPr/>
              </p:nvPicPr>
              <p:blipFill>
                <a:blip r:embed="rId68"/>
                <a:stretch>
                  <a:fillRect/>
                </a:stretch>
              </p:blipFill>
              <p:spPr>
                <a:xfrm>
                  <a:off x="8034982" y="4382096"/>
                  <a:ext cx="187560" cy="1699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69">
              <p14:nvContentPartPr>
                <p14:cNvPr id="43" name="Ink 42">
                  <a:extLst>
                    <a:ext uri="{FF2B5EF4-FFF2-40B4-BE49-F238E27FC236}">
                      <a16:creationId xmlns:a16="http://schemas.microsoft.com/office/drawing/2014/main" id="{F76423E0-7FC1-3F06-F523-2AC3B5AB66FD}"/>
                    </a:ext>
                  </a:extLst>
                </p14:cNvPr>
                <p14:cNvContentPartPr/>
                <p14:nvPr/>
              </p14:nvContentPartPr>
              <p14:xfrm>
                <a:off x="6506062" y="5363816"/>
                <a:ext cx="3820680" cy="69840"/>
              </p14:xfrm>
            </p:contentPart>
          </mc:Choice>
          <mc:Fallback>
            <p:pic>
              <p:nvPicPr>
                <p:cNvPr id="43" name="Ink 42">
                  <a:extLst>
                    <a:ext uri="{FF2B5EF4-FFF2-40B4-BE49-F238E27FC236}">
                      <a16:creationId xmlns:a16="http://schemas.microsoft.com/office/drawing/2014/main" id="{F76423E0-7FC1-3F06-F523-2AC3B5AB66FD}"/>
                    </a:ext>
                  </a:extLst>
                </p:cNvPr>
                <p:cNvPicPr/>
                <p:nvPr/>
              </p:nvPicPr>
              <p:blipFill>
                <a:blip r:embed="rId70"/>
                <a:stretch>
                  <a:fillRect/>
                </a:stretch>
              </p:blipFill>
              <p:spPr>
                <a:xfrm>
                  <a:off x="6497422" y="5354816"/>
                  <a:ext cx="3838320" cy="874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71">
              <p14:nvContentPartPr>
                <p14:cNvPr id="51" name="Ink 50">
                  <a:extLst>
                    <a:ext uri="{FF2B5EF4-FFF2-40B4-BE49-F238E27FC236}">
                      <a16:creationId xmlns:a16="http://schemas.microsoft.com/office/drawing/2014/main" id="{37C6DDCE-B43E-6622-1634-2E5E379A86F9}"/>
                    </a:ext>
                  </a:extLst>
                </p14:cNvPr>
                <p14:cNvContentPartPr/>
                <p14:nvPr/>
              </p14:nvContentPartPr>
              <p14:xfrm>
                <a:off x="8600542" y="4407656"/>
                <a:ext cx="204120" cy="85320"/>
              </p14:xfrm>
            </p:contentPart>
          </mc:Choice>
          <mc:Fallback>
            <p:pic>
              <p:nvPicPr>
                <p:cNvPr id="51" name="Ink 50">
                  <a:extLst>
                    <a:ext uri="{FF2B5EF4-FFF2-40B4-BE49-F238E27FC236}">
                      <a16:creationId xmlns:a16="http://schemas.microsoft.com/office/drawing/2014/main" id="{37C6DDCE-B43E-6622-1634-2E5E379A86F9}"/>
                    </a:ext>
                  </a:extLst>
                </p:cNvPr>
                <p:cNvPicPr/>
                <p:nvPr/>
              </p:nvPicPr>
              <p:blipFill>
                <a:blip r:embed="rId72"/>
                <a:stretch>
                  <a:fillRect/>
                </a:stretch>
              </p:blipFill>
              <p:spPr>
                <a:xfrm>
                  <a:off x="8591902" y="4398656"/>
                  <a:ext cx="221760" cy="1029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73">
              <p14:nvContentPartPr>
                <p14:cNvPr id="52" name="Ink 51">
                  <a:extLst>
                    <a:ext uri="{FF2B5EF4-FFF2-40B4-BE49-F238E27FC236}">
                      <a16:creationId xmlns:a16="http://schemas.microsoft.com/office/drawing/2014/main" id="{742C3BDE-CFA7-BCC9-0D95-0C7AD4E99DDC}"/>
                    </a:ext>
                  </a:extLst>
                </p14:cNvPr>
                <p14:cNvContentPartPr/>
                <p14:nvPr/>
              </p14:nvContentPartPr>
              <p14:xfrm>
                <a:off x="8987902" y="4380296"/>
                <a:ext cx="49320" cy="154080"/>
              </p14:xfrm>
            </p:contentPart>
          </mc:Choice>
          <mc:Fallback>
            <p:pic>
              <p:nvPicPr>
                <p:cNvPr id="52" name="Ink 51">
                  <a:extLst>
                    <a:ext uri="{FF2B5EF4-FFF2-40B4-BE49-F238E27FC236}">
                      <a16:creationId xmlns:a16="http://schemas.microsoft.com/office/drawing/2014/main" id="{742C3BDE-CFA7-BCC9-0D95-0C7AD4E99DDC}"/>
                    </a:ext>
                  </a:extLst>
                </p:cNvPr>
                <p:cNvPicPr/>
                <p:nvPr/>
              </p:nvPicPr>
              <p:blipFill>
                <a:blip r:embed="rId74"/>
                <a:stretch>
                  <a:fillRect/>
                </a:stretch>
              </p:blipFill>
              <p:spPr>
                <a:xfrm>
                  <a:off x="8979262" y="4371656"/>
                  <a:ext cx="66960" cy="1717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75">
              <p14:nvContentPartPr>
                <p14:cNvPr id="53" name="Ink 52">
                  <a:extLst>
                    <a:ext uri="{FF2B5EF4-FFF2-40B4-BE49-F238E27FC236}">
                      <a16:creationId xmlns:a16="http://schemas.microsoft.com/office/drawing/2014/main" id="{EF4E4CA8-D857-B70F-C140-9E5F86DEA48C}"/>
                    </a:ext>
                  </a:extLst>
                </p14:cNvPr>
                <p14:cNvContentPartPr/>
                <p14:nvPr/>
              </p14:nvContentPartPr>
              <p14:xfrm>
                <a:off x="9005542" y="4465616"/>
                <a:ext cx="108000" cy="22320"/>
              </p14:xfrm>
            </p:contentPart>
          </mc:Choice>
          <mc:Fallback>
            <p:pic>
              <p:nvPicPr>
                <p:cNvPr id="53" name="Ink 52">
                  <a:extLst>
                    <a:ext uri="{FF2B5EF4-FFF2-40B4-BE49-F238E27FC236}">
                      <a16:creationId xmlns:a16="http://schemas.microsoft.com/office/drawing/2014/main" id="{EF4E4CA8-D857-B70F-C140-9E5F86DEA48C}"/>
                    </a:ext>
                  </a:extLst>
                </p:cNvPr>
                <p:cNvPicPr/>
                <p:nvPr/>
              </p:nvPicPr>
              <p:blipFill>
                <a:blip r:embed="rId76"/>
                <a:stretch>
                  <a:fillRect/>
                </a:stretch>
              </p:blipFill>
              <p:spPr>
                <a:xfrm>
                  <a:off x="8996902" y="4456616"/>
                  <a:ext cx="125640" cy="399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77">
              <p14:nvContentPartPr>
                <p14:cNvPr id="54" name="Ink 53">
                  <a:extLst>
                    <a:ext uri="{FF2B5EF4-FFF2-40B4-BE49-F238E27FC236}">
                      <a16:creationId xmlns:a16="http://schemas.microsoft.com/office/drawing/2014/main" id="{25895C0F-2917-9469-E305-9C5C12CC450D}"/>
                    </a:ext>
                  </a:extLst>
                </p14:cNvPr>
                <p14:cNvContentPartPr/>
                <p14:nvPr/>
              </p14:nvContentPartPr>
              <p14:xfrm>
                <a:off x="9074662" y="4354016"/>
                <a:ext cx="85680" cy="191520"/>
              </p14:xfrm>
            </p:contentPart>
          </mc:Choice>
          <mc:Fallback>
            <p:pic>
              <p:nvPicPr>
                <p:cNvPr id="54" name="Ink 53">
                  <a:extLst>
                    <a:ext uri="{FF2B5EF4-FFF2-40B4-BE49-F238E27FC236}">
                      <a16:creationId xmlns:a16="http://schemas.microsoft.com/office/drawing/2014/main" id="{25895C0F-2917-9469-E305-9C5C12CC450D}"/>
                    </a:ext>
                  </a:extLst>
                </p:cNvPr>
                <p:cNvPicPr/>
                <p:nvPr/>
              </p:nvPicPr>
              <p:blipFill>
                <a:blip r:embed="rId78"/>
                <a:stretch>
                  <a:fillRect/>
                </a:stretch>
              </p:blipFill>
              <p:spPr>
                <a:xfrm>
                  <a:off x="9066022" y="4345016"/>
                  <a:ext cx="103320" cy="209160"/>
                </a:xfrm>
                <a:prstGeom prst="rect">
                  <a:avLst/>
                </a:prstGeom>
              </p:spPr>
            </p:pic>
          </mc:Fallback>
        </mc:AlternateContent>
      </p:grpSp>
      <p:grpSp>
        <p:nvGrpSpPr>
          <p:cNvPr id="58" name="Group 57">
            <a:extLst>
              <a:ext uri="{FF2B5EF4-FFF2-40B4-BE49-F238E27FC236}">
                <a16:creationId xmlns:a16="http://schemas.microsoft.com/office/drawing/2014/main" id="{B1C631A0-DE76-B24A-8040-C0F2E0BD2357}"/>
              </a:ext>
            </a:extLst>
          </p:cNvPr>
          <p:cNvGrpSpPr/>
          <p:nvPr/>
        </p:nvGrpSpPr>
        <p:grpSpPr>
          <a:xfrm>
            <a:off x="10194262" y="5332856"/>
            <a:ext cx="629640" cy="140040"/>
            <a:chOff x="10194262" y="5332856"/>
            <a:chExt cx="629640" cy="140040"/>
          </a:xfrm>
        </p:grpSpPr>
        <mc:AlternateContent xmlns:mc="http://schemas.openxmlformats.org/markup-compatibility/2006">
          <mc:Choice xmlns:p14="http://schemas.microsoft.com/office/powerpoint/2010/main" Requires="p14">
            <p:contentPart p14:bwMode="auto" r:id="rId79">
              <p14:nvContentPartPr>
                <p14:cNvPr id="56" name="Ink 55">
                  <a:extLst>
                    <a:ext uri="{FF2B5EF4-FFF2-40B4-BE49-F238E27FC236}">
                      <a16:creationId xmlns:a16="http://schemas.microsoft.com/office/drawing/2014/main" id="{B578758D-FC54-406B-5D2D-ACE44E420970}"/>
                    </a:ext>
                  </a:extLst>
                </p14:cNvPr>
                <p14:cNvContentPartPr/>
                <p14:nvPr/>
              </p14:nvContentPartPr>
              <p14:xfrm>
                <a:off x="10194262" y="5335376"/>
                <a:ext cx="215280" cy="137520"/>
              </p14:xfrm>
            </p:contentPart>
          </mc:Choice>
          <mc:Fallback>
            <p:pic>
              <p:nvPicPr>
                <p:cNvPr id="56" name="Ink 55">
                  <a:extLst>
                    <a:ext uri="{FF2B5EF4-FFF2-40B4-BE49-F238E27FC236}">
                      <a16:creationId xmlns:a16="http://schemas.microsoft.com/office/drawing/2014/main" id="{B578758D-FC54-406B-5D2D-ACE44E420970}"/>
                    </a:ext>
                  </a:extLst>
                </p:cNvPr>
                <p:cNvPicPr/>
                <p:nvPr/>
              </p:nvPicPr>
              <p:blipFill>
                <a:blip r:embed="rId80"/>
                <a:stretch>
                  <a:fillRect/>
                </a:stretch>
              </p:blipFill>
              <p:spPr>
                <a:xfrm>
                  <a:off x="10185622" y="5326376"/>
                  <a:ext cx="232920" cy="1551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81">
              <p14:nvContentPartPr>
                <p14:cNvPr id="57" name="Ink 56">
                  <a:extLst>
                    <a:ext uri="{FF2B5EF4-FFF2-40B4-BE49-F238E27FC236}">
                      <a16:creationId xmlns:a16="http://schemas.microsoft.com/office/drawing/2014/main" id="{A2AF6CE3-9D58-125B-410C-4495D666EE64}"/>
                    </a:ext>
                  </a:extLst>
                </p14:cNvPr>
                <p14:cNvContentPartPr/>
                <p14:nvPr/>
              </p14:nvContentPartPr>
              <p14:xfrm>
                <a:off x="10611142" y="5332856"/>
                <a:ext cx="212760" cy="99720"/>
              </p14:xfrm>
            </p:contentPart>
          </mc:Choice>
          <mc:Fallback>
            <p:pic>
              <p:nvPicPr>
                <p:cNvPr id="57" name="Ink 56">
                  <a:extLst>
                    <a:ext uri="{FF2B5EF4-FFF2-40B4-BE49-F238E27FC236}">
                      <a16:creationId xmlns:a16="http://schemas.microsoft.com/office/drawing/2014/main" id="{A2AF6CE3-9D58-125B-410C-4495D666EE64}"/>
                    </a:ext>
                  </a:extLst>
                </p:cNvPr>
                <p:cNvPicPr/>
                <p:nvPr/>
              </p:nvPicPr>
              <p:blipFill>
                <a:blip r:embed="rId82"/>
                <a:stretch>
                  <a:fillRect/>
                </a:stretch>
              </p:blipFill>
              <p:spPr>
                <a:xfrm>
                  <a:off x="10602142" y="5323856"/>
                  <a:ext cx="230400" cy="117360"/>
                </a:xfrm>
                <a:prstGeom prst="rect">
                  <a:avLst/>
                </a:prstGeom>
              </p:spPr>
            </p:pic>
          </mc:Fallback>
        </mc:AlternateContent>
      </p:grpSp>
      <p:grpSp>
        <p:nvGrpSpPr>
          <p:cNvPr id="89" name="Group 88">
            <a:extLst>
              <a:ext uri="{FF2B5EF4-FFF2-40B4-BE49-F238E27FC236}">
                <a16:creationId xmlns:a16="http://schemas.microsoft.com/office/drawing/2014/main" id="{D5394B2B-3B72-32E0-11BA-80F7CDF5B11E}"/>
              </a:ext>
            </a:extLst>
          </p:cNvPr>
          <p:cNvGrpSpPr/>
          <p:nvPr/>
        </p:nvGrpSpPr>
        <p:grpSpPr>
          <a:xfrm>
            <a:off x="9924262" y="4303616"/>
            <a:ext cx="1811520" cy="678240"/>
            <a:chOff x="9924262" y="4303616"/>
            <a:chExt cx="1811520" cy="678240"/>
          </a:xfrm>
        </p:grpSpPr>
        <mc:AlternateContent xmlns:mc="http://schemas.openxmlformats.org/markup-compatibility/2006">
          <mc:Choice xmlns:p14="http://schemas.microsoft.com/office/powerpoint/2010/main" Requires="p14">
            <p:contentPart p14:bwMode="auto" r:id="rId83">
              <p14:nvContentPartPr>
                <p14:cNvPr id="59" name="Ink 58">
                  <a:extLst>
                    <a:ext uri="{FF2B5EF4-FFF2-40B4-BE49-F238E27FC236}">
                      <a16:creationId xmlns:a16="http://schemas.microsoft.com/office/drawing/2014/main" id="{1B77E094-CC56-5611-26EC-6D038772C12B}"/>
                    </a:ext>
                  </a:extLst>
                </p14:cNvPr>
                <p14:cNvContentPartPr/>
                <p14:nvPr/>
              </p14:nvContentPartPr>
              <p14:xfrm>
                <a:off x="9924262" y="4432496"/>
                <a:ext cx="159840" cy="198360"/>
              </p14:xfrm>
            </p:contentPart>
          </mc:Choice>
          <mc:Fallback>
            <p:pic>
              <p:nvPicPr>
                <p:cNvPr id="59" name="Ink 58">
                  <a:extLst>
                    <a:ext uri="{FF2B5EF4-FFF2-40B4-BE49-F238E27FC236}">
                      <a16:creationId xmlns:a16="http://schemas.microsoft.com/office/drawing/2014/main" id="{1B77E094-CC56-5611-26EC-6D038772C12B}"/>
                    </a:ext>
                  </a:extLst>
                </p:cNvPr>
                <p:cNvPicPr/>
                <p:nvPr/>
              </p:nvPicPr>
              <p:blipFill>
                <a:blip r:embed="rId84"/>
                <a:stretch>
                  <a:fillRect/>
                </a:stretch>
              </p:blipFill>
              <p:spPr>
                <a:xfrm>
                  <a:off x="9915622" y="4423496"/>
                  <a:ext cx="177480" cy="2160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85">
              <p14:nvContentPartPr>
                <p14:cNvPr id="60" name="Ink 59">
                  <a:extLst>
                    <a:ext uri="{FF2B5EF4-FFF2-40B4-BE49-F238E27FC236}">
                      <a16:creationId xmlns:a16="http://schemas.microsoft.com/office/drawing/2014/main" id="{EEA6CB98-1838-04BA-A93F-0106491329EF}"/>
                    </a:ext>
                  </a:extLst>
                </p14:cNvPr>
                <p14:cNvContentPartPr/>
                <p14:nvPr/>
              </p14:nvContentPartPr>
              <p14:xfrm>
                <a:off x="10052782" y="4424216"/>
                <a:ext cx="308520" cy="137520"/>
              </p14:xfrm>
            </p:contentPart>
          </mc:Choice>
          <mc:Fallback>
            <p:pic>
              <p:nvPicPr>
                <p:cNvPr id="60" name="Ink 59">
                  <a:extLst>
                    <a:ext uri="{FF2B5EF4-FFF2-40B4-BE49-F238E27FC236}">
                      <a16:creationId xmlns:a16="http://schemas.microsoft.com/office/drawing/2014/main" id="{EEA6CB98-1838-04BA-A93F-0106491329EF}"/>
                    </a:ext>
                  </a:extLst>
                </p:cNvPr>
                <p:cNvPicPr/>
                <p:nvPr/>
              </p:nvPicPr>
              <p:blipFill>
                <a:blip r:embed="rId86"/>
                <a:stretch>
                  <a:fillRect/>
                </a:stretch>
              </p:blipFill>
              <p:spPr>
                <a:xfrm>
                  <a:off x="10044142" y="4415216"/>
                  <a:ext cx="326160" cy="1551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87">
              <p14:nvContentPartPr>
                <p14:cNvPr id="61" name="Ink 60">
                  <a:extLst>
                    <a:ext uri="{FF2B5EF4-FFF2-40B4-BE49-F238E27FC236}">
                      <a16:creationId xmlns:a16="http://schemas.microsoft.com/office/drawing/2014/main" id="{67C88EDE-5E78-FFB0-E1A8-FCD7EE5C626B}"/>
                    </a:ext>
                  </a:extLst>
                </p14:cNvPr>
                <p14:cNvContentPartPr/>
                <p14:nvPr/>
              </p14:nvContentPartPr>
              <p14:xfrm>
                <a:off x="10408462" y="4439336"/>
                <a:ext cx="159840" cy="101520"/>
              </p14:xfrm>
            </p:contentPart>
          </mc:Choice>
          <mc:Fallback>
            <p:pic>
              <p:nvPicPr>
                <p:cNvPr id="61" name="Ink 60">
                  <a:extLst>
                    <a:ext uri="{FF2B5EF4-FFF2-40B4-BE49-F238E27FC236}">
                      <a16:creationId xmlns:a16="http://schemas.microsoft.com/office/drawing/2014/main" id="{67C88EDE-5E78-FFB0-E1A8-FCD7EE5C626B}"/>
                    </a:ext>
                  </a:extLst>
                </p:cNvPr>
                <p:cNvPicPr/>
                <p:nvPr/>
              </p:nvPicPr>
              <p:blipFill>
                <a:blip r:embed="rId88"/>
                <a:stretch>
                  <a:fillRect/>
                </a:stretch>
              </p:blipFill>
              <p:spPr>
                <a:xfrm>
                  <a:off x="10399462" y="4430696"/>
                  <a:ext cx="177480" cy="1191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89">
              <p14:nvContentPartPr>
                <p14:cNvPr id="63" name="Ink 62">
                  <a:extLst>
                    <a:ext uri="{FF2B5EF4-FFF2-40B4-BE49-F238E27FC236}">
                      <a16:creationId xmlns:a16="http://schemas.microsoft.com/office/drawing/2014/main" id="{2F890422-3801-09C9-7362-E2E18674308C}"/>
                    </a:ext>
                  </a:extLst>
                </p14:cNvPr>
                <p14:cNvContentPartPr/>
                <p14:nvPr/>
              </p14:nvContentPartPr>
              <p14:xfrm>
                <a:off x="10631302" y="4303616"/>
                <a:ext cx="252360" cy="244800"/>
              </p14:xfrm>
            </p:contentPart>
          </mc:Choice>
          <mc:Fallback>
            <p:pic>
              <p:nvPicPr>
                <p:cNvPr id="63" name="Ink 62">
                  <a:extLst>
                    <a:ext uri="{FF2B5EF4-FFF2-40B4-BE49-F238E27FC236}">
                      <a16:creationId xmlns:a16="http://schemas.microsoft.com/office/drawing/2014/main" id="{2F890422-3801-09C9-7362-E2E18674308C}"/>
                    </a:ext>
                  </a:extLst>
                </p:cNvPr>
                <p:cNvPicPr/>
                <p:nvPr/>
              </p:nvPicPr>
              <p:blipFill>
                <a:blip r:embed="rId90"/>
                <a:stretch>
                  <a:fillRect/>
                </a:stretch>
              </p:blipFill>
              <p:spPr>
                <a:xfrm>
                  <a:off x="10622302" y="4294976"/>
                  <a:ext cx="270000" cy="2624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91">
              <p14:nvContentPartPr>
                <p14:cNvPr id="64" name="Ink 63">
                  <a:extLst>
                    <a:ext uri="{FF2B5EF4-FFF2-40B4-BE49-F238E27FC236}">
                      <a16:creationId xmlns:a16="http://schemas.microsoft.com/office/drawing/2014/main" id="{7FE2DC35-29CD-A413-1658-19B221444D92}"/>
                    </a:ext>
                  </a:extLst>
                </p14:cNvPr>
                <p14:cNvContentPartPr/>
                <p14:nvPr/>
              </p14:nvContentPartPr>
              <p14:xfrm>
                <a:off x="10818502" y="4306136"/>
                <a:ext cx="360" cy="360"/>
              </p14:xfrm>
            </p:contentPart>
          </mc:Choice>
          <mc:Fallback>
            <p:pic>
              <p:nvPicPr>
                <p:cNvPr id="64" name="Ink 63">
                  <a:extLst>
                    <a:ext uri="{FF2B5EF4-FFF2-40B4-BE49-F238E27FC236}">
                      <a16:creationId xmlns:a16="http://schemas.microsoft.com/office/drawing/2014/main" id="{7FE2DC35-29CD-A413-1658-19B221444D92}"/>
                    </a:ext>
                  </a:extLst>
                </p:cNvPr>
                <p:cNvPicPr/>
                <p:nvPr/>
              </p:nvPicPr>
              <p:blipFill>
                <a:blip r:embed="rId92"/>
                <a:stretch>
                  <a:fillRect/>
                </a:stretch>
              </p:blipFill>
              <p:spPr>
                <a:xfrm>
                  <a:off x="10809502" y="4297136"/>
                  <a:ext cx="18000" cy="180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93">
              <p14:nvContentPartPr>
                <p14:cNvPr id="65" name="Ink 64">
                  <a:extLst>
                    <a:ext uri="{FF2B5EF4-FFF2-40B4-BE49-F238E27FC236}">
                      <a16:creationId xmlns:a16="http://schemas.microsoft.com/office/drawing/2014/main" id="{3426826C-BB51-ED0E-5F18-A71581E23B9E}"/>
                    </a:ext>
                  </a:extLst>
                </p14:cNvPr>
                <p14:cNvContentPartPr/>
                <p14:nvPr/>
              </p14:nvContentPartPr>
              <p14:xfrm>
                <a:off x="10945942" y="4404056"/>
                <a:ext cx="141480" cy="129960"/>
              </p14:xfrm>
            </p:contentPart>
          </mc:Choice>
          <mc:Fallback>
            <p:pic>
              <p:nvPicPr>
                <p:cNvPr id="65" name="Ink 64">
                  <a:extLst>
                    <a:ext uri="{FF2B5EF4-FFF2-40B4-BE49-F238E27FC236}">
                      <a16:creationId xmlns:a16="http://schemas.microsoft.com/office/drawing/2014/main" id="{3426826C-BB51-ED0E-5F18-A71581E23B9E}"/>
                    </a:ext>
                  </a:extLst>
                </p:cNvPr>
                <p:cNvPicPr/>
                <p:nvPr/>
              </p:nvPicPr>
              <p:blipFill>
                <a:blip r:embed="rId94"/>
                <a:stretch>
                  <a:fillRect/>
                </a:stretch>
              </p:blipFill>
              <p:spPr>
                <a:xfrm>
                  <a:off x="10937302" y="4395416"/>
                  <a:ext cx="159120" cy="1476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95">
              <p14:nvContentPartPr>
                <p14:cNvPr id="66" name="Ink 65">
                  <a:extLst>
                    <a:ext uri="{FF2B5EF4-FFF2-40B4-BE49-F238E27FC236}">
                      <a16:creationId xmlns:a16="http://schemas.microsoft.com/office/drawing/2014/main" id="{D055D4C2-19C2-82FB-0154-3EB7066C3356}"/>
                    </a:ext>
                  </a:extLst>
                </p14:cNvPr>
                <p14:cNvContentPartPr/>
                <p14:nvPr/>
              </p14:nvContentPartPr>
              <p14:xfrm>
                <a:off x="10967182" y="4435736"/>
                <a:ext cx="232920" cy="81720"/>
              </p14:xfrm>
            </p:contentPart>
          </mc:Choice>
          <mc:Fallback>
            <p:pic>
              <p:nvPicPr>
                <p:cNvPr id="66" name="Ink 65">
                  <a:extLst>
                    <a:ext uri="{FF2B5EF4-FFF2-40B4-BE49-F238E27FC236}">
                      <a16:creationId xmlns:a16="http://schemas.microsoft.com/office/drawing/2014/main" id="{D055D4C2-19C2-82FB-0154-3EB7066C3356}"/>
                    </a:ext>
                  </a:extLst>
                </p:cNvPr>
                <p:cNvPicPr/>
                <p:nvPr/>
              </p:nvPicPr>
              <p:blipFill>
                <a:blip r:embed="rId96"/>
                <a:stretch>
                  <a:fillRect/>
                </a:stretch>
              </p:blipFill>
              <p:spPr>
                <a:xfrm>
                  <a:off x="10958542" y="4426736"/>
                  <a:ext cx="250560" cy="993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97">
              <p14:nvContentPartPr>
                <p14:cNvPr id="67" name="Ink 66">
                  <a:extLst>
                    <a:ext uri="{FF2B5EF4-FFF2-40B4-BE49-F238E27FC236}">
                      <a16:creationId xmlns:a16="http://schemas.microsoft.com/office/drawing/2014/main" id="{90ADF46D-2C68-DE7C-A665-CA99282F453F}"/>
                    </a:ext>
                  </a:extLst>
                </p14:cNvPr>
                <p14:cNvContentPartPr/>
                <p14:nvPr/>
              </p14:nvContentPartPr>
              <p14:xfrm>
                <a:off x="11304142" y="4329176"/>
                <a:ext cx="58680" cy="190440"/>
              </p14:xfrm>
            </p:contentPart>
          </mc:Choice>
          <mc:Fallback>
            <p:pic>
              <p:nvPicPr>
                <p:cNvPr id="67" name="Ink 66">
                  <a:extLst>
                    <a:ext uri="{FF2B5EF4-FFF2-40B4-BE49-F238E27FC236}">
                      <a16:creationId xmlns:a16="http://schemas.microsoft.com/office/drawing/2014/main" id="{90ADF46D-2C68-DE7C-A665-CA99282F453F}"/>
                    </a:ext>
                  </a:extLst>
                </p:cNvPr>
                <p:cNvPicPr/>
                <p:nvPr/>
              </p:nvPicPr>
              <p:blipFill>
                <a:blip r:embed="rId98"/>
                <a:stretch>
                  <a:fillRect/>
                </a:stretch>
              </p:blipFill>
              <p:spPr>
                <a:xfrm>
                  <a:off x="11295142" y="4320536"/>
                  <a:ext cx="76320" cy="2080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99">
              <p14:nvContentPartPr>
                <p14:cNvPr id="68" name="Ink 67">
                  <a:extLst>
                    <a:ext uri="{FF2B5EF4-FFF2-40B4-BE49-F238E27FC236}">
                      <a16:creationId xmlns:a16="http://schemas.microsoft.com/office/drawing/2014/main" id="{83A57CD7-DB6D-A806-FB8F-43D45EDC5DFF}"/>
                    </a:ext>
                  </a:extLst>
                </p14:cNvPr>
                <p14:cNvContentPartPr/>
                <p14:nvPr/>
              </p14:nvContentPartPr>
              <p14:xfrm>
                <a:off x="11147902" y="4435376"/>
                <a:ext cx="21600" cy="29880"/>
              </p14:xfrm>
            </p:contentPart>
          </mc:Choice>
          <mc:Fallback>
            <p:pic>
              <p:nvPicPr>
                <p:cNvPr id="68" name="Ink 67">
                  <a:extLst>
                    <a:ext uri="{FF2B5EF4-FFF2-40B4-BE49-F238E27FC236}">
                      <a16:creationId xmlns:a16="http://schemas.microsoft.com/office/drawing/2014/main" id="{83A57CD7-DB6D-A806-FB8F-43D45EDC5DFF}"/>
                    </a:ext>
                  </a:extLst>
                </p:cNvPr>
                <p:cNvPicPr/>
                <p:nvPr/>
              </p:nvPicPr>
              <p:blipFill>
                <a:blip r:embed="rId100"/>
                <a:stretch>
                  <a:fillRect/>
                </a:stretch>
              </p:blipFill>
              <p:spPr>
                <a:xfrm>
                  <a:off x="11139262" y="4426736"/>
                  <a:ext cx="39240" cy="475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01">
              <p14:nvContentPartPr>
                <p14:cNvPr id="70" name="Ink 69">
                  <a:extLst>
                    <a:ext uri="{FF2B5EF4-FFF2-40B4-BE49-F238E27FC236}">
                      <a16:creationId xmlns:a16="http://schemas.microsoft.com/office/drawing/2014/main" id="{DEE22144-646F-AF12-DDA7-F6C5A4CF4E14}"/>
                    </a:ext>
                  </a:extLst>
                </p14:cNvPr>
                <p14:cNvContentPartPr/>
                <p14:nvPr/>
              </p14:nvContentPartPr>
              <p14:xfrm>
                <a:off x="10137382" y="4673696"/>
                <a:ext cx="92520" cy="240120"/>
              </p14:xfrm>
            </p:contentPart>
          </mc:Choice>
          <mc:Fallback>
            <p:pic>
              <p:nvPicPr>
                <p:cNvPr id="70" name="Ink 69">
                  <a:extLst>
                    <a:ext uri="{FF2B5EF4-FFF2-40B4-BE49-F238E27FC236}">
                      <a16:creationId xmlns:a16="http://schemas.microsoft.com/office/drawing/2014/main" id="{DEE22144-646F-AF12-DDA7-F6C5A4CF4E14}"/>
                    </a:ext>
                  </a:extLst>
                </p:cNvPr>
                <p:cNvPicPr/>
                <p:nvPr/>
              </p:nvPicPr>
              <p:blipFill>
                <a:blip r:embed="rId102"/>
                <a:stretch>
                  <a:fillRect/>
                </a:stretch>
              </p:blipFill>
              <p:spPr>
                <a:xfrm>
                  <a:off x="10128742" y="4664696"/>
                  <a:ext cx="110160" cy="2577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03">
              <p14:nvContentPartPr>
                <p14:cNvPr id="71" name="Ink 70">
                  <a:extLst>
                    <a:ext uri="{FF2B5EF4-FFF2-40B4-BE49-F238E27FC236}">
                      <a16:creationId xmlns:a16="http://schemas.microsoft.com/office/drawing/2014/main" id="{53269078-F894-9003-1133-4268447901E0}"/>
                    </a:ext>
                  </a:extLst>
                </p14:cNvPr>
                <p14:cNvContentPartPr/>
                <p14:nvPr/>
              </p14:nvContentPartPr>
              <p14:xfrm>
                <a:off x="10260142" y="4816256"/>
                <a:ext cx="24840" cy="60840"/>
              </p14:xfrm>
            </p:contentPart>
          </mc:Choice>
          <mc:Fallback>
            <p:pic>
              <p:nvPicPr>
                <p:cNvPr id="71" name="Ink 70">
                  <a:extLst>
                    <a:ext uri="{FF2B5EF4-FFF2-40B4-BE49-F238E27FC236}">
                      <a16:creationId xmlns:a16="http://schemas.microsoft.com/office/drawing/2014/main" id="{53269078-F894-9003-1133-4268447901E0}"/>
                    </a:ext>
                  </a:extLst>
                </p:cNvPr>
                <p:cNvPicPr/>
                <p:nvPr/>
              </p:nvPicPr>
              <p:blipFill>
                <a:blip r:embed="rId104"/>
                <a:stretch>
                  <a:fillRect/>
                </a:stretch>
              </p:blipFill>
              <p:spPr>
                <a:xfrm>
                  <a:off x="10251502" y="4807616"/>
                  <a:ext cx="42480" cy="784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05">
              <p14:nvContentPartPr>
                <p14:cNvPr id="72" name="Ink 71">
                  <a:extLst>
                    <a:ext uri="{FF2B5EF4-FFF2-40B4-BE49-F238E27FC236}">
                      <a16:creationId xmlns:a16="http://schemas.microsoft.com/office/drawing/2014/main" id="{83CF0416-8897-FFE9-E67B-BDCD995E8D0E}"/>
                    </a:ext>
                  </a:extLst>
                </p14:cNvPr>
                <p14:cNvContentPartPr/>
                <p14:nvPr/>
              </p14:nvContentPartPr>
              <p14:xfrm>
                <a:off x="10270942" y="4688816"/>
                <a:ext cx="24120" cy="68400"/>
              </p14:xfrm>
            </p:contentPart>
          </mc:Choice>
          <mc:Fallback>
            <p:pic>
              <p:nvPicPr>
                <p:cNvPr id="72" name="Ink 71">
                  <a:extLst>
                    <a:ext uri="{FF2B5EF4-FFF2-40B4-BE49-F238E27FC236}">
                      <a16:creationId xmlns:a16="http://schemas.microsoft.com/office/drawing/2014/main" id="{83CF0416-8897-FFE9-E67B-BDCD995E8D0E}"/>
                    </a:ext>
                  </a:extLst>
                </p:cNvPr>
                <p:cNvPicPr/>
                <p:nvPr/>
              </p:nvPicPr>
              <p:blipFill>
                <a:blip r:embed="rId106"/>
                <a:stretch>
                  <a:fillRect/>
                </a:stretch>
              </p:blipFill>
              <p:spPr>
                <a:xfrm>
                  <a:off x="10261942" y="4679816"/>
                  <a:ext cx="41760" cy="860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07">
              <p14:nvContentPartPr>
                <p14:cNvPr id="73" name="Ink 72">
                  <a:extLst>
                    <a:ext uri="{FF2B5EF4-FFF2-40B4-BE49-F238E27FC236}">
                      <a16:creationId xmlns:a16="http://schemas.microsoft.com/office/drawing/2014/main" id="{B163CEB8-98AC-4561-C944-28C766CE6E25}"/>
                    </a:ext>
                  </a:extLst>
                </p14:cNvPr>
                <p14:cNvContentPartPr/>
                <p14:nvPr/>
              </p14:nvContentPartPr>
              <p14:xfrm>
                <a:off x="10334662" y="4764776"/>
                <a:ext cx="329400" cy="92880"/>
              </p14:xfrm>
            </p:contentPart>
          </mc:Choice>
          <mc:Fallback>
            <p:pic>
              <p:nvPicPr>
                <p:cNvPr id="73" name="Ink 72">
                  <a:extLst>
                    <a:ext uri="{FF2B5EF4-FFF2-40B4-BE49-F238E27FC236}">
                      <a16:creationId xmlns:a16="http://schemas.microsoft.com/office/drawing/2014/main" id="{B163CEB8-98AC-4561-C944-28C766CE6E25}"/>
                    </a:ext>
                  </a:extLst>
                </p:cNvPr>
                <p:cNvPicPr/>
                <p:nvPr/>
              </p:nvPicPr>
              <p:blipFill>
                <a:blip r:embed="rId108"/>
                <a:stretch>
                  <a:fillRect/>
                </a:stretch>
              </p:blipFill>
              <p:spPr>
                <a:xfrm>
                  <a:off x="10326022" y="4755776"/>
                  <a:ext cx="347040" cy="1105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09">
              <p14:nvContentPartPr>
                <p14:cNvPr id="74" name="Ink 73">
                  <a:extLst>
                    <a:ext uri="{FF2B5EF4-FFF2-40B4-BE49-F238E27FC236}">
                      <a16:creationId xmlns:a16="http://schemas.microsoft.com/office/drawing/2014/main" id="{DCC8ACFF-CBA9-75EE-B89E-B88038134FA6}"/>
                    </a:ext>
                  </a:extLst>
                </p14:cNvPr>
                <p14:cNvContentPartPr/>
                <p14:nvPr/>
              </p14:nvContentPartPr>
              <p14:xfrm>
                <a:off x="10700062" y="4751096"/>
                <a:ext cx="208800" cy="119880"/>
              </p14:xfrm>
            </p:contentPart>
          </mc:Choice>
          <mc:Fallback>
            <p:pic>
              <p:nvPicPr>
                <p:cNvPr id="74" name="Ink 73">
                  <a:extLst>
                    <a:ext uri="{FF2B5EF4-FFF2-40B4-BE49-F238E27FC236}">
                      <a16:creationId xmlns:a16="http://schemas.microsoft.com/office/drawing/2014/main" id="{DCC8ACFF-CBA9-75EE-B89E-B88038134FA6}"/>
                    </a:ext>
                  </a:extLst>
                </p:cNvPr>
                <p:cNvPicPr/>
                <p:nvPr/>
              </p:nvPicPr>
              <p:blipFill>
                <a:blip r:embed="rId110"/>
                <a:stretch>
                  <a:fillRect/>
                </a:stretch>
              </p:blipFill>
              <p:spPr>
                <a:xfrm>
                  <a:off x="10691062" y="4742096"/>
                  <a:ext cx="226440" cy="1375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11">
              <p14:nvContentPartPr>
                <p14:cNvPr id="75" name="Ink 74">
                  <a:extLst>
                    <a:ext uri="{FF2B5EF4-FFF2-40B4-BE49-F238E27FC236}">
                      <a16:creationId xmlns:a16="http://schemas.microsoft.com/office/drawing/2014/main" id="{9A8486B4-954E-D48A-6288-A20956AA8DC9}"/>
                    </a:ext>
                  </a:extLst>
                </p14:cNvPr>
                <p14:cNvContentPartPr/>
                <p14:nvPr/>
              </p14:nvContentPartPr>
              <p14:xfrm>
                <a:off x="11124142" y="4762256"/>
                <a:ext cx="66600" cy="219600"/>
              </p14:xfrm>
            </p:contentPart>
          </mc:Choice>
          <mc:Fallback>
            <p:pic>
              <p:nvPicPr>
                <p:cNvPr id="75" name="Ink 74">
                  <a:extLst>
                    <a:ext uri="{FF2B5EF4-FFF2-40B4-BE49-F238E27FC236}">
                      <a16:creationId xmlns:a16="http://schemas.microsoft.com/office/drawing/2014/main" id="{9A8486B4-954E-D48A-6288-A20956AA8DC9}"/>
                    </a:ext>
                  </a:extLst>
                </p:cNvPr>
                <p:cNvPicPr/>
                <p:nvPr/>
              </p:nvPicPr>
              <p:blipFill>
                <a:blip r:embed="rId112"/>
                <a:stretch>
                  <a:fillRect/>
                </a:stretch>
              </p:blipFill>
              <p:spPr>
                <a:xfrm>
                  <a:off x="11115142" y="4753616"/>
                  <a:ext cx="84240" cy="2372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13">
              <p14:nvContentPartPr>
                <p14:cNvPr id="76" name="Ink 75">
                  <a:extLst>
                    <a:ext uri="{FF2B5EF4-FFF2-40B4-BE49-F238E27FC236}">
                      <a16:creationId xmlns:a16="http://schemas.microsoft.com/office/drawing/2014/main" id="{1D8C3267-3D4C-09C3-0EF2-FE1C76054739}"/>
                    </a:ext>
                  </a:extLst>
                </p14:cNvPr>
                <p14:cNvContentPartPr/>
                <p14:nvPr/>
              </p14:nvContentPartPr>
              <p14:xfrm>
                <a:off x="11243662" y="4662176"/>
                <a:ext cx="127800" cy="172080"/>
              </p14:xfrm>
            </p:contentPart>
          </mc:Choice>
          <mc:Fallback>
            <p:pic>
              <p:nvPicPr>
                <p:cNvPr id="76" name="Ink 75">
                  <a:extLst>
                    <a:ext uri="{FF2B5EF4-FFF2-40B4-BE49-F238E27FC236}">
                      <a16:creationId xmlns:a16="http://schemas.microsoft.com/office/drawing/2014/main" id="{1D8C3267-3D4C-09C3-0EF2-FE1C76054739}"/>
                    </a:ext>
                  </a:extLst>
                </p:cNvPr>
                <p:cNvPicPr/>
                <p:nvPr/>
              </p:nvPicPr>
              <p:blipFill>
                <a:blip r:embed="rId114"/>
                <a:stretch>
                  <a:fillRect/>
                </a:stretch>
              </p:blipFill>
              <p:spPr>
                <a:xfrm>
                  <a:off x="11234662" y="4653536"/>
                  <a:ext cx="145440" cy="1897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15">
              <p14:nvContentPartPr>
                <p14:cNvPr id="77" name="Ink 76">
                  <a:extLst>
                    <a:ext uri="{FF2B5EF4-FFF2-40B4-BE49-F238E27FC236}">
                      <a16:creationId xmlns:a16="http://schemas.microsoft.com/office/drawing/2014/main" id="{9ECB5496-1D73-7DF9-171E-93ABCA2DF0CC}"/>
                    </a:ext>
                  </a:extLst>
                </p14:cNvPr>
                <p14:cNvContentPartPr/>
                <p14:nvPr/>
              </p14:nvContentPartPr>
              <p14:xfrm>
                <a:off x="11407462" y="4767656"/>
                <a:ext cx="66960" cy="63720"/>
              </p14:xfrm>
            </p:contentPart>
          </mc:Choice>
          <mc:Fallback>
            <p:pic>
              <p:nvPicPr>
                <p:cNvPr id="77" name="Ink 76">
                  <a:extLst>
                    <a:ext uri="{FF2B5EF4-FFF2-40B4-BE49-F238E27FC236}">
                      <a16:creationId xmlns:a16="http://schemas.microsoft.com/office/drawing/2014/main" id="{9ECB5496-1D73-7DF9-171E-93ABCA2DF0CC}"/>
                    </a:ext>
                  </a:extLst>
                </p:cNvPr>
                <p:cNvPicPr/>
                <p:nvPr/>
              </p:nvPicPr>
              <p:blipFill>
                <a:blip r:embed="rId116"/>
                <a:stretch>
                  <a:fillRect/>
                </a:stretch>
              </p:blipFill>
              <p:spPr>
                <a:xfrm>
                  <a:off x="11398822" y="4758656"/>
                  <a:ext cx="84600" cy="813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17">
              <p14:nvContentPartPr>
                <p14:cNvPr id="78" name="Ink 77">
                  <a:extLst>
                    <a:ext uri="{FF2B5EF4-FFF2-40B4-BE49-F238E27FC236}">
                      <a16:creationId xmlns:a16="http://schemas.microsoft.com/office/drawing/2014/main" id="{C2A1604A-6E9F-E1CB-9572-257073CB1C86}"/>
                    </a:ext>
                  </a:extLst>
                </p14:cNvPr>
                <p14:cNvContentPartPr/>
                <p14:nvPr/>
              </p14:nvContentPartPr>
              <p14:xfrm>
                <a:off x="11541022" y="4717976"/>
                <a:ext cx="194760" cy="132840"/>
              </p14:xfrm>
            </p:contentPart>
          </mc:Choice>
          <mc:Fallback>
            <p:pic>
              <p:nvPicPr>
                <p:cNvPr id="78" name="Ink 77">
                  <a:extLst>
                    <a:ext uri="{FF2B5EF4-FFF2-40B4-BE49-F238E27FC236}">
                      <a16:creationId xmlns:a16="http://schemas.microsoft.com/office/drawing/2014/main" id="{C2A1604A-6E9F-E1CB-9572-257073CB1C86}"/>
                    </a:ext>
                  </a:extLst>
                </p:cNvPr>
                <p:cNvPicPr/>
                <p:nvPr/>
              </p:nvPicPr>
              <p:blipFill>
                <a:blip r:embed="rId118"/>
                <a:stretch>
                  <a:fillRect/>
                </a:stretch>
              </p:blipFill>
              <p:spPr>
                <a:xfrm>
                  <a:off x="11532022" y="4709336"/>
                  <a:ext cx="212400" cy="150480"/>
                </a:xfrm>
                <a:prstGeom prst="rect">
                  <a:avLst/>
                </a:prstGeom>
              </p:spPr>
            </p:pic>
          </mc:Fallback>
        </mc:AlternateContent>
      </p:grpSp>
      <p:grpSp>
        <p:nvGrpSpPr>
          <p:cNvPr id="95" name="Group 94">
            <a:extLst>
              <a:ext uri="{FF2B5EF4-FFF2-40B4-BE49-F238E27FC236}">
                <a16:creationId xmlns:a16="http://schemas.microsoft.com/office/drawing/2014/main" id="{6A5185FA-C36D-E713-9EFA-618FA4F4A66D}"/>
              </a:ext>
            </a:extLst>
          </p:cNvPr>
          <p:cNvGrpSpPr/>
          <p:nvPr/>
        </p:nvGrpSpPr>
        <p:grpSpPr>
          <a:xfrm>
            <a:off x="9897622" y="5942696"/>
            <a:ext cx="1028160" cy="362520"/>
            <a:chOff x="9897622" y="5942696"/>
            <a:chExt cx="1028160" cy="362520"/>
          </a:xfrm>
        </p:grpSpPr>
        <mc:AlternateContent xmlns:mc="http://schemas.openxmlformats.org/markup-compatibility/2006">
          <mc:Choice xmlns:p14="http://schemas.microsoft.com/office/powerpoint/2010/main" Requires="p14">
            <p:contentPart p14:bwMode="auto" r:id="rId119">
              <p14:nvContentPartPr>
                <p14:cNvPr id="90" name="Ink 89">
                  <a:extLst>
                    <a:ext uri="{FF2B5EF4-FFF2-40B4-BE49-F238E27FC236}">
                      <a16:creationId xmlns:a16="http://schemas.microsoft.com/office/drawing/2014/main" id="{528292C3-CE5E-83D4-87F7-07BDBB0550E4}"/>
                    </a:ext>
                  </a:extLst>
                </p14:cNvPr>
                <p14:cNvContentPartPr/>
                <p14:nvPr/>
              </p14:nvContentPartPr>
              <p14:xfrm>
                <a:off x="9897622" y="5942696"/>
                <a:ext cx="211320" cy="362520"/>
              </p14:xfrm>
            </p:contentPart>
          </mc:Choice>
          <mc:Fallback>
            <p:pic>
              <p:nvPicPr>
                <p:cNvPr id="90" name="Ink 89">
                  <a:extLst>
                    <a:ext uri="{FF2B5EF4-FFF2-40B4-BE49-F238E27FC236}">
                      <a16:creationId xmlns:a16="http://schemas.microsoft.com/office/drawing/2014/main" id="{528292C3-CE5E-83D4-87F7-07BDBB0550E4}"/>
                    </a:ext>
                  </a:extLst>
                </p:cNvPr>
                <p:cNvPicPr/>
                <p:nvPr/>
              </p:nvPicPr>
              <p:blipFill>
                <a:blip r:embed="rId120"/>
                <a:stretch>
                  <a:fillRect/>
                </a:stretch>
              </p:blipFill>
              <p:spPr>
                <a:xfrm>
                  <a:off x="9888982" y="5934056"/>
                  <a:ext cx="228960" cy="3801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21">
              <p14:nvContentPartPr>
                <p14:cNvPr id="91" name="Ink 90">
                  <a:extLst>
                    <a:ext uri="{FF2B5EF4-FFF2-40B4-BE49-F238E27FC236}">
                      <a16:creationId xmlns:a16="http://schemas.microsoft.com/office/drawing/2014/main" id="{7265D374-56B6-1F18-E0BD-7B175022DB15}"/>
                    </a:ext>
                  </a:extLst>
                </p14:cNvPr>
                <p14:cNvContentPartPr/>
                <p14:nvPr/>
              </p14:nvContentPartPr>
              <p14:xfrm>
                <a:off x="10228102" y="6086696"/>
                <a:ext cx="106920" cy="16560"/>
              </p14:xfrm>
            </p:contentPart>
          </mc:Choice>
          <mc:Fallback>
            <p:pic>
              <p:nvPicPr>
                <p:cNvPr id="91" name="Ink 90">
                  <a:extLst>
                    <a:ext uri="{FF2B5EF4-FFF2-40B4-BE49-F238E27FC236}">
                      <a16:creationId xmlns:a16="http://schemas.microsoft.com/office/drawing/2014/main" id="{7265D374-56B6-1F18-E0BD-7B175022DB15}"/>
                    </a:ext>
                  </a:extLst>
                </p:cNvPr>
                <p:cNvPicPr/>
                <p:nvPr/>
              </p:nvPicPr>
              <p:blipFill>
                <a:blip r:embed="rId122"/>
                <a:stretch>
                  <a:fillRect/>
                </a:stretch>
              </p:blipFill>
              <p:spPr>
                <a:xfrm>
                  <a:off x="10219462" y="6077696"/>
                  <a:ext cx="124560" cy="342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23">
              <p14:nvContentPartPr>
                <p14:cNvPr id="93" name="Ink 92">
                  <a:extLst>
                    <a:ext uri="{FF2B5EF4-FFF2-40B4-BE49-F238E27FC236}">
                      <a16:creationId xmlns:a16="http://schemas.microsoft.com/office/drawing/2014/main" id="{CC20C8FA-D487-BC19-42A9-93CB9C12EA4F}"/>
                    </a:ext>
                  </a:extLst>
                </p14:cNvPr>
                <p14:cNvContentPartPr/>
                <p14:nvPr/>
              </p14:nvContentPartPr>
              <p14:xfrm>
                <a:off x="10509982" y="5985176"/>
                <a:ext cx="126720" cy="129240"/>
              </p14:xfrm>
            </p:contentPart>
          </mc:Choice>
          <mc:Fallback>
            <p:pic>
              <p:nvPicPr>
                <p:cNvPr id="93" name="Ink 92">
                  <a:extLst>
                    <a:ext uri="{FF2B5EF4-FFF2-40B4-BE49-F238E27FC236}">
                      <a16:creationId xmlns:a16="http://schemas.microsoft.com/office/drawing/2014/main" id="{CC20C8FA-D487-BC19-42A9-93CB9C12EA4F}"/>
                    </a:ext>
                  </a:extLst>
                </p:cNvPr>
                <p:cNvPicPr/>
                <p:nvPr/>
              </p:nvPicPr>
              <p:blipFill>
                <a:blip r:embed="rId124"/>
                <a:stretch>
                  <a:fillRect/>
                </a:stretch>
              </p:blipFill>
              <p:spPr>
                <a:xfrm>
                  <a:off x="10500982" y="5976536"/>
                  <a:ext cx="144360" cy="1468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25">
              <p14:nvContentPartPr>
                <p14:cNvPr id="94" name="Ink 93">
                  <a:extLst>
                    <a:ext uri="{FF2B5EF4-FFF2-40B4-BE49-F238E27FC236}">
                      <a16:creationId xmlns:a16="http://schemas.microsoft.com/office/drawing/2014/main" id="{9CB76D81-8E79-B0BE-BF52-3B5144193F2E}"/>
                    </a:ext>
                  </a:extLst>
                </p14:cNvPr>
                <p14:cNvContentPartPr/>
                <p14:nvPr/>
              </p14:nvContentPartPr>
              <p14:xfrm>
                <a:off x="10685662" y="6012896"/>
                <a:ext cx="240120" cy="95040"/>
              </p14:xfrm>
            </p:contentPart>
          </mc:Choice>
          <mc:Fallback>
            <p:pic>
              <p:nvPicPr>
                <p:cNvPr id="94" name="Ink 93">
                  <a:extLst>
                    <a:ext uri="{FF2B5EF4-FFF2-40B4-BE49-F238E27FC236}">
                      <a16:creationId xmlns:a16="http://schemas.microsoft.com/office/drawing/2014/main" id="{9CB76D81-8E79-B0BE-BF52-3B5144193F2E}"/>
                    </a:ext>
                  </a:extLst>
                </p:cNvPr>
                <p:cNvPicPr/>
                <p:nvPr/>
              </p:nvPicPr>
              <p:blipFill>
                <a:blip r:embed="rId126"/>
                <a:stretch>
                  <a:fillRect/>
                </a:stretch>
              </p:blipFill>
              <p:spPr>
                <a:xfrm>
                  <a:off x="10676662" y="6004256"/>
                  <a:ext cx="257760" cy="112680"/>
                </a:xfrm>
                <a:prstGeom prst="rect">
                  <a:avLst/>
                </a:prstGeom>
              </p:spPr>
            </p:pic>
          </mc:Fallback>
        </mc:AlternateContent>
      </p:grpSp>
      <p:grpSp>
        <p:nvGrpSpPr>
          <p:cNvPr id="105" name="Group 104">
            <a:extLst>
              <a:ext uri="{FF2B5EF4-FFF2-40B4-BE49-F238E27FC236}">
                <a16:creationId xmlns:a16="http://schemas.microsoft.com/office/drawing/2014/main" id="{BC3F024F-E662-1D86-24D6-8A7D9AD63F5F}"/>
              </a:ext>
            </a:extLst>
          </p:cNvPr>
          <p:cNvGrpSpPr/>
          <p:nvPr/>
        </p:nvGrpSpPr>
        <p:grpSpPr>
          <a:xfrm>
            <a:off x="6940222" y="4483976"/>
            <a:ext cx="2599920" cy="1982160"/>
            <a:chOff x="6940222" y="4483976"/>
            <a:chExt cx="2599920" cy="1982160"/>
          </a:xfrm>
        </p:grpSpPr>
        <mc:AlternateContent xmlns:mc="http://schemas.openxmlformats.org/markup-compatibility/2006">
          <mc:Choice xmlns:p14="http://schemas.microsoft.com/office/powerpoint/2010/main" Requires="p14">
            <p:contentPart p14:bwMode="auto" r:id="rId127">
              <p14:nvContentPartPr>
                <p14:cNvPr id="44" name="Ink 43">
                  <a:extLst>
                    <a:ext uri="{FF2B5EF4-FFF2-40B4-BE49-F238E27FC236}">
                      <a16:creationId xmlns:a16="http://schemas.microsoft.com/office/drawing/2014/main" id="{76C11BEA-A4B6-3CFC-C4DB-432A1F67A063}"/>
                    </a:ext>
                  </a:extLst>
                </p14:cNvPr>
                <p14:cNvContentPartPr/>
                <p14:nvPr/>
              </p14:nvContentPartPr>
              <p14:xfrm>
                <a:off x="8224702" y="5805896"/>
                <a:ext cx="1315440" cy="660240"/>
              </p14:xfrm>
            </p:contentPart>
          </mc:Choice>
          <mc:Fallback>
            <p:pic>
              <p:nvPicPr>
                <p:cNvPr id="44" name="Ink 43">
                  <a:extLst>
                    <a:ext uri="{FF2B5EF4-FFF2-40B4-BE49-F238E27FC236}">
                      <a16:creationId xmlns:a16="http://schemas.microsoft.com/office/drawing/2014/main" id="{76C11BEA-A4B6-3CFC-C4DB-432A1F67A063}"/>
                    </a:ext>
                  </a:extLst>
                </p:cNvPr>
                <p:cNvPicPr/>
                <p:nvPr/>
              </p:nvPicPr>
              <p:blipFill>
                <a:blip r:embed="rId128"/>
                <a:stretch>
                  <a:fillRect/>
                </a:stretch>
              </p:blipFill>
              <p:spPr>
                <a:xfrm>
                  <a:off x="8215702" y="5796896"/>
                  <a:ext cx="1333080" cy="6778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29">
              <p14:nvContentPartPr>
                <p14:cNvPr id="45" name="Ink 44">
                  <a:extLst>
                    <a:ext uri="{FF2B5EF4-FFF2-40B4-BE49-F238E27FC236}">
                      <a16:creationId xmlns:a16="http://schemas.microsoft.com/office/drawing/2014/main" id="{0E63F2E7-8E7C-DA65-CF77-6A8B67B9DEAE}"/>
                    </a:ext>
                  </a:extLst>
                </p14:cNvPr>
                <p14:cNvContentPartPr/>
                <p14:nvPr/>
              </p14:nvContentPartPr>
              <p14:xfrm>
                <a:off x="8144062" y="4946936"/>
                <a:ext cx="53280" cy="853200"/>
              </p14:xfrm>
            </p:contentPart>
          </mc:Choice>
          <mc:Fallback>
            <p:pic>
              <p:nvPicPr>
                <p:cNvPr id="45" name="Ink 44">
                  <a:extLst>
                    <a:ext uri="{FF2B5EF4-FFF2-40B4-BE49-F238E27FC236}">
                      <a16:creationId xmlns:a16="http://schemas.microsoft.com/office/drawing/2014/main" id="{0E63F2E7-8E7C-DA65-CF77-6A8B67B9DEAE}"/>
                    </a:ext>
                  </a:extLst>
                </p:cNvPr>
                <p:cNvPicPr/>
                <p:nvPr/>
              </p:nvPicPr>
              <p:blipFill>
                <a:blip r:embed="rId130"/>
                <a:stretch>
                  <a:fillRect/>
                </a:stretch>
              </p:blipFill>
              <p:spPr>
                <a:xfrm>
                  <a:off x="8135422" y="4937936"/>
                  <a:ext cx="70920" cy="8708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31">
              <p14:nvContentPartPr>
                <p14:cNvPr id="46" name="Ink 45">
                  <a:extLst>
                    <a:ext uri="{FF2B5EF4-FFF2-40B4-BE49-F238E27FC236}">
                      <a16:creationId xmlns:a16="http://schemas.microsoft.com/office/drawing/2014/main" id="{7BFF0B2A-BE25-B2F2-3845-E0FE867A44A0}"/>
                    </a:ext>
                  </a:extLst>
                </p14:cNvPr>
                <p14:cNvContentPartPr/>
                <p14:nvPr/>
              </p14:nvContentPartPr>
              <p14:xfrm>
                <a:off x="7108342" y="4619336"/>
                <a:ext cx="999360" cy="308880"/>
              </p14:xfrm>
            </p:contentPart>
          </mc:Choice>
          <mc:Fallback>
            <p:pic>
              <p:nvPicPr>
                <p:cNvPr id="46" name="Ink 45">
                  <a:extLst>
                    <a:ext uri="{FF2B5EF4-FFF2-40B4-BE49-F238E27FC236}">
                      <a16:creationId xmlns:a16="http://schemas.microsoft.com/office/drawing/2014/main" id="{7BFF0B2A-BE25-B2F2-3845-E0FE867A44A0}"/>
                    </a:ext>
                  </a:extLst>
                </p:cNvPr>
                <p:cNvPicPr/>
                <p:nvPr/>
              </p:nvPicPr>
              <p:blipFill>
                <a:blip r:embed="rId132"/>
                <a:stretch>
                  <a:fillRect/>
                </a:stretch>
              </p:blipFill>
              <p:spPr>
                <a:xfrm>
                  <a:off x="7099342" y="4610696"/>
                  <a:ext cx="1017000" cy="3265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33">
              <p14:nvContentPartPr>
                <p14:cNvPr id="47" name="Ink 46">
                  <a:extLst>
                    <a:ext uri="{FF2B5EF4-FFF2-40B4-BE49-F238E27FC236}">
                      <a16:creationId xmlns:a16="http://schemas.microsoft.com/office/drawing/2014/main" id="{17D14908-BCF8-5E88-506C-FB8EE16BF11B}"/>
                    </a:ext>
                  </a:extLst>
                </p14:cNvPr>
                <p14:cNvContentPartPr/>
                <p14:nvPr/>
              </p14:nvContentPartPr>
              <p14:xfrm>
                <a:off x="6940222" y="4483976"/>
                <a:ext cx="1182600" cy="480240"/>
              </p14:xfrm>
            </p:contentPart>
          </mc:Choice>
          <mc:Fallback>
            <p:pic>
              <p:nvPicPr>
                <p:cNvPr id="47" name="Ink 46">
                  <a:extLst>
                    <a:ext uri="{FF2B5EF4-FFF2-40B4-BE49-F238E27FC236}">
                      <a16:creationId xmlns:a16="http://schemas.microsoft.com/office/drawing/2014/main" id="{17D14908-BCF8-5E88-506C-FB8EE16BF11B}"/>
                    </a:ext>
                  </a:extLst>
                </p:cNvPr>
                <p:cNvPicPr/>
                <p:nvPr/>
              </p:nvPicPr>
              <p:blipFill>
                <a:blip r:embed="rId134"/>
                <a:stretch>
                  <a:fillRect/>
                </a:stretch>
              </p:blipFill>
              <p:spPr>
                <a:xfrm>
                  <a:off x="6931582" y="4475336"/>
                  <a:ext cx="1200240" cy="4978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35">
              <p14:nvContentPartPr>
                <p14:cNvPr id="48" name="Ink 47">
                  <a:extLst>
                    <a:ext uri="{FF2B5EF4-FFF2-40B4-BE49-F238E27FC236}">
                      <a16:creationId xmlns:a16="http://schemas.microsoft.com/office/drawing/2014/main" id="{2C21B606-3B90-FD16-76CD-7E3CB4C45B67}"/>
                    </a:ext>
                  </a:extLst>
                </p14:cNvPr>
                <p14:cNvContentPartPr/>
                <p14:nvPr/>
              </p14:nvContentPartPr>
              <p14:xfrm>
                <a:off x="8122822" y="5044856"/>
                <a:ext cx="48240" cy="739080"/>
              </p14:xfrm>
            </p:contentPart>
          </mc:Choice>
          <mc:Fallback>
            <p:pic>
              <p:nvPicPr>
                <p:cNvPr id="48" name="Ink 47">
                  <a:extLst>
                    <a:ext uri="{FF2B5EF4-FFF2-40B4-BE49-F238E27FC236}">
                      <a16:creationId xmlns:a16="http://schemas.microsoft.com/office/drawing/2014/main" id="{2C21B606-3B90-FD16-76CD-7E3CB4C45B67}"/>
                    </a:ext>
                  </a:extLst>
                </p:cNvPr>
                <p:cNvPicPr/>
                <p:nvPr/>
              </p:nvPicPr>
              <p:blipFill>
                <a:blip r:embed="rId136"/>
                <a:stretch>
                  <a:fillRect/>
                </a:stretch>
              </p:blipFill>
              <p:spPr>
                <a:xfrm>
                  <a:off x="8114182" y="5036216"/>
                  <a:ext cx="65880" cy="7567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37">
              <p14:nvContentPartPr>
                <p14:cNvPr id="49" name="Ink 48">
                  <a:extLst>
                    <a:ext uri="{FF2B5EF4-FFF2-40B4-BE49-F238E27FC236}">
                      <a16:creationId xmlns:a16="http://schemas.microsoft.com/office/drawing/2014/main" id="{4397A54C-D961-C6AF-CA4A-71486643A3E0}"/>
                    </a:ext>
                  </a:extLst>
                </p14:cNvPr>
                <p14:cNvContentPartPr/>
                <p14:nvPr/>
              </p14:nvContentPartPr>
              <p14:xfrm>
                <a:off x="8197342" y="5858456"/>
                <a:ext cx="1263960" cy="559800"/>
              </p14:xfrm>
            </p:contentPart>
          </mc:Choice>
          <mc:Fallback>
            <p:pic>
              <p:nvPicPr>
                <p:cNvPr id="49" name="Ink 48">
                  <a:extLst>
                    <a:ext uri="{FF2B5EF4-FFF2-40B4-BE49-F238E27FC236}">
                      <a16:creationId xmlns:a16="http://schemas.microsoft.com/office/drawing/2014/main" id="{4397A54C-D961-C6AF-CA4A-71486643A3E0}"/>
                    </a:ext>
                  </a:extLst>
                </p:cNvPr>
                <p:cNvPicPr/>
                <p:nvPr/>
              </p:nvPicPr>
              <p:blipFill>
                <a:blip r:embed="rId138"/>
                <a:stretch>
                  <a:fillRect/>
                </a:stretch>
              </p:blipFill>
              <p:spPr>
                <a:xfrm>
                  <a:off x="8188702" y="5849456"/>
                  <a:ext cx="1281600" cy="5774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39">
              <p14:nvContentPartPr>
                <p14:cNvPr id="96" name="Ink 95">
                  <a:extLst>
                    <a:ext uri="{FF2B5EF4-FFF2-40B4-BE49-F238E27FC236}">
                      <a16:creationId xmlns:a16="http://schemas.microsoft.com/office/drawing/2014/main" id="{AA6B2938-9FCB-A8C8-7FA6-8E5996B50EF2}"/>
                    </a:ext>
                  </a:extLst>
                </p14:cNvPr>
                <p14:cNvContentPartPr/>
                <p14:nvPr/>
              </p14:nvContentPartPr>
              <p14:xfrm>
                <a:off x="8137222" y="5836856"/>
                <a:ext cx="103320" cy="6120"/>
              </p14:xfrm>
            </p:contentPart>
          </mc:Choice>
          <mc:Fallback>
            <p:pic>
              <p:nvPicPr>
                <p:cNvPr id="96" name="Ink 95">
                  <a:extLst>
                    <a:ext uri="{FF2B5EF4-FFF2-40B4-BE49-F238E27FC236}">
                      <a16:creationId xmlns:a16="http://schemas.microsoft.com/office/drawing/2014/main" id="{AA6B2938-9FCB-A8C8-7FA6-8E5996B50EF2}"/>
                    </a:ext>
                  </a:extLst>
                </p:cNvPr>
                <p:cNvPicPr/>
                <p:nvPr/>
              </p:nvPicPr>
              <p:blipFill>
                <a:blip r:embed="rId140"/>
                <a:stretch>
                  <a:fillRect/>
                </a:stretch>
              </p:blipFill>
              <p:spPr>
                <a:xfrm>
                  <a:off x="8128222" y="5827856"/>
                  <a:ext cx="120960" cy="237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41">
              <p14:nvContentPartPr>
                <p14:cNvPr id="98" name="Ink 97">
                  <a:extLst>
                    <a:ext uri="{FF2B5EF4-FFF2-40B4-BE49-F238E27FC236}">
                      <a16:creationId xmlns:a16="http://schemas.microsoft.com/office/drawing/2014/main" id="{8A51CC4B-3027-2D92-27DC-43F8E29FAAFB}"/>
                    </a:ext>
                  </a:extLst>
                </p14:cNvPr>
                <p14:cNvContentPartPr/>
                <p14:nvPr/>
              </p14:nvContentPartPr>
              <p14:xfrm>
                <a:off x="8176102" y="5815976"/>
                <a:ext cx="360" cy="360"/>
              </p14:xfrm>
            </p:contentPart>
          </mc:Choice>
          <mc:Fallback>
            <p:pic>
              <p:nvPicPr>
                <p:cNvPr id="98" name="Ink 97">
                  <a:extLst>
                    <a:ext uri="{FF2B5EF4-FFF2-40B4-BE49-F238E27FC236}">
                      <a16:creationId xmlns:a16="http://schemas.microsoft.com/office/drawing/2014/main" id="{8A51CC4B-3027-2D92-27DC-43F8E29FAAFB}"/>
                    </a:ext>
                  </a:extLst>
                </p:cNvPr>
                <p:cNvPicPr/>
                <p:nvPr/>
              </p:nvPicPr>
              <p:blipFill>
                <a:blip r:embed="rId92"/>
                <a:stretch>
                  <a:fillRect/>
                </a:stretch>
              </p:blipFill>
              <p:spPr>
                <a:xfrm>
                  <a:off x="8167462" y="5806976"/>
                  <a:ext cx="18000" cy="180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42">
              <p14:nvContentPartPr>
                <p14:cNvPr id="100" name="Ink 99">
                  <a:extLst>
                    <a:ext uri="{FF2B5EF4-FFF2-40B4-BE49-F238E27FC236}">
                      <a16:creationId xmlns:a16="http://schemas.microsoft.com/office/drawing/2014/main" id="{0343BD8C-64E2-B515-DD20-807639EA67EE}"/>
                    </a:ext>
                  </a:extLst>
                </p14:cNvPr>
                <p14:cNvContentPartPr/>
                <p14:nvPr/>
              </p14:nvContentPartPr>
              <p14:xfrm>
                <a:off x="7532422" y="5868536"/>
                <a:ext cx="142560" cy="7200"/>
              </p14:xfrm>
            </p:contentPart>
          </mc:Choice>
          <mc:Fallback>
            <p:pic>
              <p:nvPicPr>
                <p:cNvPr id="100" name="Ink 99">
                  <a:extLst>
                    <a:ext uri="{FF2B5EF4-FFF2-40B4-BE49-F238E27FC236}">
                      <a16:creationId xmlns:a16="http://schemas.microsoft.com/office/drawing/2014/main" id="{0343BD8C-64E2-B515-DD20-807639EA67EE}"/>
                    </a:ext>
                  </a:extLst>
                </p:cNvPr>
                <p:cNvPicPr/>
                <p:nvPr/>
              </p:nvPicPr>
              <p:blipFill>
                <a:blip r:embed="rId143"/>
                <a:stretch>
                  <a:fillRect/>
                </a:stretch>
              </p:blipFill>
              <p:spPr>
                <a:xfrm>
                  <a:off x="7523782" y="5859896"/>
                  <a:ext cx="160200" cy="248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44">
              <p14:nvContentPartPr>
                <p14:cNvPr id="101" name="Ink 100">
                  <a:extLst>
                    <a:ext uri="{FF2B5EF4-FFF2-40B4-BE49-F238E27FC236}">
                      <a16:creationId xmlns:a16="http://schemas.microsoft.com/office/drawing/2014/main" id="{ACCD6455-9CF5-F298-5683-C25368CDD733}"/>
                    </a:ext>
                  </a:extLst>
                </p14:cNvPr>
                <p14:cNvContentPartPr/>
                <p14:nvPr/>
              </p14:nvContentPartPr>
              <p14:xfrm>
                <a:off x="7788022" y="5767736"/>
                <a:ext cx="195480" cy="269640"/>
              </p14:xfrm>
            </p:contentPart>
          </mc:Choice>
          <mc:Fallback>
            <p:pic>
              <p:nvPicPr>
                <p:cNvPr id="101" name="Ink 100">
                  <a:extLst>
                    <a:ext uri="{FF2B5EF4-FFF2-40B4-BE49-F238E27FC236}">
                      <a16:creationId xmlns:a16="http://schemas.microsoft.com/office/drawing/2014/main" id="{ACCD6455-9CF5-F298-5683-C25368CDD733}"/>
                    </a:ext>
                  </a:extLst>
                </p:cNvPr>
                <p:cNvPicPr/>
                <p:nvPr/>
              </p:nvPicPr>
              <p:blipFill>
                <a:blip r:embed="rId145"/>
                <a:stretch>
                  <a:fillRect/>
                </a:stretch>
              </p:blipFill>
              <p:spPr>
                <a:xfrm>
                  <a:off x="7779022" y="5759096"/>
                  <a:ext cx="213120" cy="2872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46">
              <p14:nvContentPartPr>
                <p14:cNvPr id="103" name="Ink 102">
                  <a:extLst>
                    <a:ext uri="{FF2B5EF4-FFF2-40B4-BE49-F238E27FC236}">
                      <a16:creationId xmlns:a16="http://schemas.microsoft.com/office/drawing/2014/main" id="{E915F9F8-2B86-14EB-8A87-F79B077D3606}"/>
                    </a:ext>
                  </a:extLst>
                </p14:cNvPr>
                <p14:cNvContentPartPr/>
                <p14:nvPr/>
              </p14:nvContentPartPr>
              <p14:xfrm>
                <a:off x="8142982" y="5839376"/>
                <a:ext cx="86760" cy="8640"/>
              </p14:xfrm>
            </p:contentPart>
          </mc:Choice>
          <mc:Fallback>
            <p:pic>
              <p:nvPicPr>
                <p:cNvPr id="103" name="Ink 102">
                  <a:extLst>
                    <a:ext uri="{FF2B5EF4-FFF2-40B4-BE49-F238E27FC236}">
                      <a16:creationId xmlns:a16="http://schemas.microsoft.com/office/drawing/2014/main" id="{E915F9F8-2B86-14EB-8A87-F79B077D3606}"/>
                    </a:ext>
                  </a:extLst>
                </p:cNvPr>
                <p:cNvPicPr/>
                <p:nvPr/>
              </p:nvPicPr>
              <p:blipFill>
                <a:blip r:embed="rId147"/>
                <a:stretch>
                  <a:fillRect/>
                </a:stretch>
              </p:blipFill>
              <p:spPr>
                <a:xfrm>
                  <a:off x="8134342" y="5830376"/>
                  <a:ext cx="104400" cy="262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48">
              <p14:nvContentPartPr>
                <p14:cNvPr id="104" name="Ink 103">
                  <a:extLst>
                    <a:ext uri="{FF2B5EF4-FFF2-40B4-BE49-F238E27FC236}">
                      <a16:creationId xmlns:a16="http://schemas.microsoft.com/office/drawing/2014/main" id="{80FB8994-83C1-52CA-6F12-426FF650BE8F}"/>
                    </a:ext>
                  </a:extLst>
                </p14:cNvPr>
                <p14:cNvContentPartPr/>
                <p14:nvPr/>
              </p14:nvContentPartPr>
              <p14:xfrm>
                <a:off x="7871902" y="5815976"/>
                <a:ext cx="28440" cy="21600"/>
              </p14:xfrm>
            </p:contentPart>
          </mc:Choice>
          <mc:Fallback>
            <p:pic>
              <p:nvPicPr>
                <p:cNvPr id="104" name="Ink 103">
                  <a:extLst>
                    <a:ext uri="{FF2B5EF4-FFF2-40B4-BE49-F238E27FC236}">
                      <a16:creationId xmlns:a16="http://schemas.microsoft.com/office/drawing/2014/main" id="{80FB8994-83C1-52CA-6F12-426FF650BE8F}"/>
                    </a:ext>
                  </a:extLst>
                </p:cNvPr>
                <p:cNvPicPr/>
                <p:nvPr/>
              </p:nvPicPr>
              <p:blipFill>
                <a:blip r:embed="rId149"/>
                <a:stretch>
                  <a:fillRect/>
                </a:stretch>
              </p:blipFill>
              <p:spPr>
                <a:xfrm>
                  <a:off x="7862902" y="5806976"/>
                  <a:ext cx="46080" cy="39240"/>
                </a:xfrm>
                <a:prstGeom prst="rect">
                  <a:avLst/>
                </a:prstGeom>
              </p:spPr>
            </p:pic>
          </mc:Fallback>
        </mc:AlternateContent>
      </p:grpSp>
      <mc:AlternateContent xmlns:mc="http://schemas.openxmlformats.org/markup-compatibility/2006">
        <mc:Choice xmlns:p14="http://schemas.microsoft.com/office/powerpoint/2010/main" Requires="p14">
          <p:contentPart p14:bwMode="auto" r:id="rId150">
            <p14:nvContentPartPr>
              <p14:cNvPr id="106" name="Ink 105">
                <a:extLst>
                  <a:ext uri="{FF2B5EF4-FFF2-40B4-BE49-F238E27FC236}">
                    <a16:creationId xmlns:a16="http://schemas.microsoft.com/office/drawing/2014/main" id="{6EE94A1A-D6BE-9B00-6C7F-98D08AE6AA6E}"/>
                  </a:ext>
                </a:extLst>
              </p14:cNvPr>
              <p14:cNvContentPartPr/>
              <p14:nvPr/>
            </p14:nvContentPartPr>
            <p14:xfrm>
              <a:off x="1779982" y="4327016"/>
              <a:ext cx="770040" cy="20880"/>
            </p14:xfrm>
          </p:contentPart>
        </mc:Choice>
        <mc:Fallback>
          <p:pic>
            <p:nvPicPr>
              <p:cNvPr id="106" name="Ink 105">
                <a:extLst>
                  <a:ext uri="{FF2B5EF4-FFF2-40B4-BE49-F238E27FC236}">
                    <a16:creationId xmlns:a16="http://schemas.microsoft.com/office/drawing/2014/main" id="{6EE94A1A-D6BE-9B00-6C7F-98D08AE6AA6E}"/>
                  </a:ext>
                </a:extLst>
              </p:cNvPr>
              <p:cNvPicPr/>
              <p:nvPr/>
            </p:nvPicPr>
            <p:blipFill>
              <a:blip r:embed="rId151"/>
              <a:stretch>
                <a:fillRect/>
              </a:stretch>
            </p:blipFill>
            <p:spPr>
              <a:xfrm>
                <a:off x="1771342" y="4318016"/>
                <a:ext cx="787680" cy="38520"/>
              </a:xfrm>
              <a:prstGeom prst="rect">
                <a:avLst/>
              </a:prstGeom>
            </p:spPr>
          </p:pic>
        </mc:Fallback>
      </mc:AlternateContent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7" name="Text 0"/>
          <p:cNvSpPr/>
          <p:nvPr/>
        </p:nvSpPr>
        <p:spPr>
          <a:xfrm>
            <a:off x="411480" y="164520"/>
            <a:ext cx="5303160" cy="25560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0" rIns="0" bIns="0" anchor="ctr">
            <a:noAutofit/>
          </a:bodyPr>
          <a:lstStyle/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000" b="1" u="none" strike="noStrike">
                <a:solidFill>
                  <a:srgbClr val="2F75B5"/>
                </a:solidFill>
                <a:effectLst/>
                <a:uFillTx/>
                <a:latin typeface="Aptos"/>
              </a:rPr>
              <a:t>DSP + Machine Learning • Week 5</a:t>
            </a:r>
            <a:endParaRPr lang="en-US" sz="1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88" name="Text 1"/>
          <p:cNvSpPr/>
          <p:nvPr/>
        </p:nvSpPr>
        <p:spPr>
          <a:xfrm>
            <a:off x="411480" y="502920"/>
            <a:ext cx="11155320" cy="56664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0" rIns="0" bIns="0" anchor="ctr">
            <a:noAutofit/>
          </a:bodyPr>
          <a:lstStyle/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2700" b="1" u="none" strike="noStrike">
                <a:solidFill>
                  <a:srgbClr val="17365D"/>
                </a:solidFill>
                <a:effectLst/>
                <a:uFillTx/>
                <a:latin typeface="Aptos"/>
              </a:rPr>
              <a:t>Nonlinear phase produces frequency-dependent delay</a:t>
            </a:r>
            <a:endParaRPr lang="en-US" sz="27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89" name="Shape 2"/>
          <p:cNvSpPr/>
          <p:nvPr/>
        </p:nvSpPr>
        <p:spPr>
          <a:xfrm>
            <a:off x="411480" y="1124640"/>
            <a:ext cx="11292840" cy="360"/>
          </a:xfrm>
          <a:prstGeom prst="line">
            <a:avLst/>
          </a:prstGeom>
          <a:ln w="12700">
            <a:solidFill>
              <a:srgbClr val="D7E0EA"/>
            </a:solidFill>
            <a:round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-44640" rIns="90000" bIns="-44640" anchor="t" anchorCtr="1">
            <a:noAutofit/>
          </a:bodyPr>
          <a:lstStyle/>
          <a:p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90" name="Text 3"/>
          <p:cNvSpPr/>
          <p:nvPr/>
        </p:nvSpPr>
        <p:spPr>
          <a:xfrm>
            <a:off x="411480" y="6473880"/>
            <a:ext cx="3840120" cy="18252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0" rIns="0" bIns="0" anchor="ctr">
            <a:noAutofit/>
          </a:bodyPr>
          <a:lstStyle/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900" b="0" u="none" strike="noStrike">
                <a:solidFill>
                  <a:srgbClr val="6B7280"/>
                </a:solidFill>
                <a:effectLst/>
                <a:uFillTx/>
                <a:latin typeface="Aptos"/>
              </a:rPr>
              <a:t>Oppenheim &amp; Schafer + Raschka</a:t>
            </a:r>
            <a:endParaRPr lang="en-US" sz="9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91" name="Text 4"/>
          <p:cNvSpPr/>
          <p:nvPr/>
        </p:nvSpPr>
        <p:spPr>
          <a:xfrm>
            <a:off x="11338560" y="6446520"/>
            <a:ext cx="365400" cy="18252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0" rIns="0" bIns="0" anchor="ctr">
            <a:noAutofit/>
          </a:bodyPr>
          <a:lstStyle/>
          <a:p>
            <a:pPr algn="r"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900" b="0" u="none" strike="noStrike">
                <a:solidFill>
                  <a:srgbClr val="6B7280"/>
                </a:solidFill>
                <a:effectLst/>
                <a:uFillTx/>
                <a:latin typeface="Aptos"/>
              </a:rPr>
              <a:t>10</a:t>
            </a:r>
            <a:endParaRPr lang="en-US" sz="9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pic>
        <p:nvPicPr>
          <p:cNvPr id="92" name="Image 0" descr="/mnt/data/week5_lectures9_10/assets/L9_phase.png"/>
          <p:cNvPicPr/>
          <p:nvPr/>
        </p:nvPicPr>
        <p:blipFill>
          <a:blip r:embed="rId3"/>
          <a:stretch/>
        </p:blipFill>
        <p:spPr>
          <a:xfrm>
            <a:off x="640080" y="1325880"/>
            <a:ext cx="5394600" cy="4068720"/>
          </a:xfrm>
          <a:prstGeom prst="rect">
            <a:avLst/>
          </a:prstGeom>
          <a:noFill/>
          <a:ln w="0">
            <a:noFill/>
          </a:ln>
        </p:spPr>
      </p:pic>
      <p:pic>
        <p:nvPicPr>
          <p:cNvPr id="93" name="Image 1" descr="/mnt/data/week5_lectures9_10/assets/L9_group_delay.png"/>
          <p:cNvPicPr/>
          <p:nvPr/>
        </p:nvPicPr>
        <p:blipFill>
          <a:blip r:embed="rId4"/>
          <a:stretch/>
        </p:blipFill>
        <p:spPr>
          <a:xfrm>
            <a:off x="6172200" y="1325880"/>
            <a:ext cx="5394600" cy="4068720"/>
          </a:xfrm>
          <a:prstGeom prst="rect">
            <a:avLst/>
          </a:prstGeom>
          <a:noFill/>
          <a:ln w="0">
            <a:noFill/>
          </a:ln>
        </p:spPr>
      </p:pic>
      <p:sp>
        <p:nvSpPr>
          <p:cNvPr id="94" name="Shape 5"/>
          <p:cNvSpPr/>
          <p:nvPr/>
        </p:nvSpPr>
        <p:spPr>
          <a:xfrm>
            <a:off x="1806120" y="5851800"/>
            <a:ext cx="8503560" cy="658080"/>
          </a:xfrm>
          <a:prstGeom prst="roundRect">
            <a:avLst>
              <a:gd name="adj" fmla="val 8333"/>
            </a:avLst>
          </a:prstGeom>
          <a:solidFill>
            <a:srgbClr val="F7FAFC"/>
          </a:solidFill>
          <a:ln w="19050">
            <a:solidFill>
              <a:srgbClr val="2F8F9D"/>
            </a:solidFill>
            <a:round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t">
            <a:noAutofit/>
          </a:bodyPr>
          <a:lstStyle/>
          <a:p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95" name="Text 6"/>
          <p:cNvSpPr/>
          <p:nvPr/>
        </p:nvSpPr>
        <p:spPr>
          <a:xfrm>
            <a:off x="1974960" y="5596200"/>
            <a:ext cx="8210880" cy="25560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0" rIns="0" bIns="0" anchor="ctr">
            <a:noAutofit/>
          </a:bodyPr>
          <a:lstStyle/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200" b="1" u="none" strike="noStrike">
                <a:solidFill>
                  <a:srgbClr val="2F8F9D"/>
                </a:solidFill>
                <a:effectLst/>
                <a:uFillTx/>
                <a:latin typeface="Aptos"/>
              </a:rPr>
              <a:t>Read both plots</a:t>
            </a:r>
            <a:endParaRPr lang="en-US" sz="12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96" name="Text 7"/>
          <p:cNvSpPr/>
          <p:nvPr/>
        </p:nvSpPr>
        <p:spPr>
          <a:xfrm>
            <a:off x="1974960" y="5925240"/>
            <a:ext cx="8210880" cy="12780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360" tIns="360" rIns="360" bIns="360" anchor="t">
            <a:noAutofit/>
          </a:bodyPr>
          <a:lstStyle/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600" b="0" u="none" strike="noStrike">
                <a:solidFill>
                  <a:srgbClr val="1F2937"/>
                </a:solidFill>
                <a:effectLst/>
                <a:uFillTx/>
                <a:latin typeface="Aptos"/>
              </a:rPr>
              <a:t>The phase curvature becomes group-delay variation. The derivative makes rapid phase changes easier to interpret as timing dispersion.</a:t>
            </a:r>
            <a:endParaRPr lang="en-US" sz="16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7" name="Text 0"/>
          <p:cNvSpPr/>
          <p:nvPr/>
        </p:nvSpPr>
        <p:spPr>
          <a:xfrm>
            <a:off x="411480" y="164520"/>
            <a:ext cx="5303160" cy="25560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0" rIns="0" bIns="0" anchor="ctr">
            <a:noAutofit/>
          </a:bodyPr>
          <a:lstStyle/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000" b="1" u="none" strike="noStrike">
                <a:solidFill>
                  <a:srgbClr val="2F75B5"/>
                </a:solidFill>
                <a:effectLst/>
                <a:uFillTx/>
                <a:latin typeface="Aptos"/>
              </a:rPr>
              <a:t>DSP + Machine Learning • Week 5</a:t>
            </a:r>
            <a:endParaRPr lang="en-US" sz="1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98" name="Text 1"/>
          <p:cNvSpPr/>
          <p:nvPr/>
        </p:nvSpPr>
        <p:spPr>
          <a:xfrm>
            <a:off x="411480" y="502920"/>
            <a:ext cx="11155320" cy="56664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0" rIns="0" bIns="0" anchor="ctr">
            <a:noAutofit/>
          </a:bodyPr>
          <a:lstStyle/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2700" b="1" u="none" strike="noStrike">
                <a:solidFill>
                  <a:srgbClr val="17365D"/>
                </a:solidFill>
                <a:effectLst/>
                <a:uFillTx/>
                <a:latin typeface="Aptos"/>
              </a:rPr>
              <a:t>A transient is a superposition of many frequencies</a:t>
            </a:r>
            <a:endParaRPr lang="en-US" sz="27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99" name="Shape 2"/>
          <p:cNvSpPr/>
          <p:nvPr/>
        </p:nvSpPr>
        <p:spPr>
          <a:xfrm>
            <a:off x="411480" y="1124640"/>
            <a:ext cx="11292840" cy="360"/>
          </a:xfrm>
          <a:prstGeom prst="line">
            <a:avLst/>
          </a:prstGeom>
          <a:ln w="12700">
            <a:solidFill>
              <a:srgbClr val="D7E0EA"/>
            </a:solidFill>
            <a:round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-44640" rIns="90000" bIns="-44640" anchor="t" anchorCtr="1">
            <a:noAutofit/>
          </a:bodyPr>
          <a:lstStyle/>
          <a:p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00" name="Text 3"/>
          <p:cNvSpPr/>
          <p:nvPr/>
        </p:nvSpPr>
        <p:spPr>
          <a:xfrm>
            <a:off x="411480" y="6473880"/>
            <a:ext cx="3840120" cy="18252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0" rIns="0" bIns="0" anchor="ctr">
            <a:noAutofit/>
          </a:bodyPr>
          <a:lstStyle/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900" b="0" u="none" strike="noStrike">
                <a:solidFill>
                  <a:srgbClr val="6B7280"/>
                </a:solidFill>
                <a:effectLst/>
                <a:uFillTx/>
                <a:latin typeface="Aptos"/>
              </a:rPr>
              <a:t>Oppenheim &amp; Schafer + Raschka</a:t>
            </a:r>
            <a:endParaRPr lang="en-US" sz="9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01" name="Text 4"/>
          <p:cNvSpPr/>
          <p:nvPr/>
        </p:nvSpPr>
        <p:spPr>
          <a:xfrm>
            <a:off x="11338560" y="6446520"/>
            <a:ext cx="365400" cy="18252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0" rIns="0" bIns="0" anchor="ctr">
            <a:noAutofit/>
          </a:bodyPr>
          <a:lstStyle/>
          <a:p>
            <a:pPr algn="r"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900" b="0" u="none" strike="noStrike">
                <a:solidFill>
                  <a:srgbClr val="6B7280"/>
                </a:solidFill>
                <a:effectLst/>
                <a:uFillTx/>
                <a:latin typeface="Aptos"/>
              </a:rPr>
              <a:t>11</a:t>
            </a:r>
            <a:endParaRPr lang="en-US" sz="9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02" name="Text 5"/>
          <p:cNvSpPr/>
          <p:nvPr/>
        </p:nvSpPr>
        <p:spPr>
          <a:xfrm>
            <a:off x="777240" y="1417320"/>
            <a:ext cx="10515240" cy="320004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720" tIns="720" rIns="720" bIns="720" anchor="t">
            <a:noAutofit/>
          </a:bodyPr>
          <a:lstStyle/>
          <a:p>
            <a:pPr marL="228600" indent="-228600" defTabSz="914400">
              <a:lnSpc>
                <a:spcPct val="100000"/>
              </a:lnSpc>
              <a:buClr>
                <a:srgbClr val="1F2937"/>
              </a:buClr>
              <a:buFont typeface="Symbol" charset="2"/>
              <a:buChar char=""/>
            </a:pPr>
            <a:r>
              <a:rPr lang="en-US" sz="1900" b="0" u="none" strike="noStrike">
                <a:solidFill>
                  <a:srgbClr val="1F2937"/>
                </a:solidFill>
                <a:effectLst/>
                <a:uFillTx/>
                <a:latin typeface="Aptos"/>
              </a:rPr>
              <a:t>A sharp onset or pulse requires many spectral components.</a:t>
            </a:r>
            <a:endParaRPr lang="en-US" sz="19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228600" indent="-228600" defTabSz="914400">
              <a:lnSpc>
                <a:spcPct val="100000"/>
              </a:lnSpc>
              <a:buClr>
                <a:srgbClr val="1F2937"/>
              </a:buClr>
              <a:buFont typeface="Symbol" charset="2"/>
              <a:buChar char=""/>
            </a:pPr>
            <a:r>
              <a:rPr lang="en-US" sz="1900" b="0" u="none" strike="noStrike">
                <a:solidFill>
                  <a:srgbClr val="1F2937"/>
                </a:solidFill>
                <a:effectLst/>
                <a:uFillTx/>
                <a:latin typeface="Aptos"/>
              </a:rPr>
              <a:t>If each component experiences a different delay, the components no longer reassemble at the same relative times.</a:t>
            </a:r>
            <a:endParaRPr lang="en-US" sz="19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228600" indent="-228600" defTabSz="914400">
              <a:lnSpc>
                <a:spcPct val="100000"/>
              </a:lnSpc>
              <a:buClr>
                <a:srgbClr val="1F2937"/>
              </a:buClr>
              <a:buFont typeface="Symbol" charset="2"/>
              <a:buChar char=""/>
            </a:pPr>
            <a:r>
              <a:rPr lang="en-US" sz="1900" b="0" u="none" strike="noStrike">
                <a:solidFill>
                  <a:srgbClr val="1F2937"/>
                </a:solidFill>
                <a:effectLst/>
                <a:uFillTx/>
                <a:latin typeface="Aptos"/>
              </a:rPr>
              <a:t>The result can be peak shift, ringing, smearing, or altered onset slope—even if |H(e^(jω))| looks acceptable.</a:t>
            </a:r>
            <a:endParaRPr lang="en-US" sz="19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03" name="Text 6"/>
          <p:cNvSpPr/>
          <p:nvPr/>
        </p:nvSpPr>
        <p:spPr>
          <a:xfrm>
            <a:off x="1097280" y="4709160"/>
            <a:ext cx="9692280" cy="731160"/>
          </a:xfrm>
          <a:prstGeom prst="rect">
            <a:avLst/>
          </a:prstGeom>
          <a:solidFill>
            <a:srgbClr val="F4F7FB"/>
          </a:solidFill>
          <a:ln w="12700">
            <a:solidFill>
              <a:srgbClr val="D7E0EA"/>
            </a:solidFill>
            <a:round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360" tIns="360" rIns="360" bIns="360" anchor="ctr">
            <a:noAutofit/>
          </a:bodyPr>
          <a:lstStyle/>
          <a:p>
            <a:pPr algn="ctr" defTabSz="914400">
              <a:lnSpc>
                <a:spcPct val="100000"/>
              </a:lnSpc>
              <a:tabLst>
                <a:tab pos="0" algn="l"/>
              </a:tabLst>
            </a:pPr>
            <a:endParaRPr lang="en-US" sz="2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pic>
        <p:nvPicPr>
          <p:cNvPr id="104" name="Picture 103" descr="eq_08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144767" y="4811522"/>
            <a:ext cx="3597305" cy="526435"/>
          </a:xfrm>
          <a:prstGeom prst="rect">
            <a:avLst/>
          </a:prstGeom>
        </p:spPr>
      </p:pic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4" name="Text 0"/>
          <p:cNvSpPr/>
          <p:nvPr/>
        </p:nvSpPr>
        <p:spPr>
          <a:xfrm>
            <a:off x="411480" y="164520"/>
            <a:ext cx="5303160" cy="25560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0" rIns="0" bIns="0" anchor="ctr">
            <a:noAutofit/>
          </a:bodyPr>
          <a:lstStyle/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000" b="1" u="none" strike="noStrike">
                <a:solidFill>
                  <a:srgbClr val="2F75B5"/>
                </a:solidFill>
                <a:effectLst/>
                <a:uFillTx/>
                <a:latin typeface="Aptos"/>
              </a:rPr>
              <a:t>DSP + Machine Learning • Week 5</a:t>
            </a:r>
            <a:endParaRPr lang="en-US" sz="1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05" name="Text 1"/>
          <p:cNvSpPr/>
          <p:nvPr/>
        </p:nvSpPr>
        <p:spPr>
          <a:xfrm>
            <a:off x="411480" y="502920"/>
            <a:ext cx="11155320" cy="56664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0" rIns="0" bIns="0" anchor="ctr">
            <a:noAutofit/>
          </a:bodyPr>
          <a:lstStyle/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2700" b="1" u="none" strike="noStrike" dirty="0">
                <a:solidFill>
                  <a:srgbClr val="17365D"/>
                </a:solidFill>
                <a:effectLst/>
                <a:uFillTx/>
                <a:latin typeface="Aptos"/>
              </a:rPr>
              <a:t>Demonstration: causal IIR dispersion versus zero-phase offline filtering</a:t>
            </a:r>
            <a:endParaRPr lang="en-US" sz="2700" b="0" u="none" strike="noStrike" dirty="0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06" name="Shape 2"/>
          <p:cNvSpPr/>
          <p:nvPr/>
        </p:nvSpPr>
        <p:spPr>
          <a:xfrm>
            <a:off x="411480" y="1124640"/>
            <a:ext cx="11292840" cy="360"/>
          </a:xfrm>
          <a:prstGeom prst="line">
            <a:avLst/>
          </a:prstGeom>
          <a:ln w="12700">
            <a:solidFill>
              <a:srgbClr val="D7E0EA"/>
            </a:solidFill>
            <a:round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-44640" rIns="90000" bIns="-44640" anchor="t" anchorCtr="1">
            <a:noAutofit/>
          </a:bodyPr>
          <a:lstStyle/>
          <a:p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07" name="Text 3"/>
          <p:cNvSpPr/>
          <p:nvPr/>
        </p:nvSpPr>
        <p:spPr>
          <a:xfrm>
            <a:off x="411480" y="6473880"/>
            <a:ext cx="3840120" cy="18252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0" rIns="0" bIns="0" anchor="ctr">
            <a:noAutofit/>
          </a:bodyPr>
          <a:lstStyle/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900" b="0" u="none" strike="noStrike">
                <a:solidFill>
                  <a:srgbClr val="6B7280"/>
                </a:solidFill>
                <a:effectLst/>
                <a:uFillTx/>
                <a:latin typeface="Aptos"/>
              </a:rPr>
              <a:t>Oppenheim &amp; Schafer + Raschka</a:t>
            </a:r>
            <a:endParaRPr lang="en-US" sz="9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08" name="Text 4"/>
          <p:cNvSpPr/>
          <p:nvPr/>
        </p:nvSpPr>
        <p:spPr>
          <a:xfrm>
            <a:off x="11338560" y="6446520"/>
            <a:ext cx="365400" cy="18252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0" rIns="0" bIns="0" anchor="ctr">
            <a:noAutofit/>
          </a:bodyPr>
          <a:lstStyle/>
          <a:p>
            <a:pPr algn="r"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900" b="0" u="none" strike="noStrike">
                <a:solidFill>
                  <a:srgbClr val="6B7280"/>
                </a:solidFill>
                <a:effectLst/>
                <a:uFillTx/>
                <a:latin typeface="Aptos"/>
              </a:rPr>
              <a:t>12</a:t>
            </a:r>
            <a:endParaRPr lang="en-US" sz="9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pic>
        <p:nvPicPr>
          <p:cNvPr id="109" name="Image 0" descr="/mnt/data/week5_lectures9_10/assets/L9_transient_dispersion.png"/>
          <p:cNvPicPr/>
          <p:nvPr/>
        </p:nvPicPr>
        <p:blipFill>
          <a:blip r:embed="rId3"/>
          <a:stretch/>
        </p:blipFill>
        <p:spPr>
          <a:xfrm>
            <a:off x="685800" y="1325880"/>
            <a:ext cx="7406280" cy="4388760"/>
          </a:xfrm>
          <a:prstGeom prst="rect">
            <a:avLst/>
          </a:prstGeom>
          <a:noFill/>
          <a:ln w="0">
            <a:noFill/>
          </a:ln>
        </p:spPr>
      </p:pic>
      <p:sp>
        <p:nvSpPr>
          <p:cNvPr id="110" name="Shape 5"/>
          <p:cNvSpPr/>
          <p:nvPr/>
        </p:nvSpPr>
        <p:spPr>
          <a:xfrm>
            <a:off x="8321040" y="1554480"/>
            <a:ext cx="2971440" cy="3108600"/>
          </a:xfrm>
          <a:prstGeom prst="roundRect">
            <a:avLst>
              <a:gd name="adj" fmla="val 1846"/>
            </a:avLst>
          </a:prstGeom>
          <a:solidFill>
            <a:srgbClr val="F7FAFC"/>
          </a:solidFill>
          <a:ln w="19050">
            <a:solidFill>
              <a:srgbClr val="D97706"/>
            </a:solidFill>
            <a:round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t">
            <a:noAutofit/>
          </a:bodyPr>
          <a:lstStyle/>
          <a:p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11" name="Text 6"/>
          <p:cNvSpPr/>
          <p:nvPr/>
        </p:nvSpPr>
        <p:spPr>
          <a:xfrm>
            <a:off x="8467200" y="1664280"/>
            <a:ext cx="2678760" cy="25560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0" rIns="0" bIns="0" anchor="ctr">
            <a:noAutofit/>
          </a:bodyPr>
          <a:lstStyle/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200" b="1" u="none" strike="noStrike">
                <a:solidFill>
                  <a:srgbClr val="D97706"/>
                </a:solidFill>
                <a:effectLst/>
                <a:uFillTx/>
                <a:latin typeface="Aptos"/>
              </a:rPr>
              <a:t>Good observation</a:t>
            </a:r>
            <a:endParaRPr lang="en-US" sz="12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12" name="Text 7"/>
          <p:cNvSpPr/>
          <p:nvPr/>
        </p:nvSpPr>
        <p:spPr>
          <a:xfrm>
            <a:off x="8467200" y="1993320"/>
            <a:ext cx="2678760" cy="257832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360" tIns="360" rIns="360" bIns="360" anchor="t">
            <a:noAutofit/>
          </a:bodyPr>
          <a:lstStyle/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600" b="0" u="none" strike="noStrike">
                <a:solidFill>
                  <a:srgbClr val="1F2937"/>
                </a:solidFill>
                <a:effectLst/>
                <a:uFillTx/>
                <a:latin typeface="Aptos"/>
              </a:rPr>
              <a:t>The causal IIR can shift and reshape the transient. Forward-backward filtering restores timing much better, but it is noncausal and changes the effective magnitude response.</a:t>
            </a:r>
            <a:endParaRPr lang="en-US" sz="16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>
            <a:extLst>
              <a:ext uri="{FF2B5EF4-FFF2-40B4-BE49-F238E27FC236}">
                <a16:creationId xmlns:a16="http://schemas.microsoft.com/office/drawing/2014/main" id="{1C059FC8-5E0A-127B-DD2F-D53107CF7C09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55914" y="1749056"/>
            <a:ext cx="5572118" cy="3944680"/>
          </a:xfrm>
          <a:prstGeom prst="rect">
            <a:avLst/>
          </a:prstGeom>
        </p:spPr>
      </p:pic>
      <p:sp>
        <p:nvSpPr>
          <p:cNvPr id="4" name="TextBox 3">
            <a:extLst>
              <a:ext uri="{FF2B5EF4-FFF2-40B4-BE49-F238E27FC236}">
                <a16:creationId xmlns:a16="http://schemas.microsoft.com/office/drawing/2014/main" id="{002FA95B-34BF-DB1F-ACCE-CA0DE09AA295}"/>
              </a:ext>
            </a:extLst>
          </p:cNvPr>
          <p:cNvSpPr txBox="1"/>
          <p:nvPr/>
        </p:nvSpPr>
        <p:spPr>
          <a:xfrm>
            <a:off x="563525" y="462517"/>
            <a:ext cx="8843896" cy="50783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2700" b="1" dirty="0">
                <a:solidFill>
                  <a:srgbClr val="17365D"/>
                </a:solidFill>
              </a:rPr>
              <a:t>Causal IIR dispersion versus zero-phase offline filtering</a:t>
            </a:r>
            <a:endParaRPr lang="en-US" sz="2700" dirty="0"/>
          </a:p>
        </p:txBody>
      </p:sp>
      <p:pic>
        <p:nvPicPr>
          <p:cNvPr id="6" name="Picture 5">
            <a:extLst>
              <a:ext uri="{FF2B5EF4-FFF2-40B4-BE49-F238E27FC236}">
                <a16:creationId xmlns:a16="http://schemas.microsoft.com/office/drawing/2014/main" id="{C4972E33-0289-BFBE-EF74-F230174D5FA2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950929" y="1121734"/>
            <a:ext cx="6039413" cy="531627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535392438"/>
      </p:ext>
    </p:extLst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Box 2">
            <a:extLst>
              <a:ext uri="{FF2B5EF4-FFF2-40B4-BE49-F238E27FC236}">
                <a16:creationId xmlns:a16="http://schemas.microsoft.com/office/drawing/2014/main" id="{32DC4411-B1EF-1140-9CB4-1F49259F22A4}"/>
              </a:ext>
            </a:extLst>
          </p:cNvPr>
          <p:cNvSpPr txBox="1"/>
          <p:nvPr/>
        </p:nvSpPr>
        <p:spPr>
          <a:xfrm>
            <a:off x="563525" y="462517"/>
            <a:ext cx="8843896" cy="50783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2700" b="1" dirty="0">
                <a:solidFill>
                  <a:srgbClr val="17365D"/>
                </a:solidFill>
              </a:rPr>
              <a:t>Causal IIR dispersion versus zero-phase offline filtering</a:t>
            </a:r>
            <a:endParaRPr lang="en-US" sz="2700" dirty="0"/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9C0300A9-D042-FFA2-BF2D-E3A85F59A4B0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69759" y="1435394"/>
            <a:ext cx="5429433" cy="4779335"/>
          </a:xfrm>
          <a:prstGeom prst="rect">
            <a:avLst/>
          </a:prstGeom>
        </p:spPr>
      </p:pic>
      <p:pic>
        <p:nvPicPr>
          <p:cNvPr id="7" name="Picture 6">
            <a:extLst>
              <a:ext uri="{FF2B5EF4-FFF2-40B4-BE49-F238E27FC236}">
                <a16:creationId xmlns:a16="http://schemas.microsoft.com/office/drawing/2014/main" id="{EBCF707F-4C70-43EC-B7DD-CF480EA6D583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096000" y="1435394"/>
            <a:ext cx="5609548" cy="477933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519338206"/>
      </p:ext>
    </p:extLst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3" name="Text 0"/>
          <p:cNvSpPr/>
          <p:nvPr/>
        </p:nvSpPr>
        <p:spPr>
          <a:xfrm>
            <a:off x="411480" y="164520"/>
            <a:ext cx="5303160" cy="25560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0" rIns="0" bIns="0" anchor="ctr">
            <a:noAutofit/>
          </a:bodyPr>
          <a:lstStyle/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000" b="1" u="none" strike="noStrike">
                <a:solidFill>
                  <a:srgbClr val="2F75B5"/>
                </a:solidFill>
                <a:effectLst/>
                <a:uFillTx/>
                <a:latin typeface="Aptos"/>
              </a:rPr>
              <a:t>DSP + Machine Learning • Week 5</a:t>
            </a:r>
            <a:endParaRPr lang="en-US" sz="1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14" name="Text 1"/>
          <p:cNvSpPr/>
          <p:nvPr/>
        </p:nvSpPr>
        <p:spPr>
          <a:xfrm>
            <a:off x="411480" y="502920"/>
            <a:ext cx="11155320" cy="56664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0" rIns="0" bIns="0" anchor="ctr">
            <a:noAutofit/>
          </a:bodyPr>
          <a:lstStyle/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2700" b="1" u="none" strike="noStrike">
                <a:solidFill>
                  <a:srgbClr val="17365D"/>
                </a:solidFill>
                <a:effectLst/>
                <a:uFillTx/>
                <a:latin typeface="Aptos"/>
              </a:rPr>
              <a:t>All-pass systems: magnitude one does not mean “does nothing”</a:t>
            </a:r>
            <a:endParaRPr lang="en-US" sz="27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15" name="Shape 2"/>
          <p:cNvSpPr/>
          <p:nvPr/>
        </p:nvSpPr>
        <p:spPr>
          <a:xfrm>
            <a:off x="411480" y="1124640"/>
            <a:ext cx="11292840" cy="360"/>
          </a:xfrm>
          <a:prstGeom prst="line">
            <a:avLst/>
          </a:prstGeom>
          <a:ln w="12700">
            <a:solidFill>
              <a:srgbClr val="D7E0EA"/>
            </a:solidFill>
            <a:round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-44640" rIns="90000" bIns="-44640" anchor="t" anchorCtr="1">
            <a:noAutofit/>
          </a:bodyPr>
          <a:lstStyle/>
          <a:p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16" name="Text 3"/>
          <p:cNvSpPr/>
          <p:nvPr/>
        </p:nvSpPr>
        <p:spPr>
          <a:xfrm>
            <a:off x="411480" y="6473880"/>
            <a:ext cx="3840120" cy="18252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0" rIns="0" bIns="0" anchor="ctr">
            <a:noAutofit/>
          </a:bodyPr>
          <a:lstStyle/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900" b="0" u="none" strike="noStrike">
                <a:solidFill>
                  <a:srgbClr val="6B7280"/>
                </a:solidFill>
                <a:effectLst/>
                <a:uFillTx/>
                <a:latin typeface="Aptos"/>
              </a:rPr>
              <a:t>Oppenheim &amp; Schafer + Raschka</a:t>
            </a:r>
            <a:endParaRPr lang="en-US" sz="9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17" name="Text 4"/>
          <p:cNvSpPr/>
          <p:nvPr/>
        </p:nvSpPr>
        <p:spPr>
          <a:xfrm>
            <a:off x="11338560" y="6446520"/>
            <a:ext cx="365400" cy="18252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0" rIns="0" bIns="0" anchor="ctr">
            <a:noAutofit/>
          </a:bodyPr>
          <a:lstStyle/>
          <a:p>
            <a:pPr algn="r"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900" b="0" u="none" strike="noStrike">
                <a:solidFill>
                  <a:srgbClr val="6B7280"/>
                </a:solidFill>
                <a:effectLst/>
                <a:uFillTx/>
                <a:latin typeface="Aptos"/>
              </a:rPr>
              <a:t>13</a:t>
            </a:r>
            <a:endParaRPr lang="en-US" sz="9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18" name="Text 5"/>
          <p:cNvSpPr/>
          <p:nvPr/>
        </p:nvSpPr>
        <p:spPr>
          <a:xfrm>
            <a:off x="914400" y="1325880"/>
            <a:ext cx="10332360" cy="731160"/>
          </a:xfrm>
          <a:prstGeom prst="rect">
            <a:avLst/>
          </a:prstGeom>
          <a:solidFill>
            <a:srgbClr val="F4F7FB"/>
          </a:solidFill>
          <a:ln w="12700">
            <a:solidFill>
              <a:srgbClr val="D7E0EA"/>
            </a:solidFill>
            <a:round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360" tIns="360" rIns="360" bIns="360" anchor="ctr">
            <a:noAutofit/>
          </a:bodyPr>
          <a:lstStyle/>
          <a:p>
            <a:pPr algn="ctr" defTabSz="914400">
              <a:lnSpc>
                <a:spcPct val="100000"/>
              </a:lnSpc>
              <a:tabLst>
                <a:tab pos="0" algn="l"/>
              </a:tabLst>
            </a:pPr>
            <a:endParaRPr lang="en-US" sz="24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19" name="Text 6"/>
          <p:cNvSpPr/>
          <p:nvPr/>
        </p:nvSpPr>
        <p:spPr>
          <a:xfrm>
            <a:off x="777240" y="2423160"/>
            <a:ext cx="10423800" cy="274284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720" tIns="720" rIns="720" bIns="720" anchor="t">
            <a:noAutofit/>
          </a:bodyPr>
          <a:lstStyle/>
          <a:p>
            <a:pPr marL="228600" indent="-228600" defTabSz="914400">
              <a:lnSpc>
                <a:spcPct val="100000"/>
              </a:lnSpc>
              <a:buClr>
                <a:srgbClr val="1F2937"/>
              </a:buClr>
              <a:buFont typeface="Symbol" charset="2"/>
              <a:buChar char=""/>
            </a:pPr>
            <a:r>
              <a:rPr lang="en-US" sz="1800" b="0" u="none" strike="noStrike">
                <a:solidFill>
                  <a:srgbClr val="1F2937"/>
                </a:solidFill>
                <a:effectLst/>
                <a:uFillTx/>
                <a:latin typeface="Aptos"/>
              </a:rPr>
              <a:t>An all-pass changes phase without changing magnitude.</a:t>
            </a:r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228600" indent="-228600" defTabSz="914400">
              <a:lnSpc>
                <a:spcPct val="100000"/>
              </a:lnSpc>
              <a:buClr>
                <a:srgbClr val="1F2937"/>
              </a:buClr>
              <a:buFont typeface="Symbol" charset="2"/>
              <a:buChar char=""/>
            </a:pPr>
            <a:r>
              <a:rPr lang="en-US" sz="1800" b="0" u="none" strike="noStrike">
                <a:solidFill>
                  <a:srgbClr val="1F2937"/>
                </a:solidFill>
                <a:effectLst/>
                <a:uFillTx/>
                <a:latin typeface="Aptos"/>
              </a:rPr>
              <a:t>That makes it a phase / group-delay design element rather than a magnitude-shaping element.</a:t>
            </a:r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228600" indent="-228600" defTabSz="914400">
              <a:lnSpc>
                <a:spcPct val="100000"/>
              </a:lnSpc>
              <a:buClr>
                <a:srgbClr val="1F2937"/>
              </a:buClr>
              <a:buFont typeface="Symbol" charset="2"/>
              <a:buChar char=""/>
            </a:pPr>
            <a:r>
              <a:rPr lang="en-US" sz="1800" b="0" u="none" strike="noStrike">
                <a:solidFill>
                  <a:srgbClr val="1F2937"/>
                </a:solidFill>
                <a:effectLst/>
                <a:uFillTx/>
                <a:latin typeface="Aptos"/>
              </a:rPr>
              <a:t>Useful for phase equalization, fractional-delay structures, and decomposing a system into minimum-phase and all-pass parts.</a:t>
            </a:r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pic>
        <p:nvPicPr>
          <p:cNvPr id="120" name="Picture 119" descr="eq_09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270960" y="1428242"/>
            <a:ext cx="3619240" cy="526435"/>
          </a:xfrm>
          <a:prstGeom prst="rect">
            <a:avLst/>
          </a:prstGeom>
        </p:spPr>
      </p:pic>
    </p:spTree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0" name="Text 0"/>
          <p:cNvSpPr/>
          <p:nvPr/>
        </p:nvSpPr>
        <p:spPr>
          <a:xfrm>
            <a:off x="411480" y="164520"/>
            <a:ext cx="5303160" cy="25560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0" rIns="0" bIns="0" anchor="ctr">
            <a:noAutofit/>
          </a:bodyPr>
          <a:lstStyle/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000" b="1" u="none" strike="noStrike">
                <a:solidFill>
                  <a:srgbClr val="2F75B5"/>
                </a:solidFill>
                <a:effectLst/>
                <a:uFillTx/>
                <a:latin typeface="Aptos"/>
              </a:rPr>
              <a:t>DSP + Machine Learning • Week 5</a:t>
            </a:r>
            <a:endParaRPr lang="en-US" sz="1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21" name="Text 1"/>
          <p:cNvSpPr/>
          <p:nvPr/>
        </p:nvSpPr>
        <p:spPr>
          <a:xfrm>
            <a:off x="411480" y="502920"/>
            <a:ext cx="11155320" cy="56664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0" rIns="0" bIns="0" anchor="ctr">
            <a:noAutofit/>
          </a:bodyPr>
          <a:lstStyle/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2700" b="1" u="none" strike="noStrike">
                <a:solidFill>
                  <a:srgbClr val="17365D"/>
                </a:solidFill>
                <a:effectLst/>
                <a:uFillTx/>
                <a:latin typeface="Aptos"/>
              </a:rPr>
              <a:t>First-order all-pass structure</a:t>
            </a:r>
            <a:endParaRPr lang="en-US" sz="27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22" name="Shape 2"/>
          <p:cNvSpPr/>
          <p:nvPr/>
        </p:nvSpPr>
        <p:spPr>
          <a:xfrm>
            <a:off x="411480" y="1124640"/>
            <a:ext cx="11292840" cy="360"/>
          </a:xfrm>
          <a:prstGeom prst="line">
            <a:avLst/>
          </a:prstGeom>
          <a:ln w="12700">
            <a:solidFill>
              <a:srgbClr val="D7E0EA"/>
            </a:solidFill>
            <a:round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-44640" rIns="90000" bIns="-44640" anchor="t" anchorCtr="1">
            <a:noAutofit/>
          </a:bodyPr>
          <a:lstStyle/>
          <a:p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23" name="Text 3"/>
          <p:cNvSpPr/>
          <p:nvPr/>
        </p:nvSpPr>
        <p:spPr>
          <a:xfrm>
            <a:off x="411480" y="6473880"/>
            <a:ext cx="3840120" cy="18252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0" rIns="0" bIns="0" anchor="ctr">
            <a:noAutofit/>
          </a:bodyPr>
          <a:lstStyle/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900" b="0" u="none" strike="noStrike">
                <a:solidFill>
                  <a:srgbClr val="6B7280"/>
                </a:solidFill>
                <a:effectLst/>
                <a:uFillTx/>
                <a:latin typeface="Aptos"/>
              </a:rPr>
              <a:t>Oppenheim &amp; Schafer + Raschka</a:t>
            </a:r>
            <a:endParaRPr lang="en-US" sz="9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24" name="Text 4"/>
          <p:cNvSpPr/>
          <p:nvPr/>
        </p:nvSpPr>
        <p:spPr>
          <a:xfrm>
            <a:off x="11338560" y="6446520"/>
            <a:ext cx="365400" cy="18252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0" rIns="0" bIns="0" anchor="ctr">
            <a:noAutofit/>
          </a:bodyPr>
          <a:lstStyle/>
          <a:p>
            <a:pPr algn="r"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900" b="0" u="none" strike="noStrike">
                <a:solidFill>
                  <a:srgbClr val="6B7280"/>
                </a:solidFill>
                <a:effectLst/>
                <a:uFillTx/>
                <a:latin typeface="Aptos"/>
              </a:rPr>
              <a:t>14</a:t>
            </a:r>
            <a:endParaRPr lang="en-US" sz="9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25" name="Text 5"/>
          <p:cNvSpPr/>
          <p:nvPr/>
        </p:nvSpPr>
        <p:spPr>
          <a:xfrm>
            <a:off x="731520" y="1325880"/>
            <a:ext cx="10698120" cy="776880"/>
          </a:xfrm>
          <a:prstGeom prst="rect">
            <a:avLst/>
          </a:prstGeom>
          <a:solidFill>
            <a:srgbClr val="F4F7FB"/>
          </a:solidFill>
          <a:ln w="12700">
            <a:solidFill>
              <a:srgbClr val="D7E0EA"/>
            </a:solidFill>
            <a:round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360" tIns="360" rIns="360" bIns="360" anchor="ctr">
            <a:noAutofit/>
          </a:bodyPr>
          <a:lstStyle/>
          <a:p>
            <a:pPr algn="ctr" defTabSz="914400">
              <a:lnSpc>
                <a:spcPct val="100000"/>
              </a:lnSpc>
              <a:tabLst>
                <a:tab pos="0" algn="l"/>
              </a:tabLst>
            </a:pPr>
            <a:endParaRPr lang="en-US" sz="22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26" name="Text 6"/>
          <p:cNvSpPr/>
          <p:nvPr/>
        </p:nvSpPr>
        <p:spPr>
          <a:xfrm>
            <a:off x="777240" y="2514600"/>
            <a:ext cx="10515240" cy="255996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720" tIns="720" rIns="720" bIns="720" anchor="t">
            <a:noAutofit/>
          </a:bodyPr>
          <a:lstStyle/>
          <a:p>
            <a:pPr marL="228600" indent="-228600" defTabSz="914400">
              <a:lnSpc>
                <a:spcPct val="100000"/>
              </a:lnSpc>
              <a:buClr>
                <a:srgbClr val="1F2937"/>
              </a:buClr>
              <a:buFont typeface="Symbol" charset="2"/>
              <a:buChar char=""/>
            </a:pPr>
            <a:r>
              <a:rPr lang="en-US" sz="1800" b="0" u="none" strike="noStrike">
                <a:solidFill>
                  <a:srgbClr val="1F2937"/>
                </a:solidFill>
                <a:effectLst/>
                <a:uFillTx/>
                <a:latin typeface="Aptos"/>
              </a:rPr>
              <a:t>Pole at z=a lies inside the unit circle.</a:t>
            </a:r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228600" indent="-228600" defTabSz="914400">
              <a:lnSpc>
                <a:spcPct val="100000"/>
              </a:lnSpc>
              <a:buClr>
                <a:srgbClr val="1F2937"/>
              </a:buClr>
              <a:buFont typeface="Symbol" charset="2"/>
              <a:buChar char=""/>
            </a:pPr>
            <a:r>
              <a:rPr lang="en-US" sz="1800" b="0" u="none" strike="noStrike">
                <a:solidFill>
                  <a:srgbClr val="1F2937"/>
                </a:solidFill>
                <a:effectLst/>
                <a:uFillTx/>
                <a:latin typeface="Aptos"/>
              </a:rPr>
              <a:t>Zero at z=1/a* lies at the conjugate reciprocal location outside the unit circle.</a:t>
            </a:r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228600" indent="-228600" defTabSz="914400">
              <a:lnSpc>
                <a:spcPct val="100000"/>
              </a:lnSpc>
              <a:buClr>
                <a:srgbClr val="1F2937"/>
              </a:buClr>
              <a:buFont typeface="Symbol" charset="2"/>
              <a:buChar char=""/>
            </a:pPr>
            <a:r>
              <a:rPr lang="en-US" sz="1800" b="0" u="none" strike="noStrike">
                <a:solidFill>
                  <a:srgbClr val="1F2937"/>
                </a:solidFill>
                <a:effectLst/>
                <a:uFillTx/>
                <a:latin typeface="Aptos"/>
              </a:rPr>
              <a:t>On |z|=1, numerator and denominator distances match, so magnitude is unity.</a:t>
            </a:r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pic>
        <p:nvPicPr>
          <p:cNvPr id="127" name="Picture 126" descr="eq_10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896245" y="1434643"/>
            <a:ext cx="4368669" cy="559353"/>
          </a:xfrm>
          <a:prstGeom prst="rect">
            <a:avLst/>
          </a:prstGeom>
        </p:spPr>
      </p:pic>
    </p:spTree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7" name="Text 0"/>
          <p:cNvSpPr/>
          <p:nvPr/>
        </p:nvSpPr>
        <p:spPr>
          <a:xfrm>
            <a:off x="411480" y="164520"/>
            <a:ext cx="5303160" cy="25560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0" rIns="0" bIns="0" anchor="ctr">
            <a:noAutofit/>
          </a:bodyPr>
          <a:lstStyle/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000" b="1" u="none" strike="noStrike">
                <a:solidFill>
                  <a:srgbClr val="2F75B5"/>
                </a:solidFill>
                <a:effectLst/>
                <a:uFillTx/>
                <a:latin typeface="Aptos"/>
              </a:rPr>
              <a:t>DSP + Machine Learning • Week 5</a:t>
            </a:r>
            <a:endParaRPr lang="en-US" sz="1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38" name="Text 1"/>
          <p:cNvSpPr/>
          <p:nvPr/>
        </p:nvSpPr>
        <p:spPr>
          <a:xfrm>
            <a:off x="411480" y="502920"/>
            <a:ext cx="11155320" cy="56664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0" rIns="0" bIns="0" anchor="ctr">
            <a:noAutofit/>
          </a:bodyPr>
          <a:lstStyle/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2700" b="1" u="none" strike="noStrike">
                <a:solidFill>
                  <a:srgbClr val="17365D"/>
                </a:solidFill>
                <a:effectLst/>
                <a:uFillTx/>
                <a:latin typeface="Aptos"/>
              </a:rPr>
              <a:t>Phase equalization with an all-pass</a:t>
            </a:r>
            <a:endParaRPr lang="en-US" sz="27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39" name="Shape 2"/>
          <p:cNvSpPr/>
          <p:nvPr/>
        </p:nvSpPr>
        <p:spPr>
          <a:xfrm>
            <a:off x="411480" y="1124640"/>
            <a:ext cx="11292840" cy="360"/>
          </a:xfrm>
          <a:prstGeom prst="line">
            <a:avLst/>
          </a:prstGeom>
          <a:ln w="12700">
            <a:solidFill>
              <a:srgbClr val="D7E0EA"/>
            </a:solidFill>
            <a:round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-44640" rIns="90000" bIns="-44640" anchor="t" anchorCtr="1">
            <a:noAutofit/>
          </a:bodyPr>
          <a:lstStyle/>
          <a:p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40" name="Text 3"/>
          <p:cNvSpPr/>
          <p:nvPr/>
        </p:nvSpPr>
        <p:spPr>
          <a:xfrm>
            <a:off x="411480" y="6473880"/>
            <a:ext cx="3840120" cy="18252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0" rIns="0" bIns="0" anchor="ctr">
            <a:noAutofit/>
          </a:bodyPr>
          <a:lstStyle/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900" b="0" u="none" strike="noStrike">
                <a:solidFill>
                  <a:srgbClr val="6B7280"/>
                </a:solidFill>
                <a:effectLst/>
                <a:uFillTx/>
                <a:latin typeface="Aptos"/>
              </a:rPr>
              <a:t>Oppenheim &amp; Schafer + Raschka</a:t>
            </a:r>
            <a:endParaRPr lang="en-US" sz="9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41" name="Text 4"/>
          <p:cNvSpPr/>
          <p:nvPr/>
        </p:nvSpPr>
        <p:spPr>
          <a:xfrm>
            <a:off x="11338560" y="6446520"/>
            <a:ext cx="365400" cy="18252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0" rIns="0" bIns="0" anchor="ctr">
            <a:noAutofit/>
          </a:bodyPr>
          <a:lstStyle/>
          <a:p>
            <a:pPr algn="r"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900" b="0" u="none" strike="noStrike">
                <a:solidFill>
                  <a:srgbClr val="6B7280"/>
                </a:solidFill>
                <a:effectLst/>
                <a:uFillTx/>
                <a:latin typeface="Aptos"/>
              </a:rPr>
              <a:t>16</a:t>
            </a:r>
            <a:endParaRPr lang="en-US" sz="9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42" name="Text 5"/>
          <p:cNvSpPr/>
          <p:nvPr/>
        </p:nvSpPr>
        <p:spPr>
          <a:xfrm>
            <a:off x="731520" y="1417320"/>
            <a:ext cx="10515240" cy="310860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720" tIns="720" rIns="720" bIns="720" anchor="t">
            <a:noAutofit/>
          </a:bodyPr>
          <a:lstStyle/>
          <a:p>
            <a:pPr marL="228600" indent="-228600" defTabSz="914400">
              <a:lnSpc>
                <a:spcPct val="100000"/>
              </a:lnSpc>
              <a:buClr>
                <a:srgbClr val="1F2937"/>
              </a:buClr>
              <a:buFont typeface="Symbol" charset="2"/>
              <a:buChar char=""/>
            </a:pPr>
            <a:r>
              <a:rPr lang="en-US" sz="1800" b="0" u="none" strike="noStrike">
                <a:solidFill>
                  <a:srgbClr val="1F2937"/>
                </a:solidFill>
                <a:effectLst/>
                <a:uFillTx/>
                <a:latin typeface="Aptos"/>
              </a:rPr>
              <a:t>Suppose a magnitude response is acceptable but group delay is uneven.</a:t>
            </a:r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228600" indent="-228600" defTabSz="914400">
              <a:lnSpc>
                <a:spcPct val="100000"/>
              </a:lnSpc>
              <a:buClr>
                <a:srgbClr val="1F2937"/>
              </a:buClr>
              <a:buFont typeface="Symbol" charset="2"/>
              <a:buChar char=""/>
            </a:pPr>
            <a:r>
              <a:rPr lang="en-US" sz="1800" b="0" u="none" strike="noStrike">
                <a:solidFill>
                  <a:srgbClr val="1F2937"/>
                </a:solidFill>
                <a:effectLst/>
                <a:uFillTx/>
                <a:latin typeface="Aptos"/>
              </a:rPr>
              <a:t>Cascading an all-pass leaves total magnitude unchanged because |Hₜₒₜ|=|H||Hₐₚ|=|H|.</a:t>
            </a:r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228600" indent="-228600" defTabSz="914400">
              <a:lnSpc>
                <a:spcPct val="100000"/>
              </a:lnSpc>
              <a:buClr>
                <a:srgbClr val="1F2937"/>
              </a:buClr>
              <a:buFont typeface="Symbol" charset="2"/>
              <a:buChar char=""/>
            </a:pPr>
            <a:r>
              <a:rPr lang="en-US" sz="1800" b="0" u="none" strike="noStrike">
                <a:solidFill>
                  <a:srgbClr val="1F2937"/>
                </a:solidFill>
                <a:effectLst/>
                <a:uFillTx/>
                <a:latin typeface="Aptos"/>
              </a:rPr>
              <a:t>Choose the all-pass phase so its group-delay contribution makes the total delay flatter over the band of interest.</a:t>
            </a:r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43" name="Text 6"/>
          <p:cNvSpPr/>
          <p:nvPr/>
        </p:nvSpPr>
        <p:spPr>
          <a:xfrm>
            <a:off x="914400" y="4754880"/>
            <a:ext cx="10240920" cy="776880"/>
          </a:xfrm>
          <a:prstGeom prst="rect">
            <a:avLst/>
          </a:prstGeom>
          <a:solidFill>
            <a:srgbClr val="F4F7FB"/>
          </a:solidFill>
          <a:ln w="12700">
            <a:solidFill>
              <a:srgbClr val="D7E0EA"/>
            </a:solidFill>
            <a:round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360" tIns="360" rIns="360" bIns="360" anchor="ctr">
            <a:noAutofit/>
          </a:bodyPr>
          <a:lstStyle/>
          <a:p>
            <a:pPr algn="ctr" defTabSz="914400">
              <a:lnSpc>
                <a:spcPct val="100000"/>
              </a:lnSpc>
              <a:tabLst>
                <a:tab pos="0" algn="l"/>
              </a:tabLst>
            </a:pPr>
            <a:endParaRPr lang="en-US" sz="21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pic>
        <p:nvPicPr>
          <p:cNvPr id="144" name="Picture 143" descr="eq_11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602199" y="4863643"/>
            <a:ext cx="6865322" cy="559353"/>
          </a:xfrm>
          <a:prstGeom prst="rect">
            <a:avLst/>
          </a:prstGeom>
        </p:spPr>
      </p:pic>
    </p:spTree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4" name="Text 0"/>
          <p:cNvSpPr/>
          <p:nvPr/>
        </p:nvSpPr>
        <p:spPr>
          <a:xfrm>
            <a:off x="411480" y="164520"/>
            <a:ext cx="5303160" cy="25560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0" rIns="0" bIns="0" anchor="ctr">
            <a:noAutofit/>
          </a:bodyPr>
          <a:lstStyle/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000" b="1" u="none" strike="noStrike">
                <a:solidFill>
                  <a:srgbClr val="2F75B5"/>
                </a:solidFill>
                <a:effectLst/>
                <a:uFillTx/>
                <a:latin typeface="Aptos"/>
              </a:rPr>
              <a:t>DSP + Machine Learning • Week 5</a:t>
            </a:r>
            <a:endParaRPr lang="en-US" sz="1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45" name="Text 1"/>
          <p:cNvSpPr/>
          <p:nvPr/>
        </p:nvSpPr>
        <p:spPr>
          <a:xfrm>
            <a:off x="411480" y="502920"/>
            <a:ext cx="11155320" cy="56664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0" rIns="0" bIns="0" anchor="ctr">
            <a:noAutofit/>
          </a:bodyPr>
          <a:lstStyle/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2700" b="1" u="none" strike="noStrike">
                <a:solidFill>
                  <a:srgbClr val="17365D"/>
                </a:solidFill>
                <a:effectLst/>
                <a:uFillTx/>
                <a:latin typeface="Aptos"/>
              </a:rPr>
              <a:t>What can an all-pass equalizer not fix?</a:t>
            </a:r>
            <a:endParaRPr lang="en-US" sz="27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46" name="Shape 2"/>
          <p:cNvSpPr/>
          <p:nvPr/>
        </p:nvSpPr>
        <p:spPr>
          <a:xfrm>
            <a:off x="411480" y="1124640"/>
            <a:ext cx="11292840" cy="360"/>
          </a:xfrm>
          <a:prstGeom prst="line">
            <a:avLst/>
          </a:prstGeom>
          <a:ln w="12700">
            <a:solidFill>
              <a:srgbClr val="D7E0EA"/>
            </a:solidFill>
            <a:round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-44640" rIns="90000" bIns="-44640" anchor="t" anchorCtr="1">
            <a:noAutofit/>
          </a:bodyPr>
          <a:lstStyle/>
          <a:p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47" name="Text 3"/>
          <p:cNvSpPr/>
          <p:nvPr/>
        </p:nvSpPr>
        <p:spPr>
          <a:xfrm>
            <a:off x="411480" y="6473880"/>
            <a:ext cx="3840120" cy="18252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0" rIns="0" bIns="0" anchor="ctr">
            <a:noAutofit/>
          </a:bodyPr>
          <a:lstStyle/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900" b="0" u="none" strike="noStrike">
                <a:solidFill>
                  <a:srgbClr val="6B7280"/>
                </a:solidFill>
                <a:effectLst/>
                <a:uFillTx/>
                <a:latin typeface="Aptos"/>
              </a:rPr>
              <a:t>Oppenheim &amp; Schafer + Raschka</a:t>
            </a:r>
            <a:endParaRPr lang="en-US" sz="9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48" name="Text 4"/>
          <p:cNvSpPr/>
          <p:nvPr/>
        </p:nvSpPr>
        <p:spPr>
          <a:xfrm>
            <a:off x="11338560" y="6446520"/>
            <a:ext cx="365400" cy="18252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0" rIns="0" bIns="0" anchor="ctr">
            <a:noAutofit/>
          </a:bodyPr>
          <a:lstStyle/>
          <a:p>
            <a:pPr algn="r"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900" b="0" u="none" strike="noStrike">
                <a:solidFill>
                  <a:srgbClr val="6B7280"/>
                </a:solidFill>
                <a:effectLst/>
                <a:uFillTx/>
                <a:latin typeface="Aptos"/>
              </a:rPr>
              <a:t>17</a:t>
            </a:r>
            <a:endParaRPr lang="en-US" sz="9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49" name="Text 5"/>
          <p:cNvSpPr/>
          <p:nvPr/>
        </p:nvSpPr>
        <p:spPr>
          <a:xfrm>
            <a:off x="777240" y="1417320"/>
            <a:ext cx="10515240" cy="411444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720" tIns="720" rIns="720" bIns="720" anchor="t">
            <a:noAutofit/>
          </a:bodyPr>
          <a:lstStyle/>
          <a:p>
            <a:pPr marL="228600" indent="-228600" defTabSz="914400">
              <a:lnSpc>
                <a:spcPct val="100000"/>
              </a:lnSpc>
              <a:buClr>
                <a:srgbClr val="1F2937"/>
              </a:buClr>
              <a:buFont typeface="Symbol" charset="2"/>
              <a:buChar char=""/>
            </a:pPr>
            <a:r>
              <a:rPr lang="en-US" sz="1800" b="0" u="none" strike="noStrike">
                <a:solidFill>
                  <a:srgbClr val="1F2937"/>
                </a:solidFill>
                <a:effectLst/>
                <a:uFillTx/>
                <a:latin typeface="Aptos"/>
              </a:rPr>
              <a:t>It cannot repair magnitude notches, stopband leakage, or insufficient bandwidth because its magnitude is exactly one.</a:t>
            </a:r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228600" indent="-228600" defTabSz="914400">
              <a:lnSpc>
                <a:spcPct val="100000"/>
              </a:lnSpc>
              <a:buClr>
                <a:srgbClr val="1F2937"/>
              </a:buClr>
              <a:buFont typeface="Symbol" charset="2"/>
              <a:buChar char=""/>
            </a:pPr>
            <a:r>
              <a:rPr lang="en-US" sz="1800" b="0" u="none" strike="noStrike">
                <a:solidFill>
                  <a:srgbClr val="1F2937"/>
                </a:solidFill>
                <a:effectLst/>
                <a:uFillTx/>
                <a:latin typeface="Aptos"/>
              </a:rPr>
              <a:t>It can only redistribute phase / group delay.</a:t>
            </a:r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228600" indent="-228600" defTabSz="914400">
              <a:lnSpc>
                <a:spcPct val="100000"/>
              </a:lnSpc>
              <a:buClr>
                <a:srgbClr val="1F2937"/>
              </a:buClr>
              <a:buFont typeface="Symbol" charset="2"/>
              <a:buChar char=""/>
            </a:pPr>
            <a:r>
              <a:rPr lang="en-US" sz="1800" b="0" u="none" strike="noStrike">
                <a:solidFill>
                  <a:srgbClr val="1F2937"/>
                </a:solidFill>
                <a:effectLst/>
                <a:uFillTx/>
                <a:latin typeface="Aptos"/>
              </a:rPr>
              <a:t>A causal stable all-pass generally adds nonnegative group delay; “flattening” often means adding delay where the original system was too fast rather than subtracting delay where it was too slow.</a:t>
            </a:r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</p:spTree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0" name="Text 0"/>
          <p:cNvSpPr/>
          <p:nvPr/>
        </p:nvSpPr>
        <p:spPr>
          <a:xfrm>
            <a:off x="411480" y="164520"/>
            <a:ext cx="5303160" cy="25560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0" rIns="0" bIns="0" anchor="ctr">
            <a:noAutofit/>
          </a:bodyPr>
          <a:lstStyle/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000" b="1" u="none" strike="noStrike">
                <a:solidFill>
                  <a:srgbClr val="2F75B5"/>
                </a:solidFill>
                <a:effectLst/>
                <a:uFillTx/>
                <a:latin typeface="Aptos"/>
              </a:rPr>
              <a:t>DSP + Machine Learning • Week 5</a:t>
            </a:r>
            <a:endParaRPr lang="en-US" sz="1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51" name="Text 1"/>
          <p:cNvSpPr/>
          <p:nvPr/>
        </p:nvSpPr>
        <p:spPr>
          <a:xfrm>
            <a:off x="411480" y="502920"/>
            <a:ext cx="11155320" cy="56664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0" rIns="0" bIns="0" anchor="ctr">
            <a:noAutofit/>
          </a:bodyPr>
          <a:lstStyle/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2700" b="1" u="none" strike="noStrike">
                <a:solidFill>
                  <a:srgbClr val="17365D"/>
                </a:solidFill>
                <a:effectLst/>
                <a:uFillTx/>
                <a:latin typeface="Aptos"/>
              </a:rPr>
              <a:t>ML context: feature distortion happens before the model</a:t>
            </a:r>
            <a:endParaRPr lang="en-US" sz="27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52" name="Shape 2"/>
          <p:cNvSpPr/>
          <p:nvPr/>
        </p:nvSpPr>
        <p:spPr>
          <a:xfrm>
            <a:off x="411480" y="1124640"/>
            <a:ext cx="11292840" cy="360"/>
          </a:xfrm>
          <a:prstGeom prst="line">
            <a:avLst/>
          </a:prstGeom>
          <a:ln w="12700">
            <a:solidFill>
              <a:srgbClr val="D7E0EA"/>
            </a:solidFill>
            <a:round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-44640" rIns="90000" bIns="-44640" anchor="t" anchorCtr="1">
            <a:noAutofit/>
          </a:bodyPr>
          <a:lstStyle/>
          <a:p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53" name="Text 3"/>
          <p:cNvSpPr/>
          <p:nvPr/>
        </p:nvSpPr>
        <p:spPr>
          <a:xfrm>
            <a:off x="411480" y="6473880"/>
            <a:ext cx="3840120" cy="18252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0" rIns="0" bIns="0" anchor="ctr">
            <a:noAutofit/>
          </a:bodyPr>
          <a:lstStyle/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900" b="0" u="none" strike="noStrike">
                <a:solidFill>
                  <a:srgbClr val="6B7280"/>
                </a:solidFill>
                <a:effectLst/>
                <a:uFillTx/>
                <a:latin typeface="Aptos"/>
              </a:rPr>
              <a:t>Oppenheim &amp; Schafer + Raschka</a:t>
            </a:r>
            <a:endParaRPr lang="en-US" sz="9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54" name="Text 4"/>
          <p:cNvSpPr/>
          <p:nvPr/>
        </p:nvSpPr>
        <p:spPr>
          <a:xfrm>
            <a:off x="11338560" y="6446520"/>
            <a:ext cx="365400" cy="18252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0" rIns="0" bIns="0" anchor="ctr">
            <a:noAutofit/>
          </a:bodyPr>
          <a:lstStyle/>
          <a:p>
            <a:pPr algn="r"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900" b="0" u="none" strike="noStrike">
                <a:solidFill>
                  <a:srgbClr val="6B7280"/>
                </a:solidFill>
                <a:effectLst/>
                <a:uFillTx/>
                <a:latin typeface="Aptos"/>
              </a:rPr>
              <a:t>18</a:t>
            </a:r>
            <a:endParaRPr lang="en-US" sz="9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55" name="Text 5"/>
          <p:cNvSpPr/>
          <p:nvPr/>
        </p:nvSpPr>
        <p:spPr>
          <a:xfrm>
            <a:off x="731520" y="1371600"/>
            <a:ext cx="10698120" cy="420588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720" tIns="720" rIns="720" bIns="720" anchor="t">
            <a:noAutofit/>
          </a:bodyPr>
          <a:lstStyle/>
          <a:p>
            <a:pPr marL="228600" indent="-228600" defTabSz="914400">
              <a:lnSpc>
                <a:spcPct val="100000"/>
              </a:lnSpc>
              <a:buClr>
                <a:srgbClr val="1F2937"/>
              </a:buClr>
              <a:buFont typeface="Symbol" charset="2"/>
              <a:buChar char=""/>
            </a:pPr>
            <a:r>
              <a:rPr lang="en-US" sz="1800" b="0" u="none" strike="noStrike">
                <a:solidFill>
                  <a:srgbClr val="1F2937"/>
                </a:solidFill>
                <a:effectLst/>
                <a:uFillTx/>
                <a:latin typeface="Aptos"/>
              </a:rPr>
              <a:t>ECG anomaly detection: QRS peak timing and slope may be predictive.</a:t>
            </a:r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228600" indent="-228600" defTabSz="914400">
              <a:lnSpc>
                <a:spcPct val="100000"/>
              </a:lnSpc>
              <a:buClr>
                <a:srgbClr val="1F2937"/>
              </a:buClr>
              <a:buFont typeface="Symbol" charset="2"/>
              <a:buChar char=""/>
            </a:pPr>
            <a:r>
              <a:rPr lang="en-US" sz="1800" b="0" u="none" strike="noStrike">
                <a:solidFill>
                  <a:srgbClr val="1F2937"/>
                </a:solidFill>
                <a:effectLst/>
                <a:uFillTx/>
                <a:latin typeface="Aptos"/>
              </a:rPr>
              <a:t>Audio event detection: onset rise time and inter-channel timing may be predictive.</a:t>
            </a:r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228600" indent="-228600" defTabSz="914400">
              <a:lnSpc>
                <a:spcPct val="100000"/>
              </a:lnSpc>
              <a:buClr>
                <a:srgbClr val="1F2937"/>
              </a:buClr>
              <a:buFont typeface="Symbol" charset="2"/>
              <a:buChar char=""/>
            </a:pPr>
            <a:r>
              <a:rPr lang="en-US" sz="1800" b="0" u="none" strike="noStrike">
                <a:solidFill>
                  <a:srgbClr val="1F2937"/>
                </a:solidFill>
                <a:effectLst/>
                <a:uFillTx/>
                <a:latin typeface="Aptos"/>
              </a:rPr>
              <a:t>Vibration fault detection: impulse spacing and envelope timing may be predictive.</a:t>
            </a:r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228600" indent="-228600" defTabSz="914400">
              <a:lnSpc>
                <a:spcPct val="100000"/>
              </a:lnSpc>
              <a:buClr>
                <a:srgbClr val="1F2937"/>
              </a:buClr>
              <a:buFont typeface="Symbol" charset="2"/>
              <a:buChar char=""/>
            </a:pPr>
            <a:r>
              <a:rPr lang="en-US" sz="1800" b="0" u="none" strike="noStrike">
                <a:solidFill>
                  <a:srgbClr val="1F2937"/>
                </a:solidFill>
                <a:effectLst/>
                <a:uFillTx/>
                <a:latin typeface="Aptos"/>
              </a:rPr>
              <a:t>A preprocessing filter that disperses these structures changes the features before an SVM, RF, MLP, or CNN can use them.</a:t>
            </a:r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</p:spTree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6" name="Text 0"/>
          <p:cNvSpPr/>
          <p:nvPr/>
        </p:nvSpPr>
        <p:spPr>
          <a:xfrm>
            <a:off x="411480" y="164520"/>
            <a:ext cx="5303160" cy="25560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0" rIns="0" bIns="0" anchor="ctr">
            <a:noAutofit/>
          </a:bodyPr>
          <a:lstStyle/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000" b="1" u="none" strike="noStrike">
                <a:solidFill>
                  <a:srgbClr val="2F75B5"/>
                </a:solidFill>
                <a:effectLst/>
                <a:uFillTx/>
                <a:latin typeface="Aptos"/>
              </a:rPr>
              <a:t>DSP + Machine Learning • Week 5</a:t>
            </a:r>
            <a:endParaRPr lang="en-US" sz="1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57" name="Text 1"/>
          <p:cNvSpPr/>
          <p:nvPr/>
        </p:nvSpPr>
        <p:spPr>
          <a:xfrm>
            <a:off x="411480" y="502920"/>
            <a:ext cx="11155320" cy="56664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0" rIns="0" bIns="0" anchor="ctr">
            <a:noAutofit/>
          </a:bodyPr>
          <a:lstStyle/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2700" b="1" u="none" strike="noStrike">
                <a:solidFill>
                  <a:srgbClr val="17365D"/>
                </a:solidFill>
                <a:effectLst/>
                <a:uFillTx/>
                <a:latin typeface="Aptos"/>
              </a:rPr>
              <a:t>Good ML engineering question</a:t>
            </a:r>
            <a:endParaRPr lang="en-US" sz="27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58" name="Shape 2"/>
          <p:cNvSpPr/>
          <p:nvPr/>
        </p:nvSpPr>
        <p:spPr>
          <a:xfrm>
            <a:off x="411480" y="1124640"/>
            <a:ext cx="11292840" cy="360"/>
          </a:xfrm>
          <a:prstGeom prst="line">
            <a:avLst/>
          </a:prstGeom>
          <a:ln w="12700">
            <a:solidFill>
              <a:srgbClr val="D7E0EA"/>
            </a:solidFill>
            <a:round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-44640" rIns="90000" bIns="-44640" anchor="t" anchorCtr="1">
            <a:noAutofit/>
          </a:bodyPr>
          <a:lstStyle/>
          <a:p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59" name="Text 3"/>
          <p:cNvSpPr/>
          <p:nvPr/>
        </p:nvSpPr>
        <p:spPr>
          <a:xfrm>
            <a:off x="411480" y="6473880"/>
            <a:ext cx="3840120" cy="18252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0" rIns="0" bIns="0" anchor="ctr">
            <a:noAutofit/>
          </a:bodyPr>
          <a:lstStyle/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900" b="0" u="none" strike="noStrike">
                <a:solidFill>
                  <a:srgbClr val="6B7280"/>
                </a:solidFill>
                <a:effectLst/>
                <a:uFillTx/>
                <a:latin typeface="Aptos"/>
              </a:rPr>
              <a:t>Oppenheim &amp; Schafer + Raschka</a:t>
            </a:r>
            <a:endParaRPr lang="en-US" sz="9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60" name="Text 4"/>
          <p:cNvSpPr/>
          <p:nvPr/>
        </p:nvSpPr>
        <p:spPr>
          <a:xfrm>
            <a:off x="11338560" y="6446520"/>
            <a:ext cx="365400" cy="18252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0" rIns="0" bIns="0" anchor="ctr">
            <a:noAutofit/>
          </a:bodyPr>
          <a:lstStyle/>
          <a:p>
            <a:pPr algn="r"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900" b="0" u="none" strike="noStrike">
                <a:solidFill>
                  <a:srgbClr val="6B7280"/>
                </a:solidFill>
                <a:effectLst/>
                <a:uFillTx/>
                <a:latin typeface="Aptos"/>
              </a:rPr>
              <a:t>19</a:t>
            </a:r>
            <a:endParaRPr lang="en-US" sz="9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61" name="Shape 5"/>
          <p:cNvSpPr/>
          <p:nvPr/>
        </p:nvSpPr>
        <p:spPr>
          <a:xfrm>
            <a:off x="1188720" y="1554480"/>
            <a:ext cx="9875160" cy="1462680"/>
          </a:xfrm>
          <a:prstGeom prst="roundRect">
            <a:avLst>
              <a:gd name="adj" fmla="val 3750"/>
            </a:avLst>
          </a:prstGeom>
          <a:solidFill>
            <a:srgbClr val="F7FAFC"/>
          </a:solidFill>
          <a:ln w="19050">
            <a:solidFill>
              <a:srgbClr val="2F8F9D"/>
            </a:solidFill>
            <a:round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t">
            <a:noAutofit/>
          </a:bodyPr>
          <a:lstStyle/>
          <a:p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62" name="Text 6"/>
          <p:cNvSpPr/>
          <p:nvPr/>
        </p:nvSpPr>
        <p:spPr>
          <a:xfrm>
            <a:off x="1334880" y="1664280"/>
            <a:ext cx="9582480" cy="25560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0" rIns="0" bIns="0" anchor="ctr">
            <a:noAutofit/>
          </a:bodyPr>
          <a:lstStyle/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200" b="1" u="none" strike="noStrike">
                <a:solidFill>
                  <a:srgbClr val="2F8F9D"/>
                </a:solidFill>
                <a:effectLst/>
                <a:uFillTx/>
                <a:latin typeface="Aptos"/>
              </a:rPr>
              <a:t>Ask before filtering</a:t>
            </a:r>
            <a:endParaRPr lang="en-US" sz="12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63" name="Text 7"/>
          <p:cNvSpPr/>
          <p:nvPr/>
        </p:nvSpPr>
        <p:spPr>
          <a:xfrm>
            <a:off x="1334880" y="1993320"/>
            <a:ext cx="9582480" cy="93240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360" tIns="360" rIns="360" bIns="360" anchor="t">
            <a:noAutofit/>
          </a:bodyPr>
          <a:lstStyle/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600" b="0" u="none" strike="noStrike">
                <a:solidFill>
                  <a:srgbClr val="1F2937"/>
                </a:solidFill>
                <a:effectLst/>
                <a:uFillTx/>
                <a:latin typeface="Aptos"/>
              </a:rPr>
              <a:t>Does the downstream task depend primarily on long-term spectral magnitude, or on timing / waveform morphology?</a:t>
            </a:r>
            <a:endParaRPr lang="en-US" sz="16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64" name="Text 8"/>
          <p:cNvSpPr/>
          <p:nvPr/>
        </p:nvSpPr>
        <p:spPr>
          <a:xfrm>
            <a:off x="914400" y="3474720"/>
            <a:ext cx="10058040" cy="210276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720" tIns="720" rIns="720" bIns="720" anchor="t">
            <a:noAutofit/>
          </a:bodyPr>
          <a:lstStyle/>
          <a:p>
            <a:pPr marL="228600" indent="-228600" defTabSz="914400">
              <a:lnSpc>
                <a:spcPct val="100000"/>
              </a:lnSpc>
              <a:buClr>
                <a:srgbClr val="1F2937"/>
              </a:buClr>
              <a:buFont typeface="Symbol" charset="2"/>
              <a:buChar char=""/>
            </a:pPr>
            <a:r>
              <a:rPr lang="en-US" sz="1800" b="0" u="none" strike="noStrike">
                <a:solidFill>
                  <a:srgbClr val="1F2937"/>
                </a:solidFill>
                <a:effectLst/>
                <a:uFillTx/>
                <a:latin typeface="Aptos"/>
              </a:rPr>
              <a:t>If magnitude statistics dominate, nonlinear phase may be harmless.</a:t>
            </a:r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228600" indent="-228600" defTabSz="914400">
              <a:lnSpc>
                <a:spcPct val="100000"/>
              </a:lnSpc>
              <a:buClr>
                <a:srgbClr val="1F2937"/>
              </a:buClr>
              <a:buFont typeface="Symbol" charset="2"/>
              <a:buChar char=""/>
            </a:pPr>
            <a:r>
              <a:rPr lang="en-US" sz="1800" b="0" u="none" strike="noStrike">
                <a:solidFill>
                  <a:srgbClr val="1F2937"/>
                </a:solidFill>
                <a:effectLst/>
                <a:uFillTx/>
                <a:latin typeface="Aptos"/>
              </a:rPr>
              <a:t>If local timing is predictive, preserve phase or make training/deployment use the same causal distortion.</a:t>
            </a:r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228600" indent="-228600" defTabSz="914400">
              <a:lnSpc>
                <a:spcPct val="100000"/>
              </a:lnSpc>
              <a:buClr>
                <a:srgbClr val="1F2937"/>
              </a:buClr>
              <a:buFont typeface="Symbol" charset="2"/>
              <a:buChar char=""/>
            </a:pPr>
            <a:r>
              <a:rPr lang="en-US" sz="1800" b="0" u="none" strike="noStrike">
                <a:solidFill>
                  <a:srgbClr val="1F2937"/>
                </a:solidFill>
                <a:effectLst/>
                <a:uFillTx/>
                <a:latin typeface="Aptos"/>
              </a:rPr>
              <a:t>Do not assume “denoised” means “more informative for the classifier.”</a:t>
            </a:r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</p:spTree>
  </p:cSld>
  <p:clrMapOvr>
    <a:masterClrMapping/>
  </p:clrMapOvr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5" name="Text 0"/>
          <p:cNvSpPr/>
          <p:nvPr/>
        </p:nvSpPr>
        <p:spPr>
          <a:xfrm>
            <a:off x="411480" y="164520"/>
            <a:ext cx="5303160" cy="25560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0" rIns="0" bIns="0" anchor="ctr">
            <a:noAutofit/>
          </a:bodyPr>
          <a:lstStyle/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000" b="1" u="none" strike="noStrike">
                <a:solidFill>
                  <a:srgbClr val="2F75B5"/>
                </a:solidFill>
                <a:effectLst/>
                <a:uFillTx/>
                <a:latin typeface="Aptos"/>
              </a:rPr>
              <a:t>DSP + Machine Learning • Week 5</a:t>
            </a:r>
            <a:endParaRPr lang="en-US" sz="1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66" name="Text 1"/>
          <p:cNvSpPr/>
          <p:nvPr/>
        </p:nvSpPr>
        <p:spPr>
          <a:xfrm>
            <a:off x="411480" y="502920"/>
            <a:ext cx="11155320" cy="56664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0" rIns="0" bIns="0" anchor="ctr">
            <a:noAutofit/>
          </a:bodyPr>
          <a:lstStyle/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2700" b="1" u="none" strike="noStrike">
                <a:solidFill>
                  <a:srgbClr val="17365D"/>
                </a:solidFill>
                <a:effectLst/>
                <a:uFillTx/>
                <a:latin typeface="Aptos"/>
              </a:rPr>
              <a:t>Python demo: inspect response and delay</a:t>
            </a:r>
            <a:endParaRPr lang="en-US" sz="27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67" name="Shape 2"/>
          <p:cNvSpPr/>
          <p:nvPr/>
        </p:nvSpPr>
        <p:spPr>
          <a:xfrm>
            <a:off x="411480" y="1124640"/>
            <a:ext cx="11292840" cy="360"/>
          </a:xfrm>
          <a:prstGeom prst="line">
            <a:avLst/>
          </a:prstGeom>
          <a:ln w="12700">
            <a:solidFill>
              <a:srgbClr val="D7E0EA"/>
            </a:solidFill>
            <a:round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-44640" rIns="90000" bIns="-44640" anchor="t" anchorCtr="1">
            <a:noAutofit/>
          </a:bodyPr>
          <a:lstStyle/>
          <a:p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68" name="Text 3"/>
          <p:cNvSpPr/>
          <p:nvPr/>
        </p:nvSpPr>
        <p:spPr>
          <a:xfrm>
            <a:off x="411480" y="6473880"/>
            <a:ext cx="3840120" cy="18252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0" rIns="0" bIns="0" anchor="ctr">
            <a:noAutofit/>
          </a:bodyPr>
          <a:lstStyle/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900" b="0" u="none" strike="noStrike">
                <a:solidFill>
                  <a:srgbClr val="6B7280"/>
                </a:solidFill>
                <a:effectLst/>
                <a:uFillTx/>
                <a:latin typeface="Aptos"/>
              </a:rPr>
              <a:t>Oppenheim &amp; Schafer + Raschka</a:t>
            </a:r>
            <a:endParaRPr lang="en-US" sz="9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69" name="Text 4"/>
          <p:cNvSpPr/>
          <p:nvPr/>
        </p:nvSpPr>
        <p:spPr>
          <a:xfrm>
            <a:off x="11338560" y="6446520"/>
            <a:ext cx="365400" cy="18252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0" rIns="0" bIns="0" anchor="ctr">
            <a:noAutofit/>
          </a:bodyPr>
          <a:lstStyle/>
          <a:p>
            <a:pPr algn="r"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900" b="0" u="none" strike="noStrike">
                <a:solidFill>
                  <a:srgbClr val="6B7280"/>
                </a:solidFill>
                <a:effectLst/>
                <a:uFillTx/>
                <a:latin typeface="Aptos"/>
              </a:rPr>
              <a:t>20</a:t>
            </a:r>
            <a:endParaRPr lang="en-US" sz="9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70" name="Text 5"/>
          <p:cNvSpPr/>
          <p:nvPr/>
        </p:nvSpPr>
        <p:spPr>
          <a:xfrm>
            <a:off x="731520" y="1325880"/>
            <a:ext cx="10606680" cy="4388760"/>
          </a:xfrm>
          <a:prstGeom prst="rect">
            <a:avLst/>
          </a:prstGeom>
          <a:solidFill>
            <a:srgbClr val="F8FAFC"/>
          </a:solidFill>
          <a:ln w="0">
            <a:solidFill>
              <a:srgbClr val="CBD5E1"/>
            </a:solidFill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1440" tIns="1440" rIns="1440" bIns="1440" anchor="t">
            <a:noAutofit/>
          </a:bodyPr>
          <a:lstStyle/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500" b="0" u="none" strike="noStrike">
                <a:solidFill>
                  <a:srgbClr val="111827"/>
                </a:solidFill>
                <a:effectLst/>
                <a:uFillTx/>
                <a:latin typeface="Aptos Mono"/>
                <a:ea typeface="Aptos Mono"/>
              </a:rPr>
              <a:t>b = np.array([1.0, -0.8])</a:t>
            </a:r>
            <a:endParaRPr lang="en-US" sz="15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500" b="0" u="none" strike="noStrike">
                <a:solidFill>
                  <a:srgbClr val="111827"/>
                </a:solidFill>
                <a:effectLst/>
                <a:uFillTx/>
                <a:latin typeface="Aptos Mono"/>
                <a:ea typeface="Aptos Mono"/>
              </a:rPr>
              <a:t>a = np.array([1.0, -0.5])</a:t>
            </a:r>
            <a:endParaRPr lang="en-US" sz="15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914400">
              <a:lnSpc>
                <a:spcPct val="100000"/>
              </a:lnSpc>
              <a:tabLst>
                <a:tab pos="0" algn="l"/>
              </a:tabLst>
            </a:pPr>
            <a:endParaRPr lang="en-US" sz="15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500" b="0" u="none" strike="noStrike">
                <a:solidFill>
                  <a:srgbClr val="111827"/>
                </a:solidFill>
                <a:effectLst/>
                <a:uFillTx/>
                <a:latin typeface="Aptos Mono"/>
                <a:ea typeface="Aptos Mono"/>
              </a:rPr>
              <a:t>w, H = signal.freqz(b, a, worN=2048)</a:t>
            </a:r>
            <a:endParaRPr lang="en-US" sz="15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500" b="0" u="none" strike="noStrike">
                <a:solidFill>
                  <a:srgbClr val="111827"/>
                </a:solidFill>
                <a:effectLst/>
                <a:uFillTx/>
                <a:latin typeface="Aptos Mono"/>
                <a:ea typeface="Aptos Mono"/>
              </a:rPr>
              <a:t>phase = np.unwrap(np.angle(H))</a:t>
            </a:r>
            <a:endParaRPr lang="en-US" sz="15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500" b="0" u="none" strike="noStrike">
                <a:solidFill>
                  <a:srgbClr val="111827"/>
                </a:solidFill>
                <a:effectLst/>
                <a:uFillTx/>
                <a:latin typeface="Aptos Mono"/>
                <a:ea typeface="Aptos Mono"/>
              </a:rPr>
              <a:t>w_gd, gd = signal.group_delay((b, a), w=2048)</a:t>
            </a:r>
            <a:endParaRPr lang="en-US" sz="15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914400">
              <a:lnSpc>
                <a:spcPct val="100000"/>
              </a:lnSpc>
              <a:tabLst>
                <a:tab pos="0" algn="l"/>
              </a:tabLst>
            </a:pPr>
            <a:endParaRPr lang="en-US" sz="15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500" b="0" u="none" strike="noStrike">
                <a:solidFill>
                  <a:srgbClr val="111827"/>
                </a:solidFill>
                <a:effectLst/>
                <a:uFillTx/>
                <a:latin typeface="Aptos Mono"/>
                <a:ea typeface="Aptos Mono"/>
              </a:rPr>
              <a:t># Pole-zero geometry</a:t>
            </a:r>
            <a:endParaRPr lang="en-US" sz="15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500" b="0" u="none" strike="noStrike">
                <a:solidFill>
                  <a:srgbClr val="111827"/>
                </a:solidFill>
                <a:effectLst/>
                <a:uFillTx/>
                <a:latin typeface="Aptos Mono"/>
                <a:ea typeface="Aptos Mono"/>
              </a:rPr>
              <a:t>zeros = np.roots(b)</a:t>
            </a:r>
            <a:endParaRPr lang="en-US" sz="15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500" b="0" u="none" strike="noStrike">
                <a:solidFill>
                  <a:srgbClr val="111827"/>
                </a:solidFill>
                <a:effectLst/>
                <a:uFillTx/>
                <a:latin typeface="Aptos Mono"/>
                <a:ea typeface="Aptos Mono"/>
              </a:rPr>
              <a:t>poles = np.roots(a)</a:t>
            </a:r>
            <a:endParaRPr lang="en-US" sz="15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914400">
              <a:lnSpc>
                <a:spcPct val="100000"/>
              </a:lnSpc>
              <a:tabLst>
                <a:tab pos="0" algn="l"/>
              </a:tabLst>
            </a:pPr>
            <a:endParaRPr lang="en-US" sz="15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500" b="0" u="none" strike="noStrike">
                <a:solidFill>
                  <a:srgbClr val="111827"/>
                </a:solidFill>
                <a:effectLst/>
                <a:uFillTx/>
                <a:latin typeface="Aptos Mono"/>
                <a:ea typeface="Aptos Mono"/>
              </a:rPr>
              <a:t># Compare causal IIR and zero-phase offline filtering</a:t>
            </a:r>
            <a:endParaRPr lang="en-US" sz="15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500" b="0" u="none" strike="noStrike">
                <a:solidFill>
                  <a:srgbClr val="111827"/>
                </a:solidFill>
                <a:effectLst/>
                <a:uFillTx/>
                <a:latin typeface="Aptos Mono"/>
                <a:ea typeface="Aptos Mono"/>
              </a:rPr>
              <a:t>y_causal = signal.sosfilt(sos, x)</a:t>
            </a:r>
            <a:endParaRPr lang="en-US" sz="15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500" b="0" u="none" strike="noStrike">
                <a:solidFill>
                  <a:srgbClr val="111827"/>
                </a:solidFill>
                <a:effectLst/>
                <a:uFillTx/>
                <a:latin typeface="Aptos Mono"/>
                <a:ea typeface="Aptos Mono"/>
              </a:rPr>
              <a:t>y_zero = signal.sosfiltfilt(sos, x)</a:t>
            </a:r>
            <a:endParaRPr lang="en-US" sz="15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</p:spTree>
  </p:cSld>
  <p:clrMapOvr>
    <a:masterClrMapping/>
  </p:clrMapOvr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1" name="Text 0"/>
          <p:cNvSpPr/>
          <p:nvPr/>
        </p:nvSpPr>
        <p:spPr>
          <a:xfrm>
            <a:off x="411480" y="164520"/>
            <a:ext cx="5303160" cy="25560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0" rIns="0" bIns="0" anchor="ctr">
            <a:noAutofit/>
          </a:bodyPr>
          <a:lstStyle/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000" b="1" u="none" strike="noStrike">
                <a:solidFill>
                  <a:srgbClr val="2F75B5"/>
                </a:solidFill>
                <a:effectLst/>
                <a:uFillTx/>
                <a:latin typeface="Aptos"/>
              </a:rPr>
              <a:t>DSP + Machine Learning • Week 5</a:t>
            </a:r>
            <a:endParaRPr lang="en-US" sz="1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72" name="Text 1"/>
          <p:cNvSpPr/>
          <p:nvPr/>
        </p:nvSpPr>
        <p:spPr>
          <a:xfrm>
            <a:off x="411480" y="502920"/>
            <a:ext cx="11155320" cy="56664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0" rIns="0" bIns="0" anchor="ctr">
            <a:noAutofit/>
          </a:bodyPr>
          <a:lstStyle/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2700" b="1" u="none" strike="noStrike">
                <a:solidFill>
                  <a:srgbClr val="17365D"/>
                </a:solidFill>
                <a:effectLst/>
                <a:uFillTx/>
                <a:latin typeface="Aptos"/>
              </a:rPr>
              <a:t>Concept check</a:t>
            </a:r>
            <a:endParaRPr lang="en-US" sz="27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73" name="Shape 2"/>
          <p:cNvSpPr/>
          <p:nvPr/>
        </p:nvSpPr>
        <p:spPr>
          <a:xfrm>
            <a:off x="411480" y="1124640"/>
            <a:ext cx="11292840" cy="360"/>
          </a:xfrm>
          <a:prstGeom prst="line">
            <a:avLst/>
          </a:prstGeom>
          <a:ln w="12700">
            <a:solidFill>
              <a:srgbClr val="D7E0EA"/>
            </a:solidFill>
            <a:round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-44640" rIns="90000" bIns="-44640" anchor="t" anchorCtr="1">
            <a:noAutofit/>
          </a:bodyPr>
          <a:lstStyle/>
          <a:p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74" name="Text 3"/>
          <p:cNvSpPr/>
          <p:nvPr/>
        </p:nvSpPr>
        <p:spPr>
          <a:xfrm>
            <a:off x="411480" y="6473880"/>
            <a:ext cx="3840120" cy="18252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0" rIns="0" bIns="0" anchor="ctr">
            <a:noAutofit/>
          </a:bodyPr>
          <a:lstStyle/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900" b="0" u="none" strike="noStrike">
                <a:solidFill>
                  <a:srgbClr val="6B7280"/>
                </a:solidFill>
                <a:effectLst/>
                <a:uFillTx/>
                <a:latin typeface="Aptos"/>
              </a:rPr>
              <a:t>Oppenheim &amp; Schafer + Raschka</a:t>
            </a:r>
            <a:endParaRPr lang="en-US" sz="9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75" name="Text 4"/>
          <p:cNvSpPr/>
          <p:nvPr/>
        </p:nvSpPr>
        <p:spPr>
          <a:xfrm>
            <a:off x="11338560" y="6446520"/>
            <a:ext cx="365400" cy="18252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0" rIns="0" bIns="0" anchor="ctr">
            <a:noAutofit/>
          </a:bodyPr>
          <a:lstStyle/>
          <a:p>
            <a:pPr algn="r"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900" b="0" u="none" strike="noStrike">
                <a:solidFill>
                  <a:srgbClr val="6B7280"/>
                </a:solidFill>
                <a:effectLst/>
                <a:uFillTx/>
                <a:latin typeface="Aptos"/>
              </a:rPr>
              <a:t>21</a:t>
            </a:r>
            <a:endParaRPr lang="en-US" sz="9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76" name="Text 5"/>
          <p:cNvSpPr/>
          <p:nvPr/>
        </p:nvSpPr>
        <p:spPr>
          <a:xfrm>
            <a:off x="731520" y="1417320"/>
            <a:ext cx="10606680" cy="365724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720" tIns="720" rIns="720" bIns="720" anchor="t">
            <a:noAutofit/>
          </a:bodyPr>
          <a:lstStyle/>
          <a:p>
            <a:pPr marL="228600" indent="-228600" defTabSz="914400">
              <a:lnSpc>
                <a:spcPct val="100000"/>
              </a:lnSpc>
              <a:buClr>
                <a:srgbClr val="1F2937"/>
              </a:buClr>
              <a:buFont typeface="Symbol" charset="2"/>
              <a:buChar char=""/>
            </a:pPr>
            <a:r>
              <a:rPr lang="en-US" sz="1800" b="0" u="none" strike="noStrike" dirty="0">
                <a:solidFill>
                  <a:srgbClr val="1F2937"/>
                </a:solidFill>
                <a:effectLst/>
                <a:uFillTx/>
                <a:latin typeface="Aptos"/>
              </a:rPr>
              <a:t>Two filters have identical |H(e^(</a:t>
            </a:r>
            <a:r>
              <a:rPr lang="en-US" sz="1800" b="0" u="none" strike="noStrike" dirty="0" err="1">
                <a:solidFill>
                  <a:srgbClr val="1F2937"/>
                </a:solidFill>
                <a:effectLst/>
                <a:uFillTx/>
                <a:latin typeface="Aptos"/>
              </a:rPr>
              <a:t>jω</a:t>
            </a:r>
            <a:r>
              <a:rPr lang="en-US" sz="1800" b="0" u="none" strike="noStrike" dirty="0">
                <a:solidFill>
                  <a:srgbClr val="1F2937"/>
                </a:solidFill>
                <a:effectLst/>
                <a:uFillTx/>
                <a:latin typeface="Aptos"/>
              </a:rPr>
              <a:t>))| but different ∠ H(e^(</a:t>
            </a:r>
            <a:r>
              <a:rPr lang="en-US" sz="1800" b="0" u="none" strike="noStrike" dirty="0" err="1">
                <a:solidFill>
                  <a:srgbClr val="1F2937"/>
                </a:solidFill>
                <a:effectLst/>
                <a:uFillTx/>
                <a:latin typeface="Aptos"/>
              </a:rPr>
              <a:t>jω</a:t>
            </a:r>
            <a:r>
              <a:rPr lang="en-US" sz="1800" b="0" u="none" strike="noStrike" dirty="0">
                <a:solidFill>
                  <a:srgbClr val="1F2937"/>
                </a:solidFill>
                <a:effectLst/>
                <a:uFillTx/>
                <a:latin typeface="Aptos"/>
              </a:rPr>
              <a:t>)). Must their outputs be identical for every input?</a:t>
            </a:r>
            <a:endParaRPr lang="en-US" sz="1800" b="0" u="none" strike="noStrike" dirty="0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</p:spTree>
  </p:cSld>
  <p:clrMapOvr>
    <a:masterClrMapping/>
  </p:clrMapOvr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7" name="Text 0"/>
          <p:cNvSpPr/>
          <p:nvPr/>
        </p:nvSpPr>
        <p:spPr>
          <a:xfrm>
            <a:off x="411480" y="164520"/>
            <a:ext cx="5303160" cy="25560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0" rIns="0" bIns="0" anchor="ctr">
            <a:noAutofit/>
          </a:bodyPr>
          <a:lstStyle/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000" b="1" u="none" strike="noStrike">
                <a:solidFill>
                  <a:srgbClr val="2F75B5"/>
                </a:solidFill>
                <a:effectLst/>
                <a:uFillTx/>
                <a:latin typeface="Aptos"/>
              </a:rPr>
              <a:t>DSP + Machine Learning • Week 5</a:t>
            </a:r>
            <a:endParaRPr lang="en-US" sz="1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78" name="Text 1"/>
          <p:cNvSpPr/>
          <p:nvPr/>
        </p:nvSpPr>
        <p:spPr>
          <a:xfrm>
            <a:off x="411480" y="502920"/>
            <a:ext cx="11155320" cy="56664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0" rIns="0" bIns="0" anchor="ctr">
            <a:noAutofit/>
          </a:bodyPr>
          <a:lstStyle/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2700" b="1" u="none" strike="noStrike">
                <a:solidFill>
                  <a:srgbClr val="17365D"/>
                </a:solidFill>
                <a:effectLst/>
                <a:uFillTx/>
                <a:latin typeface="Aptos"/>
              </a:rPr>
              <a:t>Lecture 9 synthesis</a:t>
            </a:r>
            <a:endParaRPr lang="en-US" sz="27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79" name="Shape 2"/>
          <p:cNvSpPr/>
          <p:nvPr/>
        </p:nvSpPr>
        <p:spPr>
          <a:xfrm>
            <a:off x="411480" y="1124640"/>
            <a:ext cx="11292840" cy="360"/>
          </a:xfrm>
          <a:prstGeom prst="line">
            <a:avLst/>
          </a:prstGeom>
          <a:ln w="12700">
            <a:solidFill>
              <a:srgbClr val="D7E0EA"/>
            </a:solidFill>
            <a:round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-44640" rIns="90000" bIns="-44640" anchor="t" anchorCtr="1">
            <a:noAutofit/>
          </a:bodyPr>
          <a:lstStyle/>
          <a:p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80" name="Text 3"/>
          <p:cNvSpPr/>
          <p:nvPr/>
        </p:nvSpPr>
        <p:spPr>
          <a:xfrm>
            <a:off x="411480" y="6473880"/>
            <a:ext cx="3840120" cy="18252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0" rIns="0" bIns="0" anchor="ctr">
            <a:noAutofit/>
          </a:bodyPr>
          <a:lstStyle/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900" b="0" u="none" strike="noStrike">
                <a:solidFill>
                  <a:srgbClr val="6B7280"/>
                </a:solidFill>
                <a:effectLst/>
                <a:uFillTx/>
                <a:latin typeface="Aptos"/>
              </a:rPr>
              <a:t>Oppenheim &amp; Schafer + Raschka</a:t>
            </a:r>
            <a:endParaRPr lang="en-US" sz="9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81" name="Text 4"/>
          <p:cNvSpPr/>
          <p:nvPr/>
        </p:nvSpPr>
        <p:spPr>
          <a:xfrm>
            <a:off x="11338560" y="6446520"/>
            <a:ext cx="365400" cy="18252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0" rIns="0" bIns="0" anchor="ctr">
            <a:noAutofit/>
          </a:bodyPr>
          <a:lstStyle/>
          <a:p>
            <a:pPr algn="r"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900" b="0" u="none" strike="noStrike">
                <a:solidFill>
                  <a:srgbClr val="6B7280"/>
                </a:solidFill>
                <a:effectLst/>
                <a:uFillTx/>
                <a:latin typeface="Aptos"/>
              </a:rPr>
              <a:t>22</a:t>
            </a:r>
            <a:endParaRPr lang="en-US" sz="9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82" name="Text 5"/>
          <p:cNvSpPr/>
          <p:nvPr/>
        </p:nvSpPr>
        <p:spPr>
          <a:xfrm>
            <a:off x="777240" y="1371600"/>
            <a:ext cx="10423800" cy="384012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720" tIns="720" rIns="720" bIns="720" anchor="t">
            <a:noAutofit/>
          </a:bodyPr>
          <a:lstStyle/>
          <a:p>
            <a:pPr marL="228600" indent="-228600" defTabSz="914400">
              <a:lnSpc>
                <a:spcPct val="100000"/>
              </a:lnSpc>
              <a:buClr>
                <a:srgbClr val="1F2937"/>
              </a:buClr>
              <a:buFont typeface="Symbol" charset="2"/>
              <a:buChar char=""/>
            </a:pPr>
            <a:r>
              <a:rPr lang="en-US" sz="1900" b="0" u="none" strike="noStrike">
                <a:solidFill>
                  <a:srgbClr val="1F2937"/>
                </a:solidFill>
                <a:effectLst/>
                <a:uFillTx/>
                <a:latin typeface="Aptos"/>
              </a:rPr>
              <a:t>Pole-zero distance ratios explain magnitude; vector-angle sums explain phase.</a:t>
            </a:r>
            <a:endParaRPr lang="en-US" sz="19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228600" indent="-228600" defTabSz="914400">
              <a:lnSpc>
                <a:spcPct val="100000"/>
              </a:lnSpc>
              <a:buClr>
                <a:srgbClr val="1F2937"/>
              </a:buClr>
              <a:buFont typeface="Symbol" charset="2"/>
              <a:buChar char=""/>
            </a:pPr>
            <a:r>
              <a:rPr lang="en-US" sz="1900" b="0" u="none" strike="noStrike">
                <a:solidFill>
                  <a:srgbClr val="1F2937"/>
                </a:solidFill>
                <a:effectLst/>
                <a:uFillTx/>
                <a:latin typeface="Aptos"/>
              </a:rPr>
              <a:t>Group delay turns phase slope into a timing diagnostic.</a:t>
            </a:r>
            <a:endParaRPr lang="en-US" sz="19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228600" indent="-228600" defTabSz="914400">
              <a:lnSpc>
                <a:spcPct val="100000"/>
              </a:lnSpc>
              <a:buClr>
                <a:srgbClr val="1F2937"/>
              </a:buClr>
              <a:buFont typeface="Symbol" charset="2"/>
              <a:buChar char=""/>
            </a:pPr>
            <a:r>
              <a:rPr lang="en-US" sz="1900" b="0" u="none" strike="noStrike">
                <a:solidFill>
                  <a:srgbClr val="1F2937"/>
                </a:solidFill>
                <a:effectLst/>
                <a:uFillTx/>
                <a:latin typeface="Aptos"/>
              </a:rPr>
              <a:t>All-pass systems have unit magnitude but can strongly reshape phase and delay.</a:t>
            </a:r>
            <a:endParaRPr lang="en-US" sz="19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228600" indent="-228600" defTabSz="914400">
              <a:lnSpc>
                <a:spcPct val="100000"/>
              </a:lnSpc>
              <a:buClr>
                <a:srgbClr val="1F2937"/>
              </a:buClr>
              <a:buFont typeface="Symbol" charset="2"/>
              <a:buChar char=""/>
            </a:pPr>
            <a:r>
              <a:rPr lang="en-US" sz="1900" b="0" u="none" strike="noStrike">
                <a:solidFill>
                  <a:srgbClr val="1F2937"/>
                </a:solidFill>
                <a:effectLst/>
                <a:uFillTx/>
                <a:latin typeface="Aptos"/>
              </a:rPr>
              <a:t>ML preprocessing must preserve—or consistently reproduce—the temporal features the model needs.</a:t>
            </a:r>
            <a:endParaRPr lang="en-US" sz="19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rgbClr val="000000"/>
      </a:dk1>
      <a:lt1>
        <a:srgbClr val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Aptos Display"/>
        <a:ea typeface=""/>
        <a:cs typeface=""/>
      </a:majorFont>
      <a:minorFont>
        <a:latin typeface="Aptos"/>
        <a:ea typeface=""/>
        <a:cs typeface=""/>
      </a:minorFont>
    </a:fontScheme>
    <a:fmtScheme>
      <a:fillStyleLst>
        <a:solidFill>
          <a:schemeClr val="phClr"/>
        </a:solidFill>
        <a:gradFill>
          <a:gsLst>
            <a:gs pos="0">
              <a:schemeClr val="phClr">
                <a:lumMod val="110000"/>
                <a:tint val="67000"/>
              </a:schemeClr>
            </a:gs>
            <a:gs pos="50000">
              <a:schemeClr val="phClr">
                <a:lumMod val="105000"/>
                <a:tint val="73000"/>
              </a:schemeClr>
            </a:gs>
            <a:gs pos="100000">
              <a:schemeClr val="phClr">
                <a:lumMod val="105000"/>
                <a:tint val="81000"/>
              </a:schemeClr>
            </a:gs>
          </a:gsLst>
          <a:lin ang="5400000" scaled="0"/>
          <a:tileRect/>
        </a:gradFill>
        <a:gradFill>
          <a:gsLst>
            <a:gs pos="0">
              <a:schemeClr val="phClr">
                <a:lumMod val="102000"/>
                <a:tint val="94000"/>
              </a:schemeClr>
            </a:gs>
            <a:gs pos="50000">
              <a:schemeClr val="phClr">
                <a:lumMod val="100000"/>
                <a:shade val="100000"/>
              </a:schemeClr>
            </a:gs>
            <a:gs pos="100000">
              <a:schemeClr val="phClr">
                <a:lumMod val="99000"/>
                <a:shade val="78000"/>
              </a:schemeClr>
            </a:gs>
          </a:gsLst>
          <a:lin ang="5400000" scaled="0"/>
          <a:tileRect/>
        </a:gradFill>
      </a:fillStyleLst>
      <a:lnStyleLst>
        <a:ln w="6350" cap="flat" cmpd="sng" algn="ctr">
          <a:prstDash val="solid"/>
          <a:miter lim="800000"/>
        </a:ln>
        <a:ln w="12700" cap="flat" cmpd="sng" algn="ctr">
          <a:prstDash val="solid"/>
          <a:miter lim="800000"/>
        </a:ln>
        <a:ln w="19050" cap="flat" cmpd="sng" algn="ctr"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/>
        </a:effectStyle>
      </a:effectStyleLst>
      <a:bgFillStyleLst>
        <a:solidFill>
          <a:schemeClr val="phClr"/>
        </a:solidFill>
        <a:solidFill>
          <a:schemeClr val="phClr">
            <a:tint val="95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</a:schemeClr>
            </a:gs>
            <a:gs pos="50000">
              <a:schemeClr val="phClr">
                <a:tint val="98000"/>
                <a:shade val="90000"/>
                <a:lumMod val="103000"/>
              </a:schemeClr>
            </a:gs>
            <a:gs pos="100000">
              <a:schemeClr val="phClr">
                <a:shade val="63000"/>
              </a:schemeClr>
            </a:gs>
          </a:gsLst>
          <a:lin ang="5400000" scaled="0"/>
          <a:tileRect/>
        </a:gradFill>
      </a:bgFillStyleLst>
    </a:fmtScheme>
  </a:themeElements>
  <a:objectDefaults/>
  <a:extraClrSchemeLst/>
</a:theme>
</file>

<file path=ppt/theme/theme2.xml><?xml version="1.0" encoding="utf-8"?>
<a:theme xmlns:a="http://schemas.openxmlformats.org/drawingml/2006/main" name="Office Theme">
  <a:themeElements>
    <a:clrScheme name="LibreOffice">
      <a:dk1>
        <a:srgbClr val="000000"/>
      </a:dk1>
      <a:lt1>
        <a:srgbClr val="FFFFFF"/>
      </a:lt1>
      <a:dk2>
        <a:srgbClr val="000000"/>
      </a:dk2>
      <a:lt2>
        <a:srgbClr val="FFFFFF"/>
      </a:lt2>
      <a:accent1>
        <a:srgbClr val="18A303"/>
      </a:accent1>
      <a:accent2>
        <a:srgbClr val="0369A3"/>
      </a:accent2>
      <a:accent3>
        <a:srgbClr val="A33E03"/>
      </a:accent3>
      <a:accent4>
        <a:srgbClr val="8E03A3"/>
      </a:accent4>
      <a:accent5>
        <a:srgbClr val="C99C00"/>
      </a:accent5>
      <a:accent6>
        <a:srgbClr val="C9211E"/>
      </a:accent6>
      <a:hlink>
        <a:srgbClr val="0000EE"/>
      </a:hlink>
      <a:folHlink>
        <a:srgbClr val="551A8B"/>
      </a:folHlink>
    </a:clrScheme>
    <a:fontScheme name="Office">
      <a:majorFont>
        <a:latin typeface="Arial"/>
        <a:ea typeface="DejaVu Sans"/>
        <a:cs typeface="DejaVu Sans"/>
      </a:majorFont>
      <a:minorFont>
        <a:latin typeface="Arial"/>
        <a:ea typeface="DejaVu Sans"/>
        <a:cs typeface="DejaVu Sans"/>
      </a:minorFont>
    </a:fontScheme>
    <a:fmtScheme>
      <a:fillStyleLst>
        <a:solidFill>
          <a:schemeClr val="phClr"/>
        </a:solidFill>
        <a:solidFill>
          <a:schemeClr val="phClr"/>
        </a:solidFill>
        <a:solidFill>
          <a:schemeClr val="phClr"/>
        </a:solidFill>
      </a:fillStyleLst>
      <a:lnStyleLst>
        <a:ln w="6350" cap="flat" cmpd="sng" algn="ctr">
          <a:prstDash val="solid"/>
          <a:miter/>
        </a:ln>
        <a:ln w="6350" cap="flat" cmpd="sng" algn="ctr">
          <a:prstDash val="solid"/>
          <a:miter/>
        </a:ln>
        <a:ln w="6350" cap="flat" cmpd="sng" algn="ctr">
          <a:prstDash val="solid"/>
          <a:miter/>
        </a:ln>
      </a:lnStyleLst>
      <a:effectStyleLst>
        <a:effectStyle>
          <a:effectLst/>
        </a:effectStyle>
        <a:effectStyle>
          <a:effectLst/>
        </a:effectStyle>
        <a:effectStyle>
          <a:effectLst/>
        </a:effectStyle>
      </a:effectStyleLst>
      <a:bgFillStyleLst>
        <a:solidFill>
          <a:schemeClr val="phClr"/>
        </a:solidFill>
        <a:solidFill>
          <a:schemeClr val="phClr"/>
        </a:solidFill>
        <a:solidFill>
          <a:schemeClr val="phClr"/>
        </a:soli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emplate/>
  <TotalTime>3097</TotalTime>
  <Words>1635</Words>
  <Application>Microsoft Office PowerPoint</Application>
  <PresentationFormat>Widescreen</PresentationFormat>
  <Paragraphs>205</Paragraphs>
  <Slides>29</Slides>
  <Notes>22</Notes>
  <HiddenSlides>0</HiddenSlides>
  <MMClips>0</MMClips>
  <ScaleCrop>false</ScaleCrop>
  <HeadingPairs>
    <vt:vector size="6" baseType="variant">
      <vt:variant>
        <vt:lpstr>Fonts Used</vt:lpstr>
      </vt:variant>
      <vt:variant>
        <vt:i4>6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29</vt:i4>
      </vt:variant>
    </vt:vector>
  </HeadingPairs>
  <TitlesOfParts>
    <vt:vector size="36" baseType="lpstr">
      <vt:lpstr>Aptos</vt:lpstr>
      <vt:lpstr>Aptos Mono</vt:lpstr>
      <vt:lpstr>Arial</vt:lpstr>
      <vt:lpstr>Symbol</vt:lpstr>
      <vt:lpstr>Times New Roman</vt:lpstr>
      <vt:lpstr>Wingdings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Company>OpenAI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creator>viby</dc:creator>
  <cp:lastModifiedBy>Peter Mathys</cp:lastModifiedBy>
  <cp:revision>17</cp:revision>
  <cp:lastPrinted>2026-09-21T23:22:00Z</cp:lastPrinted>
  <dcterms:modified xsi:type="dcterms:W3CDTF">2026-09-22T21:40:42Z</dcterms:modified>
</cp:coreProperties>
</file>

<file path=docProps/core0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terms:created xsi:type="dcterms:W3CDTF">2026-08-31T04:28:47Z</dcterms:created>
  <dc:creator>OpenAI</dc:creator>
  <dc:description/>
  <dc:language>en-US</dc:language>
  <cp:lastModifiedBy>OpenAI</cp:lastModifiedBy>
  <dcterms:modified xsi:type="dcterms:W3CDTF">2026-08-31T04:28:47Z</dcterms:modified>
  <cp:revision>1</cp:revision>
  <dc:subject>Lecture 9 — Time/Frequency Responses and Group Delay</dc:subject>
  <dc:title>Lecture 9 — Time/Frequency Responses and Group Delay</dc:title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Notes">
    <vt:r8>24</vt:r8>
  </property>
  <property fmtid="{D5CDD505-2E9C-101B-9397-08002B2CF9AE}" pid="3" name="PresentationFormat">
    <vt:lpwstr>On-screen Show (16:9)</vt:lpwstr>
  </property>
  <property fmtid="{D5CDD505-2E9C-101B-9397-08002B2CF9AE}" pid="4" name="Slides">
    <vt:r8>24</vt:r8>
  </property>
</Properties>
</file>