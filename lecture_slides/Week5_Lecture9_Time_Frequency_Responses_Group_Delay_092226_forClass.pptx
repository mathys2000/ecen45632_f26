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94" r:id="rId2"/>
    <p:sldId id="300" r:id="rId3"/>
    <p:sldId id="256" r:id="rId4"/>
    <p:sldId id="257" r:id="rId5"/>
    <p:sldId id="258" r:id="rId6"/>
    <p:sldId id="259" r:id="rId7"/>
    <p:sldId id="260" r:id="rId8"/>
    <p:sldId id="261" r:id="rId9"/>
    <p:sldId id="296" r:id="rId10"/>
    <p:sldId id="297" r:id="rId11"/>
    <p:sldId id="298" r:id="rId12"/>
    <p:sldId id="262" r:id="rId13"/>
    <p:sldId id="295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99" r:id="rId29"/>
    <p:sldId id="277" r:id="rId30"/>
    <p:sldId id="278" r:id="rId31"/>
    <p:sldId id="279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35E-6303-74C5-28F6-71E223AA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>
            <a:extLst>
              <a:ext uri="{FF2B5EF4-FFF2-40B4-BE49-F238E27FC236}">
                <a16:creationId xmlns:a16="http://schemas.microsoft.com/office/drawing/2014/main" id="{BF97D775-BBEE-A106-7DB9-001BB4E6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>
            <a:extLst>
              <a:ext uri="{FF2B5EF4-FFF2-40B4-BE49-F238E27FC236}">
                <a16:creationId xmlns:a16="http://schemas.microsoft.com/office/drawing/2014/main" id="{1903876C-3089-2A92-3C18-AACEA95688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>
            <a:extLst>
              <a:ext uri="{FF2B5EF4-FFF2-40B4-BE49-F238E27FC236}">
                <a16:creationId xmlns:a16="http://schemas.microsoft.com/office/drawing/2014/main" id="{71237662-F4AC-9964-3872-3CE35E2EBA8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567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9, 9-22-26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620" y="58797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9F3F-4F73-1442-0B8C-AB46D15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>
            <a:extLst>
              <a:ext uri="{FF2B5EF4-FFF2-40B4-BE49-F238E27FC236}">
                <a16:creationId xmlns:a16="http://schemas.microsoft.com/office/drawing/2014/main" id="{4E66D4E0-BD49-A2B5-EB7C-29F9B6AA00AB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>
            <a:extLst>
              <a:ext uri="{FF2B5EF4-FFF2-40B4-BE49-F238E27FC236}">
                <a16:creationId xmlns:a16="http://schemas.microsoft.com/office/drawing/2014/main" id="{6DDF427E-B405-15C9-F9FD-11E04C81B42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9B91271D-24FC-492F-DDD3-06AE2C62A40F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>
            <a:extLst>
              <a:ext uri="{FF2B5EF4-FFF2-40B4-BE49-F238E27FC236}">
                <a16:creationId xmlns:a16="http://schemas.microsoft.com/office/drawing/2014/main" id="{8430125C-7068-3201-D2B0-B14461C07459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0C0407FF-2C4C-4DA9-CE40-DFEC2AFB32D6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>
            <a:extLst>
              <a:ext uri="{FF2B5EF4-FFF2-40B4-BE49-F238E27FC236}">
                <a16:creationId xmlns:a16="http://schemas.microsoft.com/office/drawing/2014/main" id="{FEB6373A-A78D-A623-21FE-6EFF08357533}"/>
              </a:ext>
            </a:extLst>
          </p:cNvPr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87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H(z)=(1-0.8z⁻¹)/(1-0.5z⁻¹).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φ(ω)=-3ω+0.4sinω.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|H(1)|=0.4, |H(-1)|=1.2;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τₚ=3-0.4sinω/ω and τg=3-0.4cosω.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1+a²-2acosω.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</TotalTime>
  <Words>1918</Words>
  <Application>Microsoft Office PowerPoint</Application>
  <PresentationFormat>Widescreen</PresentationFormat>
  <Paragraphs>236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14</cp:revision>
  <cp:lastPrinted>2026-09-21T23:22:00Z</cp:lastPrinted>
  <dcterms:modified xsi:type="dcterms:W3CDTF">2026-09-22T05:29:18Z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