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notesSlides/notesSlide5.xml" ContentType="application/vnd.openxmlformats-officedocument.presentationml.notesSlide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notesSlides/notesSlide6.xml" ContentType="application/vnd.openxmlformats-officedocument.presentationml.notesSlide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notesSlides/notesSlide16.xml" ContentType="application/vnd.openxmlformats-officedocument.presentationml.notesSlide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96" r:id="rId9"/>
    <p:sldId id="297" r:id="rId10"/>
    <p:sldId id="298" r:id="rId11"/>
    <p:sldId id="262" r:id="rId12"/>
    <p:sldId id="295" r:id="rId13"/>
    <p:sldId id="263" r:id="rId14"/>
    <p:sldId id="264" r:id="rId15"/>
    <p:sldId id="265" r:id="rId16"/>
    <p:sldId id="266" r:id="rId17"/>
    <p:sldId id="267" r:id="rId18"/>
    <p:sldId id="301" r:id="rId19"/>
    <p:sldId id="302" r:id="rId20"/>
    <p:sldId id="268" r:id="rId21"/>
    <p:sldId id="269" r:id="rId22"/>
    <p:sldId id="271" r:id="rId23"/>
    <p:sldId id="272" r:id="rId24"/>
    <p:sldId id="273" r:id="rId25"/>
    <p:sldId id="274" r:id="rId26"/>
    <p:sldId id="275" r:id="rId27"/>
    <p:sldId id="276" r:id="rId28"/>
    <p:sldId id="299" r:id="rId29"/>
    <p:sldId id="277" r:id="rId3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36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1575 60 24575,'51'-4'0,"-21"2"0,56-12 0,-85 14 0,-1 0 0,1 0 0,0-1 0,0 1 0,0 0 0,0 0 0,0-1 0,-1 1 0,1 0 0,0-1 0,0 1 0,0-1 0,-1 1 0,2-2 0,-11-1 0,-22 2 0,9 0 0,-33-6 0,15 1 0,-4 0 0,16 2 0,-30-1 0,-228 5 0,258 1 0,-28 6 0,-23 0 0,-411-6 0,238-2 0,199 2 0,-59-2 0,63-7 0,32 5 0,-28-1 0,226 4 0,160 6 0,-250 1 0,548 25 0,-599-34 0,-1-2 0,51-11 0,-73 11 0,77-11 0,-89 14 0,-2 0 0,0 1 0,-1-1 0,1 1 0,0 0 0,0-1 0,0 1 0,-1 0 0,1 1 0,4 0 0,-7-1 0,1 0 0,-1 0 0,0 0 0,0 0 0,0 0 0,0 0 0,0 0 0,0 0 0,0 0 0,0 0 0,0 0 0,0 0 0,1 0 0,-1 0 0,0 0 0,0 0 0,0 1 0,0-1 0,0 0 0,0 0 0,0 0 0,0 0 0,0 0 0,0 0 0,0 0 0,0 0 0,0 0 0,0 0 0,0 0 0,0 1 0,0-1 0,0 0 0,0 0 0,0 0 0,0 0 0,0 0 0,0 0 0,0 0 0,0 0 0,0 0 0,0 1 0,0-1 0,0 0 0,0 0 0,0 0 0,0 0 0,0 0 0,0 0 0,0 0 0,0 0 0,0 0 0,0 0 0,-7 5 0,-8 3 0,-8-2 0,0-1 0,0 0 0,0-2 0,-28 1 0,43-4 0,-269 4 0,165-5 0,-82-7 0,3 0 0,86 9 0,-82-2 0,104-6 0,-26-1 0,51 9-1365,46-1-5461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2.1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2146 54 24575,'-182'1'0,"-198"-3"0,234-5 0,-46 0 0,-428 6 0,294 2 0,302-2 0,0-2 0,-40-8 0,41 6 0,-1 1 0,-39-2 0,52 6-119,3 0-88,0 0-1,0 0 0,0-1 0,0 0 1,-9-3-1,8 1-6618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3.5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1624 0 24575,'-113'1'0,"-134"19"0,12 4 0,176-20 0,1 1 0,-76-5 0,-171-16 0,205 11 0,-18 2 0,-75-6 0,148 5-1365,29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4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2438 72 24575,'0'-1'0,"0"0"0,-1 1 0,1-1 0,0 1 0,-1-1 0,1 1 0,0-1 0,-1 1 0,1-1 0,-1 1 0,1-1 0,-1 1 0,1-1 0,-1 1 0,1 0 0,-1-1 0,1 1 0,-1 0 0,1-1 0,-1 1 0,0 0 0,1 0 0,-1 0 0,1-1 0,-1 1 0,0 0 0,1 0 0,-1 0 0,-1 0 0,-21 0 0,-252 11 0,139-4 0,21 0 0,-60 1 0,-37 0 0,-396-23 0,579 13 0,-717-66 0,657 54-1365,75 11-5461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9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4400 46 24575,'32'-4'0,"13"-1"0,50 0 0,-90 5 0,0 0 0,0 1 0,-1 0 0,9 2 0,-12-3 0,0 0 0,0 0 0,-1 1 0,1-1 0,0 0 0,0 0 0,-1 1 0,1-1 0,0 1 0,0-1 0,-1 1 0,1-1 0,-1 1 0,1-1 0,0 1 0,-1-1 0,1 1 0,-1 0 0,1-1 0,-1 1 0,0 0 0,1-1 0,-1 1 0,0 0 0,1 0 0,-1 0 0,0-1 0,0 1 0,0 0 0,1 0 0,-1 0 0,0-1 0,0 1 0,0 0 0,-1 1 0,1-1 0,0 0 0,-1-1 0,1 1 0,-1 0 0,0 0 0,1 0 0,-1 0 0,1-1 0,-1 1 0,0 0 0,0-1 0,1 1 0,-1-1 0,0 1 0,0 0 0,0-1 0,0 0 0,0 1 0,1-1 0,-1 0 0,0 1 0,-2-1 0,-24 4 0,18-4 0,-32 5 0,11-1 0,-37 1 0,6-5 0,-64-1 0,71-6 0,33 3 0,-31 0 0,-82 5 0,-88-2 0,139-6 0,-38-1 0,105 8 0,-1 1 0,0 0 0,-25 7 0,5-1 0,0-1 0,-1-2 0,-69 0 0,75-5 0,1 0 0,-37-7 0,30 1 0,-13-3 0,0 2 0,-77-3 0,28 4 0,2 0 0,95 7 0,-26 0 0,1-2 0,-37-5 0,34 3 0,-1 1 0,-59 3 0,54 1 0,-62-6 0,14-3 0,-135 5 0,116 5 0,-201-2 0,280 1 0,-31 5 0,-19 2 0,-265-8 0,163-1 0,149 3 0,-29 4 0,-26 2 0,-395-9 0,458 0 0,-32-5 0,-15-2 0,20 8-1365,34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00.1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24575,'91'-1'0,"101"2"0,-3 22 0,-57-4 0,63 7 0,-90-10 0,154 4 0,160-21 0,-291-6 0,-2-1 0,-82 8 0,170-8 0,-37-8 0,-108 9 0,88-12 0,-94 9 0,115-4 0,-77 7 0,-9 0 0,276 6 0,-175 2 0,-84 6 0,-8 1 0,-86-8 0,133 9 0,-80-4 0,110-3 0,-85-4 0,-8 1 0,92 3 0,-108 5 0,28 1 0,-84-8-341,0 0 0,0 1-1,14 3 1,-14-1-6485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55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6437 46 24575,'45'2'0,"-1"2"0,61 14 0,-98-17 0,-1-1 0,1 0 0,-1 0 0,0-1 0,1 1 0,-1-1 0,0-1 0,11-3 0,-53 3 0,-176 2 0,198 1 0,0 0 0,-18 5 0,16-3 0,-25 1 0,-26-4 0,-29 0 0,56 8 0,33-6 0,1-1 0,-1 1 0,0-1 0,1 0 0,-1-1 0,0 0 0,0 0 0,1 0 0,-9-2 0,-9-3 0,1 1 0,-42-2 0,-50 7 0,43 0 0,53-1 0,-13 1 0,1-2 0,-49-8 0,51 5 0,0 2 0,-47 0 0,46 3 0,0-2 0,-42-6 0,49 4 0,-1 1 0,-29 1 0,29 2 0,1-2 0,-28-4 0,-1-2 0,0 3 0,-85 4 0,54 2 0,-484-2 0,469-8 0,9 1 0,-492 6 0,282 2 0,232 0 0,-75-2 0,84-6 0,-15-1 0,-149 8 0,104 0 0,104 1 0,-1 0 0,-17 5 0,17-3 0,-26 1 0,-33-4 0,-30 0 0,6 15 0,59-10 0,-90 5 0,42-2 0,-1-1 0,45-7 0,-1-1 0,-45-8 0,45 4 0,0 2 0,-65 4 0,34 1 0,34-3 0,-21 1 0,-86 9 0,113-5 0,-60-3 0,-9 1 0,51 5 0,29-4 0,-31 2 0,36-6 0,-37-6 0,35 3 0,-31 0 0,39 3 0,-1-1 0,-19-4 0,5 0 0,-3 0 0,19 3 0,0 1 0,-22-2 0,-194 4 94,105 1-1553,107-1-5367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58.7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4453 134 24575,'21'0'0,"-17"0"0,-14 0 0,-515 0 0,506-1 0,-33-6 0,32 4 0,-30-1 0,-229 4 0,257-1 0,-32-5 0,32 2 0,-30 0 0,25 4 0,-14 0 0,-65-8 0,66 3 0,-1 3 0,-51 3 0,-36-2 0,73-6 0,32 4 0,-29-2 0,7 6 0,13-1 0,1 0 0,-53-9 0,50 5 0,0 1 0,0 1 0,-36 4 0,6-1 0,54-1 0,-21 1 0,1-2 0,-47-8 0,59 7 0,-1 0 0,-23 1 0,24 1 0,1-1 0,-31-4 0,29 1 0,1 1 0,-1 2 0,1 0 0,-1 0 0,0 2 0,0 0 0,-28 7 0,-85 13 0,87-14 0,25-4 0,-33 2 0,14-5 0,-70-1 0,60-6 0,30 3 0,-31 0 0,-59 5 0,-75-2 0,126-6 0,34 3 0,-30 0 0,38 3 0,-28-5 0,27 3 0,-24-2 0,25 5 0,-10 0 0,-50-8 0,51 4 0,0 2 0,-1 1 0,-26 2 0,-41-1 0,43-7 0,32 3 0,-32 0 0,-246 4 0,270 3-1365,16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0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1990 1 24575,'52'1'0,"77"10"0,-127-10 0,-4-1 0,-15 2 0,-25-2 0,-598 0 0,347 0 0,133-8 0,3 1 0,-302 7 0,354 8 0,3 0 0,79-8-195,0 1 0,1 1 0,-1 1 0,1 2 0,-1 0 0,-21 8 0,28-7-6631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5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4413 17 24575,'-357'16'0,"-1"-16"0,146-1 0,204 1 0,-405-9 0,206 3 0,-12 0 0,-363-4 0,380 11 0,41-2 0,-176 2 0,215 7 0,-40-1 0,-22 2 0,104-3 0,-128-7 0,133-6 0,-21-1 0,-60 0 0,-55 2-294,165 6-777,29 0-5755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7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4179 45 24575,'257'16'0,"-253"-16"0,1 1 0,-1 0 0,1 0 0,-1 0 0,9 4 0,-11-3 0,-6-1 0,-7 1 0,-51-2 0,-77-8 0,90 4 0,-35 2 0,-105 10 0,146-6 0,-160 3 0,-13 0 0,-377 5 0,388-11 0,-381 1 0,485-8 0,8 0 0,84 8 0,-201-8 0,-159 1 0,228 8 0,102-1 0,-23 1 0,-83-11 0,56-5 0,-25-3 0,-131 1 0,227 18 0,0 1 0,0 1 0,1 1 0,-1 0 0,-16 7 0,-11 3 0,26-11 0,1 0 0,0-1 0,0-1 0,-37-3 0,8 0 0,30 2-227,1 1-1,-1 1 1,1 0-1,0 1 1,-18 5-1,22-3-6598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1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64 24575,'-2'-2'0,"1"1"0,0-1 0,-1 1 0,1-1 0,0 1 0,0-1 0,0 0 0,0 1 0,0-1 0,1 0 0,-1 0 0,0 0 0,1 1 0,-1-1 0,1 0 0,0 0 0,0 0 0,0-3 0,0 4 0,0-1 0,1 1 0,-1 0 0,1 0 0,-1 0 0,1-1 0,-1 1 0,1 0 0,0 0 0,0 0 0,-1 0 0,1 0 0,0 0 0,0 0 0,0 1 0,0-1 0,0 0 0,0 0 0,1 1 0,-1-1 0,0 1 0,0-1 0,0 1 0,0-1 0,1 1 0,-1 0 0,0 0 0,3-1 0,6 0 0,-1 0 0,1 0 0,0 1 0,0 0 0,10 1 0,-17 0 0,0-1 0,1 1 0,-1 0 0,0 0 0,1 0 0,-1 0 0,0 1 0,0-1 0,0 1 0,0 0 0,0-1 0,-1 2 0,1-1 0,-1 0 0,1 0 0,-1 1 0,4 5 0,-1-1 0,-2 1 0,1 0 0,-1 0 0,-1 1 0,1-1 0,-2 0 0,1 1 0,0 16 0,4 17 0,-5-39 0,-1 0 0,1 0 0,-1 0 0,0 0 0,0 0 0,0 0 0,0 0 0,0 0 0,-1 0 0,1 0 0,-1 0 0,0 0 0,0 0 0,0 0 0,-1 0 0,1-1 0,0 1 0,-1 0 0,0-1 0,0 0 0,0 1 0,0-1 0,0 0 0,0 0 0,0 0 0,-1 0 0,1 0 0,-1 0 0,1-1 0,-1 1 0,0-1 0,0 0 0,0 0 0,1 0 0,-1 0 0,0 0 0,0-1 0,0 1 0,0-1 0,-1 0 0,1 0 0,0 0 0,0 0 0,0 0 0,0-1 0,-5-1 0,0-1 0,1 0 0,0 0 0,0-1 0,0 1 0,0-2 0,1 1 0,0-1 0,0 0 0,0 0 0,0-1 0,1 0 0,0 0 0,0 0 0,0 0 0,1-1 0,0 0 0,0 0 0,1 0 0,0 0 0,0-1 0,1 1 0,0-1 0,0 1 0,1-1 0,0 0 0,-1-14 0,3 18-105,-1 1 0,0 0 0,1 0 0,0 0 0,0 0 0,0 0 0,0 0 0,0 0 0,0 0 0,1 0 0,0 1 0,2-5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1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24575,'-3'0'0,"0"2"0,-3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2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9 24575,'3'-2'0,"0"1"0,1 0 0,0-1 0,-1 1 0,1 1 0,0-1 0,-1 1 0,1-1 0,0 1 0,0 0 0,0 0 0,-1 1 0,1-1 0,0 1 0,-1 0 0,1 0 0,0 0 0,5 3 0,-6-3 0,0 1 0,-1-1 0,1 1 0,0 0 0,-1 0 0,1 0 0,-1 0 0,0 0 0,1 1 0,-1-1 0,0 1 0,-1-1 0,1 1 0,0 0 0,-1 0 0,1 0 0,-1 0 0,0 0 0,0 0 0,0 0 0,0 6 0,0-4 0,-1-1 0,0 0 0,0 0 0,0 1 0,-1-1 0,1 0 0,-1 0 0,0 1 0,0-1 0,-1 0 0,1 0 0,-3 4 0,3-6 0,-1 1 0,1-1 0,-1 0 0,0 0 0,0 0 0,0 0 0,0-1 0,0 1 0,0 0 0,0-1 0,0 0 0,-1 1 0,1-1 0,0 0 0,-1 0 0,1 0 0,-1-1 0,0 1 0,1 0 0,-6-1 0,-2 1 0,-1 0 0,1-1 0,-1 0 0,-18-3 0,27 3 0,-1-1 0,1 1 0,0-1 0,0 1 0,-1-1 0,1 0 0,0 0 0,0 0 0,0 0 0,0-1 0,0 1 0,0 0 0,0-1 0,0 1 0,1-1 0,-1 0 0,1 0 0,-1 1 0,1-1 0,-1 0 0,1 0 0,0 0 0,0-1 0,0 1 0,0 0 0,1 0 0,-2-3 0,2 0 0,0 0 0,-1 0 0,2 0 0,-1 1 0,1-1 0,-1 0 0,1 0 0,3-6 0,2-17 0,-6 18-1365,-2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2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30 24575,'0'-1'0,"0"0"0,0 1 0,1-1 0,-1 1 0,0-1 0,0 0 0,1 1 0,-1-1 0,1 1 0,-1-1 0,0 1 0,1-1 0,-1 1 0,1-1 0,-1 1 0,1 0 0,-1-1 0,1 1 0,0 0 0,-1-1 0,1 1 0,-1 0 0,1 0 0,0 0 0,-1-1 0,1 1 0,-1 0 0,1 0 0,0 0 0,-1 0 0,1 0 0,0 0 0,-1 0 0,2 0 0,22 3 0,-20-1 0,1 0 0,-1 0 0,0 0 0,1 1 0,-1-1 0,0 1 0,-1 0 0,1 0 0,-1 0 0,1 1 0,-1-1 0,0 1 0,0 0 0,4 7 0,-2-2 0,-1-1 0,1 1 0,-2 0 0,1 0 0,-2 1 0,4 12 0,-6-20 0,1 1 0,-1-1 0,0 1 0,1-1 0,-1 1 0,-1 0 0,1-1 0,0 1 0,0-1 0,-1 1 0,0-1 0,1 1 0,-1-1 0,0 0 0,0 1 0,0-1 0,-1 0 0,1 0 0,0 0 0,-1 0 0,0 0 0,1 0 0,-1 0 0,0 0 0,0 0 0,0-1 0,-3 2 0,2-1 0,1-1 0,-2 0 0,1 0 0,0 0 0,0 0 0,0 0 0,0-1 0,-1 1 0,1-1 0,0 0 0,0 0 0,-1 0 0,1 0 0,0-1 0,0 1 0,-1-1 0,1 0 0,0 0 0,0 0 0,-6-3 0,1-1 0,-1 0 0,1-1 0,-1 0 0,2 0 0,-1-1 0,1 0 0,0 0 0,0-1 0,-6-10 0,10 14 0,-1-1 0,2 0 0,-1 0 0,1 0 0,-1 0 0,1 0 0,1 0 0,-1-1 0,1 1 0,0-1 0,0 1 0,1-1 0,-1 1 0,1-1 0,1 1 0,-1-1 0,1 0 0,1-5 0,-2 10-80,1-1 0,-1 0-1,1 0 1,0 1 0,-1-1-1,1 0 1,0 1 0,0-1-1,0 1 1,0-1 0,1 1 0,-1 0-1,0-1 1,1 1 0,-1 0-1,2-1 1,6-3-6746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4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1 176 24575,'25'-17'0,"11"-9"0,4 0 0,-2 2 0,-5 6 0,-3 2 0,-5 5 0,0 1 0,-3 3 0,-3 0 0,-1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6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24575,'26'-3'0,"43"-2"0,-63 5 0,1 0 0,-1 1 0,1 0 0,-1 0 0,0 0 0,1 1 0,11 4 0,-17-5 0,1 0 0,0-1 0,-1 1 0,1 0 0,-1 0 0,0 0 0,1 0 0,-1 1 0,0-1 0,1 0 0,-1 0 0,0 1 0,0-1 0,0 1 0,0-1 0,0 1 0,-1 0 0,1-1 0,0 1 0,-1 0 0,1-1 0,-1 1 0,0 0 0,1-1 0,-1 4 0,0 1 0,-1 0 0,0 1 0,-1-1 0,1 0 0,-5 11 0,-2 13 0,4-11 0,-1 0 0,-1-1 0,0 1 0,-1-1 0,-12 20 0,19-37 0,-1 0 0,1-1 0,0 1 0,-1 0 0,1-1 0,0 1 0,0 0 0,-1 0 0,1-1 0,0 1 0,0 0 0,0 0 0,0-1 0,0 1 0,0 0 0,0 0 0,0-1 0,0 1 0,0 0 0,1-1 0,-1 1 0,0 0 0,0 0 0,1 0 0,0 0 0,0 0 0,0 0 0,0 0 0,0 0 0,0-1 0,0 1 0,0 0 0,0-1 0,1 1 0,-1-1 0,0 0 0,0 1 0,2-1 0,6 2 0,0-1 0,0-1 0,13 0 0,-14-1 0,10 2 0,34 5 0,-36-3 0,1-1 0,30 0 0,-35-4-1365,-3-1-5461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6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24575,'38'4'0,"39"4"0,142-5 0,-211-3 0,0-1 0,0 0 0,0-1 0,0 0 0,-1 0 0,1 0 0,7-5 0,-12 6 0,0-1 0,0 0 0,-1 1 0,1-1 0,-1 0 0,0 0 0,1 0 0,-1-1 0,0 1 0,0-1 0,-1 1 0,1-1 0,0 1 0,-1-1 0,0 0 0,1 0 0,-1 0 0,0 0 0,0 0 0,0-5 0,0 4 0,-1-1 0,0 1 0,0 0 0,0 0 0,0 0 0,-1 0 0,1 0 0,-1 0 0,0 0 0,-1 0 0,1 0 0,-3-5 0,3 8 0,1 0 0,-1 0 0,0-1 0,0 1 0,0 0 0,0 0 0,0 0 0,0 0 0,-1 0 0,1 0 0,0 1 0,0-1 0,-1 0 0,1 1 0,-1-1 0,1 0 0,0 1 0,-1 0 0,1-1 0,-1 1 0,1 0 0,-1 0 0,1 0 0,-1 0 0,1 0 0,-1 0 0,1 0 0,-1 0 0,1 1 0,-1-1 0,1 0 0,0 1 0,-1 0 0,1-1 0,0 1 0,-3 1 0,0 0 0,0 0 0,0 1 0,0 0 0,1-1 0,-1 1 0,1 0 0,-1 1 0,1-1 0,0 1 0,0-1 0,1 1 0,-1 0 0,1 0 0,0 0 0,0 0 0,0 1 0,0-1 0,-1 8 0,2-9 0,1 1 0,-1 0 0,1-1 0,0 1 0,0 0 0,0-1 0,1 1 0,-1 0 0,1-1 0,0 1 0,0 0 0,0-1 0,0 1 0,1-1 0,-1 0 0,1 1 0,0-1 0,0 0 0,0 0 0,1 0 0,-1 0 0,1-1 0,3 5 0,9 4 0,1 0 0,0-1 0,0-1 0,1-1 0,0 0 0,0-1 0,22 6 0,-13-6 0,0-1 0,1-1 0,0-2 0,37 1 0,-59-4 0,-1 0 0,1 0 0,-1-1 0,1 1 0,0-1 0,-1-1 0,1 1 0,-1 0 0,0-1 0,8-4 0,-11 5 0,0 1 0,0-1 0,0 0 0,0 0 0,0 0 0,0 0 0,0 0 0,0-1 0,0 1 0,0 0 0,-1 0 0,1 0 0,-1-1 0,1 1 0,0-3 0,-1 2 0,1 0 0,-1 1 0,0-1 0,-1 0 0,1 0 0,0 0 0,0 0 0,-1 0 0,1 1 0,-1-1 0,0 0 0,1 0 0,-1 1 0,0-1 0,-1-1 0,-5-6 0,1 0 0,-2 0 0,1 1 0,-1 0 0,-14-10 0,13 11 0,1-1 0,-1 0 0,1 0 0,-12-18 0,18 24 0,1 1 0,0-1 0,0 0 0,0 0 0,0 0 0,1 0 0,-1 0 0,0 0 0,1 0 0,-1 0 0,1 0 0,0 0 0,0 0 0,0 0 0,0 0 0,0 0 0,0 0 0,0 0 0,1 0 0,0-4 0,1 4 0,-1-1 0,1 0 0,0 1 0,-1-1 0,1 1 0,1 0 0,-1 0 0,0-1 0,0 1 0,1 1 0,-1-1 0,1 0 0,3-1 0,0-1 10,1 1 0,0 0 0,0 1 0,-1-1 0,1 1 0,0 1 0,1-1 0,-1 1 0,0 1 0,0-1 0,8 1 0,-5 1-222,1 1 0,-1-1 0,1 2-1,-1-1 1,0 1 0,19 9 0,-14-5-6614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73 24575,'-2'-1'0,"-40"-24"0,39 24 0,1 0 0,-1 0 0,1 0 0,-1 0 0,0 0 0,0 0 0,0 1 0,1-1 0,-1 1 0,0 0 0,0 0 0,0 0 0,0 0 0,-3 1 0,5 0 0,0-1 0,0 0 0,0 1 0,0-1 0,0 1 0,0-1 0,1 1 0,-1 0 0,0-1 0,0 1 0,0 0 0,1-1 0,-1 1 0,0 0 0,1 0 0,-1 0 0,1 0 0,-1 0 0,1 0 0,-1 0 0,0 1 0,1 0 0,-1 0 0,1 1 0,0-1 0,0 0 0,0 1 0,0-1 0,0 1 0,0-1 0,1 3 0,1 1 0,-1 0 0,1-1 0,0 1 0,1 0 0,-1-1 0,7 9 0,-2-5 0,0-1 0,1 1 0,0-1 0,0-1 0,1 0 0,0 0 0,0 0 0,0-1 0,1-1 0,0 1 0,0-2 0,1 1 0,-1-2 0,1 1 0,12 1 0,-21-4 0,0-1 0,0 0 0,0 0 0,0 0 0,0 0 0,0 0 0,0 0 0,0-1 0,0 1 0,0-1 0,0 1 0,-1-1 0,1 0 0,0 1 0,0-1 0,0 0 0,-1 0 0,1 0 0,-1-1 0,1 1 0,-1 0 0,1-1 0,-1 1 0,0-1 0,1 1 0,-1-1 0,0 1 0,0-1 0,0 0 0,0 0 0,-1 0 0,1 1 0,0-1 0,-1 0 0,1-3 0,1-6 0,0-1 0,0 1 0,-2-1 0,0-18 0,0 25 0,0 0-49,0 0 1,0 1-1,-1-1 0,1 0 0,-1 1 1,0-1-1,-1 0 0,1 1 0,-1 0 1,0-1-1,0 1 0,0 0 0,-1 0 1,1 0-1,-1 0 0,0 0 0,0 1 1,0-1-1,-1 1 0,1 0 0,-1 0 1,0 0-1,0 1 0,0-1 0,0 1 0,0 0 1,-7-3-1,-2 1-6777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3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24575,'0'-2'0,"0"-1"0,0 1 0,0-1 0,0 1 0,1 0 0,-1-1 0,1 1 0,0 0 0,-1 0 0,1-1 0,0 1 0,0 0 0,1 0 0,-1 0 0,0 0 0,1 0 0,-1 0 0,3-2 0,-1 2 0,0 1 0,-1-1 0,1 0 0,0 1 0,0 0 0,0-1 0,0 1 0,0 1 0,0-1 0,0 0 0,0 1 0,5-1 0,-1 1 0,-1 0 0,1 0 0,-1 1 0,1 0 0,0 0 0,-1 1 0,0-1 0,1 1 0,-1 1 0,0-1 0,0 1 0,10 7 0,-11-6 0,0-1 0,-1 1 0,1 0 0,-1 1 0,0-1 0,-1 1 0,1 0 0,-1 0 0,0 0 0,4 8 0,-5-8 0,-1-1 0,0 1 0,0-1 0,0 1 0,0 0 0,-1-1 0,0 1 0,0 0 0,0-1 0,0 1 0,-1 0 0,0-1 0,-2 9 0,-4 14 0,5-19 0,0 1 0,0-1 0,-1 0 0,-6 13 0,8-19 0,0 0 0,-1 0 0,1 0 0,-1 0 0,1 0 0,-1 0 0,0-1 0,0 1 0,0-1 0,0 1 0,0-1 0,0 0 0,0 0 0,0 1 0,0-1 0,-1-1 0,1 1 0,0 0 0,-1-1 0,-4 1 0,3 0 0,0-1 0,0 0 0,0 0 0,0 0 0,0 0 0,-1-1 0,1 0 0,0 0 0,0 0 0,0 0 0,1-1 0,-1 1 0,-6-4 0,5 1 0,0 0 0,0 0 0,0 0 0,1-1 0,-1 0 0,1 1 0,0-2 0,-4-5 0,5 5 0,-1 1 0,1-1 0,0 0 0,0 0 0,1 0 0,0-1 0,-3-9 0,5 13 0,0 0 0,-1 0 0,1 0 0,0 0 0,1-1 0,-1 1 0,0 0 0,1 0 0,0 0 0,0 0 0,0 0 0,0 0 0,0 0 0,1 0 0,-1 1 0,1-1 0,3-4 0,4-4-1365,-1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3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24575,'0'-2'0,"0"1"0,3 1 0,0 3 0,3 1 0,0 3 0,1-1 0,0 2 0,-4-1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4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24575,'-1'1'0,"0"1"0,0-1 0,1 1 0,-1 0 0,0-1 0,1 1 0,-1 0 0,1 0 0,0-1 0,-1 1 0,1 0 0,0 0 0,0-1 0,0 1 0,0 0 0,0 0 0,1-1 0,-1 1 0,1 0 0,-1-1 0,1 1 0,-1 0 0,2 1 0,1 5 0,1 0 0,0-1 0,7 11 0,-6-12 0,0 0 0,0-1 0,1 0 0,0 0 0,0 0 0,0-1 0,0 1 0,1-2 0,0 1 0,0-1 0,0 0 0,0 0 0,0-1 0,1 0 0,10 2 0,-5-3 0,-6-1 0,0 1 0,0 0 0,10 3 0,-14-3 0,-1 0 0,0 0 0,1 0 0,-1 0 0,0 1 0,0-1 0,0 1 0,0-1 0,0 1 0,0 0 0,0 0 0,0 0 0,1 3 0,0-1 0,0 1 0,0 1 0,0-1 0,-1 0 0,0 1 0,0-1 0,-1 1 0,0-1 0,0 1 0,0 0 0,0-1 0,-1 10 0,0-12 0,0 0 0,-1 0 0,1-1 0,-1 1 0,1 0 0,-1 0 0,0-1 0,0 1 0,0 0 0,0-1 0,-1 1 0,1-1 0,-1 0 0,1 1 0,-1-1 0,0 0 0,0 0 0,0 0 0,0 0 0,0 0 0,0-1 0,-1 1 0,1-1 0,-1 1 0,1-1 0,-1 0 0,-2 1 0,-6 1-49,0-1 0,0-1 0,1 0 1,-1-1-1,-21-1 0,13 1-1023,6-1-5754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4.9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24575,'30'-8'0,"13"-2"0,1 1 0,-4 1 0,-7 3 0,-6-1 0,-5 1 0,-4 1 0,-5-1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2.0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901 0 24575,'-1'1'0,"1"0"0,0-1 0,-1 1 0,1-1 0,0 1 0,-1 0 0,1-1 0,-1 1 0,1-1 0,-1 1 0,1-1 0,-1 1 0,1-1 0,-1 1 0,0-1 0,1 0 0,-1 1 0,0-1 0,-1 1 0,-18 7 0,15-7 0,-27 10 0,-1-3 0,0-1 0,-53 6 0,45-9 0,-70 19 0,88-16 0,0 2 0,0 0 0,1 1 0,0 2 0,-33 23 0,30-17 0,1 2 0,2 1 0,0 1 0,-20 25 0,-4 10-94,-6 8-542,-60 57 1,98-110-6191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3.2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93 24575,'-3'45'0,"4"81"0,1-101 0,2-2 0,0 1 0,1 0 0,1-1 0,11 25 0,-16-47 0,-1-1 0,0 1 0,1 0 0,-1-1 0,0 1 0,0 0 0,1-1 0,-1 1 0,0 0 0,0 0 0,0-1 0,0 1 0,0 0 0,0-1 0,0 1 0,0 0 0,0 0 0,0-1 0,0 2 0,-1-2 0,1 0 0,-1 0 0,1 0 0,-1 0 0,1-1 0,-1 1 0,1 0 0,-1 0 0,1 0 0,-1-1 0,1 1 0,-1 0 0,1 0 0,-1-1 0,1 1 0,0-1 0,-1 1 0,0-1 0,-22-24 0,13 12 0,2 0 0,0 0 0,0-1 0,-10-28 0,-14-63 0,28 86 0,0 0 0,-1-38 0,4 51 0,1 0 0,1-1 0,-1 1 0,1-1 0,0 1 0,0 0 0,1-1 0,0 1 0,0 0 0,0 0 0,1 0 0,6-9 0,-8 13 0,2-1 0,-1 1 0,0 0 0,0 0 0,1-1 0,-1 2 0,1-1 0,-1 0 0,1 0 0,0 1 0,0 0 0,0-1 0,0 1 0,3-1 0,-1 1 0,0 0 0,0 1 0,0-1 0,1 1 0,-1 0 0,0 1 0,0-1 0,6 2 0,-2 0 0,1 1 0,-1 0 0,0 0 0,0 1 0,0 0 0,-1 1 0,1 0 0,12 11 0,-16-13 0,-1 1 0,0 0 0,0 0 0,-1 0 0,1 1 0,-1-1 0,0 1 0,0 0 0,4 10 0,-6-14 0,-1 1 0,1 0 0,-1 0 0,1 0 0,-1-1 0,0 1 0,0 0 0,0 0 0,0 0 0,0 0 0,0 0 0,-1 0 0,1-1 0,-1 1 0,1 0 0,-1 0 0,1 0 0,-1-1 0,0 1 0,0 0 0,0-1 0,0 1 0,0-1 0,-1 1 0,1-1 0,0 0 0,0 1 0,-1-1 0,1 0 0,-1 0 0,0 0 0,-2 1 0,-6 3 0,-1 0 0,1-1 0,-1 0 0,0-1 0,-1-1 0,1 0 0,0 0 0,0-1 0,-1 0 0,1-1 0,-19-2 0,17 0-1365,4-2-5461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3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88 133 24575,'-5'-5'0,"1"1"0,0 1 0,0-1 0,0 1 0,0 0 0,0 0 0,-1 1 0,0-1 0,1 1 0,-1 0 0,0 0 0,0 1 0,-6-2 0,11 3 0,-1 0 0,0 0 0,1 0 0,-1 0 0,0 0 0,0 0 0,1 0 0,-1 0 0,0 0 0,1 0 0,-1 0 0,0 1 0,1-1 0,-1 0 0,0 0 0,1 1 0,-1-1 0,1 0 0,-1 1 0,0-1 0,1 1 0,-1-1 0,1 1 0,-1-1 0,1 1 0,0-1 0,-1 2 0,0-1 0,1 0 0,0 0 0,0 1 0,-1-1 0,1 0 0,0 1 0,0-1 0,0 0 0,1 0 0,-1 1 0,0-1 0,0 0 0,1 2 0,2 4 0,-1-1 0,1 0 0,0 0 0,6 8 0,-3-6 0,-1-1 0,1 1 0,1-1 0,0 0 0,7 5 0,-12-10 0,0 0 0,1-1 0,-1 1 0,0-1 0,1 0 0,-1 1 0,1-1 0,-1 0 0,1-1 0,-1 1 0,1 0 0,0-1 0,-1 0 0,1 1 0,0-1 0,-1 0 0,1 0 0,0-1 0,-1 1 0,1 0 0,0-1 0,3-1 0,-4 1 0,-1 0 0,1 0 0,-1 1 0,0-1 0,1-1 0,-1 1 0,0 0 0,0 0 0,0 0 0,0-1 0,0 1 0,0-1 0,0 1 0,0 0 0,-1-1 0,1 0 0,-1 1 0,1-1 0,-1 1 0,1-1 0,-1 0 0,0 1 0,0-1 0,0 0 0,0 1 0,0-1 0,0 0 0,0 1 0,-1-3 0,0-4 0,-1 0 0,0 0 0,0 0 0,-6-11 0,3 7 0,-1 1 0,0 0 0,-1 1 0,0-1 0,-1 1 0,0 1 0,0-1 0,-20-15 0,5 13-1365,12 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4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24575,'-1'1'0,"0"1"0,1 0 0,-1 0 0,1 0 0,-1 0 0,1-1 0,0 1 0,-1 0 0,1 0 0,0 0 0,0 0 0,1 0 0,-1 0 0,1 2 0,-1 4 0,2 12 0,0 0 0,2 0 0,0 0 0,1 0 0,1-1 0,1 0 0,0 0 0,1-1 0,2 1 0,20 30 0,-33-54 0,1 0 0,-1-1 0,1 1 0,-2-8 0,4 12 0,-1 0 0,1 0 0,0 1 0,0-1 0,0 0 0,0 0 0,0 0 0,0 1 0,0-1 0,0 0 0,0 0 0,0 0 0,0 0 0,1 1 0,-1-1 0,0 0 0,1 0 0,-1 1 0,1-2 0,0 1 0,-1 1 0,1 0 0,0-1 0,0 1 0,0 0 0,0 0 0,0 0 0,-1-1 0,1 1 0,0 0 0,0 0 0,0 0 0,0 0 0,0 1 0,0-1 0,-1 0 0,1 0 0,0 0 0,0 1 0,0-1 0,0 0 0,-1 1 0,1-1 0,1 1 0,10 4 0,0-1 0,1 0 0,-1-1 0,1-1 0,0 0 0,0 0 0,21-1 0,-28-1 0,0-1 0,0 1 0,0-1 0,0 0 0,0 0 0,0-1 0,0 0 0,0 0 0,-1 0 0,1-1 0,-1 1 0,1-1 0,-1-1 0,0 1 0,-1-1 0,1 0 0,0 0 0,5-7 0,-7 7 0,-1-1 0,1 1 0,-1-1 0,-1 0 0,1 0 0,0 0 0,-1 0 0,0 0 0,0 0 0,-1-1 0,0-5 0,0 8 0,0 0 0,0 1 0,0-1 0,-1 0 0,1 0 0,-1 0 0,0 1 0,0-1 0,-2-5 0,2 7 0,0 0 0,0 0 0,0-1 0,0 1 0,0 0 0,0 0 0,0 0 0,0 0 0,0 0 0,-1 0 0,1 1 0,0-1 0,-1 0 0,1 1 0,0-1 0,-1 1 0,1-1 0,-1 1 0,-1-1 0,1 1 0,1 0 0,0 0 0,-1 0 0,1 0 0,-1 0 0,1 0 0,0 0 0,-1 0 0,1 0 0,0 1 0,-1-1 0,1 1 0,0-1 0,-1 1 0,1-1 0,0 1 0,0 0 0,0-1 0,-2 3 0,1-2 0,1 1 0,0 0 0,-1 0 0,1 0 0,0 0 0,0 0 0,0 0 0,0 0 0,0 0 0,-1 5 0,1 3 0,-1 1 0,1-1 0,1 1 0,1 11 0,-1-18 0,0 1 0,0-1 0,1 1 0,-1-1 0,1 1 0,0-1 0,1 1 0,-1-1 0,1 0 0,0 1 0,0-1 0,0 0 0,0 0 0,1 0 0,3 4 0,-1-3 0,0-1 0,0 1 0,1-1 0,0 0 0,0 0 0,0 0 0,0-1 0,11 4 0,-2-1 0,1 0 0,0-2 0,18 4 0,-26-6 0,1-1 0,0-1 0,0 1 0,0-1 0,0-1 0,0 0 0,13-2 0,-20 2-170,0 1-1,0-1 0,1 0 1,-1 0-1,0 0 0,0 0 1,3-3-1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0.3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762 1251 24575,'-1'-8'0,"-1"0"0,0-1 0,0 1 0,-1 0 0,0 1 0,0-1 0,-1 0 0,-5-8 0,3 5 0,-24-41 0,-57-77 0,-49-41 0,26 35 0,56 64-134,4-3-1,3-2 1,3-2 0,-38-95-1,6-2-1118,65 149-5013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1.9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0 146 24575,'209'0'0,"-206"0"0,-1 0 0,1 0 0,0 0 0,-1 0 0,1-1 0,0 1 0,-1-1 0,1 0 0,-1 1 0,1-1 0,-1 0 0,1-1 0,-1 1 0,0 0 0,4-4 0,-4 3 0,0 0 0,-1 0 0,1 0 0,-1 0 0,0-1 0,0 1 0,0-1 0,0 1 0,0-1 0,0 1 0,-1-1 0,1 1 0,-1-1 0,0 0 0,0 1 0,0-4 0,1 0 0,-1 1 0,-1-1 0,1 0 0,-1 0 0,-2-9 0,2 13 0,1 0 0,-1 0 0,0 1 0,0-1 0,0 0 0,0 0 0,0 0 0,-1 1 0,1-1 0,0 1 0,-1-1 0,1 1 0,-1 0 0,0-1 0,1 1 0,-1 0 0,0 0 0,0 0 0,-2-1 0,-2 0 0,-1 0 0,1 0 0,-1 0 0,0 0 0,0 1 0,0 0 0,0 1 0,0 0 0,0 0 0,-13 2 0,16-2 0,1 1 0,-1 0 0,1 0 0,0 0 0,-1 1 0,1-1 0,0 1 0,0 0 0,0 0 0,0 0 0,0 0 0,0 0 0,1 1 0,-1-1 0,1 1 0,-1-1 0,1 1 0,0 0 0,0 0 0,1 0 0,-1 0 0,0 1 0,0 2 0,-3 8 0,0 0 0,1 0 0,1 0 0,1 0 0,0 0 0,-1 21 0,3-29 0,1-1 0,-1 1 0,1 0 0,0 0 0,0 0 0,0-1 0,5 12 0,-4-14 0,0 1 0,0-1 0,1 1 0,-1-1 0,1 0 0,-1 0 0,1 0 0,0 0 0,0-1 0,1 1 0,-1-1 0,5 3 0,10 5 0,1-2 0,-1 0 0,1-1 0,22 5 0,80 13 0,-99-21 0,-17-3-95,0 0 141,0-1-1,0 1 0,1-1 1,4 1-1,-8-2-107,-1 1-1,0 0 1,0 0 0,0 0-1,0-1 1,0 1-1,1 0 1,-1-1 0,0 1-1,0-1 1,0 1 0,0-1-1,0 0 1,0 1-1,0-1 1,-1 0 0,1 0-1,0 0 1,0 1-1,0-1 1,-1 0 0,1 0-1,0-2 1,3-6-6764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2.7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 24575,'-1'0'0,"1"0"0,-1 0 0,1 1 0,-1-1 0,1 0 0,-1 0 0,1 0 0,-1 1 0,1-1 0,-1 0 0,1 1 0,0-1 0,-1 0 0,1 1 0,0-1 0,-1 1 0,1-1 0,0 0 0,-1 1 0,1-1 0,0 1 0,0-1 0,-1 1 0,1-1 0,0 1 0,0-1 0,0 1 0,0-1 0,0 1 0,0-1 0,0 2 0,-1 17 0,4 6 0,2 0 0,0 0 0,14 36 0,33 70 0,-7-40 0,-28-61 0,-1 1 0,21 65 0,-36-90 0,1 0 0,-1 0 0,0 0 0,0 1 0,-1 9 0,0-15 0,0 0 0,0 0 0,0 0 0,0 0 0,0-1 0,0 1 0,-1 0 0,1 0 0,0 0 0,0 0 0,-1 0 0,1-1 0,-1 1 0,1 0 0,0 0 0,-1-1 0,1 1 0,-1 0 0,0-1 0,1 1 0,-1 0 0,0-1 0,1 1 0,-1-1 0,0 1 0,1-1 0,-1 0 0,0 1 0,0-1 0,0 0 0,0 1 0,1-1 0,-1 0 0,0 0 0,0 0 0,0 0 0,0 0 0,0 0 0,1 0 0,-1 0 0,0 0 0,0 0 0,0 0 0,0 0 0,0-1 0,1 1 0,-1 0 0,-2-1 0,-5-3 0,-1 0 0,1 0 0,0-1 0,0 0 0,0 0 0,1-1 0,0 0 0,0 0 0,0-1 0,-8-10 0,4 3 0,1-1 0,0 1 0,1-2 0,-11-26 0,18 38 0,0-1 0,1 1 0,-1 0 0,1 0 0,0-1 0,1 1 0,-1 0 0,1-1 0,0 1 0,0-1 0,1-4 0,-1 7 0,1 0 0,-1 1 0,1-1 0,0 0 0,-1 1 0,1-1 0,0 0 0,0 1 0,0-1 0,0 1 0,1-1 0,-1 1 0,0 0 0,0-1 0,1 1 0,-1 0 0,1 0 0,-1 0 0,1 0 0,0 0 0,-1 1 0,1-1 0,0 0 0,0 1 0,-1-1 0,1 1 0,0 0 0,3-1 0,9 0 0,1 0 0,0 1 0,15 2 0,-19 0 0,-1-1 0,1-1 0,0 0 0,0-1 0,-1 0 0,1 0 0,12-4 0,-12 0-1365,-3-1-5461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2.9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30 24575,'-5'-10'0,"0"-1"0,2 4 0,1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3.5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9 124 24575,'0'0'0,"-1"0"0,1 0 0,0 0 0,-1 0 0,1 0 0,0 0 0,-1 0 0,1 0 0,0 0 0,-1 0 0,1 0 0,0 0 0,-1 0 0,1 1 0,0-1 0,-1 0 0,1 0 0,0 0 0,0 1 0,-1-1 0,1 0 0,0 0 0,0 1 0,-1-1 0,1 0 0,0 1 0,0-1 0,0 0 0,0 1 0,-1-1 0,1 0 0,0 1 0,2 13 0,10 11 0,-5-18 0,-1 0 0,1 0 0,0 0 0,0-1 0,1 0 0,0 0 0,0-1 0,10 4 0,-13-6 0,0-1 0,1 1 0,0-2 0,-1 1 0,1-1 0,0 1 0,0-2 0,0 1 0,0-1 0,0 0 0,0 0 0,0 0 0,0-1 0,7-2 0,-10 2 0,0 0 0,-1 0 0,1-1 0,-1 1 0,1-1 0,-1 0 0,1 0 0,-1 1 0,0-2 0,0 1 0,0 0 0,-1 0 0,1-1 0,0 1 0,-1-1 0,1 1 0,-1-1 0,0 0 0,0 1 0,1-5 0,0 2 0,-1 0 0,0 0 0,0 0 0,0 0 0,-1 0 0,0-1 0,0 1 0,0 0 0,0 0 0,-3-10 0,0 8 0,1 14 0,4 14 0,0-15 0,0 0 0,0 0 0,1 0 0,0 0 0,0-1 0,1 1 0,-1-1 0,1 0 0,0 0 0,0 0 0,1-1 0,0 0 0,0 1 0,0-1 0,0-1 0,0 1 0,1-1 0,0 0 0,9 3 0,-8-3 0,0 0 0,1-1 0,-1 0 0,0 0 0,1-1 0,-1 0 0,1-1 0,0 1 0,-1-2 0,1 1 0,-1-1 0,1 0 0,-1 0 0,1-1 0,-1 0 0,10-4 0,-12 4 0,-1-1 0,0 1 0,-1-1 0,1 0 0,0 0 0,-1 0 0,0 0 0,1 0 0,-1-1 0,-1 0 0,1 1 0,0-1 0,-1 0 0,0 0 0,0-1 0,0 1 0,0 0 0,-1-1 0,0 1 0,0-1 0,0 1 0,0-1 0,-1 1 0,0-8 0,0 6 0,0-1 0,-1 1 0,0 0 0,0-1 0,0 1 0,-1 0 0,0 0 0,0 0 0,-1 0 0,1 0 0,-1 0 0,-1 1 0,1-1 0,-1 1 0,0 0 0,0 0 0,-6-5 0,-26-15-1365,21 15-5461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40 24575,'-3'-5'0,"-11"-18"0,14 22 0,-1 1 0,0-1 0,1 0 0,-1 0 0,0 0 0,1 1 0,-1-1 0,0 0 0,0 1 0,0-1 0,0 0 0,1 1 0,-1-1 0,0 1 0,0 0 0,0-1 0,0 1 0,-2-1 0,2 2 0,1-1 0,-1 0 0,1 1 0,-1-1 0,1 0 0,-1 1 0,1-1 0,0 1 0,-1-1 0,1 0 0,0 1 0,-1-1 0,1 1 0,0-1 0,0 1 0,-1-1 0,1 1 0,0-1 0,0 1 0,0 0 0,0-1 0,0 1 0,0-1 0,0 1 0,0-1 0,0 1 0,0 0 0,0-1 0,0 2 0,2 19 0,-2-19 0,9 42 0,3-1 0,1 0 0,24 53 0,-28-73 0,108 261 0,-100-234 0,-16-46 0,0 0 0,0-1 0,-1 1 0,1 0 0,-1 0 0,0 0 0,0 0 0,0 0 0,0 0 0,-2 7 0,1-11 3,1 1 0,0 0 0,0-1-1,-1 1 1,1 0 0,0-1 0,-1 1 0,1-1-1,-1 1 1,1-1 0,-1 1 0,1-1-1,-1 1 1,1-1 0,-1 1 0,1-1 0,-1 0-1,1 1 1,-1-1 0,0 0 0,1 0-1,-1 1 1,0-1 0,1 0 0,-1 0 0,0 0-1,1 0 1,-1 0 0,0 0 0,1 0 0,-1 0-1,0 0 1,1 0 0,-1 0 0,0 0-1,1 0 1,-1-1 0,0 1 0,1 0 0,-2-1-1,-2-1-261,0 0-1,0 0 1,0-1 0,-5-3-1,8 5 78,-9-7-6644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24575,'33'-3'0,"15"0"0,3 0 0,-3 0 0,-7 2 0,-5-1 0,-7-1 0,-5 0 0,-5 0 0,-5-2 0,-2 0 0,-4-2 0,-3-2 0,-2-2 0,-2-2 0,-1-1 0,-3 0 0,-1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24575,'0'0'0,"-1"0"0,1 0 0,-1 0 0,1 1 0,0-1 0,-1 0 0,1 0 0,0 0 0,-1 0 0,1 1 0,0-1 0,-1 0 0,1 0 0,0 1 0,-1-1 0,1 0 0,0 1 0,0-1 0,-1 0 0,1 1 0,0-1 0,0 0 0,-1 1 0,1-1 0,0 0 0,0 1 0,0-1 0,0 1 0,0-1 0,0 0 0,0 2 0,-1 13 0,1-13 0,2 19 0,1-1 0,0 1 0,2-1 0,0 0 0,13 29 0,49 95 0,-54-117 0,75 133 0,-59-110 0,-26-44-120,0-1-191,0 1 0,1-1-1,6 9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24575,'14'-16'0,"-7"14"0,-7 3 0,0-1 0,1 0 0,-1 0 0,0 1 0,0-1 0,1 1 0,-1-1 0,0 0 0,0 1 0,0-1 0,0 1 0,1-1 0,-1 0 0,0 1 0,0-1 0,0 1 0,0-1 0,0 1 0,0-1 0,0 0 0,0 2 0,-2 40 0,-8 45 0,1-2 0,4-6 0,9 134 0,-2-194 0,1-1 0,1 0 0,0 0 0,2 0 0,0 0 0,0-1 0,2 1 0,0-2 0,1 1 0,1-1 0,0-1 0,1 0 0,1 0 0,0-1 0,18 15 0,-18-18-117,0 1-91,0 0 0,1-1 0,0-1 0,1 0 0,20 10 0,-22-14-6618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24575,'8'-3'0,"-1"-1"0,1 1 0,0 1 0,0-1 0,0 1 0,0 1 0,0 0 0,0 0 0,16 0 0,-11 2 0,-1 1 0,0 0 0,1 1 0,-1 0 0,22 10 0,-21-8 0,0 1 0,0 0 0,0 1 0,15 11 0,-25-15 0,1 0 0,-1 0 0,0 0 0,0 0 0,0 1 0,0-1 0,-1 1 0,1 0 0,-1-1 0,0 1 0,0 0 0,0 1 0,-1-1 0,1 0 0,-1 0 0,0 1 0,0 8 0,0 1 0,-1 1 0,-1-1 0,0 0 0,-1 0 0,-1 0 0,0 0 0,-1 0 0,0-1 0,-1 1 0,0-1 0,-1 0 0,-9 12 0,11-17 0,0 0 0,0 1 0,1-1 0,0 1 0,0-1 0,1 1 0,-2 15 0,4-22 0,-1 0 0,1 1 0,0-1 0,0 0 0,0 1 0,1-1 0,-1 1 0,1-1 0,-1 0 0,1 0 0,0 1 0,0-1 0,0 0 0,0 0 0,0 0 0,0 0 0,0 0 0,1 0 0,-1 0 0,1 0 0,0 0 0,-1-1 0,1 1 0,0-1 0,0 1 0,0-1 0,0 0 0,0 0 0,0 0 0,0 0 0,1 0 0,-1 0 0,0-1 0,3 1 0,25 6 0,49 4 0,-64-10 0,1-1 0,-1 0 0,0-1 0,0-1 0,19-4 0,-29 5-273,0-1 0,1 0 0,-1 0 0,7-5 0,1-1-6553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24575,'28'5'0,"14"1"0,2 3 0,-1 0 0,-3-2 0,-3-3 0,-3-1 0,-5-1 0,-2-1 0,-3-1 0,-4-1 0,-2-1 0,-2-5 0,-3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24575,'28'14'0,"0"0"0,-2 2 0,0 1 0,-1 1 0,-1 1 0,0 1 0,-2 1 0,0 1 0,-1 1 0,-2 1 0,0 1 0,-2 0 0,21 39 0,-3 5 0,-4 2 0,33 103 0,-58-158 0,-2 1 0,0 0 0,-1 0 0,-1 0 0,0 0 0,-2 33 0,0-48 7,-1 0-1,1 1 0,-1-1 0,1 0 1,-1 1-1,0-1 0,0 0 1,0 0-1,0 1 0,0-1 1,-1 0-1,1 0 0,0 0 0,-1-1 1,0 1-1,1 0 0,-1 0 1,-3 1-1,1 0-155,0-1 1,1 0-1,-1-1 1,-1 1-1,1-1 1,0 1-1,0-1 1,0 0-1,-6 0 1,-5 0-6678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77 24575,'-30'-10'0,"-13"-3"0,-1-3 0,4 3 0,7 2 0,6 4 0,5 3 0,4 2 0,2 1 0,2 2 0,0-1 0,1 1 0,2-1-8191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24575,'-28'-8'0,"-14"-2"0,-2 1 0,4 1 0,5 2 0,5 3 0,4 4 0,5 1 0,3 4 0,1 0 0,3 0 0,2-2-8191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24575,'0'-1'0,"0"0"0,-1 1 0,1-1 0,0 1 0,0-1 0,-1 1 0,1 0 0,0-1 0,-1 1 0,1-1 0,0 1 0,-1-1 0,1 1 0,-1 0 0,1-1 0,-1 1 0,0-1 0,1 1 0,0 0 0,-1 1 0,1-1 0,0 0 0,0 0 0,-1 0 0,1 0 0,0 0 0,0 0 0,0 1 0,0-1 0,-1 0 0,1 0 0,0 0 0,0 1 0,0-1 0,0 0 0,0 0 0,0 0 0,-1 1 0,1-1 0,0 0 0,0 0 0,0 1 0,0-1 0,0 0 0,0 1 0,-1 21 0,4-2 0,1-1 0,1 0 0,13 32 0,29 54 0,-26-63 0,-10-18 0,1-1 0,2 0 0,31 41 0,-37-54-455,0 1 0,6 12 0,-9-14-6371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 24575,'-25'-3'0,"-11"0"0,-2 0 0,6 2 0,5 3 0,6 0 0,3 2 0,2 1 0,4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 24575,'2'-3'0,"1"-1"0,-1 1 0,1 0 0,0 0 0,0 0 0,0 0 0,0 1 0,0-1 0,0 1 0,1 0 0,-1 0 0,1 0 0,0 0 0,-1 1 0,6-2 0,-4 2 0,1 0 0,-1 0 0,1 1 0,0 0 0,-1 0 0,1 0 0,-1 1 0,1 0 0,10 3 0,-1 1 0,0 1 0,0 1 0,0 0 0,-1 1 0,0 1 0,20 15 0,-19-12 0,-1 0 0,0 1 0,-1 0 0,-1 1 0,0 1 0,11 17 0,-19-25 0,0 0 0,-1 0 0,0 0 0,0 0 0,-1 1 0,1-1 0,0 13 0,-2-15 0,-1 0 0,0 1 0,0-1 0,0 0 0,-1 1 0,1-1 0,-2 0 0,1 0 0,0 1 0,-1-1 0,0 0 0,-3 5 0,3-5 0,-1-1 0,-1 1 0,1 0 0,-1-1 0,1 0 0,-1 0 0,0 0 0,-1 0 0,1-1 0,-1 0 0,1 1 0,-1-2 0,0 1 0,0 0 0,0-1 0,-1 0 0,1 0 0,-1-1 0,1 0 0,-7 1 0,1 0 0,-1-2 0,0 1 0,0-1 0,0-1 0,0 0 0,1-1 0,-1 0 0,-17-6 0,16 4 0,-1-1 0,1 0 0,0-1 0,1-1 0,-24-15 0,33 20 0,0 0 0,0-1 0,1 1 0,-1-1 0,0 0 0,1 0 0,0 0 0,0 0 0,0 0 0,0 0 0,0 0 0,0-1 0,1 1 0,0-1 0,-1 1 0,1-1 0,1 0 0,-1 1 0,1-1 0,-1 0 0,1 1 0,0-1 0,0 0 0,0 0 0,1 1 0,0-1 0,1-5 0,1 3-151,-1-1-1,2 1 0,-1 0 0,1 0 1,0 1-1,0-1 0,1 1 1,7-8-1,0 1-6674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24575,'-2'0'0,"-2"2"0,-1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 24575,'10'-2'0,"0"1"0,0 0 0,0 1 0,1 0 0,-1 1 0,0 0 0,0 0 0,0 1 0,0 1 0,-1-1 0,1 2 0,-1-1 0,1 1 0,-1 1 0,0 0 0,-1 0 0,1 0 0,-1 1 0,15 14 0,-20-17 0,0 1 0,0-1 0,0 1 0,-1 0 0,1 0 0,-1 0 0,0 0 0,0 1 0,0-1 0,-1 1 0,1-1 0,-1 1 0,0-1 0,0 1 0,0 9 0,-1-11 0,0-1 0,0 1 0,-1 0 0,1 0 0,-1-1 0,1 1 0,-1-1 0,0 1 0,0 0 0,0-1 0,0 1 0,0-1 0,-1 0 0,1 1 0,-1-1 0,0 0 0,1 0 0,-1 0 0,0 0 0,0 0 0,0-1 0,0 1 0,-1 0 0,1-1 0,0 0 0,-1 1 0,1-1 0,-4 1 0,-3 0 0,1 0 0,-1-1 0,0 0 0,1 0 0,-1-1 0,0 0 0,1 0 0,-1-1 0,0 0 0,1-1 0,-1 0 0,-8-3 0,-2-1 0,1-2 0,0 0 0,1-1 0,-22-14 0,34 19 0,0 1 0,1-1 0,0 0 0,0 0 0,0 0 0,0 0 0,1-1 0,-1 1 0,-2-8 0,5 11 0,0 0 0,1-1 0,-1 1 0,0 0 0,1-1 0,0 1 0,-1 0 0,1-1 0,0 1 0,0 0 0,0-1 0,0 1 0,0-1 0,0 1 0,0 0 0,0-1 0,0 1 0,1 0 0,-1-1 0,0 1 0,1 0 0,0-1 0,-1 1 0,1 0 0,0 0 0,-1 0 0,1-1 0,0 1 0,0 0 0,0 0 0,0 0 0,0 0 0,0 1 0,0-1 0,0 0 0,0 0 0,1 1 0,-1-1 0,0 0 0,1 1 0,-1-1 0,0 1 0,2-1 0,10-2-1365,0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24575,'3'1'0,"0"0"0,0 0 0,0 1 0,-1-1 0,1 1 0,-1 0 0,1 0 0,-1 0 0,0 0 0,3 3 0,-1-1 0,45 35 0,-37-30 0,0 0 0,-1 1 0,1 0 0,-2 0 0,15 19 0,-23-26 0,-1-1 0,1 1 0,-1-1 0,0 1 0,1 0 0,-1 0 0,-1-1 0,1 1 0,0 0 0,-1 0 0,1 0 0,-1 0 0,0 0 0,0 0 0,0 0 0,0 0 0,-2 6 0,1-7 0,1 0 0,-1 0 0,0 0 0,0 1 0,0-2 0,-1 1 0,1 0 0,0 0 0,-1 0 0,1-1 0,-1 1 0,0 0 0,0-1 0,1 0 0,-1 1 0,0-1 0,0 0 0,0 0 0,0 0 0,0 0 0,-1 0 0,1-1 0,-4 2 0,-4 0 0,0-1 0,0 0 0,-1 0 0,1-1 0,-12-2 0,18 2 0,-1 0 0,1-1 0,-1 0 0,1 0 0,0 0 0,-1-1 0,1 1 0,0-1 0,0 0 0,0 0 0,0-1 0,1 1 0,-1-1 0,-4-4 0,7 6 7,0-1 0,-1 0 0,1 0 0,0 0 0,0 0 1,0-1-1,0 1 0,0 0 0,0 0 0,1 0 0,-1-1 0,1 1 0,0 0 0,0-1 0,-1 1 0,2-4 0,0-2-378,0 0-1,1 0 1,3-11 0,-2 9-6455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24575,'23'-12'0,"40"-17"0,-54 26 0,0-1 0,1 2 0,0-1 0,-1 2 0,1-1 0,0 1 0,15 0 0,-21 2 0,0-1 0,-1 1 0,1 0 0,0 0 0,0 0 0,0 0 0,0 1 0,-1-1 0,1 1 0,-1 0 0,1 0 0,-1 0 0,0 1 0,4 2 0,-3-1 0,-1 1 0,1-1 0,0 1 0,-1 0 0,0-1 0,0 2 0,-1-1 0,5 11 0,-4-6 0,0 0 0,-1 0 0,0 1 0,-1-1 0,0 1 0,-1-1 0,0 1 0,0 0 0,-1-1 0,-3 14 0,-1-4 0,-2 31 0,6-45 0,1 1 0,0-1 0,0 1 0,0-1 0,1 1 0,0-1 0,0 0 0,1 1 0,2 5 0,-3-9 0,1-1 0,0 0 0,-1 0 0,1 0 0,0 0 0,0 0 0,0 0 0,1 0 0,-1-1 0,0 1 0,0-1 0,1 0 0,-1 1 0,1-1 0,-1 0 0,1-1 0,4 2 0,0 0 0,0-1 0,1 1 0,-1-2 0,1 1 0,9-1 0,-15 0-114,1-1 1,0 1-1,-1-1 0,1 1 0,0-1 1,-1 0-1,1 0 0,-1 0 0,1 0 1,-1 0-1,3-3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15 24575,'-28'-2'0,"-11"-1"0,-2-1 0,4 2 0,5 0 0,6 1 0,5 0 0,6 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24575,'-22'0'0,"-11"0"0,-1 0 0,2 0 0,4 3 0,4 0 0,4 1 0,5-2-8191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24575,'5'13'0,"5"8"0,-1 4 0,2 3 0,1-1 0,-1-1 0,-1 1 0,2-1 0,0-4 0,-1 1 0,-1-2 0,-1-5-8191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3115 30 24575,'22'2'0,"53"8"0,-73-10 0,-5 1 0,-10 0 0,-20-2 0,-8-6 0,-99-14 0,88 15 0,-64-3 0,-531 10 0,628 0 0,-32 5 0,31-2 0,-23 0 0,23-3 0,-21 5 0,22-3 0,-25 2 0,-6-5 0,19-1 0,1 2 0,-45 7 0,40-3 0,0-2 0,-67-4 0,38 0 0,-468 1 0,514 1 0,-32 6 0,30-4 0,-23 1 0,-269-3 0,150-2 0,147 0 0,1 0 0,-18-5 0,16 3 0,-25-1 0,23 3 0,-8 1 0,-49-8 0,65 6-170,0 0-1,-1 1 0,1 1 1,0-1-1,-1 1 0,1 1 1,-21 4-1,19-2-6655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2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24575,'-6'-8'0,"5"14"0,5 16 0,20 42 0,32 62 0,-43-99 0,100 209 0,-109-227 0,-2-5 0,0 0 0,0 0 0,0 0 0,0 0 0,1 0 0,0 0 0,6 6 0,-6-10-1365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42 24575,'-27'-8'0,"-13"-2"0,0 0 0,2 3 0,7 1 0,5 5 0,4 5 0,5 2 0,1 0 0,5 1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3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24575,'10'-6'0,"0"0"0,0 1 0,1 0 0,-1 1 0,1 0 0,0 1 0,20-4 0,-25 7 0,0-1 0,0 1 0,0 0 0,1 1 0,-1 0 0,0 0 0,0 0 0,0 0 0,0 1 0,0 0 0,-1 1 0,1-1 0,0 1 0,-1 0 0,0 0 0,5 5 0,31 21 0,-18-14 0,40 37 0,-57-46 0,0 0 0,0 1 0,-1 0 0,0 0 0,0 0 0,-1 0 0,1 1 0,-2 0 0,1 0 0,3 12 0,-7-17 0,1 0 0,-1-1 0,0 1 0,0-1 0,0 1 0,0 0 0,0-1 0,-1 1 0,1-1 0,-1 1 0,0-1 0,1 1 0,-1-1 0,0 1 0,0-1 0,-1 0 0,1 0 0,0 1 0,-1-1 0,0 0 0,1 0 0,-1 0 0,0-1 0,0 1 0,0 0 0,0-1 0,0 1 0,0-1 0,-5 2 0,1 0 0,0 0 0,0 0 0,0-1 0,0 0 0,0 0 0,0-1 0,-1 0 0,1 0 0,-1 0 0,1-1 0,-8 0 0,-3-2 0,0-1 0,0-1 0,0 0 0,1-1 0,-1-1 0,1 0 0,1-2 0,-1 0 0,1 0 0,-18-14 0,30 19-32,0 0-1,0 0 1,0 0-1,0-1 1,1 1-1,-1-1 1,1 0-1,0 1 1,0-1-1,0 0 1,1 0-1,-1 0 1,1 0-1,0-1 1,0 1-1,1 0 1,-1 0-1,1-1 1,0 1-1,0 0 1,0-1-1,1 1 1,-1 0-1,1-1 1,0 1-1,0 0 1,1 0-1,-1 0 1,1 0-1,0 0 1,0 0-1,0 1 1,1-1-1,-1 1 1,1-1-1,0 1 1,0 0-1,0 0 0,0 0 1,0 0-1,6-3 1,2 1-6794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24575,'0'2'0,"0"4"0,3 3 0,0 3 0,3-1 0,0 0 0,-1-2-8191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24575,'-4'14'0,"0"1"0,1-1 0,1 1 0,0 0 0,1 0 0,1 0 0,1 15 0,-1-29 0,0 0 0,0 0 0,0 0 0,0 0 0,1 0 0,-1 0 0,0 1 0,1-1 0,-1 0 0,1-1 0,-1 1 0,1 0 0,-1 0 0,1 0 0,0 0 0,-1 0 0,1 0 0,0-1 0,0 1 0,-1 0 0,1-1 0,0 1 0,0 0 0,0-1 0,0 1 0,0-1 0,0 0 0,0 1 0,0-1 0,0 0 0,0 1 0,0-1 0,2 0 0,3 0 0,0 0 0,0 0 0,1-1 0,11-3 0,3 1 0,-11 2 0,1 1 0,-1 1 0,0 0 0,0 0 0,1 1 0,-1 0 0,0 1 0,-1 0 0,1 0 0,18 10 0,-23-10 0,0 0 0,0 0 0,0 0 0,0 1 0,-1-1 0,1 1 0,-1 0 0,0 0 0,0 1 0,0-1 0,-1 1 0,1 0 0,-1 0 0,0 0 0,-1 1 0,1-1 0,-1 1 0,0-1 0,-1 1 0,2 7 0,-2-10-4,-1-1-1,0 0 0,0 1 0,0-1 1,0 0-1,-1 1 0,1-1 0,-1 0 1,1 1-1,-1-1 0,0 0 0,0 0 1,0 0-1,0 0 0,0 0 1,-3 3-1,2-2 23,0-1 0,-1 1 0,1-1 1,-1 0-1,0 0 0,0 0 0,0-1 0,0 1 1,0 0-1,-4 0 0,-3 1-266,-1 0 1,0-1-1,1 0 1,-1-1-1,-21 0 1,19-1-6579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24575,'30'-10'0,"12"-4"0,3 2 0,-6 1 0,-5 4 0,-7 2 0,-5 6 0,-4 1 0,-5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73 24575,'-1'-3'0,"0"-1"0,1 1 0,-1-1 0,1 0 0,0 1 0,0-1 0,1 1 0,-1-1 0,1 0 0,0 1 0,0-1 0,0 1 0,2-4 0,-3 6 0,1-1 0,0 1 0,0 0 0,0-1 0,0 1 0,1 0 0,-1 0 0,0 0 0,0 0 0,1 0 0,-1 0 0,0 0 0,1 0 0,-1 0 0,1 1 0,-1-1 0,1 1 0,0-1 0,-1 1 0,1 0 0,-1-1 0,1 1 0,0 0 0,-1 0 0,1 0 0,0 0 0,-1 1 0,1-1 0,-1 0 0,4 1 0,84 25 0,-52-15 0,-33-10 0,-1 0 0,0 1 0,1-1 0,-1 0 0,0 1 0,0 0 0,0 0 0,0 0 0,0 0 0,-1 0 0,1 1 0,-1-1 0,1 1 0,-1 0 0,0 0 0,0-1 0,0 1 0,0 1 0,1 3 0,-1-2 0,-1-1 0,0 1 0,0-1 0,0 1 0,-1 0 0,0 0 0,1-1 0,-2 1 0,1 0 0,0-1 0,-1 1 0,0 0 0,0-1 0,-3 6 0,-1 4 0,-2 1 0,-11 18 0,9-19 0,1 1 0,-7 18 0,13-29 0,1 1 0,-1 0 0,1-1 0,0 1 0,1 0 0,-1 0 0,1 0 0,0 0 0,0 0 0,0 0 0,2 8 0,0-10 0,-1-1 0,0 1 0,1 0 0,-1 0 0,1-1 0,0 1 0,0-1 0,0 1 0,0-1 0,1 0 0,-1 0 0,1 0 0,-1 0 0,1 0 0,-1 0 0,1-1 0,0 1 0,0-1 0,5 2 0,3 0 0,-1 1 0,1-2 0,0 1 0,16 0 0,-26-3-34,5 1-156,1 0 0,0-1-1,-1 0 1,1 0 0,-1-1 0,8-1 0,-4-1-6636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 24575,'-27'-3'0,"-13"0"0,-1 0 0,4 3 0,6 1 0,5 1 0,7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18 24575,'-30'-5'0,"-12"-2"0,-2 3 0,6 2-8191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24575,'0'3'0,"3"2"0,0 5 0,3 1 0,0 3 0,1 0 0,0 4 0,1 1 0,2-1 0,2 2 0,-2 1 0,0-2 0,-1-1 0,-2-1 0,0-1 0,-2-1 0,-1-2-8191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2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4978 91 24575,'48'0'0,"-10"-1"0,48 5 0,-66 1 0,-20-5 0,0 0 0,0 0 0,1 0 0,-1 0 0,0 0 0,0 0 0,0 0 0,0 0 0,0 0 0,0 0 0,0 1 0,0-1 0,0 0 0,0 0 0,0 0 0,0 0 0,0 0 0,0 0 0,0 0 0,1 0 0,-1 0 0,0 0 0,0 0 0,0 0 0,0 0 0,0 0 0,0 0 0,0 0 0,0 1 0,0-1 0,0 0 0,0 0 0,0 0 0,0 0 0,0 0 0,0 0 0,0 0 0,0 0 0,0 0 0,0 0 0,0 0 0,0 0 0,0 1 0,0-1 0,0 0 0,0 0 0,0 0 0,-1 0 0,1 0 0,0 0 0,0 0 0,0 0 0,0 0 0,0 0 0,0 0 0,0 0 0,0 0 0,0 0 0,-11 3 0,-125 7 0,-165-9 0,-120-16-901,262 11 891,-530-1-1511,142 4 568,185-15 953,96 3 0,-236-2 0,288 9 0,-289-3 0,236 10 0,-233-2 0,369-7 546,-30 1 2293,171 8-2839,0 1 0,0 0 0,13 5 0,23 5 0,256 23 0,2-19 0,-168-10 0,294 6-1337,-177-6 1358,598-1-1688,-206-5 1265,-360 7-177,96 1 128,-380-8 451,624-9 644,-512 4 1137,145 12 0,-158 0-1572,-87-4-209,-13-2 0,0-1 0,0 0 0,0 0 0,0 0 0,0 0 0,0 0 0,0 0 0,0 0 0,0 0 0,1 0 0,-1 0 0,0 0 0,0 0 0,0 0 0,0 1 0,0-1 0,0 0 0,0 0 0,0 0 0,0 0 0,0 0 0,0 0 0,0 0 0,0 0 0,0 0 0,0 1 0,0-1 0,0 0 0,0 0 0,0 0 0,0 0 0,0 0 0,0 0 0,0 0 0,0 0 0,0 0 0,-1 1 0,1-1 0,0 0 0,0 0 0,0 0 0,0 0 0,0 0 0,0 0 0,0 0 0,0 0 0,0 0 0,0 0 0,0 0 0,0 0 0,-1 0 0,1 0 0,0 0 0,-2 1 0,0 0 0,0 0 0,0 0 0,-1 0 0,1-1 0,0 1 0,-4-1 0,-70 3 0,-106-11 0,25 0 0,-5 6-316,-130-2-448,-506-20-55,-289-11-483,811 26 1115,-565-26-852,684 25 1575,-87-4 1074,229 14-1465,9-1-76,-1 0-1,1 1 0,-1 0 0,1 0 1,-1 1-1,1 0 0,0 0 0,-1 0 1,-10 4-1,7 2-6806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24575,'29'-12'0,"57"-13"0,-75 22 0,0 1 0,0 1 0,0 0 0,0 0 0,0 1 0,0 0 0,0 1 0,20 4 0,-28-4 0,1 0 0,-1 0 0,1 1 0,-1-1 0,0 1 0,0 0 0,0 0 0,0 0 0,0 0 0,0 0 0,-1 1 0,1-1 0,-1 1 0,1-1 0,-1 1 0,0 0 0,0 0 0,0 0 0,0 0 0,-1 1 0,3 6 0,-3-5 0,0 1 0,0-1 0,0 1 0,-1 0 0,0-1 0,0 1 0,0 0 0,0-1 0,-1 1 0,0-1 0,-1 1 0,1-1 0,-4 8 0,-2 0 0,0 0 0,0-1 0,-2 0 0,1-1 0,-2 1 0,1-2 0,-13 11 0,8-7 0,0 1 0,-20 29 0,33-43 0,0 0 0,0 1 0,0-1 0,0 0 0,1 1 0,-1-1 0,1 0 0,-1 1 0,1-1 0,0 1 0,-1-1 0,1 1 0,0-1 0,0 1 0,0-1 0,0 1 0,0-1 0,0 1 0,1-1 0,-1 1 0,1 1 0,0-1 0,0 0 0,1 0 0,-1 0 0,0-1 0,1 1 0,-1 0 0,1-1 0,0 1 0,-1-1 0,1 0 0,0 0 0,0 1 0,2 0 0,6 2 0,0 0 0,0-1 0,0 0 0,20 2 0,-3 0-118,-15-2 180,1-1 1,-1 0-1,22 0 0,-31-2-133,0-1 0,0 1-1,0 0 1,0-1 0,0 0 0,0 0-1,0 0 1,0 0 0,-1 0 0,1 0-1,0-1 1,-1 1 0,1-1 0,0 0-1,-1 0 1,0 0 0,1 0 0,-1 0-1,0 0 1,2-3 0,2-6-6755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24575,'83'-12'0,"44"-8"0,-104 15 0,-1-1 0,1-1 0,29-13 0,-46 17 0,0 0 0,0 0 0,-1-1 0,10-7 0,-14 11 0,-1-1 0,1 1 0,0-1 0,-1 1 0,1-1 0,-1 0 0,1 1 0,-1-1 0,1 0 0,-1 1 0,1-1 0,-1 0 0,0 0 0,1 1 0,-1-1 0,0 0 0,0 0 0,0 0 0,1 1 0,-1-1 0,0 0 0,0 0 0,0 0 0,0 0 0,-1 1 0,1-1 0,0 0 0,0 0 0,0 0 0,-1 0 0,1 1 0,0-1 0,-1 0 0,1 0 0,0 1 0,-1-1 0,1 0 0,-1 1 0,0-1 0,1 0 0,-1 1 0,1-1 0,-1 1 0,0-1 0,1 1 0,-1-1 0,-1 1 0,-4-4 0,1 1 0,-1 0 0,0 1 0,0-1 0,-1 1 0,1 1 0,0-1 0,-1 1 0,-8-1 0,10 1 0,0 1 0,0 0 0,0 0 0,0 0 0,1 1 0,-1-1 0,0 1 0,0 0 0,0 1 0,1-1 0,-1 1 0,0 0 0,-4 3 0,8-4 0,-1 0 0,0 0 0,1 1 0,0-1 0,-1 1 0,1 0 0,0-1 0,0 1 0,-1 0 0,1-1 0,1 1 0,-1 0 0,0 0 0,0 0 0,1 0 0,-1 0 0,1 0 0,0 0 0,-1 0 0,1 0 0,0 0 0,0 0 0,0 0 0,0 0 0,1 1 0,-1-1 0,2 3 0,-1 0 0,1 0 0,0 0 0,0-1 0,1 1 0,-1-1 0,1 1 0,0-1 0,0 0 0,0 0 0,4 4 0,11 6 0,-1-1 0,2 0 0,0-2 0,0 0 0,1-1 0,0-1 0,1 0 0,23 5 0,-20-8 0,1-2 0,-1 0 0,1-2 0,0 0 0,0-2 0,34-4 0,-53 4 0,1-1 0,-1 0 0,1-1 0,-1 1 0,1-1 0,-1 0 0,0-1 0,0 0 0,9-5 0,-13 7 0,-1 0 0,1-1 0,0 1 0,0-1 0,-1 1 0,1-1 0,-1 0 0,0 1 0,1-1 0,-1 0 0,0 0 0,0 0 0,0 0 0,0 0 0,0 0 0,-1 0 0,1-1 0,-1 1 0,1 0 0,-1 0 0,0 0 0,0-1 0,0 1 0,0 0 0,0 0 0,0-1 0,0 1 0,-1 0 0,0 0 0,1 0 0,-2-3 0,-3-5 0,0 1 0,0-1 0,-1 1 0,0 0 0,-13-14 0,-7-9 0,23 28 0,0-1 0,1 1 0,-1-1 0,1 1 0,0-1 0,0 0 0,-1-6 0,3 9 0,-1 1 0,1 0 0,0 0 0,0 0 0,0 0 0,0 0 0,0 0 0,0 0 0,0-1 0,0 1 0,1 0 0,-1 0 0,0 0 0,0 0 0,1 0 0,-1 0 0,1 0 0,-1 0 0,1 0 0,0 0 0,-1 0 0,1 0 0,0 1 0,0-1 0,-1 0 0,1 0 0,0 1 0,0-1 0,0 0 0,0 1 0,0-1 0,0 1 0,0-1 0,0 1 0,0 0 0,0-1 0,0 1 0,2 0 0,1-1-124,1 0 0,-1 1 0,0 0 0,0 0 0,1 0 0,-1 0-1,0 1 1,0 0 0,0 0 0,7 2 0,-1 1-6702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4 24575,'-4'-1'0,"-18"-1"0,-30 1 0,46 1 0,0 1 0,0-1 0,1 1 0,-1 1 0,0-1 0,1 1 0,-1 0 0,1 0 0,-1 0 0,-5 5 0,9-7 0,1 1 0,0 0 0,0 0 0,0 0 0,0 0 0,0 0 0,0 0 0,0 0 0,0 0 0,0 0 0,0 0 0,1 0 0,-1 1 0,0-1 0,1 0 0,-1 0 0,1 1 0,-1-1 0,1 1 0,0-1 0,0 0 0,-1 3 0,2-1 0,-1-1 0,1 1 0,0-1 0,-1 0 0,1 1 0,0-1 0,0 0 0,1 0 0,-1 0 0,0 1 0,1-2 0,1 4 0,6 4 0,0 0 0,0-1 0,21 14 0,-29-22 0,11 8 0,1 0 0,0-1 0,0 0 0,22 6 0,-28-10 0,-1-1 0,1-1 0,-1 1 0,1-1 0,0 0 0,0-1 0,-1 0 0,1 0 0,0 0 0,0-1 0,-1 0 0,9-2 0,-12 2 0,-1 0 0,1 0 0,-1 0 0,0-1 0,1 1 0,-1 0 0,0-1 0,0 0 0,0 0 0,0 1 0,0-1 0,0 0 0,-1-1 0,1 1 0,-1 0 0,1 0 0,-1-1 0,0 1 0,0-1 0,0 1 0,0-1 0,0 1 0,-1-1 0,1 0 0,-1 1 0,0-1 0,0 0 0,0-2 0,0 0 0,0 0 0,-1 0 0,1 0 0,-1 0 0,-1 1 0,1-1 0,-1 0 0,1 1 0,-1-1 0,-1 1 0,1 0 0,0 0 0,-1 0 0,-6-7 0,5 7-97,1 1-1,-1-1 1,0 1-1,-1 0 1,1 0-1,-1 1 1,1-1-1,-1 1 1,0 0-1,0 0 1,1 0-1,-1 1 0,-11-2 1,3 2-6729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24575,'-1'-2'0,"0"0"0,1 0 0,0 0 0,-1 0 0,1 0 0,0 0 0,0 0 0,0 0 0,0 0 0,0 0 0,1 0 0,-1 0 0,0 0 0,1 0 0,0 0 0,-1 0 0,1 0 0,0 0 0,0 1 0,0-1 0,2-2 0,-2 3 0,1-1 0,0 1 0,0 0 0,0 0 0,0-1 0,0 1 0,0 0 0,0 1 0,1-1 0,-1 0 0,0 1 0,0-1 0,1 1 0,-1-1 0,0 1 0,1 0 0,-1 0 0,3 1 0,11 0 0,-1 2 0,0 0 0,1 0 0,20 9 0,58 28 0,-80-34 0,0 1 0,0 1 0,-1 1 0,0-1 0,0 2 0,18 18 0,-29-26 0,0 0 0,-1 0 0,1 0 0,-1 0 0,0 0 0,1 1 0,-1-1 0,0 0 0,0 1 0,-1-1 0,1 1 0,-1 0 0,1-1 0,-1 1 0,0-1 0,1 1 0,-2 0 0,1-1 0,0 1 0,0-1 0,-1 1 0,1 0 0,-1-1 0,0 1 0,0-1 0,0 1 0,0-1 0,0 0 0,-1 0 0,1 1 0,-4 3 0,-4 5 0,-1-1 0,0 1 0,0-1 0,-20 13 0,16-12 0,4-4 0,0 1 0,1 0 0,0 1 0,0 0 0,1 0 0,0 1 0,0 0 0,-9 17 0,16-25 0,1-1 0,-1 0 0,1 1 0,-1-1 0,1 0 0,0 1 0,0-1 0,-1 1 0,1-1 0,0 0 0,0 1 0,1-1 0,-1 1 0,0-1 0,0 0 0,1 1 0,-1-1 0,1 3 0,1-2 0,-1 0 0,0 1 0,1-1 0,0 0 0,-1 0 0,1 0 0,0 0 0,0 0 0,3 1 0,4 4 0,1-2 0,0 1 0,18 6 0,-25-11 0,15 7 0,0-1 0,1 0 0,0-2 0,0 0 0,1-2 0,31 3 0,-48-6-72,0 0 1,1 0-1,-1-1 0,0 1 0,1-1 0,-1 0 0,0 1 0,0-2 1,0 1-1,0 0 0,0-1 0,0 1 0,0-1 0,0 0 0,-1 0 1,1 0-1,0 0 0,3-5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46 24575,'-28'-5'0,"-11"-4"0,-5-1 0,4 2 0,2 2 0,6 2 0,6 2 0,5 0 0,3 2 0,5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31 24575,'-30'-5'0,"-15"-1"0,-5-1 0,1 2 0,6 2 0,6 0 0,7 2 0,5 1 0,5 0 0,3 0 0,2 0 0,1 3 0,1 0 0,2 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24575,'-30'0'0,"-12"0"0,-2 3 0,1 0 0,9 3 0,7 0 0,8-1-8191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42 24575,'-23'-8'0,"-54"-16"0,66 21 0,-1 1 0,1 0 0,-1 1 0,-19 0 0,29 1 0,0 0 0,0 0 0,0 0 0,0 0 0,0 1 0,0-1 0,0 1 0,0-1 0,0 1 0,0 0 0,0 0 0,1 0 0,-1 0 0,0 0 0,0 0 0,1 0 0,-1 1 0,1-1 0,-1 1 0,1-1 0,0 1 0,-1-1 0,1 1 0,0 0 0,0 0 0,0-1 0,0 1 0,0 0 0,1 0 0,-1 0 0,1 0 0,-1 0 0,1 0 0,0 0 0,-1 0 0,1 0 0,0 0 0,0 0 0,1 3 0,0 5 0,1 0 0,0-1 0,0 1 0,1-1 0,0 1 0,8 16 0,-5-16 0,0 0 0,1 0 0,0-1 0,0 0 0,1 0 0,0-1 0,15 13 0,-8-10 0,0 0 0,1 0 0,34 15 0,-46-24 0,1-1 0,-1 1 0,0-1 0,1 0 0,0 0 0,-1 0 0,1-1 0,0 0 0,-1 0 0,1 0 0,0 0 0,-1-1 0,1 1 0,-1-1 0,1 0 0,-1-1 0,1 1 0,-1-1 0,0 0 0,9-5 0,-10 5 0,-1 0 0,1 0 0,0-1 0,0 1 0,-1-1 0,0 0 0,1 1 0,-1-1 0,0 0 0,0-1 0,-1 1 0,1 0 0,-1 0 0,1-1 0,-1 1 0,0-1 0,0 1 0,-1-1 0,1 0 0,-1 1 0,0-1 0,0 0 0,0 1 0,0-1 0,-1 1 0,1-1 0,-2-4 0,-1-1 11,0 1 0,0-1 0,-1 0 0,0 1 0,-1 0 0,0 0-1,0 1 1,-1-1 0,0 1 0,-7-7 0,2 3-259,0 1 1,-1 0-1,-1 1 1,1 0-1,-19-8 1,18 10-6579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24575,'5'2'0,"5"2"0,-1 2 0,0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33 24575,'-4'2'0,"0"0"0,0 0 0,0 1 0,1 0 0,-1 0 0,1 0 0,-1 0 0,1 0 0,0 1 0,1-1 0,-1 1 0,0 0 0,1 0 0,0 0 0,0 0 0,0 0 0,1 0 0,-1 1 0,1-1 0,0 1 0,0-1 0,0 1 0,1-1 0,0 1 0,0-1 0,0 1 0,0 0 0,2 5 0,-1-5 0,0 1 0,0-1 0,1 1 0,0-1 0,0 0 0,1 0 0,-1 0 0,1 0 0,0 0 0,1 0 0,-1-1 0,1 0 0,-1 1 0,1-1 0,1-1 0,-1 1 0,1-1 0,-1 1 0,1-1 0,0-1 0,0 1 0,10 3 0,-6-3 0,1 0 0,0 0 0,0-2 0,0 1 0,0-1 0,0 0 0,15-1 0,-21-1 0,0 1 0,0-1 0,0 0 0,0 0 0,0 0 0,-1-1 0,1 1 0,0-1 0,-1 0 0,1 0 0,-1 0 0,0-1 0,0 1 0,0-1 0,0 1 0,0-1 0,0 0 0,-1 0 0,0 0 0,1-1 0,-1 1 0,2-4 0,-2 2 0,0-1 0,0 1 0,-1 0 0,0 0 0,0-1 0,0 1 0,0 0 0,-1-1 0,0 1 0,0-1 0,-1 1 0,1-1 0,-1 1 0,0 0 0,-1-1 0,1 1 0,-1 0 0,0 0 0,0 0 0,-1 0 0,-4-7 0,2 4 0,0 2 0,0-1 0,0 0 0,-1 1 0,0 0 0,0 1 0,-1-1 0,1 1 0,-1 0 0,-1 1 0,1 0 0,0 0 0,-13-4 0,11 5-133,-1 1 0,0 1 0,0 0-1,0 0 1,-20 2 0,24-1-433,-9 1-6260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8 24575,'-2'0'0,"0"0"0,1 0 0,-1 1 0,0-1 0,1 0 0,-1 1 0,0-1 0,1 1 0,-1-1 0,1 1 0,-1 0 0,1-1 0,-1 1 0,1 0 0,-1 0 0,1 0 0,0 0 0,-2 2 0,1 0 0,0-1 0,1 1 0,-1-1 0,1 1 0,0 0 0,0 0 0,0 0 0,0-1 0,-1 6 0,1 3 0,0 1 0,0-1 0,1 0 0,3 17 0,-3-23 0,1-1 0,1 0 0,-1 0 0,1 0 0,-1 0 0,1 0 0,0-1 0,1 1 0,-1-1 0,1 1 0,-1-1 0,1 0 0,0 0 0,0 0 0,0 0 0,1 0 0,-1-1 0,1 1 0,-1-1 0,6 2 0,2 2 0,1-1 0,-1-1 0,1 0 0,0 0 0,22 3 0,-31-7 0,0 1 0,0-1 0,0 0 0,1 0 0,-1 0 0,0 0 0,0 0 0,0-1 0,-1 0 0,1 1 0,0-1 0,0 0 0,0 0 0,0-1 0,-1 1 0,1-1 0,4-2 0,-5 1 0,1 1 0,0-1 0,-1 0 0,1 0 0,-1-1 0,0 1 0,0 0 0,0-1 0,-1 1 0,1-1 0,-1 1 0,1-6 0,0 1 0,0 0 0,-1 1 0,-1-1 0,1 0 0,-1 0 0,-1 0 0,1 0 0,-1 1 0,-1-1 0,0 0 0,0 1 0,0-1 0,-4-7 0,3 9-195,0 1 0,0 0 0,0 0 0,-1 0 0,0 0 0,-7-6 0,0 1-6631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29 24575,'-2'31'0,"2"1"0,0-1 0,2 0 0,11 51 0,-7-57 0,1 0 0,1-1 0,1 0 0,1 0 0,1-1 0,16 24 0,-24-43 0,6 10 0,-8-12 0,-6-7 0,-41-45 0,-21-25 0,57 61 0,1 1 0,0-1 0,1 0 0,-8-19 0,11 19 0,0 0 0,0-1 0,-3-25 0,7 34 0,0-1 0,0 0 0,1 0 0,0 0 0,1 0 0,0 0 0,0 1 0,0-1 0,1 0 0,3-9 0,-3 13 0,0-1 0,0 0 0,1 1 0,0 0 0,0-1 0,0 1 0,0 0 0,0 1 0,0-1 0,1 0 0,0 1 0,-1 0 0,1 0 0,0 0 0,0 0 0,7-2 0,1 1 0,-1 0 0,1 0 0,0 1 0,21-1 0,-19 3 0,-1 0 0,0 1 0,0 0 0,0 1 0,0 1 0,0 0 0,0 0 0,0 1 0,-1 1 0,0 0 0,13 8 0,-23-12 0,-1 0 0,1 0 0,-1 0 0,1 0 0,-1 0 0,0 1 0,1-1 0,-1 0 0,0 1 0,0-1 0,0 1 0,0-1 0,0 1 0,0 0 0,0-1 0,-1 1 0,1 2 0,0-2 0,-1-1 0,0 1 0,-1-1 0,1 1 0,0-1 0,0 1 0,0-1 0,-1 0 0,1 1 0,-1-1 0,1 1 0,-1-1 0,0 0 0,0 0 0,1 1 0,-1-1 0,-1 1 0,-2 3 0,-1-1 0,1 0 0,-1-1 0,0 1 0,0-1 0,0 0 0,0 0 0,-1 0 0,-6 2 0,-15 4 0,-1-2 0,0 0 0,-44 4 0,59-9-1365,3 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40 24575,'-21'-5'0,"-8"-3"0,0 1 0,-1 2 0,-49-3 0,75 8 0,1 0 0,0 0 0,-1 0 0,1 1 0,0-1 0,0 1 0,-1 0 0,1 0 0,0 1 0,-5 1 0,7-2 0,0 0 0,0-1 0,1 1 0,-1 0 0,0 0 0,0 0 0,1-1 0,-1 1 0,1 0 0,-1 0 0,1 0 0,-1 0 0,1 0 0,-1 0 0,1 0 0,0 0 0,-1 0 0,1 0 0,0 0 0,0 0 0,0 1 0,0-1 0,0 0 0,0 0 0,0 0 0,0 0 0,1 0 0,-1 0 0,0 0 0,1 0 0,-1 0 0,1 0 0,-1 0 0,1 0 0,0 1 0,3 5 0,1 0 0,0-1 0,0 1 0,1-1 0,-1 0 0,1-1 0,0 0 0,1 0 0,-1 0 0,1 0 0,0-1 0,0 0 0,1-1 0,10 4 0,-2-1 0,1-1 0,-1 0 0,1-2 0,0 0 0,32 1 0,-38-3 0,-1-2 0,0 1 0,1-1 0,19-5 0,-28 5 0,0 1 0,1-1 0,-1 0 0,0 0 0,0 0 0,0 0 0,0-1 0,0 1 0,0-1 0,0 1 0,-1-1 0,3-2 0,-3 3 0,0-1 0,0 1 0,-1-1 0,1 1 0,0-1 0,-1 0 0,1 1 0,-1-1 0,0 0 0,0 1 0,1-1 0,-1 0 0,0 1 0,0-1 0,0 0 0,-1 0 0,1 1 0,-1-4 0,-1 0 8,0 1-1,0 0 1,0 0-1,0 0 1,0 0 0,-1 1-1,0-1 1,0 0-1,0 1 1,0 0-1,-1 0 1,1 0 0,-1 0-1,-5-3 1,-8-4-646,-33-16 0,46 25 435,-10-5-6623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24575,'10'28'0,"5"13"0,4 6 0,0-3 0,0-2 0,-1-2 0,-1-6 0,-1-4 0,0-2 0,-4-2 0,0-5 0,-1-2 0,-1-5-8191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24575,'31'1'0,"-8"-1"0,0 0 0,42-6 0,-58 5 0,-1-1 0,0 1 0,0-1 0,1-1 0,-1 1 0,-1-1 0,1 0 0,0 0 0,-1-1 0,1 1 0,-1-1 0,0-1 0,-1 1 0,9-10 0,-11 11 0,1-1 0,-1 1 0,0-1 0,-1 0 0,1 0 0,0 0 0,-1 0 0,0 0 0,0 0 0,-1 0 0,1 0 0,0-8 0,-1 10 0,0 0 0,0 1 0,-1-1 0,1 0 0,0 0 0,-1 0 0,1 0 0,-1 1 0,1-1 0,-1 0 0,0 0 0,0 1 0,0-1 0,0 0 0,0 1 0,0-1 0,0 1 0,0 0 0,-1-1 0,1 1 0,-1 0 0,1 0 0,-1-1 0,1 1 0,-1 1 0,0-1 0,1 0 0,-1 0 0,0 0 0,-2 0 0,1 0 0,-1 1 0,0-1 0,0 0 0,0 1 0,0 0 0,0 0 0,0 0 0,0 1 0,0-1 0,0 1 0,0 0 0,0 0 0,0 0 0,0 0 0,1 1 0,-1 0 0,0 0 0,-4 3 0,6-3 0,-1 0 0,1 0 0,0 0 0,0 1 0,0-1 0,0 1 0,1-1 0,-1 1 0,1 0 0,-1 0 0,1 0 0,0-1 0,0 1 0,0 0 0,1 0 0,-1 0 0,1 1 0,0-1 0,-1 0 0,1 0 0,1 0 0,-1 0 0,0 0 0,2 4 0,-1-1 0,0-1 0,1 1 0,0-1 0,0 0 0,0 0 0,1 0 0,0 0 0,0 0 0,0-1 0,0 1 0,7 5 0,-4-4 0,1 0 0,-1-1 0,1 0 0,0 0 0,1-1 0,15 7 0,-7-5 0,0-1 0,1 0 0,0-1 0,0-1 0,0-1 0,33 1 0,-17-6-1365,-20-1-5461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24575,'18'-5'0,"66"-20"0,-74 22 0,-1 2 0,1-1 0,0 1 0,0 1 0,0 0 0,16 2 0,-23-1 0,1-1 0,-1 1 0,1 0 0,-1 0 0,1 1 0,-1-1 0,0 1 0,0-1 0,0 1 0,0 0 0,0 0 0,0 1 0,0-1 0,-1 1 0,1-1 0,2 4 0,-2-1 0,0-1 0,-1 1 0,1 0 0,-1 0 0,0 0 0,-1 0 0,1 0 0,-1 1 0,2 9 0,-2-3 0,-1 0 0,0 0 0,-1 1 0,0-1 0,-1 0 0,0 0 0,-1 0 0,-8 21 0,-6 7 0,-10 23 0,24-56 0,1-1 0,1 1 0,-1 1 0,1-1 0,1 0 0,-1 0 0,1 9 0,1-13 0,-1-1 0,0 0 0,1 1 0,0-1 0,-1 0 0,1 1 0,0-1 0,0 0 0,0 0 0,1 0 0,-1 0 0,0 0 0,1 0 0,0 0 0,2 2 0,-1-1 0,1 0 0,0 0 0,0-1 0,0 1 0,0-1 0,1 0 0,5 2 0,4 0 0,-1-1 0,1 0 0,0-1 0,18 1 0,-23-3-273,1 0 0,-1 0 0,1-1 0,17-3 0,-14 0-6553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24575,'-28'3'0,"-11"0"0,-2 0 0,4 2 0,5 0 0,6 0 0,8 0 0,6 1-8191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40 24575,'-23'-3'0,"-9"0"0,-3 0 0,3 0 0,4-1 0,5 0 0,0 0 0,2 1 0,3 1 0,1-1 0,1-1 0,3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7 24575,'-28'-2'0,"-11"-2"0,-2 4 0,4 1 0,5 2 0,6 2 0,5 0 0,6-2-8191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 24575,'11'-2'0,"-1"1"0,1 1 0,0 0 0,0 1 0,-1 0 0,1 0 0,0 1 0,-1 0 0,0 1 0,1 1 0,-1-1 0,0 2 0,-1-1 0,1 1 0,-1 1 0,0-1 0,0 2 0,-1-1 0,1 1 0,-1 1 0,-1-1 0,0 1 0,0 0 0,0 1 0,-1 0 0,-1 0 0,1 0 0,-1 1 0,-1 0 0,0 0 0,3 11 0,-6-19 0,0 0 0,0 1 0,-1-1 0,1 0 0,-1 1 0,0-1 0,0 1 0,1-1 0,-2 1 0,1-1 0,0 1 0,0-1 0,-1 1 0,1-1 0,-1 0 0,0 1 0,0-1 0,0 0 0,0 0 0,0 1 0,0-1 0,-1 0 0,1 0 0,-1 0 0,1 0 0,-1-1 0,0 1 0,0 0 0,0-1 0,-3 3 0,-1-1 0,1 0 0,-2 0 0,1-1 0,0 0 0,0 0 0,-1 0 0,1-1 0,-1 0 0,1 0 0,-10 0 0,2-1 0,-1-1 0,1 0 0,0-1 0,1-1 0,-1 0 0,0-1 0,1 0 0,-16-7 0,23 8 0,0 0 0,1 0 0,-1 0 0,1 0 0,0-1 0,0 0 0,0 0 0,1 0 0,-1-1 0,1 0 0,0 1 0,0-2 0,1 1 0,0 0 0,0-1 0,0 1 0,0-1 0,1 0 0,0 0 0,-3-10 0,5 13-54,0-1-1,0 1 0,0 0 1,1-1-1,-1 1 1,1 0-1,0-1 0,-1 1 1,1 0-1,1 0 1,-1 0-1,0 0 0,1 0 1,0 0-1,0 0 0,0 0 1,0 1-1,0-1 1,0 1-1,1-1 0,-1 1 1,1 0-1,-1 0 1,6-3-1,4-2-6771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24575,'-3'3'0,"0"3"0,-3 3 0,-2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24575,'-6'8'0,"0"0"0,0 1 0,0-1 0,1 1 0,-5 13 0,9-20 0,0 1 0,0-1 0,1 1 0,-1-1 0,1 1 0,-1-1 0,1 1 0,0-1 0,0 1 0,0-1 0,0 1 0,0 0 0,0-1 0,1 1 0,0-1 0,-1 1 0,1-1 0,0 0 0,0 1 0,0-1 0,0 0 0,1 0 0,-1 1 0,1-1 0,-1 0 0,4 3 0,4 2 0,-1 0 0,2-1 0,-1 0 0,0 0 0,12 4 0,53 18 0,-55-22 0,0 1 0,-1 0 0,0 1 0,25 17 0,-39-23 0,-2 0 0,1 0 0,0 1 0,0-1 0,-1 1 0,1 0 0,-1 0 0,0 0 0,0 0 0,0 0 0,2 5 0,-4-7 0,1 1 0,-1-1 0,0 1 0,1-1 0,-1 1 0,0-1 0,0 0 0,0 1 0,0-1 0,0 1 0,0-1 0,-1 1 0,1-1 0,0 0 0,-1 1 0,1-1 0,-1 0 0,1 1 0,-1-1 0,0 0 0,1 1 0,-1-1 0,0 0 0,0 0 0,0 0 0,0 0 0,0 0 0,0 0 0,0 0 0,-1 0 0,-1 1 0,-3 1 0,0 1 0,-1-2 0,1 1 0,-1-1 0,1 1 0,-1-2 0,0 1 0,0-1 0,-10 1 0,-10-1 0,-31-3 0,15 0 0,17 0-1365,17-2-5461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24575,'31'-8'0,"14"-5"0,5 1 0,-2 1 0,-2 3 0,-6 2 0,-6 6 0,-7 2 0,-7 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 24575,'0'-5'0,"-3"1"0,-3 1 0,0 4 0,-2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24575,'-1'25'0,"2"1"0,1-1 0,1 0 0,1 0 0,2 0 0,9 31 0,4-5 0,49 95 0,-46-106 0,-1 1 0,17 52 0,-38-91 14,1 0-1,0 1 0,-1-1 0,1 1 1,-1-1-1,0 1 0,0-1 1,0 4-1,0-5-43,0-1-1,-1 1 1,1-1 0,0 1-1,0-1 1,0 1 0,0-1 0,-1 1-1,1-1 1,0 0 0,0 1-1,-1-1 1,1 1 0,0-1-1,-1 0 1,1 1 0,-1-1-1,1 0 1,0 0 0,-1 1 0,1-1-1,-1 0 1,1 0 0,-1 1-1,1-1 1,-1 0 0,1 0-1,0 0 1,-1 0 0,1 0 0,-1 0-1,1 0 1,-1 0 0,1 0-1,-1 0 1,1 0 0,-1 0-1,1 0 1,-1 0 0,1 0-1,-1-1 1,1 1 0,-1 0 0,1 0-1,-1 0 1,1-1 0,0 1-1,-1-1 1,-7-3-6796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24575,'28'-3'0,"11"0"0,2-3 0,-4 0 0,-5 1 0,-9-1 0,-5 0 0,-6-1 0,-5-2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24575,'9'11'0,"0"1"0,-1 0 0,0 0 0,-1 1 0,-1 0 0,10 26 0,-6-14 0,24 55 0,72 161 0,-95-218 0,22 54 0,-31-68-1365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18 24575,'2'-2'0,"0"0"0,0 1 0,0-1 0,1 0 0,-1 1 0,1 0 0,-1-1 0,5 0 0,-6 1 0,0 1 0,-1 0 0,1 0 0,0-1 0,0 1 0,0 0 0,0 0 0,0 0 0,0 0 0,0 0 0,0 0 0,0 0 0,0 0 0,0 1 0,0-1 0,-1 0 0,1 0 0,0 1 0,0-1 0,0 1 0,0-1 0,0 1 0,-1-1 0,1 1 0,0-1 0,-1 1 0,1 0 0,0 0 0,0 0 0,-1-1 0,0 1 0,0 0 0,1-1 0,-1 1 0,0-1 0,0 1 0,0 0 0,0-1 0,0 1 0,0 0 0,0-1 0,0 1 0,0 0 0,0-1 0,0 1 0,-1-1 0,1 1 0,0 0 0,0-1 0,-1 1 0,1-1 0,0 1 0,0-1 0,-1 1 0,1-1 0,-1 1 0,1-1 0,-1 1 0,0 0 0,-19 16 0,12-11 0,2 0 0,1 1 0,-1-1 0,1 2 0,0-1 0,1 0 0,0 1 0,0 0 0,0 0 0,1 0 0,-4 15 0,0 9 0,-5 48 0,12-79 0,-5 47 0,3 0 0,1 0 0,9 78 0,-6-112 0,1 0 0,1 0 0,0 0 0,0-1 0,2 0 0,-1 0 0,2 0 0,0 0 0,0-1 0,13 15 0,-7-12 0,0 0 0,1-1 0,1-1 0,0-1 0,1 0 0,33 19 0,-24-16-341,0-2 0,1-1-1,50 17 1,-58-25-6485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24575,'31'-4'0,"78"-11"0,-96 12 0,-1 0 0,0-1 0,0 0 0,0-1 0,0-1 0,16-9 0,-25 12 0,0 1 0,0 0 0,0-1 0,0 0 0,0 1 0,-1-1 0,1 0 0,-1 0 0,0-1 0,0 1 0,0 0 0,0-1 0,-1 1 0,1-1 0,-1 1 0,0-1 0,0 0 0,0 0 0,-1 1 0,1-1 0,-1 0 0,0-7 0,-1 7 0,1-1 0,-1 1 0,0-1 0,-1 1 0,1-1 0,-1 1 0,0 0 0,0-1 0,0 1 0,0 0 0,-1 0 0,1 1 0,-1-1 0,0 0 0,-1 1 0,1 0 0,0 0 0,-6-4 0,2 3 0,1 0 0,-1 0 0,1 1 0,-1 0 0,0 0 0,0 0 0,-1 1 0,1 1 0,0-1 0,-1 1 0,1 0 0,-1 1 0,-9 0 0,13 0 0,-1 0 0,1 1 0,0 0 0,0 0 0,-1 0 0,1 1 0,0-1 0,0 1 0,0 0 0,1 0 0,-1 0 0,0 1 0,1-1 0,-1 1 0,1 0 0,0 0 0,0 0 0,0 0 0,1 1 0,-1-1 0,1 1 0,-1-1 0,1 1 0,-2 5 0,2-3 0,0-1 0,0 1 0,0 0 0,1 0 0,0 0 0,0 0 0,1 0 0,-1 0 0,1 0 0,1 0 0,-1 1 0,3 9 0,-1-8 0,1 0 0,0 0 0,0 0 0,1 0 0,0-1 0,0 1 0,1-1 0,6 8 0,7 5 0,1-1 0,1 0 0,1-2 0,36 25 0,-31-25 0,1 0 0,47 21 0,-62-33 0,1 0 0,0 0 0,0-2 0,1 1 0,-1-2 0,1 0 0,-1 0 0,23-1 0,-34-1 6,0-1 0,0 1 0,0 0 0,0 0 0,0-1 0,-1 1 0,1-1 0,0 0 0,0 0 0,0 1 0,0-1 0,-1 0 0,1-1 0,-1 1 0,1 0 0,0 0 0,-1-1 0,0 1 0,2-3 0,-1 2-130,-1-1 0,1 0 1,-1 0-1,0 0 0,0 0 0,0 0 1,0 0-1,-1 0 0,1 0 0,-1 0 1,0-5-1,0-5-6702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24575,'53'109'0,"53"161"0,-96-238 0,2 0 0,1-1 0,1 0 0,25 40 0,-38-70 0,0 1 0,0 0 0,0-1 0,0 1 0,0 0 0,0 0 0,-1-1 0,1 1 0,-1 0 0,1 2 0,-1-4 0,0 1 0,0-1 0,0 0 0,0 1 0,0-1 0,0 0 0,0 0 0,0 1 0,0-1 0,0 0 0,-1 1 0,1-1 0,0 0 0,0 0 0,0 1 0,0-1 0,-1 0 0,1 0 0,0 1 0,0-1 0,0 0 0,-1 0 0,1 0 0,-1 1 0,0-1 0,0 0 0,0 1 0,0-1 0,0 0 0,1 0 0,-1 0 0,0 0 0,0 0 0,0 0 0,0 0 0,0 0 0,-1 0 0,-12-4 0,1 0 0,0-1 0,0 0 0,-17-9 0,-2-1 0,22 11 0,0-1 0,1 0 0,-1 0 0,1-1 0,-14-12 0,20 15 0,-1-1 0,1 0 0,0 0 0,0 0 0,0 0 0,0 0 0,1-1 0,0 1 0,0-1 0,0 0 0,0 0 0,1 0 0,0 0 0,-1-6 0,1 5 9,0-1 1,1 1-1,0-1 0,1 1 0,-1-1 1,1 1-1,0 0 0,1-1 0,-1 1 0,1 0 1,1 0-1,5-11 0,-3 8-195,1 0 1,0 1-1,0 0 0,1 0 1,0 1-1,0 0 1,12-9-1,-9 9-6640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69 24575,'-2'-1'0,"1"1"0,-1-1 0,1 1 0,-1 0 0,0 0 0,1-1 0,-1 1 0,0 0 0,1 0 0,-1 0 0,0 1 0,-1-1 0,3 0 0,0 0 0,-1 1 0,1-1 0,0 0 0,0 0 0,-1 0 0,1 0 0,0 1 0,0-1 0,-1 0 0,1 0 0,0 0 0,0 1 0,0-1 0,-1 0 0,1 0 0,0 1 0,0-1 0,0 0 0,0 0 0,0 1 0,0-1 0,0 0 0,-1 1 0,1-1 0,5 13 0,2-4 0,0-1 0,1 1 0,0-1 0,1-1 0,14 11 0,11 10 0,-26-20 0,1-1 0,-1 0 0,1 0 0,0-1 0,1 0 0,-1-1 0,1 0 0,0 0 0,1-1 0,-1 0 0,17 3 0,-26-7 0,0 0 0,0 1 0,1-1 0,-1 0 0,0 0 0,0 0 0,1 0 0,-1 0 0,0 0 0,1-1 0,-1 1 0,0 0 0,0-1 0,0 1 0,1-1 0,-1 1 0,0-1 0,0 0 0,0 1 0,0-1 0,0 0 0,1-1 0,-1 1 0,0-1 0,0 1 0,0-1 0,-1 1 0,1-1 0,0 0 0,-1 1 0,0-1 0,1 0 0,-1 1 0,0-1 0,0 0 0,0 1 0,0-4 0,-1-4 0,-1 0 0,0 0 0,0 1 0,-1-1 0,-4-8 0,-16-43 0,21 52 0,0 1 0,1-1 0,0 0 0,0 1 0,1-1 0,0-9 0,0 16 0,0 0 0,0 0 0,0 0 0,0 0 0,0 0 0,0 0 0,1 0 0,-1 0 0,0 0 0,1 0 0,-1 0 0,0 0 0,1 0 0,0 0 0,-1 0 0,1 0 0,-1 0 0,1 0 0,0 0 0,0 1 0,-1-1 0,1 0 0,2 0 0,-2 0 0,0 1 0,1 0 0,-1-1 0,1 1 0,-1 0 0,0 0 0,1 0 0,-1 0 0,1 1 0,-1-1 0,0 0 0,1 0 0,-1 1 0,0-1 0,3 2 0,5 2 0,0 1 0,-1 1 0,16 11 0,-21-15 0,16 12-430,0-1-1,23 10 1,-41-23 356,10 6-6752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24575,'2'7'0,"4"6"0,1 2 0,1 4 0,2 4 0,0 1 0,0 0 0,1 0 0,-2 0 0,1-1 0,-1-2 0,-3-5-8191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24575,'48'81'-378,"-3"1"0,49 129 1,-83-181 458,-1 1 1,-1 1 0,-2-1 0,-1 1 0,-2 1 0,-1-1-1,-1 40 1,-3-62-162,0 0-1,-1 0 0,0 0 1,-1-1-1,0 1 1,0-1-1,-1 0 1,-1 1-1,1-2 1,-10 14-1,5-8-6745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 24575,'0'-1'0,"-1"1"0,1 0 0,0-1 0,0 1 0,-1 0 0,1-1 0,0 1 0,-1 0 0,1 0 0,-1-1 0,1 1 0,0 0 0,-1 0 0,1 0 0,-1 0 0,1 0 0,0-1 0,-1 1 0,1 0 0,-1 0 0,1 0 0,-1 0 0,1 0 0,-1 0 0,1 0 0,0 0 0,-1 1 0,1-1 0,-1 0 0,0 0 0,0 1 0,0 0 0,0 0 0,1-1 0,-1 1 0,0 0 0,0 0 0,1 0 0,-1 0 0,0 0 0,1 0 0,-1 2 0,-9 34 0,10-37 0,-8 54 0,4 0 0,2 85 0,2-92 0,28 293 0,-15-238 0,-7 55-1365,-6-140-5461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 24575,'0'-5'0,"0"-3"0,0 11 0,-3 16 0,-10 84 0,3 0 0,6 1 0,10 140 0,22-74 0,-2-16 0,-13-65-1365,-12-74-5461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8 24575,'-356'15'0,"350"-15"-151,0-1-1,0 0 0,0 0 0,1 0 1,-1-1-1,0 0 0,0 0 1,-8-5-1,3 2-6674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42 24575,'-15'-10'0,"-7"-3"0,-1 3 0,2 3 0,4 5 0,3 4 0,1 3 0,0 1 0,0 2 0,0 0 0,-1-2 0,2-2-8191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19 24575,'-7'-15'0,"3"12"0,2 10 0,3 6 0,1-1 0,0 1 0,1-1 0,0 0 0,1 0 0,6 13 0,-5-11 0,13 35 0,1-1 0,42 70 0,-49-94-1365,-8-12-5461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14 24575,'-25'-3'0,"-11"0"0,-2 0 0,3 0 0,5 1 0,6 4 0,3 0 0,4 1 0,4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41 24575,'13'4'0,"-1"1"0,0-1 0,0 2 0,0 0 0,-1 0 0,0 1 0,0 1 0,18 16 0,-22-17 0,0 0 0,-1 0 0,0 1 0,0-1 0,-1 1 0,0 1 0,0-1 0,-1 1 0,0-1 0,-1 1 0,1 1 0,2 16 0,-5-24 0,-1-1 0,0 1 0,0-1 0,0 1 0,1-1 0,-1 1 0,0-1 0,-1 1 0,1-1 0,0 1 0,0-1 0,-1 1 0,1-1 0,-1 1 0,1-1 0,-1 1 0,0-1 0,1 0 0,-1 1 0,0-1 0,0 0 0,0 0 0,0 0 0,0 0 0,-2 2 0,0-1 0,0-1 0,0 0 0,1 0 0,-1 0 0,0 0 0,0-1 0,0 1 0,0-1 0,0 1 0,0-1 0,0 0 0,-6-1 0,-9-2 0,-1-2 0,1 0 0,0 0 0,0-2 0,-29-15 0,40 19 0,-2-2 0,0 0 0,0 0 0,1-1 0,-1 0 0,-9-11 0,13 13 0,1-1 0,-1 0 0,1 0 0,0-1 0,0 1 0,1-1 0,0 0 0,0 0 0,-3-8 0,5 11 0,0 0 0,1 0 0,0 0 0,-1 0 0,1 0 0,0 1 0,0-1 0,1 0 0,-1 0 0,1 0 0,-1 0 0,1 0 0,0 0 0,0 0 0,0 1 0,1-1 0,-1 0 0,0 1 0,1-1 0,0 1 0,0 0 0,0-1 0,0 1 0,0 0 0,4-3 0,1 0 0,0 0 0,0 0 0,0 0 0,1 1 0,0 0 0,0 1 0,13-4 0,3-2-1365,-14 6-5461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24575,'12'10'0,"5"6"0,-1 2 0,-6-1 0,-4-7 0,-6-6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88 24575,'-2'-1'0,"0"0"0,0 1 0,1 0 0,-1-1 0,0 1 0,0 0 0,0 0 0,0 0 0,0 0 0,0 0 0,0 1 0,0-1 0,1 0 0,-1 1 0,0 0 0,0-1 0,0 1 0,1 0 0,-3 1 0,3-1 0,0 0 0,0 1 0,0-1 0,0 0 0,1 0 0,-1 1 0,0-1 0,1 1 0,-1-1 0,1 0 0,-1 1 0,1-1 0,0 1 0,-1 0 0,1-1 0,0 1 0,0-1 0,0 1 0,0-1 0,1 1 0,-1-1 0,0 1 0,1-1 0,0 3 0,1 4 0,1 0 0,0 0 0,0 0 0,1 0 0,0 0 0,0-1 0,1 1 0,0-1 0,0 0 0,1-1 0,0 1 0,0-1 0,0 0 0,1-1 0,0 1 0,0-1 0,0-1 0,1 1 0,-1-1 0,1-1 0,0 1 0,1-1 0,-1-1 0,0 0 0,1 0 0,-1 0 0,1-1 0,13 0 0,-17-1 0,1 0 0,-1 0 0,0-1 0,0 1 0,1-1 0,-1 0 0,6-3 0,-9 4 0,0-1 0,-1 0 0,1 0 0,-1-1 0,1 1 0,0 0 0,-1 0 0,0-1 0,1 1 0,-1-1 0,0 1 0,0-1 0,0 1 0,0-1 0,0 0 0,0 0 0,0 1 0,-1-1 0,1 0 0,-1 0 0,1 0 0,0-3 0,-1 0 0,0 0 0,0 0 0,0 0 0,-1-1 0,1 1 0,-1 0 0,-1 0 0,1 1 0,0-1 0,-1 0 0,0 0 0,0 1 0,-4-7 0,-6-6 0,-24-31 0,28 38 0,-1-2 0,-2 1 0,-18-17 0,23 23 0,0 1 0,-1-1 0,1 1 0,-1 1 0,1-1 0,-1 1 0,-11-3 0,17 5-49,-1 1 1,1 0-1,-1-1 0,1 1 0,-1 0 1,1 0-1,-1 0 0,0 0 0,1 0 1,-1 0-1,1 1 0,-1-1 0,1 0 1,-1 1-1,1-1 0,-1 1 0,1 0 1,-1 0-1,1-1 0,0 1 0,-1 0 1,1 0-1,0 0 0,0 0 0,0 0 0,0 0 1,-1 2-1,-5 6-6777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24575,'-9'14'0,"0"1"0,1 0 0,1 0 0,-7 21 0,12-31 0,1 0 0,0-1 0,0 1 0,1 0 0,-1 0 0,1 0 0,0 0 0,0-1 0,1 1 0,-1 0 0,1 0 0,0 0 0,0-1 0,1 1 0,-1 0 0,1-1 0,0 0 0,0 1 0,5 5 0,2 3 0,1 0 0,0-1 0,19 17 0,-25-25 0,0-1 0,1 0 0,-1 1 0,1-2 0,0 1 0,-1 0 0,1-1 0,0 0 0,1 0 0,-1 0 0,0-1 0,0 0 0,1 0 0,5 0 0,-9-1 0,0 0 0,0 0 0,-1 0 0,1 0 0,0 0 0,0-1 0,-1 1 0,1-1 0,0 1 0,-1-1 0,1 0 0,0 0 0,-1 1 0,1-1 0,-1 0 0,0-1 0,1 1 0,-1 0 0,0 0 0,2-2 0,-1 0 0,-1 1 0,1-1 0,-1 1 0,0-1 0,0 0 0,0 0 0,0 1 0,-1-1 0,1 0 0,-1 0 0,1-4 0,-1-2 0,-1-1 0,1 1 0,-2-1 0,1 1 0,-1 0 0,-6-16 0,3 10-227,-2 1-1,1 0 1,-2 0-1,0 1 1,-15-20-1,14 24-6598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24575,'15'3'0,"26"6"0,0-2 0,0-1 0,66-1 0,-103-5 0,0 0 0,0-1 0,-1 1 0,1-1 0,0 0 0,-1-1 0,1 1 0,0 0 0,-1-1 0,0 0 0,1 0 0,-1 0 0,0 0 0,0-1 0,0 1 0,0-1 0,0 0 0,-1 1 0,1-1 0,3-7 0,-5 8 0,1-1 0,-1 0 0,0 0 0,0 0 0,0 0 0,0 0 0,0 0 0,-1 0 0,0-1 0,1 1 0,-1 0 0,0 0 0,-1 0 0,1 0 0,0-1 0,-1 1 0,0 0 0,0 0 0,0 0 0,0 0 0,0 0 0,-1 0 0,1 1 0,-1-1 0,-2-4 0,-1 2 0,1 1 0,-1-1 0,0 1 0,0 0 0,-1 0 0,1 0 0,-1 1 0,0-1 0,0 1 0,0 1 0,0-1 0,-1 1 0,1 0 0,-1 1 0,-8-2 0,12 3 0,-1 0 0,0 0 0,1 0 0,-1 0 0,1 0 0,-1 1 0,1-1 0,-1 1 0,1 0 0,-1 0 0,1 0 0,-7 4 0,8-4 0,0 1 0,0 0 0,0 0 0,0 0 0,0 0 0,0 0 0,0 0 0,1 0 0,-1 1 0,1-1 0,-1 0 0,1 1 0,0-1 0,0 1 0,0 0 0,1-1 0,-1 1 0,0 4 0,0 1 0,1-1 0,0 1 0,0-1 0,1 0 0,-1 1 0,2-1 0,-1 0 0,1 1 0,0-1 0,1 0 0,0 0 0,0-1 0,0 1 0,1 0 0,0-1 0,0 0 0,0 0 0,1 0 0,7 6 0,3 3 0,1-2 0,0 1 0,1-2 0,1 0 0,30 15 0,-30-18 0,1 0 0,35 10 0,-42-16 0,0 0 0,0-1 0,0-1 0,0 0 0,0 0 0,14-2 0,-13-1-1365,-3-2-5461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9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24575,'-22'0'0,"-11"2"0,-2 1 0,3 1 0,4 1 0,5 0 0,3-1 0,2 2 0,3-1 0,0 0 0,4-2-8191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24575,'15'74'0,"4"1"0,41 102 0,-46-147 0,5 16 0,-19-46 0,0 1 0,0-1 0,0 0 0,0 0 0,1 1 0,-1-1 0,0 0 0,0 0 0,0 1 0,0-1 0,0 0 0,0 1 0,0-1 0,0 0 0,0 1 0,0-1 0,0 0 0,0 0 0,0 1 0,0-1 0,0 0 0,0 1 0,0-1 0,-1 0 0,1 0 0,0 1 0,0-1 0,0 0 0,0 0 0,-1 1 0,1-1 0,0 0 0,0 0 0,0 1 0,-1-1 0,1 0 0,-12-3 0,-17-16 0,27 17 0,-77-49 0,28 20 0,44 26 0,0 0 0,0-1 0,-7-7 0,12 12 0,0-1 0,1 1 0,-1-1 0,1 0 0,-1 0 0,1 0 0,0 0 0,0 0 0,0 0 0,0 0 0,0 0 0,1 0 0,-1 0 0,1-1 0,-1 1 0,1 0 0,-1-4 0,2 6 0,-1-1 0,0 0 0,0 0 0,1 0 0,-1 0 0,1 0 0,-1 1 0,1-1 0,-1 0 0,1 0 0,-1 1 0,1-1 0,0 0 0,-1 1 0,1-1 0,0 1 0,-1-1 0,1 1 0,0-1 0,0 1 0,0-1 0,-1 1 0,1 0 0,0 0 0,0-1 0,0 1 0,0 0 0,0 0 0,1 0 0,3-1 0,-1 1 0,1-1 0,0 2 0,5-1 0,9 3 28,-2 1 0,1 0-1,18 7 1,-20-5-397,1-1 0,-1-1 0,31 4 0,-34-7-6457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24575,'0'-13'0,"0"-1"0,-2 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24575,'21'33'0,"2"-2"0,0 0 0,38 36 0,-58-64 0,0 0 0,0 0 0,0-1 0,1 1 0,-1-1 0,1 0 0,0 0 0,-1 0 0,1-1 0,0 1 0,0-1 0,0 0 0,0 0 0,6 1 0,-8-2 0,0 0 0,0 0 0,0-1 0,0 1 0,-1 0 0,1-1 0,0 1 0,0-1 0,-1 0 0,1 1 0,0-1 0,-1 0 0,1 0 0,-1 0 0,1 0 0,-1 0 0,1 0 0,-1-1 0,0 1 0,1 0 0,-1-1 0,0 1 0,0-1 0,0 1 0,0-1 0,-1 0 0,1 1 0,0-1 0,-1 0 0,1 0 0,-1 1 0,1-1 0,-1 0 0,0-3 0,1-3 0,-1 1 0,0-1 0,-1 0 0,0 0 0,0 0 0,0 0 0,-1 0 0,-1 1 0,1-1 0,-1 1 0,-6-12 0,17 32 0,0-1 0,1 0 0,0-1 0,15 14 0,-20-20 0,1-1 0,0 0 0,0 0 0,0-1 0,1 1 0,-1-1 0,1 0 0,0-1 0,0 1 0,0-1 0,0 0 0,0-1 0,10 2 0,-14-3 0,-1 0 0,1 0 0,0 0 0,0 0 0,-1 0 0,1 0 0,0 0 0,0-1 0,-1 1 0,1-1 0,0 1 0,-1-1 0,1 1 0,-1-1 0,1 0 0,-1 0 0,1 0 0,-1 0 0,3-3 0,-3 3 0,1-1 0,-1 0 0,0 0 0,0 0 0,0 0 0,-1 0 0,1 0 0,0 0 0,-1 0 0,1 0 0,-1 0 0,0-1 0,0-3 0,0-2 0,-1 0 0,0-1 0,-1 1 0,0 0 0,0 0 0,-1 1 0,-4-11 0,4 12-151,0 0-1,-1 1 0,0-1 0,0 1 1,0-1-1,-1 1 0,1 0 1,-7-4-1,-1-1-6674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2348 105 24575,'19'-2'0,"-6"0"0,0 0 0,16-4 0,-60 0 0,-145-11 0,39 6 0,-184-15 0,-41 23 0,-21-2 0,-370-19 0,685 23 0,-66 3 0,90 6-1365,32-5-5461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24575,'-1'1'0,"-1"-1"0,0 1 0,0 0 0,0 0 0,1 0 0,-1 0 0,0 0 0,1 0 0,-1 0 0,1 1 0,-1-1 0,1 0 0,0 1 0,-1-1 0,1 1 0,0 0 0,0-1 0,-1 4 0,1-1 0,0-1 0,0 0 0,1 0 0,-1 0 0,1 0 0,0 1 0,0-1 0,0 0 0,0 0 0,2 6 0,1 4 0,1 0 0,1 0 0,0-1 0,10 17 0,7 11 0,2-1 0,1-1 0,2-1 0,33 34 0,-48-53 120,-9-7-321,-3-11 164,0 0 1,0 0-1,0 1 0,0-1 1,0 0-1,0 0 0,-1 0 0,1 1 1,0-1-1,0 0 0,0 0 1,0 0-1,0 1 0,-1-1 1,1 0-1,0 0 0,0 0 1,0 0-1,0 1 0,-1-1 1,1 0-1,0 0 0,0 0 1,-1 0-1,1 0 0,0 0 0,0 0 1,0 0-1,-1 0 0,1 0 1,0 0-1,0 0 0,-1 0 1,1 0-1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 24575,'-12'-2'0,"-5"1"0,-2 1 0,1 1 0,0 0 0,3 2 0,2 1 0,0-1 0,1 0 0,-2-1 0,3-1-8191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44 24575,'3'-2'0,"0"0"0,0 0 0,1 1 0,-1-1 0,0 1 0,1 0 0,-1 0 0,0 0 0,1 0 0,-1 1 0,1-1 0,-1 1 0,1 0 0,-1 0 0,7 1 0,-5 0 0,0 0 0,0 1 0,0 0 0,-1 0 0,1 0 0,-1 0 0,1 1 0,-1-1 0,0 1 0,5 4 0,-1 0 0,-1 1 0,0 0 0,0 0 0,-1 1 0,1-1 0,-2 1 0,0 1 0,0-1 0,7 20 0,-11-27 0,0 0 0,-1-1 0,1 1 0,-1 0 0,0 0 0,1 0 0,-1 0 0,0 0 0,0 0 0,0 0 0,0 0 0,0 0 0,-1 0 0,1 0 0,-1 0 0,1-1 0,-1 1 0,0 0 0,0 0 0,1 0 0,-1-1 0,-2 3 0,1-3 0,1 1 0,-1 0 0,-1-1 0,1 1 0,0-1 0,0 0 0,-1 0 0,1 0 0,0 0 0,-1 0 0,1 0 0,-1-1 0,1 1 0,-1-1 0,1 0 0,-5 1 0,-1-1 0,0-1 0,-1 0 0,1 0 0,0 0 0,0-1 0,0-1 0,-14-5 0,7 2 0,1-1 0,1-1 0,-17-10 0,23 12 0,0 0 0,0 0 0,1-1 0,0 0 0,0 0 0,-5-8 0,8 11 0,1 0 0,-1 0 0,1 0 0,0 0 0,0 0 0,1-1 0,-1 1 0,1-1 0,0 1 0,0-1 0,0 1 0,1-1 0,0-7 0,0 10 7,0 1-1,1-1 0,-1 0 0,1 0 1,0 1-1,-1-1 0,1 1 1,0-1-1,0 1 0,0-1 1,0 1-1,0-1 0,0 1 0,0 0 1,1 0-1,-1-1 0,0 1 1,4-2-1,-1 1-254,1 0 1,0 0-1,-1 0 1,1 0-1,7-1 1,1 0-6579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24575,'-3'5'0,"-1"0"0,1 0 0,0 0 0,0 0 0,0 1 0,1-1 0,-3 9 0,5-11 0,-1 0 0,1-1 0,0 1 0,0 0 0,0-1 0,0 1 0,0 0 0,0-1 0,1 1 0,-1 0 0,1-1 0,0 1 0,0-1 0,0 1 0,0-1 0,0 1 0,1-1 0,-1 0 0,2 3 0,3 1 0,-1 1 0,1-1 0,0-1 0,1 1 0,0-1 0,-1 0 0,11 5 0,56 23 0,-50-23 0,28 15 0,-50-25 0,7 5 0,1 0 0,-1 1 0,0 0 0,14 13 0,-21-18 0,1 0 0,-1 1 0,0-1 0,0 0 0,0 1 0,0-1 0,0 1 0,0 0 0,-1-1 0,1 1 0,0-1 0,-1 1 0,1 0 0,-1 0 0,0-1 0,0 1 0,1 0 0,-1-1 0,0 1 0,-1 0 0,1 0 0,0 0 0,0-1 0,-1 1 0,1 0 0,-1-1 0,1 1 0,-1 0 0,0-1 0,0 1 0,1-1 0,-1 1 0,0-1 0,-1 1 0,-1 1 0,-1 1 0,-1 0 0,1 0 0,-1-1 0,0 0 0,0 0 0,0 0 0,0-1 0,0 0 0,0 1 0,-9 0 0,-1 1 0,-1 0 0,-25 1 0,38-5-91,-1 0 0,1 0 0,-1-1 0,1 1 0,-1-1 0,1 1 0,0-1 0,-1 0 0,1-1 0,0 1 0,0 0 0,-1-1 0,1 0 0,-4-3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24575,'22'-10'0,"11"-1"0,2 2 0,-3 2 0,-4 2 0,-5 5 0,-5 2-8191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24575,'36'8'0,"-19"-4"0,0 0 0,1-1 0,0-1 0,-1 0 0,1-1 0,22-2 0,-38 1 0,0-1 0,0 1 0,-1 0 0,1-1 0,0 1 0,0-1 0,-1 1 0,1-1 0,0 0 0,-1 1 0,1-1 0,-1 0 0,1 0 0,-1 0 0,0-1 0,1 1 0,-1 0 0,0 0 0,0-1 0,0 1 0,0-1 0,0 1 0,0-1 0,0 1 0,0-1 0,0 0 0,-1 1 0,1-1 0,-1 0 0,1 1 0,-1-1 0,0 0 0,0-2 0,0-1 0,0 1 0,-1-1 0,0 1 0,0 0 0,0 0 0,0 0 0,-1-1 0,0 1 0,1 0 0,-1 1 0,-1-1 0,-3-5 0,0 2 0,0 0 0,0 1 0,-1 0 0,0 0 0,0 0 0,-15-9 0,17 13 0,1-1 0,-1 1 0,1 0 0,-1 0 0,0 1 0,0-1 0,0 1 0,0 0 0,0 0 0,0 1 0,0-1 0,0 1 0,-10 1 0,13 0 0,0-1 0,0 1 0,0 0 0,-1 0 0,1-1 0,0 1 0,0 1 0,0-1 0,1 0 0,-1 0 0,0 1 0,0-1 0,1 1 0,-1 0 0,1-1 0,-2 3 0,1-1 0,0 1 0,0-1 0,1 0 0,0 1 0,-1-1 0,1 1 0,1-1 0,-1 1 0,0 4 0,0 1 0,1 0 0,0-1 0,1 1 0,0 0 0,0-1 0,1 1 0,4 13 0,-2-13 0,-1 0 0,1 0 0,0 0 0,1-1 0,0 0 0,0 0 0,1 0 0,0 0 0,0-1 0,1 0 0,0 0 0,0-1 0,1 0 0,-1 0 0,1-1 0,1 0 0,-1 0 0,1-1 0,0 0 0,17 5 0,5 0 0,1-1 0,-1-2 0,1-1 0,34 0 0,-62-4-273,0-1 0,0 0 0,0-1 0,8-1 0,-2-1-6553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24575,'-20'0'0,"-9"0"0,-2 2 0,1 2 0,6-1-8191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24575,'14'37'0,"130"310"0,-142-342 0,1-1 0,-1 1 0,0 0 0,0 0 0,1 8 0,-3-12 0,0 0 0,0 0 0,0-1 0,0 1 0,0 0 0,0 0 0,0 0 0,0 0 0,0-1 0,0 1 0,-1 0 0,1 0 0,0 0 0,-1-1 0,1 1 0,0 0 0,-1 0 0,1-1 0,-1 1 0,1 0 0,-1-1 0,1 1 0,-1-1 0,0 1 0,1 0 0,-1-1 0,0 1 0,1-1 0,-1 0 0,0 1 0,0-1 0,1 0 0,-1 1 0,0-1 0,0 0 0,0 0 0,1 0 0,-1 1 0,0-1 0,0 0 0,0 0 0,0 0 0,0-1 0,-6 1 0,1-1 0,0 1 0,-1-2 0,1 1 0,0-1 0,0 0 0,0 0 0,-8-4 0,2 0 0,0-1 0,-21-15 0,31 20 0,0 1 0,0-1 0,0 0 0,0 1 0,1-1 0,-1 0 0,1 0 0,-1 0 0,1 0 0,0-1 0,-1 1 0,1 0 0,0-1 0,0 1 0,1 0 0,-1-1 0,1 1 0,-1-1 0,1 1 0,0-1 0,-1 1 0,2-5 0,-1 4 0,1 1 0,0-1 0,0 0 0,0 0 0,0 1 0,1-1 0,-1 1 0,1-1 0,-1 1 0,1 0 0,0-1 0,0 1 0,0 0 0,0 0 0,0 0 0,0 1 0,1-1 0,-1 0 0,5-1 0,64-28-1365,-61 26-5461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24575,'0'-10'0,"0"-1"0,0 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 24575,'0'0'0,"0"-1"0,0 1 0,0 0 0,0 0 0,-1 0 0,1 0 0,0 0 0,0-1 0,0 1 0,0 0 0,0 0 0,0 0 0,0 0 0,-1 0 0,1 0 0,0-1 0,0 1 0,0 0 0,0 0 0,0 0 0,-1 0 0,1 0 0,0 0 0,0 0 0,0 0 0,0 0 0,-1 0 0,1 0 0,0 0 0,0 0 0,0 0 0,-1 0 0,1 0 0,0 0 0,0 0 0,0 0 0,0 0 0,-1 0 0,1 0 0,0 0 0,0 0 0,0 0 0,0 1 0,0-1 0,-1 0 0,1 10 0,4 12 0,-2-16 0,0 0 0,1 0 0,0 0 0,0-1 0,0 1 0,1-1 0,0 0 0,0 0 0,8 8 0,-4-5 0,1 0 0,1-1 0,-1 0 0,15 7 0,-18-10 0,1-1 0,-1 0 0,1-1 0,0 1 0,0-1 0,0-1 0,0 1 0,14 0 0,-18-2 0,-1 0 0,1 0 0,-1 0 0,1-1 0,-1 1 0,1-1 0,-1 1 0,1-1 0,-1 0 0,0 0 0,1 0 0,-1 0 0,0-1 0,0 1 0,0-1 0,0 1 0,0-1 0,0 1 0,0-1 0,0 0 0,-1 0 0,1 0 0,-1 0 0,1 0 0,-1-1 0,0 1 0,0 0 0,1-4 0,0 1 0,-1-1 0,0 0 0,0 1 0,0-12 0,2-14 0,-2 30 0,-1 0 0,0 1 0,1-1 0,-1 0 0,0 1 0,1-1 0,-1 1 0,1-1 0,-1 1 0,1-1 0,-1 1 0,1-1 0,-1 1 0,1-1 0,-1 1 0,1 0 0,0-1 0,-1 1 0,1 0 0,0-1 0,-1 1 0,1 0 0,0 0 0,-1 0 0,1 0 0,0 0 0,0 0 0,1 0 0,24 3 0,-16-2 0,-9-1 0,7 1 0,1 0 0,-1-1 0,1 0 0,14-2 0,-22 2 0,1 0 0,-1-1 0,1 1 0,-1 0 0,0-1 0,1 1 0,-1-1 0,0 1 0,1-1 0,-1 0 0,0 0 0,0 1 0,0-1 0,0 0 0,0 0 0,0 0 0,0 0 0,0 0 0,0 0 0,0-1 0,0 1 0,0 0 0,-1 0 0,1-1 0,-1 1 0,1 0 0,-1-1 0,1 1 0,-1 0 0,0-1 0,0 1 0,1-1 0,-1 1 0,0-1 0,0 1 0,-1 0 0,1-2 0,-1-1-136,0 0-1,0 0 1,0 0-1,-1 0 1,1 0-1,-1 0 1,0 1-1,0-1 0,-4-3 1,-2-4-6690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8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24575,'383'-43'0,"-306"40"-455,1 2 0,144 19 0,-197-13-6371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76 24575,'-30'-8'0,"-15"-2"0,-3-2 0,5 1 0,5 3 0,5 2 0,7-1 0,5 2 0,4 1 0,1 2 0,2 1 0,3 0-8191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7 24575,'-28'-2'0,"-11"-1"0,1 2 0,4 2 0,5 0 0,9 3 0,6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 24575,'0'0'0,"0"0"0,0 0 0,0 0 0,0 0 0,0 0 0,0-1 0,0 1 0,0 0 0,0 0 0,0 0 0,0 0 0,0 0 0,0-1 0,0 1 0,0 0 0,0 0 0,0 0 0,0 0 0,0-1 0,0 1 0,0 0 0,0 0 0,0 0 0,0 0 0,0 0 0,0-1 0,0 1 0,0 0 0,0 0 0,1 0 0,-1 0 0,0 0 0,0 0 0,0 0 0,0-1 0,0 1 0,0 0 0,1 0 0,-1 0 0,0 0 0,0 0 0,0 0 0,0 0 0,0 0 0,1 0 0,-1 0 0,0 0 0,0 0 0,0 0 0,0 0 0,0 0 0,1 0 0,-1 0 0,0 0 0,0 0 0,0 0 0,0 0 0,1 0 0,-1 0 0,0 0 0,0 0 0,0 0 0,0 1 0,7 8 0,-5 2 0,0 0 0,-1 0 0,0 0 0,-1 0 0,-1 20 0,-15 57 0,11-63 0,0 0 0,-1 43 0,6-27 0,1-10 0,-2 1 0,-7 56 0,5-66 0,1 0 0,0 1 0,3 22 0,-2 35 0,-6-31 0,4-31 0,-2 33 0,5-30 0,1 0 0,0 1 0,1-1 0,2 0 0,5 20 0,-5-27-341,-1-1 0,0 1-1,1 19 1,-4-20-6485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24575,'1'25'0,"6"31"0,-4-32 0,2 34 0,-6 364 0,4-361 0,4 0 0,22 101 0,-15-96 0,-11-47 40,0 1 0,0 22 0,-2-35-175,-1-1 0,-1 0 0,1 1 0,-1-1 0,0 0 0,-1 0 0,1 0 0,-1 0 0,-1 0 0,-4 10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24575,'2'-2'0,"0"1"0,0-1 0,0 1 0,1 0 0,-1 0 0,1 0 0,-1 0 0,1 0 0,-1 0 0,1 0 0,-1 1 0,5-1 0,34 0 0,-30 1 0,1 0 0,3 0 0,0 0 0,1-1 0,-1-1 0,0 0 0,15-5 0,-27 6 0,1 0 0,-1 0 0,1-1 0,-1 1 0,0-1 0,0 0 0,0 0 0,0 0 0,0 0 0,0-1 0,-1 1 0,1-1 0,-1 0 0,1 1 0,-1-1 0,0 0 0,0 0 0,-1-1 0,1 1 0,-1 0 0,1-1 0,-1 1 0,0-1 0,0 1 0,0-1 0,0-5 0,-1 4 0,0 1 0,0 0 0,0-1 0,0 1 0,-1 0 0,0-1 0,1 1 0,-2 0 0,1 0 0,0 0 0,-1 0 0,-2-5 0,3 7 0,-1 0 0,1 0 0,-1 0 0,0-1 0,0 1 0,0 1 0,0-1 0,0 0 0,0 0 0,0 1 0,0-1 0,-1 1 0,1 0 0,0 0 0,-1 0 0,0 0 0,1 0 0,-1 0 0,1 0 0,-5 1 0,-81-8 0,83 7 0,0 0 0,0 1 0,1 0 0,-1 0 0,0 0 0,0 0 0,1 1 0,-1 0 0,0 0 0,1 0 0,-8 3 0,10-3 0,-1 1 0,1-1 0,-1 1 0,1-1 0,-1 1 0,1 0 0,0 0 0,0 0 0,0 0 0,0 1 0,0-1 0,1 1 0,-1-1 0,1 1 0,-1-1 0,1 1 0,0 0 0,0-1 0,0 1 0,0 3 0,-1 1 0,1 0 0,0 0 0,0 0 0,1 1 0,0-1 0,0 0 0,1 0 0,0 0 0,0 0 0,0 0 0,1 0 0,0 0 0,1 0 0,-1 0 0,1-1 0,1 0 0,-1 1 0,1-1 0,0 0 0,0-1 0,1 1 0,0-1 0,0 0 0,0 0 0,0 0 0,1-1 0,0 0 0,0 0 0,0 0 0,1-1 0,9 5 0,14 3 0,0 0 0,1-2 0,1-2 0,-1 0 0,1-2 0,0-2 0,0-1 0,49-2 0,-75-1-195,0 1 0,0-1 0,0 0 0,0-1 0,0 1 0,9-5 0,-5 0-6631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24575,'1'11'0,"0"-1"0,0 1 0,1 0 0,1-1 0,0 1 0,6 14 0,30 57 0,-17-41 0,6 12 0,65 95 0,-92-147 0,0 1 0,0 0 0,1-1 0,-1 1 0,0 0 0,-1 0 0,1 0 0,0 0 0,0 3 0,-1-4 0,0-1 0,0 0 0,0 1 0,0-1 0,0 0 0,0 1 0,0-1 0,0 0 0,0 0 0,0 1 0,0-1 0,0 0 0,0 1 0,0-1 0,-1 0 0,1 0 0,0 1 0,0-1 0,0 0 0,-1 0 0,1 1 0,0-1 0,0 0 0,-1 0 0,1 1 0,-1-1 0,0 0 0,0 1 0,0-1 0,0 0 0,0 0 0,0 0 0,0 0 0,0 0 0,0 0 0,0 0 0,0 0 0,-1-1 0,-8-1 0,0-1 0,0-1 0,1 0 0,-1 0 0,1-1 0,-14-9 0,-1-1 0,11 8 0,1 0 0,0-1 0,1-1 0,-18-16 0,26 21 0,-1 0 0,1 0 0,0 0 0,0-1 0,0 1 0,1-1 0,-3-5 0,4 8 0,0-1 0,1 0 0,-1 0 0,1 1 0,-1-1 0,1 0 0,0 0 0,0 0 0,0 0 0,0 1 0,0-1 0,1 0 0,1-5 0,-1 5 5,1 0 0,-1 1 0,1-1 0,-1 1 0,1 0 1,0-1-1,0 1 0,0 0 0,0 0 0,0 0 0,1 0 0,-1 0 0,1 1 0,-1-1 0,1 1 0,0 0 0,-1-1 0,1 1 0,0 0 0,0 1 0,0-1 0,3 0 0,8-1-344,0 0 0,0 1-1,16 1 1,-28 0 215,13 0-6702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 24575,'-5'-5'0,"1"1"0,1 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5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24575,'4'13'0,"0"-1"0,1 0 0,1 0 0,0 0 0,1 0 0,0-1 0,0 0 0,1-1 0,14 15 0,-19-22 0,0 0 0,0-1 0,0 1 0,1-1 0,-1 1 0,1-1 0,-1 0 0,1 0 0,-1-1 0,1 1 0,0-1 0,0 0 0,4 1 0,-6-1 0,0-1 0,0 0 0,0 0 0,0 0 0,0 0 0,0-1 0,0 1 0,0 0 0,0-1 0,0 0 0,0 1 0,-1-1 0,1 0 0,0 0 0,0 0 0,-1 0 0,1 0 0,0 0 0,-1 0 0,0-1 0,1 1 0,-1 0 0,0-1 0,1 0 0,-1 1 0,0-1 0,0 0 0,1-2 0,0 0 0,0 0 0,-1 0 0,1 0 0,-1-1 0,0 1 0,0 0 0,-1-1 0,1 1 0,-1-1 0,0 1 0,0-1 0,0 1 0,-2-6 0,2 10 0,0 0 0,0 0 0,0 0 0,0 0 0,0 0 0,0-1 0,0 1 0,0 0 0,0 0 0,0 0 0,0 0 0,0 0 0,0-1 0,0 1 0,0 0 0,0 0 0,0 0 0,0 0 0,0 0 0,0-1 0,0 1 0,0 0 0,0 0 0,1 0 0,-1 0 0,0 0 0,0 0 0,0 0 0,0-1 0,0 1 0,0 0 0,0 0 0,0 0 0,1 0 0,-1 0 0,0 0 0,0 0 0,0 0 0,0 0 0,0 0 0,1 0 0,-1 0 0,0 0 0,0 0 0,0 0 0,0 0 0,1 0 0,9 3 0,16 13 0,-22-13 0,5 3 0,0-1 0,0 0 0,1-1 0,0 0 0,17 4 0,-21-6 0,1-1 0,-1 0 0,1 0 0,0-1 0,-1 1 0,1-1 0,0-1 0,-1 0 0,1 0 0,7-2 0,-12 3 0,1-1 0,-1 0 0,1 0 0,-1 0 0,0-1 0,1 1 0,-1-1 0,0 1 0,0-1 0,0 0 0,0 0 0,0 1 0,0-1 0,-1-1 0,1 1 0,-1 0 0,3-4 0,-3 2 0,1 0 0,-1 0 0,0-1 0,0 1 0,0-1 0,0 1 0,-1 0 0,0-1 0,0-8 0,-1 4 0,-1 0 0,1 1 0,-1-1 0,-1 0 0,0 0 0,0 1 0,-1 0 0,0 0 0,-9-15 0,8 17-195,-1 1 0,1 0 0,-1 0 0,1 0 0,-1 1 0,-11-6 0,8 5-6631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32 24575,'-22'-2'0,"0"0"0,-32-8 0,28 4 0,0 1 0,-32 0 0,48 4-118,4 1-90,0 0 0,-1 0 1,1 0-1,-1 1 0,-7 2 0,5 0-6618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 24575,'3'-3'0,"0"1"0,0 0 0,0 0 0,1 0 0,-1 1 0,1-1 0,-1 1 0,1 0 0,0 0 0,-1 0 0,1 0 0,0 1 0,0-1 0,-1 1 0,1 0 0,0 0 0,0 0 0,0 1 0,-1 0 0,1-1 0,0 1 0,-1 0 0,1 1 0,0-1 0,-1 1 0,0-1 0,1 1 0,2 3 0,9 5 0,-2 1 0,1 1 0,-2 0 0,21 26 0,-12-14 0,-5-6 0,-1 0 0,21 34 0,-32-45 0,0 1 0,0-1 0,-1 1 0,1-1 0,-2 1 0,1 0 0,-1 0 0,-1 0 0,1 1 0,-1-1 0,-1 11 0,0-17 0,0 0 0,0-1 0,0 1 0,-1 0 0,1 0 0,-1 0 0,1 0 0,-1-1 0,0 1 0,1 0 0,-1-1 0,0 1 0,0 0 0,0-1 0,-1 1 0,1-1 0,0 0 0,0 1 0,-1-1 0,-2 2 0,1-1 0,0-1 0,0 0 0,0 0 0,0 1 0,0-2 0,0 1 0,-1 0 0,1-1 0,0 1 0,-7-1 0,-3-1 0,0-1 0,0 0 0,0 0 0,-23-8 0,20 4 0,1 1 0,-1-2 0,1 0 0,0-1 0,1-1 0,0 0 0,0 0 0,1-2 0,0 0 0,-17-18 0,27 24 0,0 1 0,1-1 0,-1 0 0,1-1 0,0 1 0,0 0 0,0-1 0,1 1 0,0-1 0,0 1 0,0-1 0,1 1 0,0-1 0,0 0 0,1-8 0,0 8 0,0-1 0,0 0 0,0 0 0,1 1 0,0-1 0,1 1 0,-1-1 0,1 1 0,1 0 0,-1 0 0,1 0 0,6-7 0,-9 12-114,1-1 1,0 0-1,0 1 0,0 0 0,0-1 1,0 1-1,0 0 0,1 0 0,-1 0 1,0 0-1,5 0 0,3-1-6712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24575,'-2'3'0,"-2"3"0,1 3 0,1 2 0,0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31 24575,'3'1'0,"1"-1"0,-1 0 0,1 1 0,-1 0 0,1 0 0,-1 0 0,0 0 0,1 0 0,-1 1 0,0-1 0,0 1 0,0 0 0,0 0 0,0 0 0,-1 0 0,1 1 0,-1-1 0,1 1 0,-1-1 0,0 1 0,0 0 0,0 0 0,2 5 0,2 3 0,-1 0 0,-1 1 0,0 0 0,-1-1 0,3 19 0,-5-28 0,-1-1 0,1 1 0,-1 0 0,0-1 0,0 1 0,0 0 0,0 0 0,0 0 0,0-1 0,-1 1 0,1 0 0,0-1 0,-1 1 0,0 0 0,1-1 0,-1 1 0,0-1 0,-1 3 0,1-3 0,-1 1 0,1-1 0,-1 0 0,1 0 0,-1 0 0,0 0 0,1 0 0,-1-1 0,0 1 0,0 0 0,0-1 0,0 0 0,1 1 0,-1-1 0,0 0 0,-4 0 0,-5 0 0,0 0 0,0-1 0,1-1 0,-1 0 0,0 0 0,1-1 0,-17-6 0,4-1 0,0-1 0,-25-16 0,41 22 0,-1 0 0,1-1 0,0 1 0,0-1 0,-8-11 0,13 15 0,0 0 0,0 0 0,1-1 0,-1 1 0,1 0 0,0-1 0,-1 1 0,1-1 0,0 0 0,1 1 0,-1-1 0,0 0 0,1 1 0,0-1 0,-1 0 0,1 0 0,0 0 0,0 1 0,1-1 0,-1 0 0,2-5 0,-1 6 0,0 0 0,1 0 0,-1 0 0,0 0 0,1 0 0,-1 0 0,1 0 0,0 1 0,0-1 0,0 1 0,0-1 0,0 1 0,0 0 0,0 0 0,0 0 0,0 0 0,0 0 0,1 0 0,-1 0 0,4 0 0,5-1 0,-1 0 0,1 1 0,12 0 0,-16 1-195,-1 0 0,1 0 0,-1 0 0,1 1 0,0 0 0,7 3 0,-4 0-6631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 24575,'6'-1'0,"0"0"0,0 1 0,1-1 0,-1 1 0,0 1 0,0-1 0,0 1 0,0 0 0,0 0 0,0 1 0,0 0 0,0 0 0,-1 0 0,6 4 0,0 0 0,0 0 0,-1 1 0,0 0 0,-1 0 0,1 1 0,8 10 0,-15-14 0,1 0 0,-2 0 0,1 0 0,0 0 0,-1 0 0,0 1 0,1-1 0,-2 1 0,1 0 0,-1-1 0,2 9 0,-3-11 0,1 0 0,-1 0 0,0 0 0,0 0 0,0 0 0,0 0 0,-1 0 0,1 0 0,-1 0 0,1 0 0,-1 0 0,0 0 0,1 0 0,-1 0 0,0 0 0,0 0 0,0-1 0,-1 1 0,1 0 0,0-1 0,-1 1 0,1-1 0,-1 0 0,1 1 0,-1-1 0,0 0 0,1 0 0,-1 0 0,0 0 0,-2 1 0,-2 0 0,0 0 0,-1-1 0,1 0 0,0 0 0,0 0 0,0-1 0,-1 0 0,1 0 0,0 0 0,-11-3 0,5 1 0,0-1 0,0-1 0,1 0 0,-19-8 0,27 10 8,-1 0 0,1-1 0,-1 1 0,1-1 0,0 1 0,0-1 0,0 0 0,0 0 0,0 0 0,1 0 0,0-1 0,-1 1 0,1-1 0,-1-3 0,2 4-67,0 1-1,0 0 1,1-1-1,-1 1 1,1 0 0,-1-1-1,1 1 1,0-1-1,0 1 1,0-1 0,0 1-1,1 0 1,-1-1-1,1 1 1,-1 0 0,1-1-1,0 1 1,0 0-1,0 0 1,0-1 0,0 1-1,0 0 1,1 0-1,2-3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24575,'0'15'0,"-2"0"0,-3 17 0,2-16 0,-2 27 0,5-7 0,1 1 0,2 0 0,2-1 0,1 0 0,14 47 0,-18-78-105,0 1 0,-1-1 0,1 1 0,-1 0 0,-1 0 0,1 0 0,-1-1 0,0 1 0,0 0 0,-1 0 0,1 0 0,-3 6 0,0-2-6721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24575,'-5'-7'0,"2"7"0,-2 13 0,3 23 0,2-36 0,-1 30 0,2 1 0,2-1 0,0 1 0,2-1 0,2-1 0,0 1 0,2-1 0,13 30 0,-18-50-455,0 0 0,4 18 0,-6-15-6371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2707 15 24575,'-140'-11'0,"-179"8"0,242 9 0,-26 2 0,-342-7 0,213-2 0,113 10 0,72-3 0,-3 0 0,-71 3 0,51-10 0,-84 2 0,105 6 0,31-4 0,-32 2 0,-30 2 0,54-3 0,-31 0 0,33-6 0,1 0 0,-40-10 0,40 7 0,-1 1 0,-40-2 0,-217 6 0,276 1-227,-1-1-1,1 0 1,-1 1-1,1 0 1,-6 2-1,2 0-6598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24575,'37'-3'0,"47"-5"0,-72 6 0,-1 0 0,0-1 0,1 0 0,-1-1 0,10-6 0,-18 9 0,0 0 0,-1-1 0,1 1 0,-1-1 0,1 0 0,-1 0 0,0 0 0,0 0 0,0 0 0,0-1 0,0 1 0,0-1 0,-1 1 0,1-1 0,-1 1 0,3-6 0,-4 5 0,1 1 0,-1-1 0,0 1 0,0 0 0,0-1 0,0 1 0,0 0 0,0-1 0,-1 1 0,1-1 0,-1 1 0,0 0 0,1 0 0,-1-1 0,0 1 0,0 0 0,-1 0 0,1 0 0,0 0 0,-1 0 0,-1-2 0,-2-1 0,-1 0 0,1 0 0,-1 0 0,0 1 0,0 0 0,-1 0 0,1 1 0,-1 0 0,1 0 0,-1 0 0,0 1 0,0 0 0,-1 0 0,1 1 0,0 0 0,0 0 0,-1 1 0,1 0 0,0 0 0,-11 2 0,15-2 0,0 0 0,0 1 0,0 0 0,0-1 0,0 1 0,1 0 0,-1 0 0,0 1 0,1-1 0,-1 1 0,1-1 0,-1 1 0,1 0 0,0 0 0,-1 0 0,1 0 0,-2 3 0,1-2 0,1 1 0,0 0 0,0 0 0,0 0 0,1 0 0,-1 0 0,1 0 0,0 1 0,0-1 0,0 8 0,0-2 0,1 0 0,1 0 0,-1 1 0,2-1 0,-1 0 0,2 0 0,-1 0 0,1-1 0,6 14 0,-3-12 0,0 1 0,1-1 0,0 0 0,1-1 0,0 1 0,0-2 0,1 1 0,19 14 0,-22-20 0,0 0 0,1-1 0,-1 0 0,1-1 0,0 1 0,12 2 0,47 4 0,-37-6 0,-16-1-115,41 3 364,-50-5-385,1 0-1,-1 0 1,0 0 0,0-1 0,0 0-1,0 0 1,0 0 0,0 0 0,0 0-1,5-3 1,0-3-6690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24575,'37'78'0,"4"-2"0,88 125 0,-122-191 0,-4-7 0,-1-1 0,0 1 0,0 0 0,-1 0 0,1 0 0,2 4 0,-4-7 0,0 0 0,0 1 0,0-1 0,0 0 0,0 0 0,0 0 0,0 0 0,0 0 0,0 0 0,0 0 0,0 0 0,0 0 0,0 0 0,0 0 0,0 0 0,0 1 0,0-1 0,0 0 0,0 0 0,0 0 0,0 0 0,0 0 0,0 0 0,0 0 0,0 0 0,0 0 0,0 0 0,0 0 0,0 1 0,0-1 0,0 0 0,-1 0 0,1 0 0,0 0 0,0 0 0,0 0 0,0 0 0,0 0 0,0 0 0,0 0 0,0 0 0,0 0 0,0 0 0,0 0 0,0 0 0,0 0 0,-1 0 0,1 0 0,0 0 0,-6-1 0,-7-6 0,12 7 0,-27-16 0,6 6 0,1-2 0,1-1 0,0 0 0,-28-25 0,46 35-227,0 1-1,0-1 1,-1 0-1,2 0 1,-4-5-1,1-2-6598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24575,'13'10'0,"4"6"0,1 3 0,-2 0 0,-3-3-8191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93 24575,'-1'2'0,"0"1"0,0-1 0,1 1 0,-1-1 0,1 1 0,-1 0 0,1-1 0,0 1 0,0 0 0,1-1 0,-1 1 0,0 0 0,1-1 0,0 1 0,-1-1 0,1 1 0,0-1 0,0 1 0,1-1 0,-1 0 0,0 1 0,1-1 0,2 2 0,0 2 0,1 0 0,0 0 0,0-1 0,1 0 0,0 0 0,12 8 0,-7-6 0,1-2 0,-1 1 0,1-1 0,0-1 0,22 5 0,-29-7 0,0-1 0,0-1 0,1 1 0,-1-1 0,1 0 0,-1 0 0,0-1 0,1 1 0,-1-1 0,0 0 0,0-1 0,0 1 0,0-1 0,0 0 0,0 0 0,5-4 0,-8 5 0,-1 0 0,1 0 0,-1-1 0,1 1 0,-1 0 0,0-1 0,0 1 0,0-1 0,0 1 0,0-1 0,0 0 0,0 1 0,0-1 0,-1 0 0,1 0 0,0-2 0,0-1 0,-1 0 0,0 0 0,0 0 0,-1-8 0,2 13 0,-1 0 0,0-1 0,0 1 0,0 0 0,0 0 0,1 0 0,-1 0 0,0 0 0,0 0 0,0 0 0,1 0 0,-1 0 0,0 0 0,0 0 0,0 0 0,0 0 0,1 0 0,-1 0 0,0 0 0,0 0 0,0 0 0,1 0 0,-1 0 0,0 0 0,0 0 0,0 0 0,0 0 0,1 0 0,-1 0 0,0 1 0,0-1 0,0 0 0,0 0 0,0 0 0,1 0 0,-1 0 0,0 1 0,0-1 0,0 0 0,0 0 0,0 0 0,15 11 0,-5-3 0,-3-5 0,-1-1 0,1 1 0,0-1 0,-1 0 0,1 0 0,0-1 0,0 0 0,0 0 0,0-1 0,0 0 0,0 0 0,0-1 0,0 1 0,0-2 0,0 1 0,9-4 0,-13 4 0,-1 0 0,0 0 0,0 0 0,0 0 0,0-1 0,0 1 0,0-1 0,-1 0 0,1 1 0,0-1 0,-1 0 0,0 0 0,1 0 0,-1 0 0,0 0 0,2-5 0,-2 4 0,0 0 0,-1 0 0,1-1 0,-1 1 0,0-1 0,0 1 0,0 0 0,0-1 0,0 1 0,-2-7 0,-1 2 0,1 0 0,-1 0 0,-1 0 0,0 1 0,0-1 0,0 1 0,-1 0 0,-8-11 0,-12-7-1365,16 15-5461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3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14 24575,'-25'-3'0,"-11"0"0,-2 0 0,4 0 0,4 1 0,5 4 0,5 1 0,2 2 0,3 1 0,3-1-8191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24575,'14'0'0,"7"0"0,0 0 0,0 1 0,0 1 0,22 6 0,-37-7 0,0 1 0,0 0 0,-1 1 0,1-1 0,0 1 0,-1 0 0,0 1 0,0-1 0,0 1 0,0 0 0,0 0 0,-1 0 0,0 1 0,0 0 0,0 0 0,0 0 0,-1 0 0,4 8 0,-2-4 0,-1 0 0,0 0 0,0 0 0,-1 1 0,0-1 0,-1 1 0,0 0 0,0 0 0,-1 0 0,-1 14 0,0-22 0,0-1 0,0 1 0,0-1 0,-1 0 0,1 0 0,-1 1 0,1-1 0,-1 0 0,1 1 0,-1-1 0,0 0 0,1 0 0,-1 0 0,0 0 0,0 0 0,0 0 0,0 0 0,0 0 0,-2 1 0,1 0 0,0-1 0,0 0 0,-1-1 0,1 1 0,0 0 0,0-1 0,-1 1 0,1-1 0,0 1 0,-5-1 0,1 0 0,-1-1 0,1 0 0,0 0 0,-1 0 0,1-1 0,0 0 0,-11-4 0,5-1 15,0 1 0,1-2 0,0 0 0,0 0 0,0-1 0,1 0 0,-11-14 0,17 19-86,1 0 1,-1-1-1,1 1 0,0-1 0,0 0 1,1 0-1,-1 0 0,1 0 1,0-1-1,1 1 0,-1 0 0,1-1 1,0 0-1,0 1 0,1-1 1,0 1-1,0-1 0,0 0 0,1 1 1,1-7-1,1 2-6755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24575,'-2'3'0,"-1"2"0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0 0,0 0 0,1 0 0,-1 1 0,1-1 0,-1 0 0,1 0 0,0 0 0,-1 0 0,1 1 0,0-1 0,-1 0 0,1 1 0,0-1 0,0 0 0,0 1 0,1-1 0,-1 1 0,-1 0 0,1 0 0,0 0 0,0 0 0,0 0 0,-1 0 0,1 0 0,0 0 0,0 0 0,0 1 0,-1-1 0,1 0 0,0 1 0,-1-1 0,1 1 0,0-1 0,0 1 0,-1-1 0,1 1 0,-1-1 0,1 1 0,-1-1 0,1 1 0,-1 0 0,2 1 0,0 2 0,1 0 0,-1 0 0,0 1 0,0-1 0,2 9 0,-2-9 0,-1 1 0,1-1 0,0 1 0,4 6 0,-4-9 0,-1-1 0,0 1 0,0-1 0,0 0 0,1 0 0,-1 1 0,1-1 0,-1 0 0,1-1 0,-1 1 0,1 0 0,0 0 0,-1 0 0,1-1 0,0 1 0,3 0 0,18 2 0,-17-3 0,0 1 0,0 0 0,0 0 0,0 0 0,0 1 0,0 0 0,0 0 0,-1 0 0,1 1 0,-1 0 0,1 0 0,4 4 0,-4-2 0,-1 1 0,1-1 0,-1 1 0,0 1 0,-1-1 0,1 1 0,-1 0 0,-1 0 0,1 0 0,3 11 0,-6-15 0,-1 0 0,1-1 0,-1 1 0,1 0 0,-1 0 0,0 0 0,0 0 0,0 0 0,0 0 0,-1 0 0,1 0 0,-1-1 0,-1 5 0,1-5 0,0 1 0,0-1 0,-1 0 0,1 0 0,-1 0 0,1-1 0,-1 1 0,0 0 0,0-1 0,0 1 0,0-1 0,0 1 0,0-1 0,0 0 0,0 0 0,0 0 0,-1 0 0,-2 1 0,-3 0 12,1-1-1,0 1 1,-1-1-1,1 0 1,-1-1-1,0 0 1,1 0-1,-14-3 1,-1-1-524,-35-13 1,47 14 65,0 0-6380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24575,'30'-5'0,"12"-2"0,2 1 0,-4 1 0,-4 1 0,-5 2 0,-6 1 0,-5 0 0,-3 1 0,-1 0 0,-2 1 0,0-1 0,-3 0-8191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85 24575,'-2'-7'0,"1"0"0,-1 0 0,0 0 0,-1 0 0,0 0 0,0 0 0,0 1 0,-1-1 0,1 1 0,-9-9 0,12 15 0,0 0 0,-1-1 0,1 1 0,0 0 0,0 0 0,0 0 0,-1 0 0,1 0 0,0 0 0,0 0 0,-1 0 0,1 0 0,0 0 0,0 0 0,-1 0 0,1 0 0,0 0 0,0 0 0,0 0 0,-1 0 0,1 0 0,0 0 0,0 0 0,0 0 0,-1 0 0,1 0 0,0 1 0,0-1 0,0 0 0,-1 0 0,1 0 0,0 0 0,0 0 0,0 1 0,0-1 0,-1 0 0,1 0 0,0 0 0,0 1 0,0-1 0,0 0 0,0 0 0,0 0 0,0 1 0,0-1 0,0 0 0,0 0 0,-1 1 0,1-1 0,0 0 0,1 1 0,-7 14 0,6-14 0,-2 10 0,0 0 0,1 0 0,0 0 0,0 0 0,1 0 0,1 0 0,2 16 0,22 78 0,-20-85 0,7 19 0,-5-19 0,-2-1 0,0 1 0,3 27 0,-8-44-124,0 0 0,0 0 0,-1-1 0,1 1 0,-1 0 0,1 0-1,-1-1 1,0 1 0,0-1 0,-2 6 0,-3 1-6702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 24575,'0'0'0,"-1"-1"0,1 0 0,0 1 0,0 0 0,0-1 0,-1 1 0,1-1 0,0 1 0,-1-1 0,1 1 0,0-1 0,-1 1 0,1 0 0,0-1 0,-1 1 0,1 0 0,-1-1 0,1 1 0,-1 0 0,1 0 0,0-1 0,-1 1 0,1 0 0,-1 0 0,1 0 0,-1 0 0,0 0 0,1-1 0,-1 1 0,1 0 0,-1 0 0,1 0 0,-1 1 0,1-1 0,-1 0 0,1 0 0,-1 0 0,1 0 0,-1 0 0,1 1 0,-1-1 0,1 0 0,-1 0 0,1 1 0,-1-1 0,1 0 0,0 1 0,-1-1 0,1 0 0,0 1 0,-1-1 0,1 1 0,0-1 0,-1 0 0,1 1 0,0 0 0,-3 2 0,1 1 0,0-1 0,0 1 0,0-1 0,0 1 0,-1 4 0,0 10 0,0 0 0,1 0 0,1 0 0,0 0 0,3 27 0,0 1 0,-1-31 18,0 0 1,1-1-1,0 1 0,6 15 0,21 55-803,-22-67 114,-2-5-6155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13 24575,'1'0'0,"-1"0"0,1 0 0,-1-1 0,1 1 0,-1 0 0,0 0 0,1 0 0,-1-1 0,1 1 0,-1 0 0,0 0 0,1-1 0,-1 1 0,0 0 0,1-1 0,-1 1 0,0-1 0,1 1 0,-1 0 0,0-1 0,0 1 0,0-1 0,1 1 0,-1-1 0,0 1 0,-1-1 0,1 1 0,0 0 0,-1-1 0,1 1 0,0 0 0,-1-1 0,1 1 0,-1 0 0,1 0 0,0 0 0,-1 0 0,1-1 0,-1 1 0,1 0 0,-1 0 0,1 0 0,-1 0 0,0 0 0,-26-1 0,-205 27 87,111-15-1539,97-8-5374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30 24575,'-30'-5'0,"-13"-1"0,-4-1 0,4 2 0,7 2 0,6 0 0,6 2 0,8 3 0,3 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0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82 24575,'-49'-30'0,"49"30"0,0 0 0,0 0 0,0 0 0,0 0 0,1 0 0,-1 0 0,0 0 0,0 0 0,0 0 0,0 0 0,0 0 0,0 0 0,0 0 0,0 0 0,0 0 0,0 0 0,0 0 0,0 0 0,0-1 0,0 1 0,0 0 0,0 0 0,0 0 0,0 0 0,0 0 0,0 0 0,0 0 0,0 0 0,0 0 0,0 0 0,0 0 0,0 0 0,0 0 0,0 0 0,0 0 0,0 0 0,-1-1 0,1 1 0,0 0 0,0 0 0,0 0 0,0 0 0,0 0 0,0 0 0,0 0 0,0 0 0,0 0 0,0 0 0,0 0 0,0 0 0,0 0 0,0 0 0,0 0 0,0 0 0,0 0 0,-1 0 0,1 0 0,0 0 0,0 0 0,0 0 0,0 0 0,8 1 0,10 3 0,43 16 0,271 98 0,-328-116 0,18 8 0,-21-10 0,-1 1 0,1-1 0,0 1 0,0-1 0,0 1 0,0-1 0,-1 1 0,1 0 0,0 0 0,-1-1 0,1 1 0,-1 0 0,1 0 0,0 0 0,-1-1 0,0 1 0,1 2 0,-1-2 0,0-1 0,0 1 0,0-1 0,-1 1 0,1-1 0,0 1 0,-1-1 0,1 1 0,0-1 0,-1 1 0,1-1 0,0 0 0,-1 1 0,1-1 0,-1 0 0,1 1 0,-1-1 0,1 0 0,-1 1 0,1-1 0,-1 0 0,1 0 0,-1 0 0,0 0 0,1 1 0,-1-1 0,1 0 0,-1 0 0,-1 0 0,-18 1 0,7-2 0,0-1 0,0 0 0,0-1 0,0-1 0,1 1 0,-13-7 0,-72-39 0,31 15 0,-14-12 0,71 41 0,0 0 0,0 1 0,-1 1 0,-12-4 0,19 6 0,0-1 0,-1 1 0,1-1 0,1 1 0,-1-1 0,0 0 0,0 0 0,1 0 0,-1-1 0,1 1 0,-3-4 0,3 4 0,0 0 0,0 0 0,0-1 0,0 1 0,0 1 0,-1-1 0,1 0 0,-1 1 0,1-1 0,-1 1 0,0-1 0,1 1 0,-1 0 0,-4 0 0,7 0 0,-1 1 0,0 0 0,0 0 0,0 0 0,1 0 0,-1 0 0,0 1 0,0-1 0,0 0 0,0 0 0,1 0 0,-1 1 0,0-1 0,0 0 0,1 1 0,-1-1 0,0 1 0,1-1 0,-1 0 0,0 1 0,1 0 0,-2 0 0,1 1 0,1-1 0,-1 0 0,0 1 0,1-1 0,-1 1 0,1-1 0,-1 1 0,1-1 0,0 1 0,0-1 0,-1 3 0,1 3 0,1 1 0,0-1 0,3 14 0,-4-20 0,3 11 0,1 0 0,1 0 0,0 0 0,0 0 0,1-1 0,15 21 0,-7-13 0,1-1 0,32 31 0,-22-28 47,-14-13-753,16 17 0,-21-17-6120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0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10 721 24575,'-2'-6'0,"0"0"0,0 0 0,1 0 0,0 0 0,0-1 0,1 1 0,-1 0 0,1-1 0,1 1 0,-1 0 0,1-1 0,0 1 0,1 0 0,-1 0 0,1 0 0,1 0 0,-1 0 0,1 0 0,0 0 0,0 1 0,0 0 0,1-1 0,0 1 0,5-5 0,29-28 0,0 2 0,3 1 0,77-50 0,146-67 0,-84 59-449,51-28-940,-219 114-4964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0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3 223 24575,'0'1'0,"1"0"0,-1-1 0,0 1 0,0-1 0,1 1 0,-1-1 0,0 1 0,0 0 0,1-1 0,-1 1 0,1-1 0,-1 0 0,0 1 0,1-1 0,-1 1 0,1-1 0,-1 0 0,1 1 0,-1-1 0,1 0 0,0 1 0,-1-1 0,1 0 0,-1 0 0,1 0 0,0 1 0,-1-1 0,1 0 0,-1 0 0,1 0 0,0 0 0,-1 0 0,1 0 0,1-1 0,22-1 0,-23 2 0,31-5 0,0-2 0,-1-1 0,39-16 0,-67 23 0,1-1 0,-1 0 0,1 0 0,-1 0 0,0 0 0,0 0 0,0-1 0,0 0 0,0 1 0,0-1 0,-1 0 0,1 0 0,-1-1 0,0 1 0,0 0 0,0-1 0,0 1 0,-1-1 0,0 0 0,1 1 0,-1-1 0,0 0 0,-1 0 0,1 0 0,-1 0 0,0 0 0,0 0 0,0 0 0,0 0 0,-1 1 0,1-1 0,-1 0 0,0 0 0,0 0 0,-1 1 0,1-1 0,-1 0 0,0 1 0,0-1 0,0 1 0,0 0 0,-5-6 0,4 5 0,0 1 0,-1-1 0,1 1 0,0 0 0,-1 0 0,0 1 0,1-1 0,-1 1 0,0-1 0,-1 1 0,1 0 0,0 1 0,0-1 0,-1 1 0,1 0 0,-1 0 0,1 0 0,-1 1 0,0-1 0,1 1 0,-1 0 0,1 0 0,-1 1 0,1 0 0,-1-1 0,1 2 0,-7 1 0,-2 1 0,1 0 0,-1 1 0,1 1 0,-14 8 0,23-12 0,-1 1 0,1-1 0,0 0 0,0 1 0,1 0 0,-1 0 0,0 0 0,1 0 0,0 0 0,-1 0 0,1 0 0,1 1 0,-1-1 0,0 1 0,1 0 0,0-1 0,0 1 0,-1 7 0,0 15 0,1 1 0,5 38 0,-4-61 0,1 1 0,0-1 0,0 0 0,0 1 0,1-1 0,0 0 0,0 0 0,0 0 0,0 0 0,0 0 0,4 4 0,-1-2 0,0-1 0,1 1 0,0-1 0,-1-1 0,1 1 0,8 4 0,3 0 0,0-1 0,1-1 0,0 0 0,26 6 0,-18-6 0,1-1 0,0-1 0,0-2 0,1-1 0,36-1 0,-63-1-114,1 0 1,0 0-1,0-1 0,0 1 0,0-1 1,-1 1-1,1-1 0,0 1 0,-1-1 1,1 0-1,3-2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1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24575,'1'16'0,"0"1"0,0-1 0,2 0 0,0 0 0,1 0 0,0 0 0,1-1 0,1 1 0,1-1 0,0-1 0,10 17 0,6 4 0,1-1 0,1 0 0,46 45 0,-70-78 0,0 0 0,0 0 0,0 0 0,0 1 0,0-1 0,-1 0 0,1 0 0,0 1 0,0 1 0,-1-3 0,0 1 0,0-1 0,0 0 0,1 1 0,-1-1 0,0 0 0,0 1 0,0-1 0,0 1 0,0-1 0,-1 0 0,1 1 0,0-1 0,0 1 0,0-1 0,0 0 0,0 1 0,0-1 0,-1 0 0,1 1 0,0-1 0,0 0 0,-1 1 0,0 0 0,-1 0 0,1 0 0,-1-1 0,1 1 0,-1-1 0,0 1 0,1-1 0,-1 1 0,1-1 0,-1 0 0,0 0 0,1 0 0,-1 0 0,0 0 0,-2 0 0,-8-1 0,0-1 0,0 0 0,-1-1 0,1-1 0,-17-6 0,22 7 0,-1-1 0,1 0 0,0 0 0,0 0 0,1-1 0,-1 0 0,1 0 0,0 0 0,-8-10 0,13 14 0,0 0 0,0-1 0,0 1 0,0-1 0,0 1 0,1 0 0,-1-1 0,0 0 0,1 1 0,-1-1 0,1 1 0,-1-1 0,1 0 0,0 1 0,0-1 0,0 1 0,0-1 0,0 0 0,0 1 0,0-1 0,0 0 0,1 1 0,-1-1 0,1-1 0,0 1 0,1 0 0,-1 0 0,0 0 0,1 0 0,0 1 0,-1-1 0,1 0 0,0 1 0,0 0 0,0-1 0,0 1 0,0 0 0,0 0 0,0 0 0,0 0 0,5-1 0,7-1-127,1 0 0,0 2 0,0-1 0,-1 2-1,17 0 1,-21 0-475,6 1-6224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1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24575,'0'5'0,"0"7"0,0 4 0,0-2-8191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2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24575,'1'5'0,"-1"0"0,1 0 0,0 0 0,0 0 0,1-1 0,-1 1 0,1 0 0,0-1 0,1 0 0,-1 1 0,1-1 0,-1 0 0,1 0 0,0 0 0,5 3 0,-2 0 0,1-1 0,-1 0 0,2-1 0,-1 0 0,1 0 0,-1 0 0,12 4 0,-13-6 0,0-1 0,1 0 0,-1-1 0,0 1 0,1-1 0,-1 0 0,1-1 0,-1 1 0,9-2 0,-13 1 0,0 0 0,1-1 0,-1 1 0,0-1 0,0 1 0,0-1 0,0 0 0,0 0 0,0 0 0,0 0 0,0 0 0,0 0 0,0 0 0,-1-1 0,1 1 0,-1-1 0,1 1 0,-1-1 0,1 0 0,-1 1 0,0-1 0,0 0 0,1 0 0,-1 0 0,-1 0 0,1 0 0,0 0 0,0 0 0,-1 0 0,1-3 0,-1 1 0,1-1 0,-1 1 0,-1-1 0,0-5 0,0-11 0,18 33 0,-6-5 0,0-1 0,1 0 0,-1-1 0,1 0 0,0 0 0,0-2 0,1 1 0,-1-2 0,1 1 0,0-2 0,0 0 0,-1 0 0,1-1 0,0-1 0,13-2 0,-21 2 0,-1 0 0,0 0 0,1 0 0,-1-1 0,0 0 0,0 0 0,0 0 0,0 0 0,-1-1 0,1 1 0,-1-1 0,1 0 0,-1 0 0,0 0 0,0 0 0,0-1 0,-1 1 0,1-1 0,-1 0 0,0 0 0,0 0 0,0 0 0,0 0 0,1-6 0,-1 3 0,-1-1 0,0 1 0,-1 0 0,1 0 0,-1-1 0,-1 1 0,1 0 0,-1-1 0,0 1 0,-1 0 0,0 0 0,0 0 0,-1 0 0,-4-8 0,3 5-91,-1 1 0,-1 0 0,0 0 0,0 0 0,-1 1 0,0 0 0,0 1 0,-1-1 0,0 1 0,0 1 0,0-1 0,-1 1 0,0 1 0,-13-6 0,4 4-6735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4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16 24575,'-52'1'0,"-59"-2"0,60-6 0,33 3 0,-32 0 0,-8 4-1365,45 0-5461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5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26 24575,'2'-3'0,"1"1"0,-1 0 0,0 0 0,1 0 0,-1 0 0,1 0 0,0 1 0,0-1 0,-1 1 0,1 0 0,0 0 0,0 0 0,0 0 0,0 0 0,1 1 0,-1-1 0,0 1 0,0 0 0,0 0 0,0 0 0,0 0 0,1 0 0,-1 1 0,0 0 0,0-1 0,0 1 0,0 0 0,0 1 0,0-1 0,0 0 0,-1 1 0,1-1 0,0 1 0,-1 0 0,1 0 0,-1 0 0,3 3 0,10 10 0,-1 1 0,0 0 0,16 25 0,-24-32 0,-1 0 0,0 1 0,-1-1 0,0 1 0,0 0 0,-1 0 0,0 0 0,3 19 0,-6-26 0,0 0 0,0-1 0,0 1 0,0-1 0,0 1 0,-1 0 0,1-1 0,-1 1 0,1-1 0,-1 1 0,0-1 0,0 1 0,0-1 0,0 0 0,-1 1 0,1-1 0,-1 0 0,-1 3 0,0-3 0,0 1 0,0-1 0,0 0 0,-1 0 0,1 0 0,0 0 0,-1-1 0,1 1 0,-1-1 0,1 0 0,-6 1 0,-4 0 0,-1-1 0,1 0 0,0-1 0,-1 0 0,1-1 0,-16-3 0,14 1 0,0-1 0,-23-8 0,31 10 0,-1-2 0,1 1 0,0-1 0,0 0 0,1 0 0,-12-10 0,16 11 4,-1 1 1,1 0-1,0-1 0,0 0 0,0 1 0,0-1 0,1 0 0,-1 0 0,1 0 1,-1 0-1,1-1 0,0 1 0,1 0 0,-1 0 0,0-1 0,1 1 0,0 0 1,-1-1-1,2 1 0,-1 0 0,0-1 0,0 1 0,1 0 0,0-1 0,0 1 1,0 0-1,0 0 0,3-5 0,-2 3-97,1 0 0,1 0 1,-1 0-1,1 0 0,0 0 0,0 1 0,0 0 0,0 0 1,1 0-1,0 0 0,0 1 0,0-1 0,0 1 1,0 1-1,7-3 0,1 0-6733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24575,'-3'3'0,"-3"0"0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6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5 24575,'10'-2'0,"1"0"0,0 2 0,0-1 0,0 1 0,-1 1 0,1 0 0,19 4 0,-22-3 0,-1 1 0,1 0 0,-1 0 0,0 1 0,0-1 0,0 2 0,-1-1 0,1 1 0,-1 0 0,0 0 0,7 8 0,-8-7 0,0-1 0,0 1 0,-1 0 0,0 0 0,0 0 0,-1 1 0,1-1 0,2 10 0,-6-14 0,1 0 0,-1 0 0,1 1 0,-1-1 0,0 0 0,0 0 0,0 1 0,0-1 0,0 0 0,-1 1 0,1-1 0,-1 0 0,1 0 0,-1 1 0,0-1 0,0 0 0,0 0 0,0 0 0,0 0 0,0 0 0,-1 0 0,1 0 0,-1-1 0,1 1 0,-1 0 0,0-1 0,0 1 0,1-1 0,-5 2 0,-1 1 0,0 0 0,0-1 0,0 0 0,0 0 0,-1-1 0,1 0 0,-1-1 0,1 1 0,-1-1 0,0-1 0,0 1 0,1-2 0,-16-1 0,5 0 0,1-2 0,0 0 0,0-1 0,0 0 0,-17-10 0,30 14 0,0-1 0,1-1 0,-1 1 0,1 0 0,-1-1 0,1 0 0,0 0 0,0 0 0,1 0 0,-1 0 0,0-1 0,1 1 0,0-1 0,0 1 0,0-1 0,0 0 0,1 0 0,-1 0 0,1 0 0,-1-6 0,2 7 0,-1 0 0,1 0 0,0 0 0,0 0 0,0 0 0,0 0 0,1 0 0,0 0 0,-1 0 0,1 0 0,0 0 0,0 0 0,0 0 0,1 0 0,-1 1 0,1-1 0,0 0 0,-1 1 0,1-1 0,0 1 0,1 0 0,-1 0 0,0 0 0,1 0 0,-1 0 0,1 0 0,4-2 0,7-2-1365,0 2-5461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7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61 24575,'4'-1'0,"0"1"0,0 0 0,0 0 0,0 0 0,0 1 0,0 0 0,0 0 0,0 0 0,0 0 0,0 0 0,0 1 0,0-1 0,-1 1 0,1 0 0,-1 0 0,0 1 0,1-1 0,-1 1 0,0-1 0,3 5 0,-1-2 0,-1 1 0,0 0 0,0 0 0,0 0 0,-1 0 0,0 1 0,5 13 0,-7-18 0,-1 0 0,1 0 0,-1 1 0,0-1 0,1 0 0,-1 0 0,0 1 0,0-1 0,-1 0 0,1 0 0,0 1 0,-2 3 0,1-5 0,0 1 0,1-1 0,-1 0 0,0 1 0,0-1 0,0 0 0,0 0 0,-1 0 0,1 0 0,0 0 0,0 0 0,-1 0 0,1 0 0,-1 0 0,1 0 0,0-1 0,-1 1 0,1-1 0,-1 1 0,-2 0 0,-5 0 0,-1 1 0,1-1 0,-1-1 0,1 0 0,-1 0 0,1-1 0,-1 0 0,1-1 0,-12-3 0,9 2 0,-1-1 0,1-1 0,0 0 0,1-1 0,-1 0 0,-13-10 0,22 13 0,0 0 0,0-1 0,0 0 0,0 0 0,0 1 0,1-1 0,-1-1 0,1 1 0,0 0 0,0-1 0,1 1 0,0-1 0,-1 1 0,1-1 0,1 0 0,-1 1 0,1-1 0,0 0 0,0 0 0,0 1 0,1-1 0,-1 0 0,1 1 0,0-1 0,4-8 0,-4 10-72,1 1 1,0-1-1,1 0 0,-1 1 0,0 0 0,1 0 0,-1 0 0,1 0 1,0 0-1,0 0 0,0 0 0,0 1 0,0 0 0,0 0 0,0-1 1,0 2-1,0-1 0,5-1 0,3 1-6754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 24575,'0'0'0,"-1"-1"0,1 1 0,-1 0 0,1-1 0,-1 1 0,1 0 0,-1 0 0,0-1 0,1 1 0,-1 0 0,1 0 0,-1 0 0,0 0 0,1 0 0,-1 0 0,1 0 0,-1 0 0,0 0 0,1 0 0,-1 0 0,0 0 0,1 1 0,-1-1 0,1 0 0,-1 0 0,1 1 0,-1-1 0,0 0 0,1 1 0,-1 0 0,0 0 0,0 0 0,1 0 0,-1 0 0,1 1 0,-1-1 0,1 0 0,-1 1 0,1-1 0,0 0 0,0 1 0,0-1 0,0 0 0,0 2 0,0 6 0,1 0 0,0-1 0,4 12 0,6 30 0,6 64 0,-4-20 0,-10-72-455,-1 1 0,-1 23 0,-2-34-6371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9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24575,'0'0'0,"-1"0"0,1 1 0,-1-1 0,0 0 0,1 1 0,-1-1 0,0 0 0,1 1 0,-1-1 0,1 1 0,-1-1 0,1 1 0,-1-1 0,1 1 0,0-1 0,-1 1 0,1 0 0,0-1 0,-1 1 0,1 0 0,0-1 0,0 1 0,-1 0 0,1-1 0,0 1 0,0 0 0,0 1 0,-3 22 0,3-21 0,0 48 0,1 1 0,3-1 0,15 72 0,22 72-1365,-37-180-5461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0.0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1117 7 24575,'-32'-1'0,"23"0"0,-1 0 0,0 1 0,0 0 0,0 1 0,0 0 0,0 1 0,0 0 0,0 0 0,-9 4 0,5 0 0,0 0 0,0-2 0,-1 0 0,0 0 0,-28 2 0,-78-2 0,91-4 0,-283-12 0,0-16 0,266 22-1365,9 1-5461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2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17 188 24575,'41'-3'0,"0"-2"0,-1-1 0,49-14 0,-86 19 0,-1 0 0,1 0 0,0 0 0,-1-1 0,1 1 0,-1 0 0,0-1 0,1 0 0,-1 0 0,0 1 0,0-1 0,0 0 0,0-1 0,0 1 0,-1 0 0,3-5 0,-3 5 0,0 0 0,0 0 0,-1 0 0,1-1 0,-1 1 0,1 0 0,-1 0 0,0-1 0,0 1 0,0 0 0,0 0 0,-1-1 0,1 1 0,-1 0 0,1 0 0,-1 0 0,0 0 0,0-1 0,0 1 0,0 0 0,-1-2 0,-2-1 0,1 0 0,-1 1 0,0-1 0,0 1 0,0 0 0,-1 0 0,-8-5 0,1 1 0,0 2 0,-16-7 0,26 12 0,0 0 0,0 1 0,0-1 0,-1 1 0,1 0 0,0-1 0,-1 1 0,1 0 0,0 0 0,0 0 0,-1 1 0,1-1 0,0 1 0,0-1 0,0 1 0,-1 0 0,-1 0 0,-4 3 0,0 1 0,0 0 0,-7 6 0,-14 8 0,24-17 0,0 1 0,0 0 0,0 0 0,0 0 0,1 0 0,-1 1 0,-4 5 0,7-6 0,0 0 0,0 0 0,0 0 0,1-1 0,-1 2 0,1-1 0,0 0 0,0 0 0,0 0 0,1 0 0,-1 1 0,1-1 0,-1 6 0,1-4 0,1 74 0,-1-71 0,1-1 0,0 1 0,1 0 0,0-1 0,0 1 0,1-1 0,6 14 0,-5-16 0,0 0 0,0 0 0,0-1 0,0 0 0,1 1 0,-1-1 0,1-1 0,0 1 0,0-1 0,1 0 0,10 5 0,4 0 0,40 11 0,-56-18 0,22 6 0,0-1 0,0 0 0,0-2 0,39 1 0,-64-5-105,1 0 0,0-1 0,0 1 0,-1 0 0,1-1 0,0 1 0,0-1 0,-1 1 0,1-1 0,-1 0 0,1 1 0,2-3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2.8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24575,'1'6'0,"0"1"0,1 0 0,0-1 0,0 1 0,1-1 0,-1 0 0,2 0 0,-1 0 0,5 7 0,6 11 0,115 207 0,-69-127 0,-58-101 0,0 1 0,0-1 0,-1 1 0,1 0 0,-1-1 0,1 5 0,-2-7 0,0-1 0,0 1 0,0 0 0,0-1 0,0 1 0,0-1 0,0 1 0,0 0 0,0-1 0,0 1 0,-1-1 0,1 1 0,0 0 0,0-1 0,-1 1 0,1-1 0,0 1 0,-1-1 0,1 1 0,-1 0 0,0-1 0,1 0 0,-1 1 0,0-1 0,1 0 0,-1 0 0,0 1 0,1-1 0,-1 0 0,0 0 0,0 0 0,1 0 0,-1 0 0,0 0 0,0 0 0,1 0 0,-1 0 0,0 0 0,0 0 0,0-1 0,-5-1 0,0 0 0,0 0 0,0-1 0,0 1 0,1-1 0,-1-1 0,-7-5 0,-34-31 0,43 36 0,-9-8 0,1-1 0,-18-23 0,26 30 0,0 0 0,0 0 0,0-1 0,1 0 0,0 0 0,1 0 0,-1 0 0,-1-14 0,3 20-4,1-1 0,0 0 0,0 0 0,0 0 0,0 0 0,0 0 0,0 1 0,0-1 0,1 0 0,-1 0 0,1 0 0,-1 1 0,1-1 0,0 0 0,0 1 0,0-1 0,0 0 0,0 1 0,2-3 0,-1 2 22,0 0 0,1 0 0,-1 0 1,1 0-1,0 1 0,0-1 0,0 1 0,-1 0 1,1 0-1,5-1 0,5-1-315,0 1 0,0 1 0,1 0 0,14 1 0,-12 1-6529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3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3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0 127 24575,'1'2'0,"0"1"0,0-1 0,0 0 0,0 1 0,0-1 0,1 0 0,-1 1 0,4 2 0,-1 1 0,2 4 0,1-1 0,-1-1 0,2 1 0,-1-1 0,1-1 0,18 14 0,-21-17 0,1 0 0,0-1 0,0 0 0,0 0 0,1 0 0,-1-1 0,1 0 0,-1 0 0,1-1 0,0 1 0,0-1 0,9-1 0,-14 1 0,0-1 0,0-1 0,0 1 0,0 0 0,0 0 0,0-1 0,0 1 0,0-1 0,0 1 0,0-1 0,0 0 0,0 0 0,-1 0 0,1 0 0,0 0 0,0-1 0,-1 1 0,1 0 0,-1-1 0,1 1 0,-1-1 0,0 1 0,2-4 0,0 0 0,-1-1 0,0 1 0,0-1 0,-1 0 0,1 0 0,-1-8 0,5-14 0,-6 28 0,0 0 0,0-1 0,0 1 0,0 0 0,0-1 0,0 1 0,0 0 0,0 0 0,1 0 0,-1-1 0,0 1 0,0 0 0,0 0 0,0-1 0,0 1 0,0 0 0,1 0 0,-1 0 0,0-1 0,0 1 0,0 0 0,1 0 0,-1 0 0,0 0 0,0 0 0,1-1 0,-1 1 0,0 0 0,0 0 0,1 0 0,-1 0 0,0 0 0,0 0 0,1 0 0,-1 0 0,0 0 0,0 0 0,1 0 0,-1 0 0,0 0 0,0 0 0,1 0 0,-1 0 0,0 0 0,0 0 0,1 1 0,-1-1 0,0 0 0,0 0 0,1 0 0,-1 0 0,0 0 0,0 1 0,0-1 0,0 0 0,1 0 0,-1 0 0,0 1 0,14 16 0,-8-9 0,-5-7 0,8 9 0,1-1 0,20 16 0,-26-23 0,1 1 0,-1-1 0,1 1 0,-1-2 0,1 1 0,0 0 0,0-1 0,0 0 0,0 0 0,0 0 0,5-1 0,-5 1 0,0-1 0,0 0 0,-1 0 0,1-1 0,0 0 0,0 0 0,-1 0 0,7-2 0,-10 2 0,1 0 0,0 0 0,0 0 0,-1 0 0,1 0 0,-1-1 0,1 1 0,-1 0 0,1-1 0,-1 0 0,0 1 0,0-1 0,0 0 0,0 1 0,0-1 0,0 0 0,0 0 0,-1 0 0,1 0 0,-1 0 0,1 0 0,-1-2 0,2-17 0,-1-1 0,-1 1 0,-4-35 0,3 51-85,0 0 0,0 1-1,0-1 1,-1 0 0,0 1-1,0 0 1,0-1 0,0 1-1,-1 0 1,0 0 0,0 0-1,0 1 1,0-1 0,0 1-1,-7-6 1,-2 0-6741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4.7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1 24575,'-3'0'0,"-3"0"0,0 2 0,-3 2 0,-1-1 0,-2-1 0,-1 0 0,-1-1 0,-1 0 0,-3-1 0,0 0 0,-3 0 0,0 0 0,-2 0 0,1 0 0,2 0 0,4 0-8191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5.5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28 24575,'3'-3'0,"0"0"0,0 0 0,0 1 0,1-1 0,-1 1 0,1 0 0,-1 0 0,1 0 0,6-2 0,-8 4 0,-1-1 0,1 1 0,0 0 0,0 0 0,0 0 0,0 0 0,0 0 0,0 0 0,0 0 0,0 0 0,-1 1 0,1-1 0,0 1 0,0 0 0,0-1 0,-1 1 0,1 0 0,0 0 0,-1 0 0,1 0 0,-1 0 0,3 3 0,10 10 0,0 1 0,-2 0 0,0 1 0,16 27 0,31 74 0,-56-113 0,-1 1 0,-1 0 0,1-1 0,0 1 0,-1 0 0,0 0 0,0 10 0,-1-13 0,0-1 0,0 1 0,0 0 0,0-1 0,-1 1 0,1-1 0,-1 1 0,1-1 0,-1 1 0,1 0 0,-1-1 0,0 0 0,0 1 0,0-1 0,0 0 0,0 1 0,0-1 0,0 0 0,0 0 0,-1 0 0,1 0 0,0 0 0,-1 0 0,1 0 0,0 0 0,-1-1 0,-2 2 0,-3 0 0,1-1 0,0 1 0,-1-1 0,1-1 0,0 1 0,-1-1 0,1 0 0,-1-1 0,1 0 0,0 0 0,-1 0 0,1 0 0,0-1 0,0 0 0,0-1 0,0 1 0,0-1 0,-7-5 0,4 2 0,0 0 0,1 0 0,0 0 0,0-1 0,1 0 0,0-1 0,0 1 0,1-1 0,0-1 0,-10-16 0,12 15 0,0 0 0,0-1 0,1 0 0,0 1 0,1-1 0,0 0 0,0 0 0,2 0 0,-1 0 0,1 0 0,1 0 0,4-22 0,-5 31-170,1 0-1,0-1 0,0 1 1,0 0-1,0 0 0,0 0 1,2-3-1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5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 24575,'0'2'0,"0"4"0,-2 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24575,'0'10'0,"-1"4"0,2 1 0,3 23 0,-3-32 0,0-1 0,1 0 0,0 0 0,0 1 0,0-1 0,1-1 0,0 1 0,0 0 0,0-1 0,5 7 0,-3-6 0,-1-1 0,1 0 0,0 1 0,0-2 0,0 1 0,0-1 0,1 1 0,0-2 0,-1 1 0,10 2 0,-1-1 0,1 0 0,-1-2 0,20 2 0,-31-4 0,-1 0 0,1 1 0,-1 0 0,1-1 0,-1 1 0,1 0 0,-1 0 0,1 1 0,-1-1 0,0 0 0,0 1 0,0-1 0,0 1 0,0 0 0,0-1 0,0 1 0,0 0 0,-1 0 0,1 1 0,-1-1 0,1 0 0,0 3 0,0-1 0,0 0 0,-1 0 0,1 0 0,-1 0 0,-1 1 0,1-1 0,0 0 0,-1 1 0,0-1 0,0 0 0,0 1 0,-2 7 0,2-10 0,-1 0 0,1 1 0,-1-1 0,0 0 0,0 0 0,0 0 0,0 0 0,0 0 0,0 0 0,-1 0 0,1 0 0,-1 0 0,1-1 0,-1 1 0,0-1 0,-3 4 0,2-4 0,-1 1 0,1-1 0,-1 1 0,1-1 0,0 0 0,-1 0 0,0 0 0,1-1 0,-8 1 0,2-1 0,-1-1 0,0 0 0,1 0 0,-1-1 0,1 0 0,-1-1 0,-10-4 0,5 0-1365,3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6.6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59 24575,'28'-10'0,"11"-4"0,4 2 0,0 1 0,-4 4 0,-8 3 0,-3 4 0,-4 2 0,-6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7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24575,'-1'38'0,"5"146"0,0-153 0,1-1 0,12 35 0,25 57 0,-36-105 0,-3-8-273,0-1 0,-1 1 0,0 0 0,1 17 0,-3-14-6553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8.2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24575,'11'30'0,"-3"12"0,3 63 0,-10-58 0,3 1 0,2-1 0,1 0 0,22 71 0,-12-77-3,-12-31-224,-1 0 0,0 1 0,-1-1 0,0 1 0,3 19 0,-5-18-6599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9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11 24575,'0'-1'0,"0"1"0,0-1 0,0 1 0,0-1 0,0 1 0,1-1 0,-1 1 0,0-1 0,0 1 0,1 0 0,-1-1 0,0 1 0,0-1 0,1 1 0,-1 0 0,1-1 0,-1 1 0,0 0 0,1-1 0,-1 1 0,1 0 0,-1 0 0,0 0 0,1-1 0,-1 1 0,1 0 0,-1 0 0,1 0 0,-1 0 0,1 0 0,-1 0 0,1 0 0,-1 0 0,1 0 0,-1 0 0,1 0 0,-1 0 0,1 0 0,-1 0 0,1 0 0,-1 0 0,0 1 0,2-1 0,22 9 0,-22-9 0,40 21 0,0 2 0,43 32 0,-11-7 0,-42-29 0,59 40 0,-91-58 0,1-1 0,0 1 0,0-1 0,-1 1 0,1 0 0,0-1 0,0 1 0,-1 0 0,1-1 0,-1 1 0,1 0 0,-1 0 0,1 0 0,-1-1 0,1 1 0,-1 0 0,0 0 0,0 0 0,1 0 0,-1 1 0,0-2 0,0 1 0,0-1 0,0 0 0,0 0 0,-1 0 0,1 1 0,0-1 0,0 0 0,0 0 0,0 0 0,-1 1 0,1-1 0,0 0 0,0 0 0,0 0 0,-1 0 0,1 1 0,0-1 0,0 0 0,0 0 0,-1 0 0,1 0 0,0 0 0,0 0 0,-1 0 0,-13-1 0,-11-6 0,1-1 0,-1-1 0,-34-18 0,-66-46 0,104 60 0,8 6 0,1-1 0,0-1 0,0 0 0,1-1 0,1 0 0,-15-17 0,24 25 0,0 1 0,-1-1 0,1 1 0,0-1 0,-1 1 0,1 0 0,-1 0 0,1 0 0,-4-2 0,5 3 0,0 0 0,0 0 0,-1 0 0,1 0 0,0 0 0,0-1 0,-1 1 0,1 0 0,0 0 0,-1 0 0,1 1 0,0-1 0,0 0 0,-1 0 0,1 0 0,0 0 0,0 0 0,-1 0 0,1 0 0,0 0 0,0 0 0,-1 1 0,1-1 0,0 0 0,0 0 0,-1 1 0,-3 11 0,3-2 0,1 0 0,-1 0 0,2 0 0,0 0 0,0-1 0,0 1 0,2 0 0,-1 0 0,1-1 0,0 1 0,1-1 0,0 0 0,10 16 0,-8-15-195,0-1 0,-1 2 0,0-1 0,0 0 0,-1 1 0,3 16 0,-5-14-6631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24575,'-4'0'0,"-1"1"0,0-1 0,1 1 0,-10 3 0,-13 3 0,-88-5 0,67-3 0,40 1-341,-1-1 0,1 0-1,-11-2 1,6-1-6485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 24575,'-10'-3'0,"-3"2"0,-2 1 0,-2 1 0,1 0 0,0 0 0,0-1 0,1 0 0,-1 1 0,1-1 0,1 0 0,-1 0 0,0 0 0,0 0 0,3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1 178 24575,'39'-6'0,"0"-2"0,0-1 0,-1-2 0,46-20 0,-83 31 0,10-6 0,0 1 0,12-8 0,-20 11 0,0 0 0,-1-1 0,1 1 0,0 0 0,-1-1 0,0 1 0,1-1 0,-1 0 0,0 0 0,-1 0 0,1 0 0,2-5 0,-4 7 0,0 0 0,1 0 0,-1 0 0,0 1 0,0-1 0,0 0 0,0 0 0,0 0 0,0 0 0,0 0 0,0 0 0,0 0 0,0 0 0,-1 0 0,1 0 0,0 0 0,-1 1 0,1-1 0,-1 0 0,1 0 0,0 0 0,-1 0 0,0 0 0,-1-1 0,0 0 0,0 0 0,0 1 0,0-1 0,-1 1 0,1 0 0,0-1 0,-4 0 0,-3-1 0,1 0 0,0 1 0,-1 0 0,-11 0 0,11 1 0,0 2 0,1-1 0,-1 1 0,1 0 0,0 1 0,-1 0 0,-8 4 0,-1 0 0,0 2 0,-17 10 0,31-16 0,1 0 0,0 1 0,-1-1 0,1 1 0,1 0 0,-1-1 0,0 1 0,1 1 0,-1-1 0,1 0 0,0 0 0,0 1 0,0 0 0,1-1 0,-1 1 0,1 0 0,0-1 0,0 1 0,0 0 0,0 0 0,1 0 0,-1 0 0,1 0 0,0 0 0,1 0 0,-1 0 0,1 0 0,0 4 0,1-1 0,-1-1 0,1 1 0,1-1 0,-1 0 0,1 0 0,0 0 0,0 0 0,1 0 0,-1-1 0,1 1 0,1-1 0,-1 0 0,1-1 0,-1 1 0,2-1 0,5 5 0,19 9 0,35 16 0,-53-29 0,1 0 0,-1-1 0,1-1 0,0 1 0,27 1 0,-26-4 0,-6 0 0,0 0 0,0 0 0,0-1 0,0-1 0,0 1 0,0-1 0,12-3 0,-11-2-1365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24575,'105'203'0,"-32"-59"0,-64-127 0,-3-8 0,-1 1 0,0-1 0,-1 1 0,0 0 0,-1 0 0,4 13 0,-7-22 0,0 1 0,0-1 0,0 0 0,0 0 0,0 0 0,0 0 0,0 0 0,0 0 0,0 0 0,0 0 0,-1 0 0,1 0 0,0 0 0,-1 0 0,1 0 0,0 0 0,-1 0 0,0-1 0,1 1 0,-1 0 0,1 0 0,-2 1 0,0-1 0,1 0 0,0-1 0,-1 1 0,1-1 0,0 1 0,-1-1 0,1 0 0,-1 1 0,1-1 0,0 0 0,-1 0 0,1 0 0,-1 0 0,-1 0 0,-3-1 0,-1 0 0,1-1 0,0 0 0,0 0 0,1 0 0,-9-5 0,-1-1 0,1-1 0,0 0 0,0-2 0,1 1 0,-23-26 0,31 31 0,1-1 0,0 0 0,0-1 0,0 1 0,0-1 0,1 1 0,-2-9 0,3 11 0,1-1 0,0 0 0,0 0 0,1 1 0,0-1 0,-1 0 0,1 0 0,1 0 0,-1 0 0,1 0 0,2-8 0,-2 10 5,0 0 1,1 0-1,-1 0 0,1 0 0,0 0 0,0 0 1,0 0-1,0 0 0,0 1 0,1-1 1,-1 1-1,1 0 0,-1 0 0,1-1 0,0 2 1,0-1-1,0 0 0,0 1 0,0-1 0,1 1 1,-1 0-1,6-1 0,4-1-302,0 1 0,0 1 0,1 0 0,19 1 0,-19 1-6529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24575,'5'-8'0,"2"1"0,0 3 0,0 5 0,0 6 0,-1 5 0,-3 4 0,0-1-8191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16 156 24575,'0'0'0,"-1"0"0,0 0 0,1 0 0,-1 0 0,1 0 0,-1 0 0,1 0 0,-1 0 0,0 0 0,1 1 0,-1-1 0,1 0 0,-1 0 0,1 0 0,-1 1 0,1-1 0,-1 0 0,1 1 0,-1-1 0,1 0 0,0 1 0,-1-1 0,1 1 0,-1-1 0,1 1 0,0-1 0,-1 1 0,1-1 0,-1 1 0,1 1 0,0-1 0,0 0 0,0 1 0,0-1 0,0 1 0,0-1 0,0 0 0,1 1 0,-1-1 0,0 0 0,1 0 0,0 2 0,2 4 0,1 0 0,0 0 0,6 9 0,-2-6 0,0-1 0,0 1 0,1-1 0,0 0 0,1-1 0,0 0 0,0-1 0,0 0 0,1 0 0,0-1 0,1-1 0,-1 0 0,16 5 0,-25-10 0,0 1 0,-1-1 0,1 0 0,0 0 0,0 1 0,-1-1 0,1 0 0,0 0 0,-1-1 0,1 1 0,0 0 0,-1-1 0,1 1 0,0 0 0,-1-1 0,1 0 0,0 1 0,-1-1 0,1 0 0,-1 0 0,0 0 0,1 0 0,-1 0 0,2-2 0,-1 1 0,0-1 0,-1 0 0,1 0 0,0 0 0,-1 0 0,0-1 0,1 1 0,-1 0 0,-1 0 0,1-1 0,0-4 0,0 5 0,-1 0 0,0-1 0,1 1 0,0 0 0,0 0 0,0 0 0,0 0 0,1 0 0,1-4 0,-2 6 0,1 0 0,-1-1 0,0 1 0,1 0 0,-1 0 0,1 0 0,-1 0 0,1 0 0,-1 0 0,1 1 0,0-1 0,-1 1 0,1-1 0,0 1 0,0-1 0,-1 1 0,1 0 0,3 0 0,6 0 0,0 0 0,0 1 0,0 0 0,12 4 0,-11-3 0,0 0 0,20 1 0,-27-3 0,-1-1 0,1 1 0,-1-1 0,1 0 0,-1 0 0,0 0 0,1 0 0,-1-1 0,0 0 0,0 0 0,4-3 0,-4 3 0,-1 0 0,0 0 0,0-1 0,0 1 0,-1-1 0,1 0 0,0 0 0,-1 0 0,0 0 0,0 0 0,0 0 0,0-1 0,0 1 0,-1-1 0,0 1 0,1-1 0,-1 0 0,-1 0 0,1 1 0,0-1 0,-1 0 0,0 0 0,0-7 0,-1 5 0,0 0 0,0 0 0,-1 0 0,0 0 0,0 0 0,0 0 0,-1 1 0,0-1 0,0 1 0,0 0 0,-1 0 0,1 0 0,-1 0 0,-7-6 0,-2 0-682,-27-20-1,25 22-6143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1 24575,'-5'0'0,"-5"0"0,-2 0 0,-2 0 0,-1 0 0,-1 0 0,0 0 0,1 0 0,-3 2 0,-1 2 0,1-1 0,-2-1 0,0 3 0,1-1 0,1 0 0,4-1-8191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1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24575,'25'6'0,"0"2"0,-1 1 0,0 0 0,0 2 0,37 24 0,-54-30 0,1 1 0,-1-1 0,1 2 0,-2-1 0,1 1 0,-1 0 0,0 0 0,0 1 0,-1 0 0,0 0 0,0 0 0,-1 1 0,0-1 0,-1 1 0,0 0 0,0 0 0,-1 0 0,3 18 0,-5-19 0,1 0 0,-1 0 0,0 0 0,0-1 0,-1 1 0,-2 11 0,2-17 0,0 0 0,1 0 0,-1 0 0,0 0 0,0-1 0,0 1 0,0 0 0,-1-1 0,1 1 0,0 0 0,-1-1 0,1 0 0,-1 1 0,1-1 0,-1 0 0,0 0 0,1 1 0,-1-2 0,0 1 0,0 0 0,0 0 0,0 0 0,0-1 0,0 1 0,0-1 0,0 0 0,0 1 0,0-1 0,-2 0 0,-9-1 0,1 1 0,0-2 0,0 0 0,0 0 0,0-1 0,0 0 0,-13-7 0,-77-38 0,97 45 0,0 1 0,-23-13 0,-43-30 0,64 40 0,1 0 0,-1 0 0,1 0 0,1-1 0,-1 0 0,1 0 0,0-1 0,1 1 0,-1-1 0,1 0 0,1 0 0,-4-9 0,6 14 0,0 0 0,1 0 0,-1 0 0,1 0 0,0 0 0,0-1 0,0 1 0,0 0 0,0 0 0,0 0 0,0 0 0,1 0 0,-1 0 0,1 0 0,-1 0 0,1 0 0,0 0 0,0 0 0,1-2 0,0 2 0,0-1 0,0 1 0,1-1 0,-1 1 0,1 0 0,-1 0 0,1 0 0,0 0 0,0 0 0,6-2 0,2 0 0,-1 1 0,1 0 0,0 1 0,1 0 0,-1 0 0,12 1 0,19 4-1365,-25 0-5461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1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24575,'0'2'0,"0"4"0,-3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2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18 24575,'7'-1'0,"13"-3"0,1 0 0,-1 2 0,1 0 0,40 3 0,-56-1 0,0 1 0,-1-1 0,1 1 0,-1 0 0,1 1 0,-1-1 0,0 1 0,0 0 0,1 0 0,-1 0 0,0 1 0,-1-1 0,1 1 0,0 0 0,-1 0 0,0 0 0,1 1 0,-1-1 0,-1 1 0,1 0 0,0-1 0,-1 1 0,0 1 0,0-1 0,0 0 0,0 0 0,-1 1 0,2 7 0,-2-7 0,0 1 0,0 0 0,0-1 0,-1 1 0,0 0 0,0 0 0,0-1 0,-1 1 0,0 0 0,0-1 0,-2 7 0,2-9 0,0-1 0,-1 1 0,1-1 0,-1 1 0,1-1 0,-1 0 0,0 1 0,0-1 0,0 0 0,0 0 0,0 0 0,-1-1 0,1 1 0,0-1 0,-1 1 0,1-1 0,-1 0 0,0 1 0,1-1 0,-1-1 0,0 1 0,0 0 0,-5 0 0,-1 0 0,0-1 0,0 0 0,0-1 0,0 1 0,1-2 0,-1 1 0,0-1 0,0-1 0,-11-4 0,-7-5 0,-38-22 0,60 32 0,0-1 0,1-1 0,-1 1 0,1-1 0,0 0 0,0 0 0,0 0 0,0 0 0,1-1 0,0 1 0,-6-10 0,8 11 0,0 1 0,0-1 0,1 1 0,-1-1 0,0 1 0,1-1 0,-1 1 0,1-1 0,0 0 0,0 1 0,0-1 0,0 0 0,1 1 0,-1-1 0,1 1 0,-1-1 0,1 1 0,0-1 0,0 1 0,0-1 0,0 1 0,1 0 0,-1 0 0,0-1 0,1 1 0,0 0 0,3-3 0,-2 3-91,0 0 0,0-1 0,0 2 0,0-1 0,0 0 0,0 1 0,1-1 0,-1 1 0,1 0 0,-1 0 0,1 0 0,0 1 0,-1-1 0,6 1 0,4-1-6735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2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24575,'14'7'0,"-1"1"0,1 1 0,-1 0 0,-1 0 0,0 1 0,0 1 0,-1 0 0,0 1 0,-1 0 0,-1 1 0,12 18 0,-20-30 0,-1 0 0,1 0 0,0 0 0,-1 0 0,1 0 0,-1 0 0,1 0 0,-1 0 0,0 1 0,1-1 0,-1 0 0,0 0 0,0 0 0,0 1 0,0-1 0,0 0 0,0 0 0,0 0 0,0 1 0,0-1 0,-1 0 0,1 0 0,0 0 0,-1 1 0,1-1 0,-1 0 0,0 0 0,1 0 0,-1 0 0,0 0 0,1 0 0,-1 0 0,0 0 0,0-1 0,0 1 0,0 0 0,0 0 0,0-1 0,0 1 0,0 0 0,0-1 0,0 1 0,0-1 0,0 1 0,-1-1 0,0 0 0,-5 2 0,-1 0 0,1-1 0,-1 0 0,1 0 0,-1-1 0,-9 0 0,5-1 0,0-1 0,0 0 0,0-1 0,0 0 0,1-1 0,-14-6 0,8 2 0,1-1 0,-1-1 0,-18-14 0,33 23 0,0-1 0,0 1 0,0-1 0,0 0 0,1 0 0,-1 0 0,1 0 0,-1 0 0,1 0 0,0 0 0,0 0 0,0 0 0,0 0 0,0-1 0,0 1 0,0-1 0,1 1 0,-1 0 0,1-1 0,0 1 0,0-1 0,0 1 0,0-1 0,0 1 0,1-1 0,-1 1 0,1 0 0,-1-1 0,1 1 0,0 0 0,0-1 0,0 1 0,0 0 0,0 0 0,0 0 0,1 0 0,-1 0 0,1 0 0,0 0 0,-1 0 0,1 1 0,0-1 0,0 1 0,0-1 0,0 1 0,0 0 0,1-1 0,-1 1 0,0 0 0,0 1 0,5-2 0,6 0-1365,-1 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3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24575,'-1'0'0,"1"0"0,0 0 0,0 0 0,0 0 0,0 0 0,0-1 0,0 1 0,0 0 0,0 0 0,0 0 0,0 0 0,0 0 0,0 0 0,0 0 0,0 0 0,0 0 0,0 0 0,0 0 0,0 0 0,0 0 0,0 0 0,0-1 0,0 1 0,0 0 0,0 0 0,0 0 0,0 0 0,0 0 0,0 0 0,1 0 0,-1 0 0,0 0 0,0 0 0,0 0 0,0 0 0,0 0 0,0 0 0,0 0 0,0 0 0,0 0 0,0 0 0,0 0 0,0 0 0,0 0 0,0-1 0,0 1 0,0 0 0,0 0 0,1 0 0,-1 0 0,0 0 0,0 0 0,0 0 0,0 0 0,0 0 0,0 0 0,0 1 0,0-1 0,0 0 0,0 0 0,0 0 0,0 0 0,0 0 0,1 0 0,3 5 0,4 8 0,2 13 0,-2 1 0,0 0 0,-2 0 0,-1 1 0,2 28 0,-1-15 0,11 48 0,2-27-62,-11-42-155,-2 1 0,0 0 0,-1 0-1,-2 0 1,3 39 0,-6-48-6609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24575,'3'25'0,"0"13"0,3 6 0,2 0 0,3-3 0,2-3 0,1-3 0,1-2 0,0-2 0,0-1 0,1-4 0,-4-3 0,0 0 0,-3-2 0,0-3 0,-2 0 0,-1-2 0,-3-3-8191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3419 75 24575,'0'-2'0,"0"1"0,0 0 0,-1 0 0,1 0 0,-1 0 0,1 0 0,-1 0 0,1-1 0,-1 1 0,1 0 0,-1 0 0,0 1 0,0-1 0,0 0 0,1 0 0,-1 0 0,0 0 0,0 1 0,0-1 0,0 0 0,0 1 0,0-1 0,-1 1 0,1-1 0,0 1 0,0 0 0,-1-1 0,-4-1 0,0 1 0,0 0 0,-11-1 0,-44-5 0,35 3 0,-31 0 0,32 3 0,-26-5 0,-22-2 0,-23 1 0,-10-1 0,62 9 0,1 2 0,-67 13 0,61-9 0,-52 1 0,25-3 0,-276 2 0,215-9 0,119 3 0,-33 6 0,33-4 0,-32 1 0,-497-4 0,430 7 0,10 1 0,-274-8 0,183 0 0,175-1 0,-31-6 0,32 4 0,-30-2 0,-228 6 0,253 2-1365,18 0-5461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5.7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1 195 24575,'24'1'0,"0"-2"0,1 0 0,-1-2 0,31-7 0,-37 5 0,3 0 0,34-14 0,-51 17 0,1 0 0,-1 0 0,1 0 0,-1-1 0,0 0 0,0 0 0,0 0 0,-1 0 0,1 0 0,-1-1 0,1 0 0,-1 0 0,2-4 0,-4 6 0,0 1 0,0-1 0,0 0 0,-1 1 0,1-1 0,-1 0 0,1 1 0,-1-1 0,0 0 0,1 0 0,-1 0 0,0 1 0,0-1 0,0 0 0,-1 0 0,1 0 0,0 1 0,-1-1 0,0-2 0,0 2 0,-1-1 0,1 1 0,-1 0 0,1-1 0,-1 1 0,0 0 0,0 0 0,0 0 0,0 1 0,0-1 0,-4-2 0,-5-2 0,0 1 0,0-1 0,-1 2 0,-16-5 0,27 9 0,-8-3 0,-1 0 0,0 1 0,1 1 0,-1 0 0,-13 0 0,20 0 0,1 1 0,-1 1 0,0-1 0,0 0 0,1 1 0,-1-1 0,0 1 0,1 0 0,-1 0 0,1 0 0,-1 0 0,1 0 0,0 1 0,-1-1 0,1 1 0,0 0 0,0-1 0,0 1 0,0 0 0,0 0 0,0 0 0,1 0 0,-3 4 0,-7 19 0,-11 36 0,16-41 0,3-13 0,1 0 0,1 0 0,-1 0 0,1 0 0,0 0 0,1 0 0,0 14 0,0-19 0,1 1 0,-1 0 0,1 0 0,0-1 0,-1 1 0,1 0 0,1-1 0,-1 1 0,0-1 0,1 1 0,-1-1 0,1 0 0,-1 0 0,1 0 0,0 0 0,0 0 0,0 0 0,0 0 0,1 0 0,-1-1 0,0 1 0,5 1 0,22 8 0,-1-1 0,1-1 0,1-2 0,-1-1 0,1-2 0,0 0 0,54-2 0,-80-2-151,1 0-1,-1-1 0,0 1 0,1-1 1,-1 0-1,1 0 0,-1-1 1,5-1-1,3-4-6674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6.2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0 24575,'94'218'0,"-77"-181"0,9 21 0,-23-51 0,-1-1 0,0 1 0,-1 0 0,0 0 0,0 0 0,0 11 0,-1-17 0,0 0 0,0 0 0,0 0 0,0 0 0,0 0 0,0 1 0,-1-1 0,1 0 0,-1 0 0,1 0 0,0 0 0,-1 0 0,0 0 0,1 0 0,-1 0 0,0 0 0,1-1 0,-1 1 0,0 0 0,0 0 0,0-1 0,1 1 0,-1 0 0,0-1 0,0 1 0,0-1 0,0 1 0,0-1 0,0 1 0,-1-1 0,1 0 0,0 1 0,0-1 0,0 0 0,0 0 0,0 0 0,0 0 0,0 0 0,-1 0 0,1 0 0,-2-1 0,-3 0 0,0 0 0,0-1 0,0 0 0,1 0 0,-1 0 0,-8-5 0,-1-1 24,0-1 0,0-1 0,1 0 0,-23-23 0,33 28-117,-1 0 0,1 0 1,0 0-1,0-1 0,0 0 0,1 1 0,0-1 0,0-1 1,0 1-1,1 0 0,0-1 0,0 1 0,1-1 1,0 0-1,-1-8 0,2 2-6733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6.4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24575,'3'-2'0,"0"1"0,3 4 0,0 3 0,-1 4 0,-2 0-8191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7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0 179 24575,'1'5'0,"-1"-1"0,1 1 0,0 0 0,1-1 0,-1 1 0,1-1 0,0 0 0,0 0 0,0 1 0,0-1 0,1 0 0,-1-1 0,1 1 0,7 6 0,0 0 0,1 0 0,0-1 0,20 13 0,-28-20 0,-1-1 0,1 1 0,-1-1 0,1 1 0,0-1 0,0 0 0,-1 0 0,1 0 0,0-1 0,0 1 0,0-1 0,0 0 0,0 1 0,0-1 0,0 0 0,0-1 0,0 1 0,0-1 0,0 1 0,0-1 0,-1 0 0,1 0 0,0 0 0,0 0 0,-1 0 0,1-1 0,-1 1 0,1-1 0,3-3 0,-3 2 0,0 0 0,0 0 0,0 1 0,1-1 0,-1 1 0,1 0 0,0 0 0,-1 0 0,1 1 0,0-1 0,0 1 0,0 0 0,0 0 0,0 0 0,7 0 0,6-2 0,-11 2 0,1-1 0,-1 0 0,0 0 0,0-1 0,0 0 0,0 0 0,0 0 0,0-1 0,-1 0 0,1 0 0,-1 0 0,0-1 0,4-5 0,-7 8 0,1-1 0,-1 0 0,0 0 0,0 0 0,-1 0 0,1 0 0,-1-1 0,1 1 0,-1 0 0,0-1 0,0 1 0,-1-1 0,1 1 0,-1-1 0,0 1 0,0-1 0,0 1 0,0-1 0,0 1 0,-1-1 0,0 1 0,1-1 0,-1 1 0,-1 0 0,1-1 0,-3-3 0,-1-3-80,-1 1 0,-1 0-1,0 1 1,0 0 0,-1 0-1,1 0 1,-2 1 0,1 0-1,-1 1 1,0 0 0,-1 0 0,1 1-1,-1 0 1,0 1 0,0 0-1,-14-3 1,10 4-6746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7.6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0 24575,'-5'0'0,"-5"0"0,-2 0 0,-2 0 0,-1 0 0,-1 0 0,-2 0 0,-1 0 0,0 0 0,1 0 0,-1 0 0,0 0 0,3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8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24575,'9'-1'0,"0"0"0,1 1 0,-1 0 0,0 0 0,1 1 0,-1 0 0,0 1 0,0 0 0,0 1 0,0-1 0,14 8 0,-11-4 0,-1 0 0,1 2 0,-1-1 0,-1 2 0,0-1 0,0 1 0,13 16 0,-6-6 0,22 34 0,-35-47 0,0 1 0,0 0 0,-1 0 0,0 0 0,0 0 0,-1 0 0,0 1 0,0-1 0,1 14 0,-3-19 0,0 0 0,0 0 0,0 0 0,0 0 0,-1-1 0,1 1 0,0 0 0,-1 0 0,0 0 0,1 0 0,-1-1 0,0 1 0,0 0 0,0-1 0,0 1 0,0-1 0,0 1 0,-2 1 0,1-1 0,-1 0 0,1 0 0,-1 0 0,0-1 0,0 1 0,0-1 0,0 1 0,0-1 0,0 0 0,-3 1 0,-2-1 0,0 0 0,1 0 0,-1 0 0,0-1 0,0 0 0,0 0 0,0-1 0,-9-2 0,1-1 0,-1-1 0,-28-13 0,38 15 0,1 0 0,0-1 0,0 0 0,1 0 0,-1 0 0,1 0 0,0-1 0,0 0 0,0 0 0,-4-6 0,7 6 0,0 1 0,0 0 0,0-1 0,1 0 0,0 1 0,-1-1 0,2 0 0,-1 0 0,0 0 0,1 0 0,0-7 0,1 3 0,0 0 0,0 1 0,1-1 0,-1 1 0,6-14 0,-2 12-1365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9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3 24575,'-1'0'0,"1"0"0,-1-1 0,1 1 0,-1 0 0,1-1 0,-1 1 0,1 0 0,-1 0 0,0 0 0,1 0 0,-1-1 0,1 1 0,-1 0 0,0 0 0,1 0 0,-1 0 0,0 0 0,1 0 0,-1 0 0,1 1 0,-1-1 0,1 0 0,-1 0 0,0 0 0,1 1 0,-1-1 0,1 0 0,-1 1 0,1-1 0,-1 0 0,0 1 0,0 1 0,0-1 0,1 0 0,-1 1 0,1-1 0,-1 1 0,1-1 0,0 1 0,-1-1 0,1 1 0,0-1 0,0 1 0,0 2 0,0 1 0,1 1 0,-1 0 0,1 0 0,1 0 0,-1-1 0,3 7 0,-2-9 0,-1-1 0,0-1 0,1 1 0,0 0 0,-1 0 0,1-1 0,0 1 0,0 0 0,0-1 0,0 0 0,0 1 0,0-1 0,0 0 0,4 1 0,36 9 0,-18-5 0,18 4 0,-32-8 0,1 0 0,-1 1 0,1 1 0,-1-1 0,0 2 0,0-1 0,-1 1 0,17 11 0,-15-7 0,0 1 0,15 17 0,-23-24 0,0 1 0,0 0 0,0 0 0,-1 0 0,1 0 0,-1 1 0,0-1 0,0 0 0,-1 1 0,1 0 0,1 6 0,-3-9 0,0-1 0,0 0 0,-1 0 0,1 0 0,0 0 0,0 0 0,-1 1 0,1-1 0,0 0 0,-1 0 0,1 0 0,-1 0 0,1 0 0,-1 0 0,0 0 0,1 0 0,-1 0 0,0-1 0,0 1 0,0 0 0,1 0 0,-1-1 0,0 1 0,0 0 0,0-1 0,0 1 0,0-1 0,-1 1 0,1-1 0,0 0 0,0 1 0,0-1 0,0 0 0,0 0 0,-2 0 0,-6 2 0,0-2 0,1 1 0,-15-2 0,14 0 0,1 1-136,0 0-1,0-1 1,0 0-1,0 0 1,1-1-1,-1 0 1,1 0-1,-1-1 0,-7-4 1,5 2-6690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9.4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55 24575,'30'-5'0,"12"-4"0,5-1 0,-4 2 0,-6 2 0,-7 2 0,-7 1 0,-4 0 0,-3-1 0,-4 1-8191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0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89 24575,'0'-8'0,"-3"-2"0,0-2 0,0-1 0,-2 1 0,0 0 0,0 0 0,2 4 0,1 7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0.8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24575,'9'86'0,"-3"-37"0,6 29-38,25 87 0,-17-84-1251,-18-69-5537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1.7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16 24575,'0'-1'0,"1"-1"0,-1 1 0,1 0 0,-1 0 0,1 0 0,-1-1 0,1 1 0,0 0 0,-1 0 0,1 0 0,1-1 0,0 5 0,-3 8 0,-5 26 0,3 0 0,1 0 0,4 66 0,0-85 0,0 0 0,2 0 0,9 33 0,26 49 0,-21-59 0,-9-11-1365,-7-18-5461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2.7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39 24575,'0'3'0,"3"0"0,0-2 0,0-4 0,-3-5 0,-4 0 0,-1-1 0,-3 0 0,-2 3 0,1 3 0,1 6 0,3 0 0,1 1 0,3 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3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4 24575,'-2'-2'0,"-2"1"0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7.4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976 1062 24575,'-26'-23'57,"-10"-12"-5767,13 9 5110,-76-88 388,-6 4 6677,-44-43-6854,-131-176-1,239 275 376,-39-50-12,63 85 64,-1 1 0,-1 0-1,-21-16 1,10 15-751,18 13-6097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8.5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33 175 24575,'27'2'0,"32"-1"0,-50-2 0,-1 1 0,1-1 0,-1-1 0,1 0 0,-1 0 0,1-1 0,12-5 0,-19 7 0,0 0 0,0-1 0,0 1 0,0 0 0,0-1 0,-1 1 0,1-1 0,0 1 0,-1-1 0,1 0 0,-1 1 0,0-1 0,1 0 0,-1 0 0,0 0 0,0 0 0,0-1 0,-1 1 0,1 0 0,0 0 0,-1 0 0,1-1 0,-1 1 0,0 0 0,0 0 0,0-1 0,0 1 0,0 0 0,-1-1 0,1 1 0,-1 0 0,1 0 0,-2-3 0,-1-3 0,0 0 0,-1 0 0,0 1 0,0-1 0,-1 1 0,0 0 0,-9-10 0,13 15 0,-1 0 0,0 0 0,1 1 0,-1-1 0,0 1 0,0-1 0,0 1 0,0 0 0,0 0 0,0 0 0,0 0 0,0 0 0,-1 0 0,1 1 0,0-1 0,0 1 0,-4-1 0,2 1 0,1 1 0,0-1 0,0 1 0,0-1 0,0 1 0,0 0 0,0 0 0,0 1 0,0-1 0,0 1 0,-4 2 0,-4 5 0,0 0 0,1 1 0,0 0 0,-14 18 0,20-24 0,0 1 0,0 0 0,0 0 0,1 1 0,0-1 0,0 1 0,0 0 0,1-1 0,0 1 0,-3 10 0,5-13 0,-1 1 0,1-1 0,0 0 0,0 1 0,0-1 0,0 1 0,1-1 0,-1 0 0,1 1 0,0-1 0,0 0 0,0 1 0,0-1 0,1 0 0,-1 0 0,1 0 0,0 0 0,0-1 0,3 5 0,3 1 0,0 0 0,1-1 0,0 0 0,0 0 0,0-1 0,1 0 0,0 0 0,1-1 0,11 4 0,16 4 0,48 9 0,-78-20 0,19 4 0,0-2 0,0-1 0,0-1 0,53-2 0,-77-1-170,0 1-1,0-1 0,0 1 1,0-1-1,0 0 0,0 0 1,6-3-1,1-3-6655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0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 24575,'110'263'0,"-47"-119"0,-53-122 0,9 24 0,-18-42 0,0-1 0,0 0 0,0 1 0,-1-1 0,1 1 0,-1-1 0,0 1 0,0-1 0,0 1 0,-2 6 0,2-9 0,0 1 0,-1-1 0,1 0 0,0 1 0,-1-1 0,0 0 0,1 0 0,-1 0 0,0 1 0,0-1 0,0 0 0,1 0 0,-1 0 0,0 0 0,0 0 0,0-1 0,-1 1 0,1 0 0,0 0 0,-2 0 0,1 0 0,0-1 0,0 0 0,0 1 0,0-1 0,0 0 0,0 0 0,0 0 0,0 0 0,0 0 0,0 0 0,0-1 0,-2 0 0,-4-1 0,1-1 0,0 0 0,1 0 0,-1-1 0,1 0 0,-8-6 0,-2-2 0,1-2 0,1 0 0,1 0 0,0-2 0,-20-29 0,31 41 0,0 0 0,0 0 0,0 1 0,0-1 0,1 0 0,0-1 0,0 1 0,0 0 0,0 0 0,1 0 0,-1-1 0,1 1 0,0 0 0,1-6 0,-1 8 0,1-1 0,0 1 0,-1-1 0,1 1 0,0 0 0,0-1 0,1 1 0,-1 0 0,0 0 0,1 0 0,-1 0 0,1 0 0,0 0 0,0 0 0,0 0 0,0 1 0,0-1 0,0 1 0,0-1 0,0 1 0,0 0 0,1 0 0,-1 0 0,5-1 0,6-1-1365,0 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2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24575,'0'0'-8191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8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0 145 24575,'1'4'0,"-1"0"0,1-1 0,0 1 0,0 0 0,0 0 0,0-1 0,1 1 0,0-1 0,0 1 0,0-1 0,0 1 0,3 2 0,2 4 0,1-2 0,15 15 0,-14-15 0,1-1 0,-1 0 0,1-1 0,1 0 0,16 7 0,-22-10 0,1-1 0,-1-1 0,1 1 0,0-1 0,-1 0 0,1 0 0,0 0 0,0-1 0,-1 0 0,1 0 0,0-1 0,0 1 0,8-3 0,-12 2 0,1 0 0,-1 0 0,0 0 0,1 0 0,-1 0 0,0-1 0,0 1 0,0-1 0,0 1 0,0-1 0,0 0 0,0 0 0,-1 0 0,1 0 0,-1 0 0,1 0 0,1-4 0,-2 2 0,1 0 0,-1-1 0,1 1 0,-1-1 0,0 0 0,-1 1 0,1-1 0,-1-7 0,0 14 0,1 0 0,-1 0 0,0 0 0,1 0 0,0 0 0,0 0 0,-1 0 0,1 0 0,0 0 0,0 0 0,3 3 0,0 0 0,1 0 0,-1 0 0,10 7 0,-7-7 0,0 1 0,1-1 0,0-1 0,0 1 0,0-2 0,14 6 0,-16-7 0,1-1 0,-1 0 0,1 0 0,-1 0 0,1-1 0,-1 1 0,1-2 0,0 1 0,-1-1 0,1 0 0,6-2 0,-9 2 0,-1-1 0,1 1 0,-1-1 0,1 0 0,-1 0 0,1 0 0,-1 0 0,0-1 0,0 1 0,0-1 0,0 0 0,-1 0 0,1 0 0,-1 0 0,0 0 0,0-1 0,0 1 0,0-1 0,2-5 0,-2 3-6,-1 1-1,1 0 0,-1-1 0,0 1 1,-1-1-1,1 0 0,-1 1 1,0-1-1,-1 1 0,1-1 1,-2-6-1,0 3 32,-1 1 0,0 1 0,0-1 0,0 0 0,-1 1 0,0 0 0,-6-8 0,2 5-174,0-1 1,-1 2-1,0-1 1,-1 1-1,0 1 1,0-1-1,-1 2 1,0-1-1,-18-8 1,12 9-6678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2822 32 24575,'-434'-27'0,"-115"23"0,313 5 0,-206 18 0,360-14 0,-251 10 0,-25-9 0,298-6 0,43 0 0,0 0 0,0-1 0,0-1 0,0 0 0,0-2 0,0 0 0,-22-8 0,30 5 0,8 7 0,1 0 0,0 0 0,0 0 0,0 0 0,0-1 0,0 1 0,0 0 0,0 0 0,0 0 0,0 0 0,0-1 0,-1 1 0,1 0 0,0 0 0,0 0 0,0-1 0,0 1 0,0 0 0,1 0 0,-1 0 0,0-1 0,0 1 0,0 0 0,0 0 0,0 0 0,0 0 0,0-1 0,0 1 0,0 0 0,0 0 0,1-1 0,0 1 0,0-1 0,0 1 0,0-1 0,0 1 0,0-1 0,0 1 0,0 0 0,0-1 0,0 1 0,0 0 0,0 0 0,0 0 0,0 0 0,0 0 0,0 0 0,1 0 0,153 24 0,1212 38-1952,-999-62 2807,-466-6 302,23 0-1217,-77-1 60,-147-4-113,20 4-508,-46-1 676,-297 9 416,511-9-127,17 0-1845,81 8-5325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3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24575,'-2'2'0,"-2"4"0,1 3 0,1 3 0,0 1 0,1-1-8191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7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1105 682 24575,'1'0'0,"-1"0"0,1-1 0,0 1 0,-1 0 0,1-1 0,-1 1 0,1 0 0,0-1 0,-1 1 0,1-1 0,-1 1 0,1-1 0,-1 1 0,0-1 0,1 1 0,-1-1 0,1 0 0,-1 1 0,0-1 0,0 0 0,1 1 0,-1-1 0,0 0 0,0 1 0,0-1 0,0 0 0,1 0 0,1-24 0,-2 23 0,1-10 0,-2 0 0,0 0 0,0 0 0,-1 0 0,-1 1 0,0-1 0,-7-19 0,-42-77 0,36 78 0,1 5 0,-1 0 0,-1 0 0,-1 2 0,-37-38 0,47 54 0,-1 0 0,1 1 0,-1 0 0,-16-7 0,1-1 0,-8-5 0,-48-27 0,-76-13 0,120 44 0,29 12 0,-1-1 0,1 2 0,-1-1 0,0 1 0,0 0 0,-14-2 0,1 3 0,5 1 0,-1-1 0,-24-5 0,18 2 0,-1 1 0,1 2 0,-45 2 0,20 0 0,29 0 0,1 1 0,0 0 0,-1 2 0,1 0 0,1 1 0,-21 8 0,11 3-1365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8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0 24575,'2'0'0,"19"2"0,-21-2 0,0 0 0,0 0 0,0 0 0,0 0 0,1 0 0,-1 0 0,0 0 0,0 1 0,0-1 0,0 0 0,0 0 0,1 0 0,-1 0 0,0 0 0,0 0 0,0 0 0,0 0 0,0 1 0,0-1 0,0 0 0,0 0 0,1 0 0,-1 0 0,0 0 0,0 0 0,0 1 0,0-1 0,0 0 0,0 0 0,0 0 0,0 0 0,0 1 0,0-1 0,0 0 0,0 0 0,0 0 0,-8 9 0,-57 40 0,18-12 0,-17 16 0,64-53 0,-1 0 0,1 0 0,0 0 0,-1 0 0,1 1 0,-1-1 0,1 0 0,0 0 0,-1 1 0,1-1 0,0 0 0,-1 1 0,1-1 0,0 0 0,0 1 0,-1-1 0,1 1 0,0-1 0,0 0 0,0 1 0,-1-1 0,1 1 0,0-1 0,0 0 0,0 1 0,0-1 0,0 1 0,0-1 0,0 1 0,0-1 0,0 1 0,0-1 0,0 0 0,0 1 0,0-1 0,0 1 0,1-1 0,-1 1 0,0-1 0,0 0 0,0 1 0,1-1 0,-1 1 0,0-1 0,0 0 0,1 1 0,-1-1 0,0 0 0,1 0 0,-1 1 0,0-1 0,1 0 0,-1 0 0,1 1 0,-1-1 0,0 0 0,1 0 0,-1 0 0,1 1 0,5 1 0,-1 0 0,1 0 0,8 1 0,-9-2 0,56 13 0,-11-3 0,1 1 0,89 37 0,-136-47-273,1 0 0,-1 1 0,0-1 0,7 7 0,-3-1-6553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9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1 149 24575,'0'-4'0,"1"0"0,0 1 0,0-1 0,0 1 0,0-1 0,0 1 0,1 0 0,-1-1 0,1 1 0,0 0 0,0 0 0,1 0 0,-1 0 0,0 1 0,1-1 0,0 1 0,-1-1 0,1 1 0,6-4 0,2-1 0,1 0 0,0 1 0,0 0 0,14-4 0,13-1 0,1 2 0,0 1 0,67-4 0,-62 7 0,-29 4-1365,-3 0-5461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8 24575,'1'-1'0,"0"0"0,1 0 0,-1 0 0,0 1 0,1-1 0,-1 1 0,1-1 0,0 1 0,-1-1 0,1 1 0,-1 0 0,1-1 0,0 1 0,1 0 0,-2 0 0,-1 0 0,0 1 0,1-1 0,-1 0 0,0 0 0,1 0 0,-1 0 0,0 0 0,0 1 0,1-1 0,-1 0 0,0 0 0,0 0 0,1 1 0,-1-1 0,0 0 0,0 0 0,1 1 0,-1-1 0,0 0 0,0 1 0,0-1 0,0 0 0,0 0 0,1 1 0,-1 0 0,0 1 0,0-1 0,0 0 0,0 0 0,0 0 0,-1 0 0,1 0 0,0 0 0,-1 0 0,1 0 0,-1 2 0,-2 2 0,1 0 0,-1 0 0,0-1 0,-1 1 0,1-1 0,-1 0 0,-6 6 0,-35 24 0,16-12 0,-81 74 0,81-68 0,7-6 0,0-1 0,-46 31 0,68-52 0,0 0 0,0 0 0,-1 0 0,1 0 0,0 0 0,-1 0 0,1 0 0,0 1 0,0-1 0,-1 0 0,1 0 0,0 0 0,0 0 0,-1 1 0,1-1 0,0 0 0,0 0 0,0 1 0,-1-1 0,1 0 0,0 0 0,0 1 0,0-1 0,0 0 0,0 1 0,0-1 0,0 0 0,0 0 0,-1 1 0,1-1 0,0 0 0,0 1 0,0-1 0,1 1 0,10 2 0,26-3 0,-30 0 0,256-2-58,-171 3-1249,-79-1-5519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0 127 24575,'14'1'0,"65"-4"0,-69 1 0,1 1 0,-1-1 0,0-1 0,0 0 0,16-7 0,-25 9 0,1 0 0,-1 1 0,1-1 0,-1 0 0,0 0 0,1 0 0,-1 0 0,0 0 0,0 0 0,0 0 0,0-1 0,0 1 0,0 0 0,0-1 0,0 1 0,-1-1 0,1 1 0,0 0 0,-1-1 0,1 0 0,-1 1 0,0-1 0,1 1 0,-1-1 0,0 1 0,0-1 0,0 0 0,0 1 0,0-1 0,0 1 0,-1-1 0,0-2 0,0 1 0,0 0 0,0-1 0,-1 1 0,1 0 0,-1 0 0,0 1 0,0-1 0,0 0 0,0 1 0,0-1 0,0 1 0,-1-1 0,1 1 0,-5-3 0,4 3 0,1 1 0,0-1 0,-1 1 0,1 0 0,-1 0 0,0 0 0,1 0 0,-1 0 0,0 0 0,1 1 0,-1-1 0,0 1 0,0 0 0,0 0 0,1 0 0,-1 0 0,0 0 0,0 1 0,0-1 0,1 1 0,-1 0 0,0 0 0,1 0 0,-1 0 0,1 0 0,-1 1 0,1-1 0,0 1 0,-1-1 0,-1 3 0,-4 2 0,1-1 0,0 1 0,1 0 0,0 0 0,0 1 0,0-1 0,-8 15 0,12-19 0,1 1 0,-1 0 0,1-1 0,0 1 0,0 0 0,0 0 0,0 0 0,1-1 0,-1 1 0,1 0 0,0 0 0,0 0 0,0 0 0,0 0 0,0 0 0,1 0 0,-1 0 0,1 0 0,0 0 0,0-1 0,0 1 0,0 0 0,0 0 0,1-1 0,-1 1 0,4 3 0,4 4 0,1 0 0,0 0 0,0-1 0,1-1 0,0 0 0,1 0 0,0-1 0,0-1 0,0 0 0,23 7 0,-18-8 0,31 5 0,-47-9-105,1-1 0,-1 0 0,1 0 0,0-1 0,-1 1 0,1 0 0,-1 0 0,1-1 0,-1 1 0,1-1 0,-1 1 0,3-2 0,4-3-6721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3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24575,'24'73'0,"56"121"0,-55-145 0,-14-28 0,0 1 0,-1 0 0,-1 0 0,-1 1 0,5 25 0,-12-46 0,-1-1 0,0 1 0,0 0 0,1-1 0,-1 1 0,0-1 0,0 1 0,-1-1 0,1 1 0,0 0 0,0-1 0,-1 1 0,1-1 0,-1 1 0,1-1 0,-1 1 0,0-1 0,0 0 0,1 1 0,-3 1 0,2-3 0,0 1 0,0 0 0,0-1 0,-1 1 0,1-1 0,0 1 0,0-1 0,-1 0 0,1 1 0,0-1 0,-1 0 0,1 0 0,0 0 0,-1 0 0,1 0 0,0-1 0,-1 1 0,1 0 0,0 0 0,0-1 0,-1 1 0,1-1 0,0 1 0,0-1 0,-2 0 0,-6-4 0,0 1 0,1-2 0,-1 1 0,1-1 0,0 0 0,1-1 0,-1 0 0,1 0 0,0 0 0,1-1 0,0 0 0,0-1 0,1 1 0,0-1 0,0 0 0,1 0 0,1-1 0,-1 1 0,1-1 0,1 0 0,0 1 0,0-1 0,0-20 0,2 26 7,0 0 0,1 0 0,0 1 0,-1-1 0,1 0 1,1 1-1,-1-1 0,0 1 0,1-1 0,0 1 0,0-1 0,0 1 0,0 0 0,0 0 0,1 0 0,2-3 0,-1 3-131,0-1 0,0 1 1,0 0-1,1 0 0,-1 1 0,1-1 1,0 1-1,-1 0 0,1 0 0,0 1 1,6-2-1,3 1-6702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15 126 24575,'-6'-10'0,"-3"-9"0,9 18 0,1 3 0,8 10 0,6 10 0,1 0 0,36 39 0,-43-53 0,-1 0 0,2-1 0,-1 0 0,1 0 0,0-1 0,0 0 0,1-1 0,-1 0 0,18 5 0,-26-9 0,0-1 0,0 1 0,0-1 0,1 0 0,-1 1 0,0-1 0,0 0 0,1 0 0,-1 0 0,0-1 0,0 1 0,0-1 0,1 1 0,-1-1 0,0 0 0,0 1 0,0-1 0,0 0 0,0-1 0,3-1 0,-3 1 0,0 0 0,1-1 0,-1 1 0,-1-1 0,1 1 0,0-1 0,-1 0 0,1 1 0,-1-1 0,0 0 0,0 0 0,0 0 0,0 0 0,0-5 0,0 6 0,-1-1 0,1 0 0,-1 1 0,1-1 0,0 0 0,0 1 0,2-4 0,-2 5 0,0 0 0,0 0 0,-1 0 0,1 0 0,0 1 0,0-1 0,0 0 0,0 1 0,0-1 0,0 1 0,1-1 0,-1 1 0,0-1 0,0 1 0,0 0 0,0-1 0,0 1 0,1 0 0,-1 0 0,2 0 0,7 0 0,1 0 0,-1-1 0,0-1 0,18-4 0,-24 4 0,0 1 0,-1-1 0,0 1 0,1-1 0,-1 0 0,0-1 0,0 1 0,0 0 0,0-1 0,0 0 0,0 1 0,-1-1 0,0 0 0,1 0 0,-1-1 0,2-4 0,-2 4-45,0 0-1,0-1 1,0 1-1,-1 0 1,0-1-1,0 1 1,0-1-1,-1 0 1,1 1-1,-1-1 1,0 0-1,0 1 1,-1-1-1,1 0 1,-1 1-1,0-1 1,-1 1-1,1-1 1,-1 1-1,0 0 1,0 0-1,0-1 1,0 1-1,-1 0 1,1 1-1,-1-1 0,0 0 1,0 1-1,-5-4 1,-1-1-6781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4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30 24575,'-31'-11'0,"9"8"0,1 1 0,-28 1 0,23 1 0,-28-3 0,-35-6-1365,73 8-5461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24575,'9'-5'0,"0"1"0,0-1 0,0 2 0,1-1 0,0 1 0,-1 1 0,1 0 0,0 0 0,0 1 0,0 0 0,0 1 0,1 0 0,11 2 0,-17-1 0,0 0 0,-1 1 0,1-1 0,0 1 0,-1 0 0,1 1 0,-1-1 0,0 1 0,0-1 0,0 1 0,0 1 0,-1-1 0,1 0 0,-1 1 0,0 0 0,0 0 0,0 0 0,0 0 0,-1 0 0,4 8 0,-2-5 0,-1 1 0,0-1 0,-1 0 0,0 1 0,0-1 0,0 1 0,-1 0 0,0 0 0,-1 0 0,0-1 0,0 1 0,-2 11 0,-2-2 0,-2 0 0,0 0 0,-1-1 0,-1 0 0,-13 21 0,5-9 0,13-22 0,0-1 0,1 1 0,-1 0 0,1 0 0,0 0 0,-1 11 0,2-16 0,1 1 0,0-1 0,0 0 0,0 1 0,0-1 0,0 0 0,0 1 0,1-1 0,-1 0 0,0 1 0,1-1 0,-1 0 0,0 0 0,1 1 0,0-1 0,-1 0 0,1 0 0,0 0 0,0 0 0,-1 0 0,1 0 0,0 0 0,0 0 0,0 0 0,0 0 0,0 0 0,1 0 0,-1-1 0,0 1 0,0-1 0,0 1 0,1-1 0,-1 1 0,0-1 0,0 1 0,3-1 0,-1 1-76,0-1 1,-1 1-1,1-1 0,0 0 0,-1 0 0,1 0 0,0 0 0,-1 0 1,1 0-1,0-1 0,-1 1 0,1-1 0,-1 0 0,1 0 1,-1 0-1,1 0 0,3-3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6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31 24575,'0'-1'0,"0"1"0,0-1 0,-1 0 0,1 1 0,0-1 0,-1 0 0,1 1 0,-1-1 0,1 1 0,-1-1 0,1 1 0,-1-1 0,1 1 0,-1-1 0,1 1 0,-1-1 0,0 1 0,1 0 0,-1-1 0,0 1 0,1 0 0,-1 0 0,0 0 0,1-1 0,-1 1 0,0 0 0,-1 0 0,-24-2 0,23 1 0,-47-1 0,-63-5 0,24 1-1365,76 6-5461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16 24575,'-3'0'0,"3"0"0,2 0 0,5-2 0,2-2 0,4 1 0,1 0 0,1 2 0,0-1 0,1 2 0,-1 0 0,-2 0-8191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24575,'0'-3'0,"0"3"0,0 2 0,0 5 0,0 2 0,2 4 0,2 1 0,1 1 0,1 0 0,2 1 0,-1-1 0,1-2 0,-1-1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1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16 24575,'0'-1'0,"0"1"0,0-1 0,0 0 0,0 0 0,0 0 0,0 1 0,0-1 0,0 0 0,-1 0 0,1 1 0,0-1 0,-1 0 0,1 0 0,0 1 0,-2-2 0,2 2 0,0-1 0,0 1 0,-1 0 0,1 0 0,0 0 0,-1-1 0,1 1 0,0 0 0,-1 0 0,1 0 0,-1 0 0,1 0 0,0 0 0,-1 0 0,1 0 0,0 0 0,-1 0 0,1 0 0,-1 0 0,1 0 0,0 0 0,-1 0 0,1 0 0,-2 1 0,0 0 0,1 0 0,-1 0 0,0 0 0,1 0 0,-1 0 0,1 0 0,0 0 0,-1 1 0,1-1 0,-2 3 0,-9 17 0,0-1 0,1 2 0,2 0 0,0 0 0,1 1 0,1 0 0,2 0 0,-6 42 0,9-39 0,0 1 0,2-1 0,1 1 0,1-1 0,8 39 0,-6-48 0,1 0 0,0-1 0,2 1 0,0-1 0,0 0 0,1-1 0,1 0 0,1 0 0,14 16 0,-7-12-1365,-2-3-5461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11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24575,'0'-1'0,"0"-1"0,0 1 0,0-1 0,0 1 0,0 0 0,0-1 0,1 1 0,-1-1 0,1 1 0,-1 0 0,1-1 0,-1 1 0,1 0 0,0 0 0,0-1 0,0 0 0,0 2 0,0-1 0,-1 1 0,1-1 0,0 1 0,0 0 0,-1-1 0,1 1 0,0 0 0,0 0 0,0 0 0,-1 0 0,1-1 0,0 1 0,0 0 0,0 0 0,-1 0 0,1 1 0,0-1 0,0 0 0,0 0 0,-1 0 0,1 1 0,0-1 0,0 0 0,-1 1 0,1-1 0,0 0 0,-1 1 0,2 0 0,13 10 0,1 1 0,-2 1 0,0 0 0,19 23 0,-17-18 0,13 16 0,48 73 0,13 45 0,-81-135 0,-1-1 0,0 1 0,9 34 0,-15-45 0,-1 0 0,1 1 0,-2-1 0,1 0 0,-1 0 0,0 1 0,0-1 0,-1 0 0,1 1 0,-1-1 0,-1 0 0,1 0 0,-1 0 0,-5 12 0,0-8-34,1-1-1,-1 1 0,-1-1 1,1 0-1,-19 15 1,8-8-1124,5-3-5668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6.9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1 104 24575,'0'-1'0,"0"1"0,0 0 0,0-1 0,0 1 0,0-1 0,0 1 0,0-1 0,0 1 0,0-1 0,0 1 0,0-1 0,0 1 0,0 0 0,0-1 0,0 1 0,1-1 0,-1 1 0,0-1 0,0 1 0,0 0 0,1-1 0,-1 1 0,0 0 0,1-1 0,-1 1 0,0 0 0,1-1 0,-1 1 0,0 0 0,1-1 0,-1 1 0,1 0 0,0 0 0,-1 0 0,1 1 0,-1-1 0,1 0 0,-1 1 0,1-1 0,-1 1 0,0-1 0,1 1 0,-1-1 0,0 1 0,1-1 0,-1 1 0,0-1 0,1 1 0,-1-1 0,0 1 0,0 0 0,0-1 0,0 1 0,1-1 0,-1 1 0,0 0 0,0-1 0,0 2 0,5 39 0,2 0 0,17 54 0,6-4 0,62 126 0,-88-209 0,-2-4 0,-1 0 0,1-1 0,0 0 0,0 1 0,0-1 0,5 5 0,-11-25 0,-85-180 0,35 81 0,47 101 0,1 0 0,1 0 0,1 0 0,0-1 0,1 0 0,0 1 0,0-33 0,3 41 0,1 0 0,0-1 0,0 1 0,0 0 0,1 0 0,0 1 0,0-1 0,6-11 0,-5 13 0,0 1 0,0-1 0,1 1 0,-1 0 0,1 0 0,0 0 0,0 0 0,0 1 0,0-1 0,1 1 0,-1 0 0,9-3 0,-7 3 0,0 1 0,0 0 0,0 0 0,1 0 0,-1 1 0,1 0 0,-1 0 0,1 1 0,-1-1 0,1 2 0,0-1 0,-1 1 0,1 0 0,-1 0 0,0 1 0,1-1 0,-1 1 0,0 1 0,0-1 0,0 1 0,0 1 0,0-1 0,7 6 0,-11-7 0,0 0 0,0-1 0,0 1 0,-1 0 0,1 0 0,0 0 0,-1 1 0,0-1 0,1 0 0,-1 1 0,0-1 0,0 0 0,0 1 0,0-1 0,-1 1 0,1 0 0,-1-1 0,1 1 0,-1-1 0,0 1 0,0 0 0,0-1 0,0 1 0,-1 0 0,1-1 0,-1 1 0,0-1 0,1 1 0,-3 3 0,-1 4 0,-1 0 0,0-1 0,0 1 0,-1-1 0,-13 15 0,2-3-682,-32 30-1,40-43-6143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7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24575,'0'5'0,"-1"36"0,2 0 0,2-1 0,11 58 0,21 26 0,-28-102 0,-7-21-74,1 0-2,-1 0 0,0 0 0,1 0 0,-1 0 1,0-1-1,0 1 0,0 0 0,0 0 0,0 0 0,0 0 0,0 0 0,0 0 0,0 0 0,0 0 0,0 0 0,-1 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7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0 24575,'-16'0'0,"-28"4"0,39-3 0,-1 0 0,1 0 0,0 1 0,-1 0 0,1 0 0,0 0 0,0 1 0,-8 5 0,12-8 0,0 1 0,0-1 0,0 1 0,0 0 0,0 0 0,1-1 0,-1 1 0,0 0 0,0 0 0,1 0 0,-1 0 0,1 0 0,-1 0 0,0 0 0,1 0 0,0 0 0,-1 0 0,1 0 0,0 0 0,-1 0 0,1 0 0,0 0 0,0 1 0,0-1 0,0 0 0,0 0 0,0 0 0,0 0 0,1 0 0,-1 0 0,0 1 0,1-1 0,-1 0 0,0 0 0,1 0 0,-1 0 0,1 0 0,0 0 0,-1 0 0,1 0 0,0-1 0,0 1 0,-1 0 0,1 0 0,2 1 0,1 2 0,1-1 0,0 1 0,1-1 0,-1 0 0,0 0 0,1 0 0,7 2 0,18 4 0,0-1 0,1-2 0,-1-1 0,59 2 0,-61-4-1365,-19 0-5461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8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24575,'28'7'0,"0"2"0,0 1 0,-1 1 0,0 1 0,-1 1 0,26 18 0,-35-19 0,-2 0 0,1 1 0,-1 0 0,-1 2 0,-1-1 0,0 2 0,-1 0 0,0 0 0,16 33 0,-15-24 0,-1 1 0,-2 0 0,0 1 0,10 52 0,-18-68 0,0-1 0,-1 0 0,-1 1 0,0-1 0,0 1 0,-1-1 0,0 1 0,-1-1 0,0 0 0,-1 0 0,0 0 0,0 0 0,-1 0 0,-1-1 0,0 1 0,-8 12 0,4-10-682,-19 18-1,12-15-6143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28.3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873 547 24575,'0'-1'0,"1"1"0,0 0 0,0-1 0,-1 1 0,1 0 0,0-1 0,-1 1 0,1-1 0,-1 1 0,1-1 0,-1 0 0,1 1 0,-1-1 0,1 0 0,-1 1 0,1-1 0,-1 0 0,0 1 0,1-1 0,-1 0 0,0 0 0,0 1 0,1-1 0,-1 0 0,0 0 0,0 1 0,0-2 0,2-22 0,-3 16 0,0 1 0,0 0 0,-1 0 0,0 0 0,0 0 0,-1 0 0,0 0 0,-4-6 0,-3-5 0,-21-27 0,11 22 0,-1 0 0,-28-23 0,-1-1 0,35 33 0,-18-13 0,16 14 0,-15-15 0,25 22 0,-1-1 0,-10-6 0,-15-12 0,22 14 0,-1 0 0,-1 1 0,-19-13 0,24 19 0,0 0 0,-1 0 0,0 0 0,1 1 0,-1 0 0,0 1 0,-13-2 0,-3 1 0,-31-5 0,41 5 0,-1 2 0,0 0 0,0 0 0,1 2 0,-1 0 0,-30 6 0,30-4 0,11-3 0,-13 3 0,-26 7 0,39-8 0,0-1 0,0 1 0,1 0 0,-1 0 0,1 1 0,-1-1 0,1 1 0,0 0 0,0 0 0,-5 6 0,8-7-151,-1-1-1,1 1 0,0 0 0,0 0 1,0 0-1,0 0 0,0 0 1,0 2-1,-1 7-6674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29.1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1 24575,'1'0'0,"0"0"0,1 0 0,-1 1 0,0-1 0,0 1 0,0-1 0,0 1 0,0-1 0,0 1 0,0 0 0,0-1 0,0 1 0,0 0 0,0 0 0,0 0 0,0 0 0,0 0 0,-1 0 0,1 0 0,0 0 0,-1 0 0,1 0 0,-1 0 0,0 0 0,1 1 0,0 0 0,0 3 0,0-1 0,0 1 0,0 0 0,0-1 0,-1 8 0,0-6 0,0-1 0,-1 1 0,0-1 0,-1 0 0,1 1 0,-1-1 0,0 0 0,0 0 0,0 0 0,-1-1 0,0 1 0,0 0 0,-5 6 0,-5 3 0,0-1 0,-25 20 0,-5 5 0,42-37 0,-1 0 0,1 0 0,0 1 0,0-1 0,0 0 0,0 1 0,0-1 0,0 1 0,0 0 0,0-1 0,1 1 0,-2 2 0,2-3 0,0 0 0,1 0 0,-1-1 0,0 1 0,1 0 0,-1 0 0,0 0 0,1-1 0,-1 1 0,1 0 0,-1 0 0,1-1 0,-1 1 0,1 0 0,0-1 0,-1 1 0,1-1 0,0 1 0,-1-1 0,1 1 0,0-1 0,0 1 0,0-1 0,-1 0 0,1 1 0,0-1 0,1 0 0,55 20 0,69 16 0,-36-12 0,-9-4-1365,-70-15-5461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0.4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10 24575,'0'-1'0,"0"1"0,0 0 0,0-1 0,0 1 0,0-1 0,0 1 0,0 0 0,0-1 0,0 1 0,0 0 0,-1-1 0,1 1 0,0 0 0,0-1 0,0 1 0,0 0 0,-1-1 0,1 1 0,0 0 0,0 0 0,-1-1 0,1 1 0,0 0 0,-1 0 0,1-1 0,0 1 0,0 0 0,-1 0 0,1 0 0,0 0 0,-1-1 0,1 1 0,-1 0 0,1 0 0,0 0 0,-1 0 0,1 0 0,0 0 0,-1 0 0,1 0 0,0 0 0,-1 0 0,1 0 0,-1 0 0,1 0 0,0 1 0,-1-1 0,1 0 0,0 0 0,-1 0 0,1 0 0,-1 1 0,-16 10 0,-50 65 0,50-53 0,1 0 0,1 1 0,1 0 0,1 1 0,1 1 0,1 0 0,2 0 0,0 1 0,2 0 0,-7 53 0,10-31 0,-2 11 0,2 0 0,7 86 0,19 24-1365,-20-152-5461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2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473 11 24575,'0'0'0,"0"-1"0,0 1 0,1 0 0,-1-1 0,0 1 0,0 0 0,0-1 0,1 1 0,-1-1 0,0 1 0,0 0 0,0-1 0,0 1 0,0-1 0,0 1 0,0 0 0,0-1 0,0 1 0,0-1 0,0 1 0,0 0 0,0-1 0,0 1 0,0-1 0,-1 0 0,-8 3 0,-11 11 0,-1 3 0,0 0 0,0-2 0,-43 21 0,-1 1 0,22-12 0,-27 18 0,37-18 0,-48 44 0,72-61 0,-7 11 0,15-18 0,1 1 0,0-1 0,0 0 0,0 1 0,0-1 0,0 1 0,0-1 0,0 0 0,0 1 0,0-1 0,0 1 0,1-1 0,-1 0 0,0 1 0,0-1 0,0 0 0,0 1 0,0-1 0,1 1 0,-1-1 0,0 0 0,0 0 0,1 1 0,-1-1 0,0 0 0,1 1 0,-1-1 0,0 0 0,1 0 0,-1 0 0,0 1 0,1-1 0,-1 0 0,0 0 0,1 0 0,-1 0 0,1 0 0,-1 1 0,1-1 0,17 5 0,10-2 0,1 0 0,57-4 0,-36 0 0,207 1-1365,-243 0-5461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3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32 218 24575,'49'-27'0,"-27"16"0,0 0 0,-1-2 0,0-1 0,21-19 0,-40 32 0,-1-1 0,0 1 0,1 0 0,-1-1 0,0 1 0,0-1 0,0 1 0,0-1 0,0 0 0,0 1 0,-1-1 0,1 0 0,-1 0 0,1 1 0,-1-1 0,1 0 0,-1 0 0,0 0 0,0 0 0,0 1 0,0-1 0,0 0 0,0 0 0,-1 0 0,1 0 0,-1 1 0,1-1 0,-1 0 0,0 0 0,1 1 0,-1-1 0,0 0 0,-2-1 0,1-1 0,-1 1 0,0-1 0,0 1 0,0 0 0,-1 0 0,1 0 0,-1 1 0,0-1 0,1 1 0,-1 0 0,0 0 0,-8-3 0,6 3 0,-1 0 0,1 0 0,0 1 0,-1-1 0,-10 0 0,14 2 0,0 0 0,0 1 0,1-1 0,-1 1 0,0 0 0,0-1 0,1 1 0,-1 0 0,0 1 0,1-1 0,-1 0 0,1 1 0,-5 3 0,0 1 0,0 0 0,0 0 0,0 1 0,1 0 0,-1 0 0,2 0 0,-1 1 0,-6 13 0,11-19 0,0 1 0,0 0 0,0 0 0,0-1 0,0 1 0,0 0 0,1 0 0,-1 0 0,1 0 0,0 0 0,0 0 0,0 0 0,0 0 0,1 0 0,-1 0 0,1 0 0,-1 0 0,1 0 0,0 0 0,0-1 0,1 1 0,-1 0 0,1-1 0,-1 1 0,1 0 0,0-1 0,0 0 0,0 0 0,0 1 0,4 2 0,14 10 0,0 0 0,2-2 0,39 19 0,-43-23-170,1 0-1,0-2 0,1 0 1,-1-1-1,1-1 0,1-1 1,20 2-1,-28-6-6655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3.8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24575,'0'37'0,"2"-1"0,2 0 0,1 0 0,1 0 0,22 66 0,-12-55 0,2-1 0,2 0 0,38 64 0,-48-97 0,-8-11 0,0 0 0,-1 0 0,1 0 0,0 0 0,-1 0 0,0 1 0,0-1 0,2 5 0,-3-7 0,0 0 0,0 0 0,0 1 0,0-1 0,1 0 0,-1 0 0,0 0 0,0 1 0,0-1 0,0 0 0,0 0 0,0 1 0,0-1 0,-1 0 0,1 0 0,0 0 0,0 1 0,0-1 0,0 0 0,0 0 0,0 0 0,0 1 0,0-1 0,0 0 0,-1 0 0,1 0 0,0 0 0,0 0 0,0 1 0,0-1 0,-1 0 0,1 0 0,0 0 0,0 0 0,0 0 0,0 0 0,-1 0 0,1 1 0,0-1 0,0 0 0,0 0 0,-1 0 0,1 0 0,0 0 0,0 0 0,-1 0 0,1 0 0,0 0 0,0 0 0,0 0 0,-1 0 0,1 0 0,0-1 0,0 1 0,0 0 0,-1 0 0,1 0 0,0 0 0,0 0 0,0 0 0,-1-1 0,-13-6 0,-6-8 0,1-1 0,0-1 0,-24-27 0,12 12 0,26 27 0,1 0 0,-1 0 0,1-1 0,0 0 0,0 0 0,1 0 0,-1 0 0,1 0 0,-3-10 0,5 12 0,1 1 0,-1 0 0,1-1 0,-1 1 0,1 0 0,0-1 0,0 1 0,0 0 0,1-1 0,-1 1 0,1 0 0,0 0 0,0-1 0,0 1 0,0 0 0,1 0 0,-1 0 0,1 0 0,0 0 0,0 1 0,0-1 0,2-2 0,2 0 15,0 0 0,0 0 0,0 0-1,0 1 1,1 0 0,0 1 0,0-1-1,9-2 1,-7 3-264,-1-1-1,1 0 0,-1-1 0,0 1 1,8-8-1,-8 5-6576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4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35 24575,'0'-10'0,"0"-1"0,-2 2 0,-2 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4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18 141 24575,'0'0'0,"-1"0"0,0-1 0,1 1 0,-1 0 0,1-1 0,-1 1 0,0 0 0,1 0 0,-1 0 0,1 0 0,-1-1 0,0 1 0,1 0 0,-1 0 0,0 0 0,1 0 0,-1 0 0,0 1 0,1-1 0,-1 0 0,0 0 0,0 1 0,1-1 0,0 0 0,-1 1 0,1-1 0,0 1 0,0-1 0,-1 1 0,1-1 0,0 0 0,0 1 0,0-1 0,0 1 0,-1-1 0,1 1 0,0-1 0,0 1 0,0-1 0,0 1 0,0-1 0,0 1 0,1 0 0,-1 2 0,1 0 0,0 1 0,-1-1 0,2 0 0,-1 0 0,0 0 0,2 3 0,4 3 0,0 0 0,0 0 0,1 0 0,0-1 0,0-1 0,1 1 0,0-1 0,0-1 0,1 0 0,0 0 0,0-1 0,0 0 0,1 0 0,13 3 0,-22-7 0,0-1 0,-1 1 0,1-1 0,-1 0 0,1 0 0,0 1 0,-1-1 0,1 0 0,0 0 0,-1 0 0,1-1 0,0 1 0,-1 0 0,1-1 0,0 1 0,-1-1 0,1 1 0,-1-1 0,1 0 0,-1 1 0,1-1 0,1-2 0,-2 1 0,1 1 0,0-1 0,-1-1 0,0 1 0,1 0 0,-1 0 0,0 0 0,0-1 0,-1 1 0,1 0 0,0-1 0,-1 1 0,1-4 0,0-5 0,-1 0 0,0 0 0,-1 0 0,0 0 0,-4-17 0,5 28 0,0-1 0,0 1 0,0 0 0,-1-1 0,1 1 0,0 0 0,0-1 0,0 1 0,0 0 0,0-1 0,0 1 0,0 0 0,0-1 0,0 1 0,0 0 0,0-1 0,0 1 0,0 0 0,0-1 0,0 1 0,0 0 0,0-1 0,0 1 0,1 0 0,-1-1 0,0 1 0,0 0 0,0 0 0,0-1 0,1 1 0,-1 0 0,0 0 0,0-1 0,1 1 0,-1 0 0,0 0 0,1-1 0,-1 1 0,0 0 0,0 0 0,1 0 0,-1 0 0,0 0 0,1 0 0,-1-1 0,0 1 0,1 0 0,-1 0 0,0 0 0,1 0 0,-1 0 0,0 0 0,1 0 0,-1 0 0,1 1 0,-1-1 0,0 0 0,0 0 0,1 0 0,0 0 0,25 13 0,-16-8 0,0-1 0,0 0 0,0-1 0,1 0 0,12 2 0,-17-4 0,-1-1 0,0 1 0,0-1 0,0 0 0,0-1 0,1 1 0,-1-1 0,0 0 0,0 0 0,9-4 0,-12 4 0,1 0 0,-1-1 0,0 0 0,0 1 0,0-1 0,0 0 0,0 0 0,0 0 0,-1 0 0,1 0 0,-1 0 0,1-1 0,-1 1 0,0 0 0,0-1 0,0 1 0,0-1 0,0 1 0,-1-1 0,1 0 0,-1 1 0,1-1 0,-1 0 0,0-3 0,0-2 0,-1 1 0,0 0 0,0 0 0,0 0 0,-1-1 0,0 1 0,-5-11 0,3 8-455,-1 1 0,-9-14 0,6 13-6371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5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16 24575,'-40'0'0,"-71"-9"0,77 5-682,-62 2-1,82 2-6143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9.1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25 24575,'-1'-2'0,"0"0"0,0 1 0,-1-1 0,1 0 0,0 1 0,-1-1 0,1 1 0,-1 0 0,1-1 0,-1 1 0,0 0 0,1 0 0,-1 0 0,0 0 0,0 0 0,0 1 0,0-1 0,0 1 0,0-1 0,0 1 0,0-1 0,0 1 0,0 0 0,0 0 0,0 0 0,0 0 0,0 1 0,0-1 0,0 0 0,0 1 0,0 0 0,0-1 0,0 1 0,0 0 0,0 0 0,1 0 0,-1 0 0,0 0 0,1 0 0,-1 1 0,1-1 0,-1 0 0,1 1 0,-1-1 0,-1 4 0,-3 4 0,0 0 0,1-1 0,0 2 0,1-1 0,0 0 0,-5 18 0,-10 63 0,15-70 0,2 1 0,0 0 0,1 0 0,3 28 0,0-37 0,-1-1 0,2 0 0,-1 0 0,1 0 0,1 0 0,0 0 0,1-1 0,0 0 0,10 16 0,9 4-60,0-2 1,54 48-1,-42-42-1126,-23-21-5640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40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3805 89 24575,'-17'-1'0,"-32"-5"0,8-1 0,-5 3 0,-231-23 0,208 22 0,-104-5 0,72 10 0,-190 2 0,169 4 0,46-2 0,-104-5 0,-36-8 0,118 7 0,-21-5 0,-26 0 0,-74 16 0,114-2 0,12-1 0,-62 2 0,-31-17 0,108 1 0,-346-20 0,-48 29 0,466-1 0,0 0 0,0 0 0,1 1 0,-1 0 0,0 0 0,0 1 0,-6 2 0,19-7 0,0 2 0,-1-1 0,1 1 0,0 0 0,8 0 0,49 0 0,-44 1 0,767 12-1988,-2 25-913,-552-23 2351,-143-9-2202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26 24575,'8'-17'0,"-8"17"0,0-1 0,1 1 0,-1-1 0,0 1 0,1-1 0,-1 1 0,0-1 0,1 1 0,-1-1 0,1 1 0,-1-1 0,1 1 0,-1 0 0,1-1 0,-1 1 0,1 0 0,-1-1 0,1 1 0,-1 0 0,1 0 0,0 0 0,-1-1 0,1 1 0,0 0 0,0 0 0,-1 1 0,0-1 0,0 0 0,0 1 0,0-1 0,1 0 0,-1 0 0,0 1 0,0-1 0,0 0 0,0 1 0,0-1 0,0 0 0,0 1 0,0-1 0,0 0 0,0 1 0,0-1 0,0 0 0,0 1 0,0-1 0,0 0 0,0 1 0,0-1 0,0 0 0,-1 0 0,1 1 0,0-1 0,0 0 0,0 1 0,0-1 0,-1 0 0,1 0 0,-1 1 0,-6 11 0,-2-3 0,-1 1 0,-1-2 0,1 1 0,-1-1 0,-1-1 0,-20 11 0,15-9 0,-33 19 0,-47 27 0,78-42 0,0 0 0,-31 31 0,11-7 0,-1-2 0,-2-1 0,-1-3 0,-50 28 0,86-55 0,0-1 0,-1 0 0,0 0 0,0-1 0,0 0 0,0 0 0,-11 0 0,18-2 0,0 0 0,0 0 0,0 0 0,0 0 0,0 0 0,1 1 0,-1-1 0,0 0 0,0 1 0,0-1 0,0 0 0,0 1 0,1-1 0,-1 1 0,0 0 0,-1 0 0,5 2 0,9 0 0,147 4 0,323 3 0,-324-12 0,18 2-1365,-150 0-5461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24575,'44'124'0,"78"146"0,-94-217 0,0-3 0,21 56 0,-42-81 120,-7-25-148,0 1 0,0-1 0,0 1 0,0-1 0,0 0 0,0 1 0,1-1 0,-1 1 0,0-1 0,0 0 0,0 1 0,0-1 0,0 1 0,-1-1 0,1 0 0,0 1 0,0-1 0,0 1 0,0-1 0,0 0 0,-1 1 0,1-1 0,0 1 0,0-1 0,0 0-1,-1 1 1,1-1 0,0 0 0,-1 0 0,1 1 0,0-1 0,-1 0 0,1 0 0,0 1 0,-1-1 0,1 0 0,0 0 0,-1 0 0,1 0 0,-1 1 0,1-1 0,0 0 0,-1 0 0,1 0 0,-1 0 0,1 0 0,0 0 0,-1 0 0,1 0 0,-1 0 0,1 0 0,-1-1 0,-8-2-6798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24575,'31'0'0,"11"0"0,2 0 0,-4 0 0,-4 0 0,-6 0 0,-5 0 0,-4 0 0,-4 0 0,-1 0 0,-2 0 0,-3-3 0,-1 0 0,-2-3 0,-2-2 0,-2-3 0,-5-2 0,-2 2-8191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24575,'17'23'0,"12"14"0,5 7 0,-1 3 0,0 1 0,-1-3 0,-4-3 0,-4-5 0,-3-3 0,-3-2 0,-2-2 0,-4-3 0,-1-4 0,-3-4 0,0-1 0,-1-3 0,-5-3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6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62 24575,'-1'-2'0,"-2"-4"0,1 1 0,-1 0 0,0-1 0,0 1 0,0 1 0,-1-1 0,0 0 0,0 1 0,0 0 0,-5-5 0,8 9 0,1 0 0,0 0 0,-1-1 0,1 1 0,0 0 0,-1 0 0,1 0 0,-1 0 0,1-1 0,0 1 0,-1 0 0,1 0 0,-1 0 0,1 0 0,0 0 0,-1 0 0,1 0 0,-1 0 0,1 0 0,0 0 0,-1 1 0,1-1 0,-1 0 0,1 0 0,0 0 0,-1 0 0,1 0 0,0 1 0,-1-1 0,1 0 0,0 0 0,-1 1 0,1-1 0,0 0 0,0 1 0,-1-1 0,1 0 0,0 1 0,0-1 0,0 0 0,-1 1 0,1-1 0,0 0 0,0 1 0,0-1 0,0 0 0,0 1 0,0-1 0,0 1 0,-3 23 0,3-21 0,3 206 0,1-165 0,3-1 0,19 76 0,-16-90 0,0-1 0,2 1 0,1-2 0,27 43 0,-30-54 0,1-2 0,0 1 0,1-1 0,1-1 0,0 0 0,1-1 0,0 0 0,32 19 0,-41-29-273,-1 0 0,1 0 0,0 0 0,6 1 0,1 0-6553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24575,'47'-1'0,"-1"-1"0,59-10 0,-98 11 0,0-1 0,0 0 0,0 0 0,0-1 0,-1 0 0,1 0 0,-1-1 0,0 1 0,0-2 0,9-6 0,-13 9 0,-1 1 0,1-1 0,0 0 0,0 0 0,-1-1 0,1 1 0,-1 0 0,0-1 0,1 1 0,-1 0 0,0-1 0,-1 1 0,1-1 0,0 0 0,-1 1 0,1-1 0,-1 0 0,0 1 0,0-1 0,0 0 0,0 1 0,0-1 0,-1 0 0,1 1 0,-1-1 0,0 1 0,0-1 0,0 1 0,0-1 0,-2-4 0,-1 1 0,-1-1 0,1 1 0,-1 0 0,0 0 0,-1 0 0,1 1 0,-1-1 0,0 1 0,-1 1 0,1-1 0,-1 1 0,0 0 0,0 1 0,0 0 0,0 0 0,-1 0 0,1 1 0,-1 0 0,1 0 0,-1 1 0,0 0 0,0 1 0,0-1 0,-9 2 0,14-1 0,0 1 0,1-1 0,-1 1 0,0-1 0,1 1 0,-1 0 0,1 0 0,-1 0 0,1 1 0,0-1 0,0 0 0,-1 1 0,1-1 0,0 1 0,0 0 0,0 0 0,0 0 0,1 0 0,-1 0 0,1 0 0,-1 0 0,1 1 0,0-1 0,-1 1 0,1-1 0,0 0 0,1 1 0,-1 0 0,0-1 0,1 1 0,0 0 0,-1 3 0,1 2 0,0 0 0,0-1 0,1 1 0,-1-1 0,2 1 0,-1-1 0,1 0 0,0 1 0,1-1 0,5 10 0,-2-5 0,2-2 0,-1 1 0,1-1 0,1 0 0,0 0 0,14 11 0,66 46 0,-67-52 0,46 23 0,-57-33 0,1 0 0,-1-1 0,1 0 0,0-1 0,0 0 0,18 1 0,-27-4-57,-1 0 0,0 0 1,1 0-1,-1 0 0,1 0 0,-1-1 0,0 1 0,1-1 0,-1 0 0,0 0 0,1 0 1,-1 0-1,0 0 0,0 0 0,0 0 0,0-1 0,0 1 0,0-1 0,0 0 1,-1 1-1,1-1 0,-1 0 0,3-3 0,2-7-6769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24575,'13'9'0,"0"2"0,-1-1 0,0 2 0,0 0 0,-1 0 0,-1 1 0,18 27 0,-4 5 0,24 58 0,-35-73 0,56 97 0,-59-111 0,-15-22 0,1 1 0,-1 1 0,0-1 0,-11-7 0,-31-21 0,32 24 0,-24-10 0,26 14 0,1-1 0,0-1 0,-15-10 0,26 16-136,-1-1-1,0 1 1,1-1-1,0 1 1,-1-1-1,1 0 1,0 0-1,0 1 0,-2-5 1,0-4-6690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30 24575,'-5'-10'0,"-2"-1"0,1 2-8191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18 215 24575,'0'0'0,"-2"-3"0,-1 0 0,1 0 0,0 0 0,1 0 0,-1 0 0,0 0 0,1 0 0,-2-5 0,3 7 0,0 1 0,0 0 0,0 0 0,0 0 0,0 0 0,0 0 0,0 0 0,0-1 0,0 1 0,0 0 0,0 0 0,0 0 0,0 0 0,0 0 0,0 0 0,0 0 0,0-1 0,0 1 0,0 0 0,0 0 0,1 0 0,-1 0 0,0 0 0,0 0 0,0 0 0,0 0 0,0-1 0,0 1 0,0 0 0,0 0 0,0 0 0,0 0 0,1 0 0,-1 0 0,0 0 0,0 0 0,0 0 0,0 0 0,0 0 0,0 0 0,1 0 0,-1 0 0,0 0 0,0 0 0,0 0 0,0 0 0,0 0 0,0 0 0,10 3 0,6 7 0,25 26 0,-31-25 0,2-1 0,17 13 0,-26-21 0,1 1 0,-1-1 0,1 0 0,0-1 0,0 1 0,0-1 0,0 1 0,0-1 0,0 0 0,1-1 0,-1 1 0,0-1 0,5 0 0,-7 0 0,0 0 0,0 0 0,-1-1 0,1 1 0,0-1 0,0 1 0,-1-1 0,1 0 0,0 1 0,-1-1 0,1 0 0,-1 0 0,1 0 0,-1 0 0,1-1 0,-1 1 0,0 0 0,0-1 0,0 1 0,0 0 0,0-1 0,0 1 0,0-1 0,0 0 0,1-2 0,-1 0 0,0-1 0,1 1 0,-2 0 0,1-1 0,0 1 0,-1 0 0,0-1 0,0 1 0,-1-6 0,3 14 0,0-1 0,1 0 0,-1 0 0,1 0 0,-1 0 0,1 0 0,0-1 0,0 1 0,6 2 0,-5-2 0,0-1 0,0 0 0,0 0 0,0 0 0,0-1 0,0 0 0,1 1 0,-1-2 0,1 1 0,-1 0 0,1-1 0,-1 0 0,1 0 0,-1 0 0,1 0 0,-1-1 0,1 0 0,-1 0 0,0 0 0,1 0 0,-1-1 0,0 0 0,0 0 0,0 0 0,0 0 0,0 0 0,-1-1 0,1 0 0,-1 0 0,1 0 0,-1 0 0,0 0 0,0-1 0,0 1 0,-1-1 0,1 0 0,-1 0 0,0 0 0,0 0 0,-1 0 0,2-5 0,-1 3 8,-1-1 0,0 1 0,0 0 0,-1 0 0,0 0 0,0-1 0,0 1 0,-1 0 0,0 0 0,0 0 0,-1 0 0,1 0 0,-1 0 0,-5-9 0,3 7-157,-1 0 1,0 1-1,0 0 1,0 0-1,-1 0 1,0 1-1,0 0 1,-1 0-1,-13-8 1,5 4-6678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24575,'128'197'0,"-108"-161"0,-2 1 0,-1 0 0,20 69 0,-28-68 0,-1 0 0,-2 1 0,-2 0 0,0 46 0,-4-77-80,0 1 0,-1-1-1,1 0 1,-2 0 0,1 1-1,-1-1 1,-1 0 0,1 0-1,-1-1 1,-1 1 0,1-1 0,-1 1-1,-1-1 1,1 0 0,-1-1-1,-10 12 1,5-9-6746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24575,'-17'0'0,"-9"0"0,-2 0 0,1 0 0,2 0 0,4 0 0,2 0 0,2 0 0,2 0 0,0 0 0,1 0 0,0 0 0,-1 0 0,1 0 0,2 0-8191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13 24575,'-25'-5'0,"-11"1"0,-2 1 0,3 3 0,6 2 0,4 4 0,4-1 0,4 1 0,4-3-8191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24575,'1'0'0,"-1"0"0,0 0 0,1 1 0,-1-1 0,1 0 0,-1 1 0,1-1 0,-1 0 0,0 1 0,1-1 0,-1 1 0,0-1 0,1 0 0,-1 1 0,0-1 0,0 1 0,1-1 0,-1 1 0,0-1 0,0 1 0,0 0 0,0 0 0,5 16 0,-4-13 0,14 50 0,3-1 0,34 71 0,-11-31 0,42 97 0,-78-173 120,-7-14-322,-5-7-1081,-1-4-5543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24575,'18'3'0,"10"0"0,3 0 0,2 3 0,-3-1 0,-1-1 0,-3-1 0,-3-1 0,-1-1 0,-2 0 0,-1-3 0,-5-2-8191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24575,'1'0'0,"0"0"0,-1 0 0,1 1 0,-1-1 0,1 0 0,-1 0 0,1 1 0,-1-1 0,1 0 0,-1 1 0,0-1 0,1 1 0,-1-1 0,1 0 0,-1 1 0,0-1 0,1 1 0,-1-1 0,0 1 0,0-1 0,1 1 0,-1-1 0,0 1 0,0-1 0,0 1 0,1-1 0,-1 2 0,3 18 0,-3-16 0,1 17 0,1 1 0,2 0 0,0-1 0,1 0 0,10 27 0,5-4 0,2-1 0,3 0 0,57 75 0,-7-30 0,-73-86-1365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 24575,'0'0'0,"0"-1"0,0 1 0,-1-1 0,1 1 0,0-1 0,0 1 0,0-1 0,0 1 0,0-1 0,-1 1 0,1 0 0,0-1 0,0 1 0,-1-1 0,1 1 0,0 0 0,-1-1 0,1 1 0,0 0 0,-1-1 0,1 1 0,-1 0 0,1-1 0,-1 1 0,1 0 0,-1 0 0,0 0 0,1 1 0,0-1 0,-1 1 0,1-1 0,0 1 0,-1-1 0,1 1 0,0 0 0,0-1 0,0 1 0,-1-1 0,1 1 0,0 0 0,0-1 0,0 1 0,0 0 0,0-1 0,0 1 0,0 0 0,1-1 0,-1 2 0,25 177 0,-23-150 0,12 198 0,-14-212 0,1 0 0,1 0 0,0 0 0,1-1 0,1 1 0,0-1 0,1 0 0,0 0 0,1 0 0,1-1 0,0 0 0,1 0 0,0-1 0,1 0 0,0 0 0,1-1 0,1 0 0,21 17 0,-25-23-151,0 1-1,1-1 0,-1-1 0,1 1 1,1-1-1,-1 0 0,0-1 1,18 4-1,-13-5-6674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12 210 24575,'21'5'0,"1"-1"0,39 2 0,-50-5 0,1-2 0,-1 1 0,0-1 0,0-1 0,0 0 0,0 0 0,14-6 0,-20 6 0,-1 0 0,0 0 0,1 0 0,-1-1 0,0 0 0,0 0 0,-1 0 0,1 0 0,-1-1 0,1 1 0,-1-1 0,0 0 0,0 0 0,-1 0 0,1 0 0,3-9 0,-5 10 0,0 0 0,0 0 0,0-1 0,-1 1 0,1 0 0,-1 0 0,0-1 0,0 1 0,0 0 0,-1-1 0,1 1 0,-1 0 0,1 0 0,-1-1 0,0 1 0,0 0 0,-1 0 0,1 0 0,0 0 0,-1 0 0,0 1 0,0-1 0,0 0 0,0 1 0,-4-4 0,-1-1 0,0 1 0,0 0 0,-1 1 0,0 0 0,0 0 0,0 1 0,0-1 0,-1 2 0,-13-5 0,10 5 0,0 1 0,-1 0 0,1 0 0,-1 1 0,0 1 0,-17 2 0,27-2 0,0 0 0,0 0 0,0 1 0,0 0 0,0-1 0,1 1 0,-1 0 0,0 0 0,1 1 0,-1-1 0,1 0 0,-1 1 0,1 0 0,0-1 0,-1 1 0,1 0 0,-2 3 0,1-2 0,2 0 0,-1 1 0,0-1 0,1 0 0,-1 1 0,1-1 0,0 1 0,0-1 0,0 1 0,1-1 0,-1 1 0,1 4 0,0 1 0,0 0 0,1-1 0,0 1 0,1 0 0,0-1 0,0 1 0,1-1 0,0 1 0,1-1 0,6 12 0,2-4 0,0 0 0,0 0 0,2-2 0,0 1 0,0-2 0,30 22 0,-18-18 0,0 0 0,1-2 0,48 19 0,-45-23 0,0-2 0,0-1 0,1-1 0,0-2 0,1-1 0,-1-2 0,1-1 0,45-4 0,-75 3 7,1 0 0,-1-1 0,0 1 0,0 0 0,1-1 1,-1 0-1,0 1 0,0-1 0,0 0 0,0 0 0,0 0 0,0 0 0,0-1 0,0 1 0,0 0 0,3-4 0,-4 3-72,-1 1 1,1-1-1,0 1 1,0-1-1,-1 1 1,1-1-1,-1 0 0,0 1 1,1-1-1,-1 0 1,0 0-1,0 1 1,0-1-1,0 0 0,0 0 1,-1 1-1,1-1 1,0 0-1,-1 1 1,1-1-1,-1 1 1,-1-4-1,-4-8-6761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24575,'118'296'0,"-95"-244"0,46 73 0,-67-122 0,9 14 0,-11-17 0,0 1 0,1-1 0,-1 1 0,0-1 0,1 1 0,-1-1 0,0 1 0,0 0 0,0-1 0,1 1 0,-1-1 0,0 1 0,0 0 0,0-1 0,0 1 0,0-1 0,0 1 0,0 0 0,0-1 0,0 1 0,0-1 0,-1 1 0,1 0 0,0 0 0,-1-1 0,0 0 0,1 0 0,-1 0 0,0 0 0,1 0 0,-1 0 0,0 0 0,1 0 0,-1 0 0,0 0 0,1 0 0,-1 0 0,0-1 0,1 1 0,-1 0 0,0-1 0,1 1 0,-1 0 0,1-1 0,-2 1 0,-15-12 0,14 10 0,-54-35-96,-133-95-1173,168 113-5557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24575,'8'-17'0,"2"-4"0,0 5 0,-3 7 0,-1 7 0,-3 8 0,-1 4 0,-1 1-8191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24575,'1'5'0,"-1"0"0,1 0 0,0 0 0,0-1 0,1 1 0,0 0 0,-1-1 0,1 0 0,1 1 0,-1-1 0,4 5 0,-1-2 0,0-1 0,0 1 0,1-1 0,0-1 0,12 11 0,-15-14 0,0 0 0,0-1 0,0 1 0,0-1 0,0 1 0,0-1 0,1 0 0,-1 0 0,0 0 0,1-1 0,-1 1 0,1-1 0,-1 0 0,1 0 0,-1 0 0,1 0 0,-1-1 0,0 1 0,1-1 0,5-2 0,-3 1 0,0-1 0,0 0 0,0-1 0,0 1 0,0-1 0,-1 0 0,0-1 0,0 1 0,7-9 0,-11 12 0,0 0 0,0-1 0,0 1 0,0 0 0,0 0 0,1 0 0,-1 0 0,0 0 0,1 0 0,-1 0 0,3 0 0,-3 1 0,0 0 0,0 0 0,0 0 0,0 0 0,0 0 0,0 0 0,-1 1 0,1-1 0,0 0 0,0 1 0,0-1 0,0 0 0,0 1 0,0-1 0,-1 1 0,1 0 0,0-1 0,0 1 0,-1 0 0,1-1 0,0 2 0,5 4 0,0-1 0,0 0 0,1-1 0,-1 1 0,1-1 0,0 0 0,0-1 0,0 1 0,1-2 0,-1 1 0,1-1 0,0 0 0,-1 0 0,1-1 0,0 0 0,0-1 0,0 1 0,0-2 0,0 1 0,0-1 0,10-2 0,-15 2 0,0 0 0,0 0 0,0-1 0,0 1 0,0-1 0,0 1 0,0-1 0,-1 0 0,1 0 0,-1 0 0,1 0 0,-1 0 0,0-1 0,0 1 0,3-4 0,-3 2 0,0-1 0,0 1 0,-1 0 0,1 0 0,-1-1 0,0 1 0,0-1 0,0 1 0,0-1 0,-1-4 0,0 2 0,0-1 0,-1 1 0,1-1 0,-2 1 0,1-1 0,-1 1 0,0 0 0,-1 0 0,0 0 0,0 0 0,0 1 0,-1-1 0,-4-6 0,4 9 9,1 1 1,-1-1-1,1 1 0,-1 0 0,0 0 1,0 0-1,0 1 0,-1-1 0,1 1 0,-1 0 1,1 0-1,-10-2 0,2 1-380,-1 1-1,0 1 1,-21-1 0,16 2-6455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24575,'137'163'0,"-120"-139"0,-1 1 0,-1 1 0,-1 0 0,-1 1 0,10 33 0,-11-22 0,-2 0 0,-2 0 0,-1 1 0,-2 1 0,-1-1 0,-4 73 0,0-107 0,-1-1 0,1 0 0,-1 0 0,0 1 0,0-1 0,-1 0 0,1 0 0,-1 0 0,0 0 0,0-1 0,0 1 0,0 0 0,-1-1 0,-5 6 0,4-5 0,-1 0 0,0 0 0,0-1 0,-1 1 0,1-1 0,-1 0 0,1-1 0,-1 0 0,-9 3 0,-5 1-1365,3-1-5461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24575,'-12'3'0,"-10"0"0,-3 0 0,0 0 0,2-1 0,2-1 0,2 0 0,2-1 0,1 0 0,2 0 0,2 2 0,1 1 0,-1 0 0,3-3 0,0-1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21 24575,'-30'-5'0,"-13"-1"0,-3-1 0,3 5 0,6 1 0,7 5 0,7 1 0,6-1-8191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24575,'35'0'0,"-1"1"0,0-2 0,56-8 0,-83 8 0,0 0 0,-1 0 0,1-1 0,0 0 0,0-1 0,-1 1 0,1-1 0,-1 0 0,0-1 0,0 0 0,0 0 0,-1 0 0,1 0 0,6-8 0,-4 4 0,-4 3 0,1 1 0,-1-1 0,0 0 0,0 0 0,4-8 0,-8 12 0,1 0 0,-1 0 0,1 0 0,-1 0 0,0 0 0,0 0 0,1 0 0,-1 0 0,0 0 0,0 0 0,0 0 0,0 0 0,0 0 0,0 0 0,-1 0 0,1 0 0,0-1 0,0 1 0,-1 0 0,1 0 0,-1 0 0,1 0 0,-1 1 0,1-1 0,-1 0 0,0 0 0,1 0 0,-1 0 0,0 0 0,0 1 0,1-1 0,-1 0 0,0 1 0,0-1 0,0 1 0,0-1 0,-1 0 0,-11-5 0,1 1 0,-1 0 0,0 1 0,-16-3 0,-27-9 0,51 14 0,0 1 0,0 0 0,1 0 0,-1 0 0,0 1 0,0 0 0,0 0 0,0 0 0,0 0 0,-8 2 0,-5 2 0,-25 10 0,43-14 0,-3 1 0,0 0 0,1 0 0,-1 1 0,1-1 0,-1 0 0,1 1 0,-1 0 0,1 0 0,0 0 0,0 0 0,0 0 0,0 0 0,0 0 0,0 0 0,1 1 0,-1-1 0,1 1 0,0-1 0,0 1 0,0 0 0,0 0 0,0-1 0,0 1 0,1 0 0,-1 0 0,1 0 0,0 5 0,0 0 0,1 0 0,0 0 0,0 0 0,1 0 0,0 0 0,0 0 0,1 0 0,5 12 0,1-1 0,-8-16 0,0 1 0,1 0 0,0-1 0,-1 1 0,1-1 0,1 1 0,-1-1 0,0 0 0,1 0 0,0 0 0,-1 0 0,1 0 0,4 2 0,9 5 0,0-1 0,0-1 0,1 0 0,0-1 0,1-1 0,-1 0 0,1-2 0,0 0 0,1-1 0,30 1 0,-3 3 18,-38-6-172,-1 1 1,1-1-1,0 0 0,0 0 1,0-1-1,0-1 0,-1 1 1,11-3-1,-8 0-6672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24575,'19'23'0,"-1"0"0,-1 1 0,25 44 0,-35-57 0,77 114 0,-1-4 0,-83-121 0,1 1 0,0 0 0,-1 0 0,1-1 0,-1 1 0,0 0 0,1 0 0,-1 0 0,1 0 0,-1 0 0,0 0 0,0-1 0,0 1 0,1 0 0,-1 0 0,0 0 0,0 0 0,0 0 0,0 0 0,-1 0 0,1 0 0,0 0 0,0 0 0,0 0 0,-1-1 0,1 1 0,0 0 0,-1 0 0,1 0 0,-1 0 0,0 0 0,-1 0 0,1 0 0,-1 0 0,1 0 0,-1-1 0,0 1 0,1-1 0,-1 1 0,0-1 0,1 0 0,-1 1 0,0-1 0,0 0 0,1 0 0,-1 0 0,0 0 0,1-1 0,-3 1 0,-12-4 0,0 1 0,0-2 0,1 0 0,-1-1 0,1-1 0,-16-9 0,20 10 0,0-2 0,0 1 0,0-1 0,1-1 0,0 0 0,1 0 0,0-1 0,-8-11 0,16 19 0,-1 0 0,1 0 0,0 0 0,-1 0 0,1 0 0,0-1 0,1 1 0,-1 0 0,0 0 0,1-1 0,-1 1 0,1-1 0,0 1 0,-1 0 0,1-1 0,0 1 0,1-3 0,0 3 0,-1 0 0,1 0 0,0 1 0,0-1 0,0 0 0,0 1 0,0-1 0,1 1 0,-1-1 0,0 1 0,1 0 0,-1-1 0,1 1 0,-1 0 0,1 0 0,-1 0 0,1 0 0,0 1 0,0-1 0,0 0 0,3 0 0,12-4 0,0 1 0,1 2 0,0-1 0,27 1 0,-3 0 0,-40 2-105,-1 0 0,1 0 0,-1-1 0,1 1 0,-1 0 0,0-1 0,1 1 0,-1-1 0,1 0 0,-1 1 0,0-1 0,3-2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24575,'5'-5'0,"2"1"0,-1 4 0,-1 3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58 189 24575,'-7'0'0,"1"1"0,-1 0 0,-8 1 0,14-2 0,0 0 0,0 1 0,0-1 0,0 0 0,0 0 0,0 1 0,0-1 0,0 1 0,0-1 0,0 1 0,0-1 0,0 1 0,0-1 0,1 1 0,-1 0 0,0-1 0,0 1 0,0 0 0,1 0 0,-1 0 0,1 0 0,-1 0 0,0 0 0,1-1 0,0 1 0,-1 0 0,0 2 0,2-1 0,-1-1 0,0 0 0,1 1 0,-1-1 0,1 0 0,0 0 0,-1 1 0,1-1 0,0 0 0,0 0 0,0 0 0,0 0 0,0 0 0,0 0 0,0 0 0,0 0 0,0 0 0,0-1 0,2 2 0,28 13 0,-26-13 0,22 9 0,0-1 0,0-1 0,1-2 0,0 0 0,1-2 0,29 1 0,-55-6 0,1 1 0,0-1 0,-1 0 0,1-1 0,0 1 0,-1-1 0,1 0 0,-1 0 0,1 0 0,3-1 0,-6 1 0,0 0 0,0 1 0,0-1 0,0 0 0,0 0 0,0 0 0,0 0 0,0 0 0,-1 0 0,1 0 0,0 0 0,-1 0 0,1 0 0,0 0 0,-1 0 0,1 0 0,-1 0 0,0-1 0,1 1 0,-1 0 0,0 0 0,0-1 0,0 1 0,0 0 0,0-1 0,0 1 0,0 0 0,0 0 0,0-1 0,-1 1 0,0-2 0,-1-4 0,1 4 0,1 1 0,-1-1 0,0 0 0,1 0 0,-1 1 0,1-1 0,0 0 0,0-2 0,0 4 0,1 1 0,-1-1 0,0 1 0,0-1 0,0 1 0,1-1 0,-1 1 0,0-1 0,0 1 0,1-1 0,-1 1 0,0 0 0,1-1 0,-1 1 0,1-1 0,-1 1 0,0 0 0,1 0 0,0-1 0,0 0 0,0 1 0,1 0 0,-1-1 0,0 1 0,1 0 0,-1 0 0,0 0 0,1 0 0,-1 0 0,0 0 0,2 0 0,15 4 0,0 0 0,26 10 0,21 5 0,-56-17 0,8 2 0,-1-1 0,1-1 0,17 0 0,-30-2 0,1 0 0,-1 0 0,0 0 0,0-1 0,0 0 0,1 0 0,-1 0 0,0 0 0,0-1 0,0 0 0,-1 0 0,1 0 0,0 0 0,-1 0 0,1-1 0,-1 1 0,4-5 0,-4 4 0,-1 0 0,0-1 0,0 1 0,-1-1 0,1 1 0,-1-1 0,0 1 0,0-1 0,0 0 0,0 1 0,0-1 0,-1 0 0,0 0 0,0 0 0,0 1 0,0-1 0,-1 0 0,1 0 0,-1 0 0,0 1 0,-2-7 0,-1-1 0,0 0 0,-1 1 0,0-1 0,-1 1 0,0 0 0,-8-9 0,7 10-170,0 1-1,-1 0 0,-1 1 1,1 0-1,-1 0 0,-1 0 1,-17-8-1,13 8-6655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24575,'0'0'0,"0"-1"0,-1 0 0,1 1 0,0-1 0,-1 0 0,1 1 0,0-1 0,-1 1 0,1-1 0,-1 1 0,1-1 0,-1 1 0,1-1 0,-1 1 0,0-1 0,1 1 0,-1 0 0,1-1 0,-1 1 0,0 0 0,1-1 0,-1 1 0,0 0 0,1 0 0,-1 0 0,0 0 0,-1 0 0,-22-3 0,21 3 0,-195-2 64,103 3-1493,72-1-5397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37 24575,'26'-8'0,"-6"1"0,1 1 0,0 1 0,0 1 0,33-3 0,-49 8 0,0-1 0,0 1 0,0-1 0,0 2 0,0-1 0,-1 0 0,1 1 0,0 0 0,-1 0 0,1 0 0,-1 1 0,1 0 0,-1-1 0,7 8 0,2 2 0,0 2 0,19 25 0,-12-13 0,-5-7 0,0 1 0,-1 0 0,12 26 0,-21-37 0,-1 0 0,0 0 0,-1 0 0,0 1 0,0 0 0,-1-1 0,-1 1 0,1 0 0,-2 0 0,1 17 0,-2-25 0,1 0 0,0 0 0,-1 0 0,1 0 0,-1 0 0,0 0 0,1 0 0,-1 0 0,0 0 0,0-1 0,0 1 0,-1 0 0,1 0 0,0-1 0,-1 1 0,1-1 0,-1 1 0,1-1 0,-1 0 0,0 0 0,1 0 0,-1 1 0,0-2 0,0 1 0,0 0 0,0 0 0,0-1 0,0 1 0,0-1 0,0 1 0,0-1 0,0 0 0,0 0 0,-3 0 0,-6 0 0,1-1 0,0 0 0,0 0 0,0-1 0,-18-6 0,-5-4 0,-1-1 0,2-1 0,0-2 0,0-2 0,-30-22 0,56 35 0,0 0 0,1 0 0,-1-1 0,1 1 0,1-1 0,-1 0 0,1 0 0,0-1 0,0 1 0,1-1 0,-4-8 0,6 11 0,0 1 0,0 0 0,1 0 0,-1-1 0,1 1 0,0-1 0,-1 1 0,1 0 0,1-1 0,-1 1 0,2-7 0,-1 8 0,-1-1 0,1 1 0,1 0 0,-1-1 0,0 1 0,1 0 0,-1 0 0,1 0 0,0 0 0,-1 0 0,1 0 0,0 1 0,0-1 0,0 0 0,0 1 0,1 0 0,2-2 0,0 1-151,1 0-1,-1 0 0,1 0 0,-1 1 1,1 0-1,0 0 0,0 1 1,5 0-1,3 0-6674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8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24575,'-2'0'0,"-2"2"0,-1 2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30 24575,'13'-3'0,"0"0"0,0 1 0,0 1 0,1-1 0,19 2 0,-27 1 0,0 0 0,-1 0 0,1 0 0,-1 0 0,1 1 0,-1 0 0,1 0 0,-1 0 0,0 1 0,0 0 0,0 0 0,-1 0 0,1 1 0,-1-1 0,6 7 0,-5-5 0,0 1 0,-1-1 0,0 1 0,0 1 0,0-1 0,0 0 0,-1 1 0,0 0 0,-1 0 0,3 8 0,-5-12 0,1 0 0,-1-1 0,0 1 0,1 0 0,-1 0 0,-1 0 0,1-1 0,0 1 0,-1 0 0,1-1 0,-1 1 0,0 0 0,1-1 0,-2 1 0,1-1 0,0 1 0,0-1 0,-1 1 0,1-1 0,-1 0 0,0 0 0,0 0 0,0 0 0,0 0 0,0 0 0,0 0 0,0-1 0,0 1 0,-5 1 0,1 0 0,0-1 0,0 0 0,0 0 0,0 0 0,-1-1 0,1 0 0,0 0 0,-1 0 0,1-1 0,-1 0 0,1-1 0,-1 1 0,-11-4 0,6 1 0,0 0 0,0-1 0,0 0 0,1-1 0,-1-1 0,-12-8 0,18 10 0,1 0 0,1 0 0,-1 0 0,1 0 0,-1-1 0,1 0 0,0 1 0,1-2 0,-1 1 0,1 0 0,0-1 0,-2-5 0,4 7 0,-1 0 0,1 0 0,0 0 0,0-1 0,0 1 0,1 0 0,0 0 0,-1 0 0,1-1 0,1 1 0,-1 0 0,1 0 0,0 0 0,-1-1 0,2 1 0,-1 0 0,0 0 0,4-6 0,-3 8-42,-1 0-1,1 0 0,0 0 1,-1 0-1,1 0 0,0 0 1,0 0-1,0 0 0,1 1 1,-1-1-1,0 1 0,1 0 1,-1 0-1,1 0 0,-1 0 1,1 0-1,-1 0 0,1 1 1,0-1-1,-1 1 0,1 0 1,0-1-1,-1 1 0,1 1 1,0-1-1,-1 0 0,1 1 1,0-1-1,-1 1 0,1 0 1,4 1-1,6 5-6783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41 24575,'0'0'0,"0"0"0,0 0 0,0 0 0,0-1 0,0 1 0,0 0 0,0 0 0,0 0 0,0 0 0,0 0 0,0 0 0,0 0 0,0 0 0,0 0 0,0 0 0,0 0 0,0 0 0,0-1 0,1 1 0,-1 0 0,0 0 0,0 0 0,0 0 0,0 0 0,0 0 0,0 0 0,0 0 0,0 0 0,0 0 0,0 0 0,0 0 0,0 0 0,1 0 0,-1 0 0,0 0 0,0 0 0,0 0 0,0 0 0,0 0 0,0 0 0,0 0 0,0 0 0,0 0 0,0 0 0,0 0 0,1 0 0,-1 0 0,0 0 0,0 0 0,0 0 0,0 0 0,0 0 0,0 1 0,0-1 0,0 0 0,0 0 0,0 0 0,0 0 0,8 6 0,6 9 0,38 66 0,-50-80 0,-1 1 0,0 0 0,0-1 0,0 1 0,-1 0 0,1 0 0,0-1 0,-1 1 0,1 0 0,-1 0 0,1 0 0,-1 0 0,0 0 0,0 0 0,0 0 0,0 0 0,0 0 0,0 0 0,-1 0 0,1-1 0,-1 1 0,1 0 0,-1 0 0,0 0 0,1 0 0,-3 3 0,1-3 0,0 0 0,0 0 0,-1 0 0,1 0 0,0 0 0,-1-1 0,1 1 0,-1-1 0,1 0 0,-1 1 0,0-1 0,0 0 0,1-1 0,-1 1 0,0 0 0,0-1 0,-4 1 0,-4 0 0,-1-1 0,1 0 0,0-1 0,-1 0 0,1-1 0,0 0 0,0-1 0,0 0 0,-12-5 0,20 7 0,-1-1 0,1 0 0,0 1 0,0-1 0,-1 0 0,1 0 0,1-1 0,-1 1 0,0-1 0,1 0 0,-1 1 0,1-1 0,0 0 0,0 0 0,0 0 0,0-1 0,0 1 0,1 0 0,-1-1 0,1 1 0,0-1 0,0 0 0,1 1 0,-1-1 0,1 0 0,-1 1 0,1-1 0,0 0 0,1 1 0,-1-1 0,2-5 0,-1 3 11,1 0 0,0 0 0,0 1 0,1-1 0,0 0 0,0 1-1,0-1 1,1 1 0,0 0 0,5-6 0,-6 8-98,0 0-1,-1 1 1,2-1 0,-1 0-1,0 1 1,0 0 0,1 0-1,-1 0 1,1 0-1,-1 0 1,1 1 0,0-1-1,0 1 1,0 0 0,0 1-1,8-2 1,0 3-6739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3517 46 24575,'-109'-1'0,"-118"2"0,138 6 0,-40 1 0,-249-17 0,123-7 0,-25 2 0,-121 7 0,247 8 0,-871-1 0,1004-1 0,-31-5 0,31 2 0,-29 0 0,14 4 0,1 1 0,-1 1 0,-50 12 0,50-7-43,-47 14-1279,69-16-5504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24575,'0'0'0,"0"1"0,0-1 0,0 0 0,0 1 0,0-1 0,0 0 0,0 1 0,0-1 0,1 0 0,-1 1 0,0-1 0,0 0 0,0 1 0,0-1 0,1 0 0,-1 0 0,0 1 0,0-1 0,0 0 0,1 0 0,-1 1 0,0-1 0,1 0 0,-1 0 0,0 0 0,0 1 0,1-1 0,-1 0 0,1 0 0,13 0 0,11-7 0,-24 7 0,32-11 0,52-9 0,-27 8 0,-54 11 0,0 0 0,0 0 0,-1-1 0,1 1 0,0-1 0,-1 0 0,1 0 0,-1 0 0,4-4 0,-6 6 0,0-1 0,-1 0 0,1 0 0,0 0 0,0 0 0,-1 0 0,1 0 0,-1 0 0,1 0 0,-1 0 0,1 0 0,-1 0 0,0 0 0,1 0 0,-1 0 0,0 0 0,0 0 0,0 0 0,0-1 0,0 1 0,0 0 0,0 0 0,0 0 0,-1 0 0,1 0 0,0 0 0,0 0 0,-1 0 0,1-1 0,-1 1 0,1 0 0,-1 0 0,0 1 0,1-1 0,-2-2 0,-2-1 0,0 1 0,0-1 0,0 1 0,0 0 0,0 0 0,-1 0 0,1 0 0,-1 1 0,0 0 0,1 0 0,-1 0 0,-10-2 0,-1 1 0,1 0 0,-1 1 0,-17 0 0,30 2 0,-1 0 0,1 0 0,-1 0 0,1 1 0,-1-1 0,1 1 0,0 0 0,-1 0 0,1 0 0,0 1 0,0-1 0,0 1 0,0 0 0,0 0 0,0 0 0,0 0 0,0 0 0,1 0 0,-1 1 0,1-1 0,0 1 0,0 0 0,0 0 0,0 0 0,0 0 0,1 0 0,-1 0 0,-1 7 0,1-5 0,1 0 0,0 1 0,0-1 0,0 0 0,1 1 0,0-1 0,0 1 0,0-1 0,1 1 0,-1-1 0,1 0 0,1 1 0,-1-1 0,1 0 0,0 0 0,0 0 0,0 0 0,4 5 0,1-1 0,0 0 0,0 0 0,1-1 0,0-1 0,1 1 0,0-1 0,0-1 0,0 0 0,1 0 0,-1 0 0,14 4 0,12 3 0,72 18 0,-94-28 0,-4 0-170,0-1-1,0 0 0,0-1 1,0 0-1,0 0 0,1-1 1,16-2-1,-14-1-6655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24575,'3'12'0,"0"0"0,1-1 0,7 18 0,26 52 0,-10-28 0,3-2 0,63 83 0,-91-130 0,1-1 0,-1 1 0,0-1 0,0 1 0,0 0 0,1 4 0,-2-8 0,-1 1 0,0-1 0,0 0 0,0 1 0,0-1 0,0 1 0,0-1 0,0 1 0,0-1 0,0 0 0,0 1 0,0-1 0,0 1 0,0-1 0,0 1 0,0-1 0,-1 0 0,1 1 0,0-1 0,0 0 0,0 1 0,-1-1 0,1 1 0,0-1 0,-1 1 0,0-1 0,0 1 0,0-1 0,0 0 0,0 0 0,0 1 0,0-1 0,0 0 0,0 0 0,0 0 0,0 0 0,0 0 0,0 0 0,0 0 0,0 0 0,-2-1 0,-19-5 0,1 0 0,0-2 0,0 0 0,1-2 0,-24-14 0,39 21 0,-1-1 0,1 0 0,0 0 0,0 0 0,0 0 0,-8-11 0,12 14 0,0 0 0,0 0 0,0 0 0,0-1 0,0 1 0,1 0 0,-1 0 0,0-1 0,1 1 0,-1-1 0,1 1 0,0 0 0,-1-1 0,1 1 0,0-1 0,0 1 0,0-1 0,0 1 0,0-1 0,0 1 0,0-1 0,1 1 0,-1-1 0,1 1 0,-1 0 0,1-1 0,-1 1 0,1 0 0,0-1 0,-1 1 0,1 0 0,0 0 0,0-1 0,0 1 0,0 0 0,2-1 0,1-1-273,-1 0 0,1 1 0,0 0 0,7-3 0,2-1-6553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24575,'3'2'0,"3"4"0,0 3 0,2 3 0,0 1 0,-2 2 0,-1-3-8191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24 145 24575,'-1'-1'0,"1"1"0,-1 0 0,1-1 0,-1 1 0,1 0 0,-1 0 0,1-1 0,-1 1 0,1 0 0,-1 0 0,0 0 0,1 0 0,-1-1 0,1 1 0,-1 0 0,0 0 0,1 0 0,-1 0 0,1 1 0,-1-1 0,1 0 0,-1 0 0,0 0 0,1 0 0,-1 0 0,1 1 0,-1-1 0,1 0 0,-1 1 0,1-1 0,-1 0 0,1 1 0,-1-1 0,1 1 0,0-1 0,-1 0 0,1 1 0,-1-1 0,1 1 0,0-1 0,0 1 0,-1-1 0,1 1 0,0-1 0,0 1 0,0 0 0,-1-1 0,1 1 0,0 2 0,0-1 0,-1 0 0,1 0 0,0 0 0,1 0 0,-1 0 0,0 0 0,0 1 0,1-1 0,0 0 0,-1 0 0,2 3 0,5 5 0,0 0 0,0-1 0,0 0 0,1-1 0,1 1 0,-1-1 0,1-1 0,1 0 0,-1 0 0,1-1 0,1 0 0,-1 0 0,1-2 0,0 1 0,13 3 0,-21-7 0,0 0 0,-1-1 0,1 1 0,0-1 0,0 0 0,-1 0 0,1 0 0,0 0 0,0 0 0,0-1 0,-1 1 0,1-1 0,0 1 0,-1-1 0,1 0 0,0 0 0,-1-1 0,1 1 0,-1 0 0,0-1 0,1 1 0,-1-1 0,0 0 0,0 0 0,0 0 0,0 0 0,0 0 0,-1 0 0,1-1 0,-1 1 0,1 0 0,-1-1 0,0 1 0,0-1 0,0 0 0,0 1 0,0-1 0,-1 0 0,1 0 0,-1 1 0,0-1 0,0 0 0,0 0 0,0 0 0,0 1 0,0-1 0,-1 0 0,-1-4 0,-1-3 0,2 4 0,10 11 0,9 8 0,0-2 0,31 16 0,-40-24 0,-1 0 0,0 0 0,1-1 0,-1 0 0,1 0 0,0-1 0,0 0 0,-1 0 0,13-2 0,-19 1 0,1 0 0,0 0 0,-1-1 0,1 1 0,0-1 0,-1 0 0,1 0 0,0 1 0,-1-2 0,0 1 0,1 0 0,-1 0 0,0-1 0,1 0 0,-1 1 0,0-1 0,0 0 0,0 0 0,0 0 0,-1 0 0,1 0 0,2-5 0,-2 2 0,0-1 0,0 0 0,0 0 0,-1 0 0,0 0 0,0 0 0,0 0 0,-1 0 0,0-7 0,0-3 30,-1 0 0,-1-1 0,-6-29 0,6 40-129,0 1 0,1-1 0,-2 1 0,1 0 0,-1 0 0,1 0 0,-1 0 0,-1 0 0,1 0 0,-1 1 0,0-1 0,0 1 0,0 0 0,-7-5 0,0 2-6727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7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24575,'-21'0'0,"-11"1"0,1-2 0,-49-8 0,62 7-170,1 0-1,0 0 0,-1 2 1,1 0-1,-1 1 0,1 1 1,-23 4-1,28-3-6655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57 24575,'6'-5'0,"5"-4"0,1 1 0,0 0 0,21-10 0,-29 16 0,0 1 0,0 0 0,0-1 0,1 1 0,-1 1 0,0-1 0,1 1 0,-1-1 0,0 1 0,1 0 0,-1 1 0,0-1 0,1 1 0,-1 0 0,0 0 0,6 2 0,2 2 0,-1 1 0,0 0 0,0 1 0,-1 0 0,0 1 0,13 12 0,-3-1 0,31 41 0,-49-58 0,10 14 0,14 23 0,-23-34 0,0 0 0,-1 0 0,0 1 0,0-1 0,0 0 0,0 1 0,-1-1 0,0 1 0,1 9 0,-3-13 0,1-1 0,0 1 0,0 0 0,-1 0 0,1-1 0,-1 1 0,1 0 0,-1-1 0,0 1 0,0-1 0,1 1 0,-1-1 0,0 1 0,-1-1 0,1 1 0,0-1 0,0 0 0,0 0 0,-1 0 0,1 1 0,-1-1 0,1-1 0,-1 1 0,1 0 0,-1 0 0,0 0 0,1-1 0,-1 1 0,0-1 0,-1 1 0,-7 1 0,0 0 0,0-1 0,-20 0 0,26-1 0,-28 0 0,0-1 0,1-2 0,-46-10 0,58 9 0,0-2 0,0 0 0,0-1 0,1-1 0,0-1 0,-29-19 0,42 25 0,0-1 0,1 0 0,-1-1 0,1 1 0,0-1 0,0 0 0,0 0 0,1 0 0,-1-1 0,1 1 0,0-1 0,1 1 0,0-1 0,-3-9 0,4 11 0,0 1 0,1-1 0,-1 0 0,1 0 0,0 0 0,0 0 0,0 0 0,1 0 0,-1 0 0,1 1 0,0-1 0,0 0 0,0 0 0,1 1 0,-1-1 0,1 0 0,0 1 0,0 0 0,0-1 0,0 1 0,1 0 0,-1 0 0,6-5 0,-2 4 15,0-1 0,0 1 0,0 0 0,0 0 0,1 1 0,-1 0 0,11-3 0,-12 4-129,-1 1 0,1 0-1,-1 0 1,1 1 0,0-1 0,0 1-1,-1 0 1,1 1 0,0-1 0,-1 1-1,1 0 1,6 2 0,-1 0-6712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24575,'2'3'0,"-1"0"0,-3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 24575,'-1'-1'0,"1"1"0,-1-1 0,1 0 0,-1 1 0,1-1 0,-1 1 0,0-1 0,1 1 0,-1 0 0,0-1 0,1 1 0,-1-1 0,0 1 0,1 0 0,-1 0 0,0-1 0,0 1 0,1 0 0,-1 0 0,0 0 0,0 0 0,1 0 0,-1 0 0,-1 0 0,1 1 0,0-1 0,0 1 0,1-1 0,-1 1 0,0-1 0,1 1 0,-1 0 0,1-1 0,-1 1 0,1 0 0,-1-1 0,1 1 0,0 0 0,-1 0 0,1-1 0,0 1 0,-1 0 0,1 1 0,-1 1 0,1-1 0,-1 0 0,1 0 0,0 0 0,0 1 0,0-1 0,0 0 0,0 0 0,1 0 0,-1 1 0,0-1 0,1 0 0,0 0 0,-1 0 0,1 0 0,0 0 0,2 3 0,-2-4 0,1 1 0,0-1 0,-1 0 0,1 0 0,0 0 0,0 0 0,0 0 0,0 0 0,0 0 0,0-1 0,0 1 0,0-1 0,3 1 0,31 0 0,-6 0 0,-19 1 0,0 1 0,0 0 0,-1 0 0,1 1 0,-1 1 0,0-1 0,0 2 0,10 7 0,-13-9 0,-1 1 0,0 0 0,0 0 0,-1 0 0,0 1 0,0 0 0,0 0 0,0 0 0,-1 1 0,0-1 0,0 1 0,4 11 0,-8-16 0,1 0 0,0 1 0,-1-1 0,1 1 0,-1-1 0,0 0 0,0 1 0,0-1 0,0 1 0,0-1 0,0 0 0,-1 1 0,1-1 0,-1 0 0,1 1 0,-1-1 0,0 0 0,0 0 0,0 1 0,-1-1 0,1 0 0,0 0 0,-1 0 0,1 0 0,-1-1 0,0 1 0,1 0 0,-1-1 0,0 1 0,0-1 0,0 0 0,0 1 0,-3 0 0,-2 1 0,-1 0 0,1 0 0,-1 0 0,1-1 0,-1-1 0,0 1 0,0-1 0,0 0 0,-8-1 0,1 0-227,-1-2-1,1 1 1,-1-2-1,1 0 1,-26-9-1,28 8-6598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24575,'27'-7'0,"18"-3"0,5 3 0,2 2 0,-3 5 0,-5 5 0,-4 2 0,-5 2 0,-5-1 0,-6-1 0,-4 0 0,-5-1-8191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24575,'30'102'0,"0"-6"0,58 125 0,-54-139 103,4 10-1571,-32-80-5358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77 24575,'-30'-10'0,"-15"-4"0,-5-1 0,4 2 0,4 2 0,4 4 0,7 3 0,6 2 0,4 1 0,4 1 0,1 1 0,2 2 0,3 3 0,3 4 0,4-1-8191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44 24575,'-30'-8'0,"-12"-3"0,-1 1 0,-57-4 0,98 13 0,0 1 0,0 0 0,0 0 0,0 0 0,0 0 0,0 1 0,0-1 0,1 0 0,-1 1 0,0-1 0,0 1 0,0 0 0,1 0 0,-1 0 0,0 0 0,-1 1 0,2-1 0,0 0 0,0 0 0,1 0 0,-1 0 0,0 1 0,1-1 0,-1 0 0,1 0 0,-1 1 0,1-1 0,-1 0 0,1 1 0,0-1 0,0 0 0,0 1 0,0-1 0,0 0 0,0 1 0,0-1 0,0 0 0,0 1 0,1-1 0,0 2 0,1 4 0,0 0 0,1-1 0,0 1 0,1-1 0,0 1 0,0-1 0,0 0 0,0 0 0,1-1 0,0 1 0,0-1 0,1 0 0,0 0 0,-1-1 0,11 6 0,-3-2 0,1-1 0,0 0 0,0-1 0,0 0 0,1-1 0,22 4 0,-20-6 0,32 1 0,-44-3 0,0-1 0,-1-1 0,1 1 0,0-1 0,0 1 0,-1-1 0,1-1 0,-1 1 0,1-1 0,-1 1 0,8-5 0,-11 4 0,1 1 0,0-1 0,0 0 0,-1 0 0,1 1 0,-1-1 0,0 0 0,1-1 0,-1 1 0,0 0 0,0 0 0,-1 0 0,1-1 0,0 1 0,-1 0 0,1-1 0,-1 1 0,0-1 0,0 1 0,0 0 0,0-1 0,0 1 0,0-1 0,-1 1 0,0-3 0,0-2 0,-1 0 0,0 0 0,-1 1 0,0-1 0,0 0 0,0 1 0,-5-7 0,-7-3 0,14 16 0,1 0 0,0 0 0,0 0 0,0 0 0,0 0 0,0 0 0,-1-1 0,1 1 0,0 0 0,0 0 0,0 0 0,0 0 0,-1 0 0,1 0 0,0 0 0,0 0 0,0 0 0,0 0 0,-1 0 0,1 0 0,0 0 0,0 0 0,0 0 0,-1 0 0,1 0 0,0 0 0,0 0 0,0 0 0,0 0 0,-1 0 0,1 0 0,0 1 0,0-1 0,1 12 0,4 0-116,0 1 0,1-1 0,0 0 0,10 13 0,-10-16-669,1 1-6041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24575,'35'17'0,"1"1"0,42 26 0,-66-36 0,24 11 0,-33-17 0,0 0 0,0-1 0,1 0 0,-1 0 0,1 0 0,-1 0 0,1-1 0,-1 1 0,1-1 0,-1 0 0,1 0 0,-1 0 0,5-1 0,-7 1 0,0-1 0,1 0 0,-1 0 0,0 0 0,0 1 0,1-1 0,-1 0 0,0-1 0,0 1 0,0 0 0,0 0 0,0 0 0,-1-1 0,1 1 0,0 0 0,-1-1 0,1 1 0,0-1 0,-1 1 0,0 0 0,1-1 0,-1 1 0,0-1 0,0 0 0,0 1 0,0-1 0,0 1 0,0-3 0,0-3 0,-1 0 0,0-1 0,0 1 0,-3-10 0,1 5 0,3 12 0,0 0 0,0 0 0,0 0 0,0 0 0,0-1 0,0 1 0,1 0 0,-1 0 0,0 0 0,0 0 0,0 0 0,0 0 0,0 0 0,0 0 0,0-1 0,0 1 0,0 0 0,0 0 0,0 0 0,0 0 0,0 0 0,0 0 0,0 0 0,1 0 0,-1 0 0,0 0 0,0 0 0,0 0 0,0-1 0,0 1 0,0 0 0,0 0 0,0 0 0,1 0 0,-1 0 0,0 0 0,0 0 0,0 0 0,0 0 0,0 0 0,0 0 0,0 0 0,1 0 0,16 12 0,79 54 130,-28-21-1625,-55-35-5331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 24575,'-30'0'0,"-12"0"0,-3 0 0,6 0 0,3 0 0,5 0 0,6 0 0,5 0 0,0 2 0,1 2 0,4-1-8191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24575,'17'30'0,"9"16"0,2 1 0,-3-4 0,-7-7 0,-5-10-8191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77 24575,'5'-2'0,"-1"0"0,0-1 0,0 0 0,0 0 0,6-5 0,-10 7 0,1 1 0,0-1 0,-1 1 0,1-1 0,-1 1 0,1-1 0,-1 0 0,0 1 0,1-1 0,-1 0 0,1 1 0,-1-1 0,0 0 0,0 1 0,1-1 0,-1 0 0,0 0 0,0 1 0,0-1 0,0 0 0,0 0 0,0 1 0,0-1 0,0 0 0,0 0 0,0 1 0,0-1 0,-1 0 0,1 0 0,0 1 0,0-1 0,-1 0 0,1 1 0,0-1 0,-1 0 0,1 1 0,-1-1 0,1 1 0,-1-1 0,1 1 0,-1-1 0,0 1 0,1-1 0,-2 0 0,-4-3 0,0 1 0,-1 0 0,1 0 0,-1 1 0,0-1 0,0 1 0,1 1 0,-1 0 0,-11-1 0,-9 0 0,-32 4 0,15-1 0,11-2 0,22 0 0,-1 1 0,1 0 0,0 0 0,0 1 0,-17 3 0,25-3 0,1 0 0,0 0 0,-1-1 0,1 1 0,0 1 0,0-1 0,0 0 0,0 0 0,0 1 0,0-1 0,0 1 0,0 0 0,1 0 0,-1-1 0,0 1 0,1 0 0,0 0 0,-1 1 0,1-1 0,0 0 0,0 0 0,0 0 0,1 1 0,-1-1 0,0 0 0,0 5 0,1-4 0,0 0 0,1 0 0,-1 0 0,0 0 0,1 0 0,0 0 0,0 0 0,0-1 0,0 1 0,0 0 0,0 0 0,1-1 0,-1 1 0,1 0 0,0-1 0,0 0 0,0 1 0,0-1 0,0 0 0,0 0 0,3 2 0,13 7 0,-1 1 0,2-2 0,19 8 0,62 22 0,-56-24 0,-19-7 0,33 14 0,-51-20 0,-1 1 0,1-1 0,-1 1 0,0 0 0,-1 1 0,7 5 0,-11-10 0,0 1 0,0 0 0,0 0 0,0 0 0,-1 0 0,1 0 0,0 1 0,0-1 0,-1 0 0,1 0 0,-1 0 0,1 1 0,-1-1 0,0 0 0,1 0 0,-1 1 0,0-1 0,0 2 0,0-2 0,0 0 0,-1 0 0,1 0 0,0 0 0,-1 0 0,1 0 0,-1 0 0,1 0 0,-1 0 0,0 0 0,1-1 0,-1 1 0,0 0 0,1 0 0,-1-1 0,0 1 0,0-1 0,-1 2 0,-3 0 0,-1 1 0,1-1 0,0-1 0,-1 1 0,1-1 0,-1 1 0,-7-1 0,-12 0 0,-1-2 0,1-1 0,-1 0 0,-40-11 0,6 2 0,51 9-455,1 1 0,-16-6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24575,'-5'0'0,"-2"2"0,1 4 0,3 1 0,3 1 0,3 5 0,4 2 0,4 1 0,1 1 0,3 0 0,0-1 0,0-3 0,-2-1 0,-1-2 0,-2-1 0,-1-2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24575,'10'2'0,"4"4"0,-2 3 0,-1 3 0,-1 1 0,-3-1-8191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24575,'9'24'0,"2"0"0,14 22 0,-21-39 0,1 0 0,-1 0 0,2 0 0,-1-1 0,1 0 0,0 0 0,0-1 0,0 1 0,1-1 0,11 6 0,-17-10 0,1-1 0,0 1 0,0 0 0,-1 0 0,1-1 0,0 1 0,0-1 0,0 1 0,0-1 0,0 0 0,0 0 0,0 0 0,0 0 0,-1 0 0,1 0 0,0-1 0,0 1 0,0 0 0,3-2 0,-3 1 0,-1 0 0,1 0 0,-1-1 0,0 1 0,1 0 0,-1 0 0,0-1 0,0 1 0,0-1 0,0 1 0,0-1 0,0 0 0,0 1 0,-1-1 0,1 0 0,-1 1 0,1-1 0,-1 0 0,1 0 0,-1 1 0,0-3 0,1-9 0,-1 0 0,-1 0 0,0 1 0,-4-17 0,1 3 0,4 25 0,0 0 0,0 0 0,0 0 0,0 0 0,0-1 0,0 1 0,0 0 0,0 0 0,0 0 0,0 0 0,0 0 0,1 0 0,-1 0 0,0 0 0,1 0 0,-1 0 0,1 0 0,1-2 0,-2 2 0,1 1 0,0-1 0,-1 1 0,1-1 0,0 1 0,0 0 0,0-1 0,-1 1 0,1 0 0,0 0 0,0 0 0,0-1 0,0 1 0,-1 0 0,1 0 0,0 0 0,0 0 0,0 1 0,1-1 0,4 2 0,1 0 0,0 0 0,-1 0 0,12 7 0,-10-5 0,165 92-103,-120-63-1159,-43-28-5564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24575,'51'59'0,"-39"-44"0,1 0 0,1-1 0,-1 0 0,2-1 0,21 15 0,-28-23 0,1 0 0,0 0 0,0-1 0,0 0 0,1-1 0,-1 0 0,14 3 0,-21-6 0,0 1 0,1-1 0,-1 0 0,0 0 0,1 0 0,-1 0 0,1 0 0,-1 0 0,1-1 0,-1 1 0,0-1 0,1 1 0,-1-1 0,0 0 0,0 0 0,0 0 0,1 0 0,-1-1 0,0 1 0,0-1 0,-1 1 0,1-1 0,0 1 0,0-1 0,-1 0 0,1 0 0,-1 0 0,0 0 0,1 0 0,-1 0 0,0 0 0,0-1 0,0 1 0,-1 0 0,2-4 0,0-3 0,-1 0 0,0 0 0,0 1 0,-1-1 0,0 0 0,-1 0 0,-2-16 0,2 25 0,1 0 0,0 0 0,0 0 0,0 0 0,0 0 0,0-1 0,0 1 0,0 0 0,0 0 0,0 0 0,0 0 0,0-1 0,0 1 0,0 0 0,0 0 0,0 0 0,0 0 0,0-1 0,0 1 0,0 0 0,0 0 0,0 0 0,0 0 0,0 0 0,0-1 0,0 1 0,0 0 0,1 0 0,-1 0 0,0 0 0,0 0 0,0-1 0,0 1 0,0 0 0,0 0 0,1 0 0,-1 0 0,0 0 0,0 0 0,0 0 0,8 3 0,10 11 0,-16-13 0,18 17 0,-2-2 0,31 21 0,-42-32 0,1-1 0,-1 0 0,1 0 0,0-1 0,1 0 0,-1-1 0,17 4 0,-17-5 0,0 0 0,-1-1 0,1 0 0,0 0 0,0-1 0,0 0 0,0 0 0,-1-1 0,1 0 0,-1 0 0,1-1 0,-1 0 0,8-4 0,-11 5 0,0-1 0,1 0 0,-1 0 0,0-1 0,0 1 0,-1-1 0,1 0 0,-1 0 0,0 0 0,0 0 0,0 0 0,0-1 0,-1 1 0,0-1 0,0 0 0,0 0 0,-1 0 0,1 0 0,-1 0 0,1-8 0,-2 6 7,0 0 0,0 1 0,-1-1 0,0 1 0,0-1 1,-1 1-1,1-1 0,-1 1 0,-1 0 0,1 0 0,-1 0 0,0 0 0,-1 0 0,1 1 0,-1-1 0,-8-8 0,-3-1-378,0 0-1,-1 0 1,-32-20 0,34 25-6455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2419 1 24575,'0'0'0,"1"1"0,-1-1 0,0 1 0,1-1 0,-1 1 0,0-1 0,0 1 0,1 0 0,-1-1 0,0 1 0,0-1 0,0 1 0,0-1 0,0 1 0,0 0 0,0-1 0,0 1 0,0-1 0,0 1 0,0-1 0,0 1 0,-1 0 0,1-1 0,0 1 0,0-1 0,-1 1 0,1-1 0,0 1 0,-1-1 0,1 1 0,0-1 0,-1 0 0,1 1 0,0-1 0,-1 1 0,1-1 0,-1 0 0,1 1 0,-1-1 0,1 0 0,-1 0 0,0 1 0,-24 12 0,6-9 0,-1 0 0,0-1 0,0-1 0,-21 0 0,-7 0 0,-430 7 0,311-10 0,-259-17 0,241 7 0,96 6 0,-210-6 0,279 11 0,-78 0 0,-130 17 0,176-10-84,-109 20-1197,144-23-5545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24575,'-18'0'0,"0"1"0,1 0 0,0 1 0,-23 6 0,36-7 0,-1 1 0,0-1 0,1 1 0,-1 0 0,1 0 0,0 0 0,0 0 0,-1 1 0,1 0 0,1 0 0,-1 0 0,0 0 0,1 1 0,0-1 0,0 1 0,0 0 0,0 0 0,0 0 0,1 0 0,-3 7 0,3-7 0,1 1 0,-1 0 0,1 0 0,1-1 0,-1 1 0,1 0 0,0 0 0,0 0 0,0 0 0,1 0 0,-1 0 0,1 0 0,0-1 0,1 1 0,-1 0 0,1 0 0,0-1 0,0 0 0,1 1 0,-1-1 0,1 0 0,4 5 0,-1-2 0,1 0 0,0 0 0,1-1 0,-1 1 0,1-2 0,1 1 0,-1-1 0,1-1 0,-1 0 0,13 5 0,-5-4-341,1 0 0,-1-1-1,33 4 1,-34-6-6485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33 100 24575,'1'6'0,"1"0"0,-1 0 0,1 0 0,1-1 0,-1 1 0,1-1 0,0 1 0,0-1 0,0 0 0,1 0 0,0 0 0,0-1 0,0 0 0,1 1 0,5 3 0,-3-3 0,-1-1 0,1 0 0,1-1 0,-1 1 0,0-2 0,1 1 0,-1-1 0,1 0 0,0 0 0,0-1 0,10 0 0,-9 0 0,1 0 0,-1 0 0,1-1 0,0 0 0,0-1 0,0 0 0,-1 0 0,1-1 0,11-3 0,-19 4 0,-1 1 0,0-1 0,0 0 0,0 1 0,0-1 0,0 0 0,1 1 0,-1-1 0,0 0 0,-1 0 0,1 0 0,0 0 0,0 0 0,0 0 0,-1 0 0,1 0 0,0-1 0,-1 1 0,1 0 0,-1 0 0,1-2 0,-1 1 0,0 0 0,0 0 0,0 0 0,0 0 0,0 0 0,0 0 0,-1 0 0,1 0 0,-1 1 0,0-1 0,1 0 0,-3-3 0,-1-1 0,0-1 0,0 1 0,-1 0 0,0 0 0,0 0 0,-7-5 0,-5-4 0,-1 2 0,0 0 0,-1 1 0,-1 0 0,0 2 0,0 0 0,-1 2 0,-31-10 0,49 17 0,0 1 0,1-1 0,-1 1 0,1-1 0,-1 1 0,0 0 0,1 0 0,-1 0 0,0 0 0,1 0 0,-1 1 0,0-1 0,-4 2 0,6-1 0,-1 0 0,1 0 0,0 0 0,-1 0 0,1 0 0,0 1 0,0-1 0,-1 0 0,1 0 0,0 1 0,0-1 0,1 1 0,-1-1 0,0 1 0,0-1 0,1 1 0,-1 0 0,1-1 0,-1 1 0,1 0 0,0-1 0,-1 3 0,0 11-1365,1-2-5461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24575,'-9'3'0,"0"0"0,1 1 0,-1 0 0,1 0 0,-14 9 0,21-12 0,-1 0 0,1 1 0,-1-1 0,1 0 0,0 1 0,-1-1 0,1 0 0,0 1 0,0-1 0,0 1 0,0 0 0,1-1 0,-1 1 0,0 0 0,1-1 0,-1 1 0,1 0 0,-1 0 0,1 0 0,0 0 0,0-1 0,0 1 0,0 0 0,0 0 0,0 0 0,0 0 0,1-1 0,-1 1 0,1 0 0,-1 0 0,1-1 0,0 1 0,0 0 0,0-1 0,1 3 0,3 3 0,-1-1 0,1 0 0,1 0 0,-1 0 0,1-1 0,0 1 0,0-2 0,10 8 0,9 2 0,27 12 0,-7-4 0,-43-21 0,0 0 0,-1 0 0,1 0 0,0 0 0,-1 1 0,1-1 0,2 3 0,-4-4 0,0 1 0,0-1 0,0 0 0,1 0 0,-1 0 0,0 0 0,0 1 0,0-1 0,0 0 0,0 0 0,0 1 0,0-1 0,0 0 0,0 0 0,0 0 0,0 1 0,0-1 0,0 0 0,0 0 0,0 1 0,0-1 0,0 0 0,0 0 0,0 0 0,0 1 0,0-1 0,-1 0 0,-9 5 0,-8-3 0,0 0 0,0-1 0,0-1 0,-18-3 0,17 2 0,1 0 0,-1 1 0,-34 4 0,49-3-227,1 0-1,-1 0 1,1 0-1,-1 0 1,-4 3-1,-1 2-6598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24575,'0'1'0,"0"1"0,1-1 0,-1 1 0,1-1 0,-1 1 0,1-1 0,-1 1 0,1-1 0,0 1 0,0-1 0,0 0 0,0 1 0,1 0 0,18 18 0,-10-10 0,-4-4 0,0 0 0,1-1 0,-1 0 0,1 0 0,0-1 0,1 1 0,8 2 0,-12-5 0,0 0 0,1 0 0,-1-1 0,1 0 0,0 0 0,-1 0 0,1-1 0,0 1 0,0-1 0,-1 0 0,1 0 0,0-1 0,0 0 0,4-1 0,-7 2 0,0-1 0,0 0 0,0 0 0,0 0 0,0-1 0,0 1 0,-1 0 0,1-1 0,0 1 0,2-4 0,0 0 0,-3 5 0,0 0 0,0 0 0,0 0 0,-1 0 0,1 0 0,0 1 0,0-1 0,0 0 0,-1 0 0,1 0 0,0 1 0,0-1 0,-1 0 0,1 1 0,0-1 0,-1 1 0,1-1 0,0 1 0,-1-1 0,1 1 0,-1-1 0,1 1 0,0 0 0,4 3 0,1 0 0,1 0 0,0-1 0,0 0 0,0 0 0,0-1 0,0 0 0,0 0 0,1-1 0,-1 0 0,1 0 0,-1 0 0,1-1 0,-1 0 0,1-1 0,13-2 0,-15 2 0,-1-1 0,0 0 0,1 1 0,-1-2 0,0 1 0,0 0 0,0-1 0,-1 0 0,1 0 0,0-1 0,-1 1 0,0-1 0,0 0 0,0 0 0,-1 0 0,1-1 0,-1 1 0,0-1 0,0 0 0,-1 0 0,1 0 0,1-6 0,-3 8-5,0-1-1,0 1 0,-1-1 0,1 1 1,-1 0-1,0-1 0,0 1 0,0-1 1,-1 1-1,1-1 0,-1 1 0,1-1 1,-3-5-1,0 4 31,1-1 0,-1 1 0,0 0 0,0 0 0,-1 0 0,1 0 0,-7-7 0,3 6-174,0-1 1,-1 1-1,0 0 1,1 1-1,-2-1 1,1 2-1,-1-1 1,1 1-1,-17-5 1,12 6-6678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43 24575,'-30'-10'0,"-13"-3"0,-1 2 0,4 5 0,7 4 0,6 6 0,7 2-8191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31 24575,'6'0'0,"0"1"0,0 0 0,-1 0 0,1 0 0,-1 1 0,1-1 0,-1 1 0,1 0 0,-1 1 0,0 0 0,0 0 0,0 0 0,-1 0 0,1 0 0,6 7 0,3 5 0,0 1 0,22 33 0,-32-43 0,19 33 0,-22-37 0,0 1 0,1-1 0,-1 1 0,-1-1 0,1 1 0,0 0 0,-1-1 0,1 1 0,-1 0 0,0 0 0,0 0 0,0-1 0,0 6 0,-1-7 0,0 0 0,1 0 0,-1 0 0,0 0 0,1 0 0,-1 0 0,0 0 0,0 0 0,0-1 0,0 1 0,0 0 0,0 0 0,0-1 0,0 1 0,0-1 0,0 1 0,0-1 0,0 1 0,0-1 0,0 1 0,-1-1 0,-1 0 0,-30 2 0,27-2 0,-13-1 0,0-1 0,0 0 0,1-2 0,-1 0 0,1-1 0,0-1 0,0 0 0,0-2 0,-31-18 0,45 24 0,0-1 0,0 1 0,1-1 0,-1 0 0,0 0 0,1-1 0,0 1 0,0-1 0,0 0 0,0 1 0,1-1 0,-1-1 0,1 1 0,0 0 0,0 0 0,-1-6 0,2 6 0,1 1 0,-1-1 0,1 1 0,-1 0 0,1-1 0,1 1 0,-1-1 0,0 1 0,1-1 0,-1 1 0,1 0 0,0-1 0,0 1 0,1 0 0,-1 0 0,1 0 0,-1 0 0,1 0 0,0 0 0,0 0 0,0 1 0,4-5 0,0 2-114,0 0 1,0 0-1,0 1 0,1 0 0,-1 0 1,1 1-1,0-1 0,0 1 0,0 1 1,0 0-1,10-2 0,-4 2-6712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24575,'0'3'0,"0"3"0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62 24575,'11'-8'0,"2"-2"0,1 0 0,18-8 0,-29 16 0,1 0 0,-1 1 0,0 0 0,1-1 0,-1 1 0,1 1 0,-1-1 0,1 0 0,-1 1 0,1 0 0,-1-1 0,1 1 0,0 1 0,-1-1 0,1 1 0,4 0 0,-5 1 0,0 0 0,-1-1 0,1 1 0,-1 0 0,1 0 0,-1 0 0,0 1 0,0-1 0,0 0 0,0 1 0,0-1 0,0 1 0,-1 0 0,1 0 0,-1 0 0,0-1 0,0 1 0,1 5 0,0-3 0,-1 0 0,0 1 0,0-1 0,0 1 0,-1-1 0,0 1 0,0-1 0,0 1 0,-3 9 0,3-12 0,-1 0 0,0 0 0,0 0 0,-1 0 0,1 0 0,0-1 0,-1 1 0,0-1 0,0 1 0,0-1 0,0 1 0,0-1 0,0 0 0,0 0 0,-1 0 0,1 0 0,-3 1 0,0-1 0,1 0 0,0-1 0,-1 1 0,1-1 0,0 0 0,-1 0 0,0 0 0,1-1 0,-1 0 0,-6 0 0,-2-1 0,1-1 0,-1 0 0,0-1 0,1-1 0,0 0 0,0 0 0,-14-8 0,16 7 0,-4-2 0,1 0 0,-22-16 0,32 21 0,1 1 0,0-1 0,0 0 0,0 0 0,0 0 0,0 0 0,0 0 0,1-1 0,-1 1 0,0 0 0,1-1 0,0 1 0,0-1 0,0 0 0,0 1 0,0-1 0,0 0 0,1 0 0,-1 1 0,1-1 0,0-5 0,0 6 5,1 0 0,-1 0 0,1 0-1,0 0 1,-1 0 0,1 0 0,0 0 0,1 0-1,-1 0 1,0 0 0,0 0 0,1 0 0,-1 1-1,1-1 1,-1 1 0,1-1 0,0 1-1,0 0 1,0 0 0,-1-1 0,1 1 0,0 0-1,0 1 1,5-2 0,-2 0-140,0 1 0,0 0 0,0 0 0,0 1 0,0-1 0,0 1 0,0 0 0,0 1 0,0-1 0,5 2 0,3 2-6691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24575,'1'16'0,"1"0"0,0 0 0,2 0 0,0 0 0,6 16 0,5 19 0,-14-49 0,-1 0 0,1 0 0,-1-1 0,0 1 0,0 0 0,0 0 0,0-1 0,0 1 0,0 0 0,0 0 0,0-1 0,-1 1 0,1 0 0,-1 0 0,1-1 0,-1 1 0,-1 3 0,1-4 0,0 0 0,0-1 0,0 1 0,-1 0 0,1 0 0,0 0 0,0-1 0,0 1 0,-1 0 0,1-1 0,0 1 0,-1-1 0,1 0 0,0 1 0,-1-1 0,1 0 0,0 0 0,-1 0 0,1 0 0,-1 0 0,1 0 0,0 0 0,-3-1 0,-9-2 0,-1-1 0,1 0 0,0 0 0,1-2 0,-1 0 0,1 0 0,0-1 0,0 0 0,1-1 0,-15-13 0,23 18 0,1 1 0,0 0 0,-1-1 0,1 1 0,0-1 0,1 0 0,-1 0 0,0 0 0,1 0 0,-1 0 0,1 0 0,0 0 0,-1-6 0,2 7 0,0 0 0,0 1 0,0-1 0,0 0 0,0 0 0,1 0 0,-1 1 0,1-1 0,-1 0 0,1 0 0,0 1 0,-1-1 0,1 1 0,0-1 0,0 0 0,0 1 0,0 0 0,1-1 0,-1 1 0,0 0 0,1-1 0,-1 1 0,0 0 0,1 0 0,-1 0 0,3-1 0,2 0-151,0-1-1,0 1 0,0 0 0,0 0 1,1 1-1,-1-1 0,0 2 1,11-1-1,0 0-6674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36 24575,'0'-2'0,"1"1"0,-1 0 0,0 0 0,1-1 0,-1 1 0,0-1 0,0 1 0,0 0 0,0-1 0,0 1 0,0 0 0,0-1 0,-1 1 0,1 0 0,0-1 0,-1 1 0,1 0 0,-1 0 0,0-1 0,1 1 0,-1 0 0,-1-1 0,2 1 0,-1 1 0,0-1 0,1 1 0,-1-1 0,0 1 0,0 0 0,1-1 0,-1 1 0,0 0 0,0 0 0,0-1 0,0 1 0,1 0 0,-1 0 0,0 0 0,0 0 0,0 0 0,0 0 0,1 0 0,-1 1 0,0-1 0,0 0 0,0 0 0,0 1 0,1-1 0,-1 0 0,0 1 0,0-1 0,1 1 0,-1-1 0,0 1 0,1-1 0,-1 1 0,1-1 0,-2 2 0,-6 7 0,1-1 0,0 1 0,1 0 0,0 1 0,0 0 0,1 0 0,-6 16 0,-7 12 0,1-6 0,1 0 0,-18 58 0,30-78 0,1 1 0,0-1 0,1 1 0,1-1 0,0 1 0,0 0 0,1-1 0,1 1 0,0 0 0,1-1 0,4 15 0,0-10-273,1 0 0,1 0 0,0-1 0,19 28 0,-17-30-6553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24575,'71'-40'0,"-61"36"0,0-1 0,1 2 0,0-1 0,-1 1 0,14-1 0,-18 3 0,1 2 0,-1-1 0,0 0 0,0 1 0,0 0 0,1 1 0,-1-1 0,0 1 0,-1 1 0,1-1 0,0 1 0,-1 0 0,1 0 0,8 7 0,6 6 0,0 0 0,20 24 0,-34-34 0,31 32 0,-2 1 0,-2 1 0,56 90 0,-77-108 0,-2 0 0,0 1 0,-1 0 0,8 32 0,-13-38 0,-1 0 0,-1 1 0,0-1 0,-2 1 0,0-1 0,-4 34 0,2-39-170,-1 1-1,-1-1 0,0-1 1,0 1-1,-1 0 0,-1-1 1,-7 12-1,0-4-6655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31 24575,'-57'0'0,"-68"-9"0,78 1 0,-59-5 0,137 17 0,44 11 0,-23-4 0,167 19 0,-247-34 0,-34-10 0,-30-6 0,43 15-682,-72 2-1,105 3-6143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27 24575,'-3'-3'0,"1"-1"0,-1 1 0,0 0 0,0 0 0,0 0 0,-4-2 0,7 4 0,-1 1 0,1 0 0,-1 0 0,1-1 0,-1 1 0,1 0 0,-1 0 0,1 0 0,-1 0 0,1 0 0,0 0 0,-1 0 0,1-1 0,-1 1 0,1 0 0,-1 1 0,1-1 0,-1 0 0,1 0 0,-1 0 0,1 0 0,-1 0 0,0 1 0,0-1 0,1 1 0,-1 0 0,0 0 0,1-1 0,-1 1 0,1 0 0,-1 0 0,1 0 0,-1 0 0,1 0 0,0 0 0,-1 0 0,1 0 0,0 0 0,0 0 0,-1 1 0,0 7 0,1 0 0,-1 0 0,1 0 0,1 0 0,2 16 0,14 46 0,-12-55 0,30 100-48,7 24 191,-36-115-508,-1 0 0,-2-1 0,1 48 0,-4-60-6461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62 24575,'-27'-8'0,"-15"-2"0,-5-2 0,3 1 0,4 2 0,7 3 0,5 3 0,6 1 0,4 1 0,5 4 0,2 1 0,3 2 0,3 3 0,2 2 0,5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56 24575,'-47'-17'0,"-1"3"0,-55-8 0,98 21 0,1 0 0,-1 1 0,1 0 0,-1 0 0,0 0 0,1 1 0,-1-1 0,-6 3 0,10-3 0,0 1 0,0-1 0,0 1 0,0-1 0,0 1 0,0-1 0,0 1 0,0 0 0,0 0 0,0-1 0,0 1 0,1 0 0,-1 0 0,0 0 0,1 0 0,-1 0 0,1 0 0,-1 0 0,1 0 0,-1 0 0,1 0 0,0 0 0,-1 1 0,1-1 0,0 0 0,0 0 0,0 0 0,0 0 0,0 1 0,0-1 0,0 0 0,0 0 0,1 0 0,-1 0 0,0 0 0,1 0 0,-1 0 0,1 2 0,2 5 0,1-1 0,-1 1 0,1-1 0,1 0 0,-1 0 0,1 0 0,0-1 0,10 10 0,5 3 0,27 20 0,-35-30 0,0-1 0,1 0 0,-1-1 0,1 0 0,1-1 0,0 0 0,-1-1 0,2-1 0,-1 0 0,0-1 0,26 2 0,-38-5 0,0 0 0,0 0 0,0 0 0,0 0 0,0 0 0,-1 0 0,1-1 0,0 1 0,0-1 0,0 1 0,0-1 0,-1 0 0,1 1 0,0-1 0,-1 0 0,1 0 0,-1 0 0,1-1 0,-1 1 0,1 0 0,-1-1 0,2-1 0,-2 1 0,0 0 0,0 0 0,-1 0 0,1 0 0,0 0 0,-1-1 0,1 1 0,-1 0 0,0 0 0,0-1 0,0 1 0,0 0 0,0 0 0,0-1 0,-1 1 0,1 0 0,-1 0 0,0-3 0,-2-4 0,-1 0 0,0 0 0,0 1 0,-1-1 0,0 1 0,0 0 0,-1 0 0,0 1 0,0 0 0,-1 0 0,0 0 0,0 1 0,-11-8 0,36 44 0,-6-13-273,1-1 0,1 0 0,0-1 0,16 14 0,-21-23-6553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24575,'1'0'0,"-1"1"0,0 0 0,1 0 0,-1 0 0,1 0 0,-1-1 0,1 1 0,-1 0 0,1 0 0,0-1 0,-1 1 0,1-1 0,0 1 0,0 0 0,1 0 0,16 10 0,-13-8 0,-5-3 0,9 5 0,-1 0 0,1-1 0,0 0 0,9 3 0,-16-7 0,0 1 0,0-1 0,0 1 0,0-1 0,0 0 0,0 0 0,0 0 0,0 0 0,0 0 0,0 0 0,3-2 0,-4 2 0,0-1 0,0 1 0,0-1 0,0 1 0,0-1 0,0 0 0,0 0 0,0 1 0,-1-1 0,1 0 0,0 0 0,0 0 0,-1 0 0,1 0 0,-1 0 0,1 0 0,-1 0 0,1 0 0,-1 0 0,1 0 0,-1-3 0,1 1 0,-1 0 0,0 0 0,0 0 0,0 0 0,0 0 0,-1 0 0,1 0 0,-1 0 0,0 0 0,-1-4 0,-3-11 0,5 18 0,0-1 0,0 1 0,0 0 0,0-1 0,0 1 0,0 0 0,0-1 0,0 1 0,0 0 0,0-1 0,0 1 0,0 0 0,0-1 0,0 1 0,0 0 0,0-1 0,0 1 0,0 0 0,0-1 0,1 1 0,-1 0 0,0-1 0,0 1 0,0 0 0,1 0 0,-1-1 0,0 1 0,0 0 0,1 0 0,-1 0 0,0-1 0,1 1 0,-1 0 0,0 0 0,0 0 0,1 0 0,-1-1 0,0 1 0,1 0 0,-1 0 0,0 0 0,1 0 0,-1 0 0,0 0 0,1 0 0,-1 0 0,0 0 0,1 0 0,-1 0 0,0 0 0,1 0 0,-1 1 0,0-1 0,1 0 0,-1 0 0,0 0 0,1 0 0,-1 1 0,0-1 0,1 0 0,-1 0 0,23 13 0,-20-11 0,39 26-10,-24-15-442,1-1 1,30 14-1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3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32 24575,'-30'-10'0,"-13"0"0,-1 3 0,4 3 0,7 5 0,6 2 0,7 3 0,8 1-8191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24575,'23'23'0,"10"10"0,-1 4 0,-4-2 0,-5-4 0,-8-4 0,-6-6 0,-4-2 0,-4-3 0,-1-4-8191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12 24575,'-30'-4'0,"14"1"0,-1 1 0,0 1 0,1 0 0,-21 2 0,35-1 0,1 0 0,-1 0 0,1 1 0,-1-1 0,0 1 0,1-1 0,-1 1 0,1-1 0,-1 1 0,1 0 0,-1 0 0,1 0 0,-1 0 0,1 0 0,0 0 0,-2 2 0,2-2 0,0 0 0,1 0 0,-1 0 0,1 0 0,0 1 0,-1-1 0,1 0 0,0 0 0,-1 0 0,1 1 0,0-1 0,0 0 0,0 0 0,0 1 0,0-1 0,1 0 0,-1 2 0,2 2 0,0-1 0,-1 1 0,2-1 0,-1 0 0,0 1 0,1-1 0,0-1 0,0 1 0,6 6 0,24 20 0,2-2 0,49 30 0,-58-40 0,-23-16 0,0 0 0,0 0 0,-1 0 0,1 1 0,-1-1 0,3 4 0,-4-5 0,-1-1 0,0 1 0,1-1 0,-1 1 0,0-1 0,1 1 0,-1-1 0,0 1 0,0-1 0,0 1 0,0 0 0,1-1 0,-1 1 0,0-1 0,0 1 0,0-1 0,0 1 0,0 0 0,0-1 0,-1 1 0,1-1 0,0 1 0,0-1 0,0 1 0,0 0 0,-1-1 0,1 1 0,0-1 0,-1 1 0,1-1 0,0 1 0,-1-1 0,1 0 0,-1 1 0,1-1 0,0 1 0,-1-1 0,1 0 0,-1 1 0,1-1 0,-1 0 0,1 0 0,-1 1 0,0-1 0,-6 3 0,0 0 0,0-1 0,0 0 0,-1 0 0,1 0 0,0-1 0,-1 0 0,1-1 0,-12 0 0,-6-2 0,-36-7 0,53 8 0,-7-3-1365,2 0-5461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24575,'-3'7'0,"2"6"0,4 2 0,4-1 0,0-3-8191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24575,'18'13'0,"5"6"0,0 0-8191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24575,'0'0'0,"0"0"0,0 0 0,0 1 0,0-1 0,0 0 0,0 0 0,0 1 0,0-1 0,0 0 0,0 0 0,0 0 0,0 1 0,0-1 0,0 0 0,0 0 0,0 0 0,0 1 0,1-1 0,-1 0 0,0 0 0,0 0 0,0 1 0,0-1 0,0 0 0,1 0 0,-1 0 0,0 0 0,0 0 0,0 1 0,0-1 0,1 0 0,-1 0 0,0 0 0,0 0 0,0 0 0,1 0 0,-1 0 0,0 0 0,0 0 0,0 0 0,1 0 0,-1 0 0,0 0 0,0 0 0,1 0 0,-1 0 0,0 0 0,0 0 0,0 0 0,1 0 0,-1 0 0,0 0 0,0 0 0,0 0 0,1-1 0,-1 1 0,0 0 0,0 0 0,0 0 0,0 0 0,1 0 0,-1-1 0,0 1 0,0 0 0,0 0 0,0 0 0,0-1 0,15-12 0,-14 11 0,2-1 0,-1 1 0,1 0 0,-1 0 0,1 0 0,0 0 0,0 0 0,0 0 0,0 1 0,0-1 0,0 1 0,0 0 0,0 0 0,0 0 0,1 1 0,-1-1 0,5 0 0,-3 1 0,0 1 0,0 0 0,0-1 0,0 1 0,-1 1 0,1-1 0,0 1 0,0 0 0,-1 0 0,7 4 0,5 3-273,-1-1 0,1-1 0,1-1 0,31 9 0,-36-13-6553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9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24575,'71'61'0,"-46"-38"0,34 24 0,-55-45 0,0 1 0,-1-1 0,1-1 0,0 1 0,0 0 0,0-1 0,0 0 0,0 0 0,1 0 0,-1-1 0,6 1 0,-8-1 0,-1 0 0,1 0 0,0 0 0,0 0 0,-1-1 0,1 1 0,0-1 0,-1 1 0,1-1 0,-1 1 0,1-1 0,0 0 0,-1 0 0,0 0 0,1 0 0,-1 0 0,1 0 0,-1 0 0,0 0 0,0 0 0,0-1 0,0 1 0,0 0 0,0-1 0,0 1 0,0-1 0,0 1 0,-1-1 0,1 0 0,0-2 0,1-17 0,-1-2 0,-1 22 0,0 0 0,1 0 0,-1-1 0,0 1 0,0 0 0,1 0 0,-1 0 0,1 0 0,-1 1 0,1-1 0,-1 0 0,1 0 0,0 0 0,-1 0 0,2-1 0,-1 2 0,1-1 0,-1 1 0,0-1 0,0 1 0,0 0 0,1 0 0,-1 0 0,0-1 0,0 1 0,1 0 0,-1 1 0,0-1 0,0 0 0,0 0 0,1 0 0,-1 1 0,0-1 0,0 1 0,0-1 0,2 2 0,26 14 0,-20-10 0,20 11 0,-12-6 0,0-1 0,26 11 0,-37-18 0,-1-1 0,1-1 0,0 1 0,-1-1 0,1 0 0,0 0 0,0-1 0,0 0 0,0 0 0,0 0 0,0-1 0,9-1 0,-12 1 0,0 0 0,0 0 0,0 0 0,0 0 0,0-1 0,-1 1 0,1-1 0,-1 0 0,1 0 0,-1 0 0,1 0 0,-1 0 0,0 0 0,0-1 0,0 1 0,0-1 0,-1 1 0,1-1 0,-1 0 0,1 1 0,-1-1 0,0 0 0,0 0 0,1-3 0,-1 1 0,-1 1 0,1-1 0,-1 0 0,0 0 0,0 1 0,0-1 0,-1 0 0,0 1 0,0-1 0,0 0 0,0 1 0,-1-1 0,0 1 0,0 0 0,-2-5 0,0 3-136,1-1-1,-2 1 1,1 0-1,-1 1 1,1-1-1,-2 1 1,1 0-1,0 0 0,-10-6 1,3 4-6690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1270 28 24575,'14'-3'0,"-8"1"0,-1 1 0,1-1 0,-1 1 0,1-2 0,-1 1 0,0 0 0,5-4 0,-32 7 0,-286 19 0,0-27 0,128 1 0,-69-4 0,217 8 40,1 0 0,-39 4 0,60-1-164,1 0 0,-1 1 1,1 0-1,0 0 0,-1 1 0,1 1 1,1-1-1,-1 1 0,0 1 0,1 0 1,-13 9-1,10-5-6702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44 24575,'-8'-5'0,"1"0"0,-2 0 0,1 0 0,0 1 0,-1 0 0,0 1 0,0 0 0,0 1 0,0-1 0,0 2 0,-11-2 0,16 3 0,-1 0 0,1 0 0,0 0 0,0 0 0,-1 1 0,1 0 0,0 0 0,0 0 0,0 0 0,0 1 0,0-1 0,0 1 0,0 0 0,0 0 0,0 1 0,1-1 0,0 1 0,-1 0 0,1 0 0,0 0 0,0 0 0,0 0 0,1 1 0,-1-1 0,1 1 0,-3 5 0,3-5 0,1 1 0,-1 0 0,1 0 0,-1 0 0,1 0 0,1 0 0,-1 0 0,1 0 0,0 0 0,0 0 0,1 7 0,0-5 0,1 0 0,0 0 0,0 0 0,0 0 0,1 0 0,0 0 0,4 7 0,-2-7 15,1 0 0,-1 0 0,1 0 0,0-1 0,1 0 0,-1 0 0,10 5 0,1 0-758,36 18 1,-40-23-6084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1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19 106 24575,'-2'0'0,"1"1"0,0 0 0,0 0 0,-1 0 0,1 0 0,0 0 0,0 0 0,0 0 0,0 0 0,0 0 0,0 0 0,1 1 0,-1-1 0,0 0 0,1 0 0,-1 1 0,1-1 0,-1 3 0,1-2 0,0-1 0,0 0 0,0 0 0,0 1 0,1-1 0,-1 0 0,0 0 0,1 0 0,-1 1 0,1-1 0,-1 0 0,1 0 0,0 0 0,-1 0 0,1 0 0,0 0 0,2 1 0,1 2 0,0-1 0,0 0 0,0 0 0,1-1 0,0 1 0,-1-1 0,1 0 0,0 0 0,7 1 0,-1 0 0,6 1 0,1 0 0,25 1 0,-39-4 0,0-1 0,1 0 0,-1 0 0,0-1 0,1 1 0,-1-1 0,0 0 0,0 0 0,1 0 0,-1-1 0,0 1 0,0-1 0,0 0 0,-1 0 0,6-4 0,-7 4 0,0 0 0,0 1 0,0-1 0,-1 0 0,1 0 0,-1 0 0,0 0 0,1 0 0,-1 0 0,0-1 0,0 1 0,0 0 0,-1-1 0,1 1 0,0 0 0,-1-1 0,1-2 0,-2 1 0,1 1 0,0-1 0,-1 0 0,1 1 0,-1-1 0,0 1 0,0-1 0,-1 1 0,1 0 0,-3-6 0,-1 1 0,-1 1 0,0-1 0,0 1 0,0 0 0,-1 0 0,1 1 0,-2 0 0,-7-6 0,10 9 12,1 0 0,-1 1 0,0-1 0,0 1 0,0 0 0,-1 1 0,1-1 0,0 1 0,-11-2 0,13 3-67,1 0 0,0 0 0,0 0 0,0 0 0,0 1 0,-1-1 0,1 1 0,0-1 0,0 1 0,0 0 0,0 0 0,0 0 0,0 0 0,0 0 0,0 0 0,1 0 0,-1 0 0,0 1 0,1-1 0,-1 1 0,1 0 0,-1-1 0,1 1 0,0 0 0,0 0 0,-2 3 0,-2 7-6771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24575,'-2'1'0,"1"1"0,0-1 0,0 0 0,0 1 0,0-1 0,0 1 0,0 0 0,0-1 0,0 1 0,1 0 0,-1-1 0,1 1 0,-1 0 0,1 0 0,0 0 0,0 0 0,0 2 0,0-1 0,0 0 0,1 1 0,0-1 0,-1 0 0,1 0 0,1 0 0,-1 0 0,3 6 0,3 2 0,1 0 0,0-1 0,17 17 0,-25-27 0,16 15 0,32 23 0,2 2 0,-49-40 0,0 1 0,0 0 0,0 0 0,0 0 0,0 0 0,-1-1 0,1 1 0,0 0 0,-1 0 0,1 1 0,-1-1 0,1 0 0,-1 0 0,1 0 0,-1 0 0,0 0 0,1 1 0,-1-1 0,0 1 0,0-1 0,-1 0 0,1 0 0,0-1 0,-1 1 0,1 0 0,-1-1 0,1 1 0,-1 0 0,1-1 0,-1 1 0,0-1 0,1 1 0,-1-1 0,0 1 0,1-1 0,-1 1 0,0-1 0,0 0 0,1 1 0,-1-1 0,0 0 0,0 0 0,0 1 0,0-1 0,1 0 0,-1 0 0,0 0 0,-1 0 0,-24 2 0,-53-4 0,48 1 0,-31 1 0,48 3-1365,1 0-5461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24575,'14'8'0,"-1"1"0,0 0 0,-1 1 0,0 0 0,16 17 0,-19-16 0,2-1 0,-1 0 0,1 0 0,1-2 0,0 1 0,24 12 0,-35-20 0,1-1 0,-1 1 0,0-1 0,0 1 0,1-1 0,-1 1 0,1-1 0,-1 0 0,0 0 0,1 0 0,-1 1 0,1-1 0,-1-1 0,1 1 0,-1 0 0,0 0 0,1 0 0,-1-1 0,0 1 0,1-1 0,-1 1 0,0-1 0,1 0 0,1-1 0,-3 1 0,1 0 0,0 0 0,-1 0 0,1 0 0,-1 0 0,1 0 0,-1 0 0,0-1 0,1 1 0,-1 0 0,0 0 0,0 0 0,0-1 0,0 1 0,0 0 0,0 0 0,0-1 0,0 1 0,-1 0 0,1 0 0,0 0 0,-1-1 0,1 1 0,-1 0 0,1 0 0,-1 0 0,1 0 0,-3-2 0,-6-11 0,-21-23 0,22 28 0,14 16 0,1 1 0,1-1 0,-1-1 0,1 1 0,0-2 0,0 1 0,1-1 0,9 5 0,-5-4 0,0-1 0,1 0 0,0 0 0,-1-2 0,17 3 0,-27-5 0,0-1 0,1 0 0,-1 0 0,0 0 0,0 0 0,0 0 0,0 0 0,0-1 0,0 1 0,0-1 0,0 0 0,0 0 0,0 0 0,0-1 0,0 1 0,0 0 0,-1-1 0,1 0 0,0 0 0,3-4 0,-3 3 0,0-1 0,-1 1 0,0-1 0,0 0 0,0 0 0,0 0 0,0 0 0,-1 0 0,0 0 0,0 0 0,0 0 0,0-1 0,-1 1 0,1-7 0,-2 4-80,1 0 0,-1 0-1,0 0 1,-1 0 0,0 0-1,0 1 1,0-1 0,-1 1-1,0-1 1,0 1 0,-1 0 0,1 0-1,-1 0 1,-1 1 0,1-1-1,-7-5 1,1 1-6746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 24575,'-12'-3'0,"-7"0"0,-3 2 0,0 5 0,1 0 0,5 3 0,4 1-8191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5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24575,'16'0'0,"1"1"0,-1 0 0,0 1 0,0 1 0,0 1 0,0 0 0,30 12 0,-40-13 0,0 0 0,-1 0 0,1 1 0,0 0 0,-1 0 0,0 0 0,0 0 0,0 1 0,0 0 0,-1 0 0,0 0 0,0 1 0,0-1 0,-1 1 0,1 0 0,-2 0 0,1 0 0,0 0 0,-1 0 0,0 1 0,-1-1 0,1 8 0,0-5 0,-1 0 0,-1 0 0,0 0 0,0 0 0,-2 14 0,1-21 0,1 0 0,-1 0 0,1 0 0,-1 1 0,0-1 0,0 0 0,0 0 0,0 0 0,0 0 0,-1 0 0,1-1 0,-1 1 0,1 0 0,-1-1 0,1 1 0,-1-1 0,0 1 0,0-1 0,0 0 0,0 1 0,0-1 0,0 0 0,0-1 0,0 1 0,0 0 0,-5 0 0,0 0 0,0 0 0,0-1 0,0 0 0,0-1 0,0 0 0,0 0 0,0 0 0,0-1 0,0 0 0,0 0 0,1-1 0,-1 1 0,1-2 0,-1 1 0,1-1 0,0 0 0,1 0 0,-7-6 0,5 4 0,0 0 0,0-1 0,1 0 0,0 0 0,0 0 0,1-1 0,0 0 0,0 0 0,1 0 0,0 0 0,0-1 0,1 0 0,-3-13 0,5 17-91,0 1 0,1-1 0,0 0 0,0 1 0,0-1 0,0 1 0,1-1 0,0 1 0,0-1 0,0 1 0,0-1 0,1 1 0,-1 0 0,5-8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24575,'-3'0'0,"0"3"0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24575,'5'6'0,"1"1"0,-1 0 0,0 1 0,5 9 0,-6-9 0,1 0 0,0 0 0,9 10 0,-6-10 0,-1 0 0,1-1 0,1 0 0,9 6 0,-14-11 0,-1 0 0,0 0 0,1 0 0,0-1 0,-1 0 0,1 0 0,0 0 0,0 0 0,0 0 0,-1-1 0,1 0 0,0 1 0,0-1 0,6-1 0,-9 0 0,-1 1 0,1 0 0,0 0 0,0 0 0,-1 0 0,1 0 0,0 0 0,-1 0 0,1 1 0,0-1 0,0 0 0,-1 0 0,1 0 0,0 1 0,-1-1 0,1 0 0,0 1 0,-1-1 0,1 1 0,-1-1 0,1 1 0,-1-1 0,1 1 0,-1-1 0,2 2 0,-1-1 0,-1 1 0,1 0 0,0 0 0,0 0 0,-1 0 0,1 0 0,-1 0 0,1 0 0,-1 3 0,0 1 0,0 0 0,0 0 0,-1 0 0,1 0 0,-4 10 0,3-14-4,1 0-1,-1 0 1,0 0-1,0 0 1,0-1-1,0 1 1,0 0 0,-1-1-1,1 1 1,0-1-1,-1 1 1,1-1-1,-1 1 1,0-1-1,1 0 1,-1 0-1,-3 2 1,2-2 24,-1 0 0,1 0 0,-1 0 0,0 0 0,1-1 0,-1 1 0,0-1 0,1 0 0,-5 0 0,-3-2-268,-1 1 1,1-2-1,0 1 1,1-2-1,-15-5 1,12 3-6579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24575,'28'-23'0,"11"-9"0,2 0 0,-4 5 0,-5 9 0,-6 5 0,-5 9 0,-6 5-8191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120 145 24575,'16'-7'0,"-1"-1"0,-1-1 0,17-13 0,-26 19 0,-1-1 0,0 0 0,0 0 0,0-1 0,-1 1 0,0-1 0,0 1 0,0-1 0,0 0 0,-1 0 0,1 0 0,-1-1 0,2-7 0,3-7 0,-5 13 0,-9 17 0,0 0 0,-1 0 0,0-1 0,-1-1 0,0 1 0,-17 11 0,18-14 0,0 0 0,0 1 0,1-1 0,0 2 0,0-1 0,0 1 0,1 0 0,0 0 0,-7 15 0,-7 25 0,2 2 0,3 0 0,1 1 0,3 0 0,2 1 0,2 1 0,1 64 0,6-95 30,1 1 0,2 0 0,4 22 0,-4-33-216,0 0 1,0 0-1,2-1 0,-1 1 1,2-1-1,-1 0 1,9 11-1,-5-11-6640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24575,'0'-2'0,"0"1"0,0-1 0,0 1 0,0-1 0,0 1 0,1-1 0,-1 1 0,0-1 0,1 1 0,-1-1 0,1 1 0,0-1 0,-1 1 0,1 0 0,0-1 0,0 1 0,0 0 0,0 0 0,0-1 0,0 1 0,0 0 0,0 0 0,1 0 0,-1 0 0,0 1 0,0-1 0,1 0 0,-1 0 0,1 1 0,-1-1 0,1 1 0,-1-1 0,1 1 0,-1 0 0,1 0 0,1-1 0,2 1 0,0 0 0,-1 1 0,1-1 0,0 1 0,0 0 0,-1 0 0,1 0 0,-1 1 0,1 0 0,7 3 0,12 10 0,-1 1 0,-1 0 0,0 2 0,-1 0 0,25 29 0,82 113 0,-86-103 0,-3 2 0,37 72 0,-63-106 0,-2 1 0,-1 0 0,-1 0 0,-1 1 0,-2 0 0,0 1 0,-2-1 0,1 42 0,-5-59-114,-1-1 1,1 1-1,-2 0 0,1-1 0,-2 1 1,1-1-1,-1 0 0,0 0 0,-1 0 1,0 0-1,-9 13 0,-2 0-6712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3 108 24575,'0'-8'0,"-1"17"0,-1 19 0,3-7 0,0 1 0,2 0 0,0-1 0,11 38 0,-10-49 0,-1-1 0,2 1 0,-1-1 0,1 0 0,7 10 0,-8-14 0,0 0 0,0-1 0,0 1 0,1-1 0,0 0 0,0 0 0,0 0 0,0-1 0,8 5 0,-11-7 0,0 0 0,0 0 0,1 0 0,-1 0 0,0-1 0,0 1 0,0-1 0,0 1 0,1-1 0,-1 0 0,0 0 0,0 0 0,1 0 0,-1 0 0,0 0 0,0 0 0,1-1 0,-1 1 0,0-1 0,0 0 0,0 0 0,0 0 0,0 0 0,0 0 0,0 0 0,0 0 0,0 0 0,-1-1 0,1 1 0,0-1 0,-1 0 0,1 1 0,-1-1 0,1 0 0,-1 0 0,0 0 0,0 0 0,0 0 0,0 0 0,0 0 0,-1 0 0,2-3 0,0-5 0,1 0 0,-1-1 0,1-21 0,1-8 0,-2 25 0,3-11 0,-4 26 0,-1 0 0,0 0 0,0-1 0,0 1 0,0 0 0,0 0 0,1 0 0,-1 0 0,0 0 0,0-1 0,0 1 0,0 0 0,1 0 0,-1 0 0,0 0 0,0 0 0,0 0 0,1 0 0,-1 0 0,0 0 0,0 0 0,0 0 0,1 0 0,-1 0 0,0 0 0,0 0 0,0 0 0,1 0 0,-1 0 0,0 0 0,0 0 0,0 0 0,1 0 0,-1 0 0,0 1 0,0-1 0,0 0 0,1 0 0,-1 0 0,0 0 0,0 0 0,0 0 0,0 1 0,0-1 0,0 0 0,1 0 0,-1 1 0,10 10 0,-7-8 0,8 8 0,0-1 0,0 1 0,1-2 0,1 0 0,17 10 0,-21-14 0,1 0 0,1-1 0,-1 0 0,1-1 0,0 0 0,-1-1 0,1 0 0,13 0 0,-5-1 0,-1 0 0,1-2 0,-1 0 0,1-2 0,22-5 0,-35 7 0,0-1 0,0 0 0,0 0 0,0 0 0,0-1 0,0 0 0,0 0 0,-1-1 0,0 0 0,1 1 0,-2-2 0,1 1 0,0-1 0,-1 1 0,0-1 0,0-1 0,0 1 0,4-9 0,-7 11 0,1-1 0,-2 1 0,1-1 0,0 1 0,-1-1 0,0 1 0,0-1 0,0 1 0,0-1 0,0 1 0,-1-1 0,1 1 0,-1-1 0,0 1 0,0 0 0,0-1 0,-1 1 0,1 0 0,-1 0 0,0 0 0,-4-6 0,-4-4 0,-1-1 0,-1 2 0,-15-15 0,19 20 0,-14-13-455,-2 0 0,-26-16 0,31 24-6371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5 24575,'-12'0'0,"-8"0"0,-1 0 0,-1 0 0,1 0 0,2 0 0,1 0 0,2 0 0,1 2 0,-3 2 0,0-1 0,1-1 0,0 0 0,-2-3 0,0-2 0,0 0 0,2-2 0,3 0-8191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25 24575,'-30'-5'0,"-13"-2"0,-1 1 0,4 1 0,4 4 0,6 2 0,5 3 0,4 2 0,6-1-8191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23 24575,'20'-6'0,"0"1"0,0 1 0,40-4 0,-52 8 0,0 1 0,-1-1 0,1 1 0,0 0 0,-1 1 0,1 0 0,-1 0 0,1 0 0,-1 1 0,0 0 0,0 1 0,0 0 0,10 7 0,-5-2 0,-1 1 0,1 0 0,-1 1 0,-1 0 0,0 0 0,-1 1 0,0 1 0,10 19 0,-15-25 0,-1 0 0,0 1 0,0-1 0,-1 1 0,0 0 0,0 0 0,-1 0 0,0 0 0,0 0 0,-1 0 0,0 0 0,0 0 0,-1 0 0,0 0 0,-1 0 0,1 0 0,-5 12 0,3-13 0,0 0 0,-1 0 0,0 0 0,0-1 0,0 1 0,-1-1 0,0 0 0,0 0 0,-1-1 0,1 1 0,-1-1 0,0 0 0,-1-1 0,1 0 0,-14 7 0,14-8 0,0-1 0,-1 0 0,1 0 0,-1 0 0,0-1 0,1 0 0,-1 0 0,0-1 0,0 0 0,0 0 0,1 0 0,-1-1 0,0 0 0,0-1 0,1 1 0,-1-1 0,1 0 0,-8-5 0,0 1 0,1-2 0,0 0 0,0-1 0,1 0 0,0-1 0,0 0 0,1-1 0,1 0 0,0 0 0,-10-16 0,15 19 0,0 0 0,1 0 0,0 0 0,0 0 0,1-1 0,0 1 0,0-1 0,1 0 0,0 0 0,1 0 0,0 0 0,0 0 0,1 0 0,0 0 0,1-1 0,0 1 0,0 0 0,4-11 0,-3 10-170,1 0-1,1 1 0,0-1 1,0 1-1,1 0 0,0 0 1,12-14-1,-9 15-6655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24575,'0'17'0,"2"-1"0,0 1 0,1-1 0,0 0 0,1 0 0,1 0 0,1-1 0,0 1 0,1-1 0,1-1 0,0 1 0,1-1 0,0-1 0,21 24 0,-10-14 0,-11-13 0,0 0 0,17 14 0,-23-22 0,0 1 0,0-1 0,1 0 0,-1 0 0,0-1 0,1 1 0,0-1 0,-1 1 0,1-1 0,0 0 0,0 0 0,0-1 0,5 1 0,-8-1 0,1 0 0,-1 0 0,1 0 0,-1-1 0,1 1 0,-1 0 0,1-1 0,-1 1 0,1-1 0,-1 1 0,0-1 0,1 0 0,-1 0 0,0 1 0,0-1 0,1 0 0,-1 0 0,1-2 0,0 1 0,0-1 0,-1 1 0,1-1 0,-1 1 0,0-1 0,1 0 0,-1 1 0,1-7 0,0-2 0,0-1 0,-1 0 0,-1-19 0,0 28 0,-1-24 0,0 16 0,1 1 0,1-20 0,-1 30 0,0 0 0,0 0 0,0 0 0,0 0 0,0 0 0,0 0 0,0 1 0,0-1 0,0 0 0,0 0 0,1 0 0,-1 0 0,0 0 0,0 0 0,0 0 0,0 0 0,0 0 0,0 0 0,0 0 0,0 1 0,0-1 0,0 0 0,1 0 0,-1 0 0,0 0 0,0 0 0,0 0 0,0 0 0,0 0 0,0 0 0,0 0 0,1 0 0,-1 0 0,0 0 0,0 0 0,0 0 0,0 0 0,0 0 0,0 0 0,0 0 0,1 0 0,-1-1 0,0 1 0,0 0 0,0 0 0,0 0 0,0 0 0,0 0 0,0 0 0,0 0 0,0 0 0,0 0 0,0 0 0,1 0 0,-1-1 0,0 1 0,0 0 0,0 0 0,0 0 0,0 0 0,0 0 0,0 0 0,0 0 0,0-1 0,6 11 0,-6-9 0,13 23 0,0 0 0,2-2 0,0 1 0,36 37 0,-45-53 0,0-1 0,1 0 0,0 0 0,1-1 0,-1 0 0,1 0 0,0-1 0,0 0 0,1 0 0,-1-1 0,1 0 0,-1 0 0,1-1 0,0 0 0,0-1 0,0 0 0,0 0 0,13-2 0,-19 1 0,0 0 0,0 0 0,0 0 0,0-1 0,0 0 0,0 0 0,0 0 0,0 0 0,0 0 0,-1 0 0,1-1 0,0 1 0,-1-1 0,1 0 0,-1 0 0,1 0 0,-1 0 0,0 0 0,0 0 0,0 0 0,0-1 0,-1 1 0,1-1 0,-1 0 0,1 1 0,-1-1 0,0 0 0,0 0 0,0 0 0,0 0 0,-1 0 0,1 0 0,0-5 0,0-9 0,0 1 0,-1-1 0,-1 0 0,0 1 0,-1-1 0,-7-25 0,2 18 0,-2-1 0,0 1 0,-20-36 0,25 52-170,-1 0-1,0 1 0,0-1 1,-1 1-1,0 0 0,-1 0 1,-9-7-1,3 4-6655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 24575,'0'0'0,"-1"-1"0,1 1 0,-1 0 0,0-1 0,1 1 0,-1 0 0,0 0 0,1 0 0,-1-1 0,0 1 0,1 0 0,-1 0 0,0 0 0,1 0 0,-1 0 0,0 0 0,1 0 0,-1 0 0,0 0 0,-1 1 0,-16 5 0,8-2 0,-6-1 0,0 0 0,-1-1 0,1-1 0,0 0 0,0-1 0,-1-1 0,1-1 0,-19-4 0,28 4-341,-1 0 0,0-1-1,-7-3 1,6 1-6485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24575,'-10'2'0,"-6"4"0,-3 1 0,2 1 0,2 0 0,0-2 0,1-2 0,-1-1 0,1-2 0,0-3 0,-1-1 0,1-1 0,-4-1 0,0-1 0,0-1 0,1 1 0,3 0-8191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24575,'8'16'0,"4"9"0,4 5 0,-2 4 0,0 0 0,-1 0 0,-1-2 0,-2-2 0,-1-3 0,-1-2 0,0-4 0,-1-2 0,0-3 0,-2 0 0,-2-4-8191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24575,'3'10'0,"3"9"0,0 3 0,0 3 0,1-1 0,-1 2 0,2-2 0,-2-2 0,2-3 0,-1-2 0,1-1 0,-1 0 0,-2-2 0,1-2 0,0-1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36 24575,'-28'-8'0,"-11"-2"0,-4 1 0,0 3 0,2 4 0,3 2 0,1 3 0,-1 2 0,1-1 0,-1-1 0,1 0 0,7-1-8191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39.8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104 223 24575,'-5'-37'0,"4"33"0,0 0 0,0 0 0,1 0 0,-1 0 0,1 0 0,0 0 0,0 0 0,0 0 0,0 0 0,1 0 0,0 0 0,0 0 0,0 0 0,3-6 0,1 0 0,0 1 0,0 0 0,1 1 0,1-1 0,-1 1 0,1 1 0,1-1 0,8-7 0,-10 11 0,0 0 0,1 0 0,-1 0 0,1 1 0,0 0 0,0 0 0,0 0 0,0 1 0,0 0 0,1 1 0,-1 0 0,9-1 0,4 1 0,-1 1 0,0 1 0,1 1 0,-1 0 0,0 2 0,29 8 0,-17-2 0,0 2 0,31 15 0,-49-19 0,0-1 0,0 2 0,-1 0 0,0 0 0,-1 1 0,19 21 0,-13-11 0,59 65 0,-70-79 0,0 1 0,0 1 0,-1-1 0,0 1 0,-1 0 0,0 0 0,0 0 0,0 0 0,2 11 0,-3-7 0,0 0 0,0 0 0,-2 0 0,1 0 0,-2 0 0,0 17 0,-1-22 0,0 1 0,0 0 0,0-1 0,-1 1 0,-1-1 0,1 0 0,-1 1 0,-1-1 0,-5 10 0,0-4 0,-1-1 0,0 0 0,-19 18 0,23-24 0,0-1 0,-1 0 0,1 0 0,-1-1 0,0 0 0,0 0 0,-1 0 0,1-1 0,-9 3 0,3-3 0,1-1 0,-1 0 0,1 0 0,-1-1 0,-13-1 0,-50 0 0,-50-2 0,110 0 0,-1 0 0,1-2 0,0 0 0,0-1 0,0 0 0,-22-11 0,9 1 0,1-1 0,-36-27 0,57 37 0,0 0 0,0 0 0,0 0 0,1-1 0,0 1 0,0-2 0,1 1 0,0 0 0,0-1 0,0 0 0,1 0 0,1-1 0,-1 1 0,1-1 0,1 0 0,0 0 0,0 0 0,-1-13 0,-3-46 17,-3-52-1399,9 107-5444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2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74 135 24575,'0'-2'0,"-1"1"0,0 0 0,0-1 0,0 1 0,1-1 0,-1 1 0,1 0 0,-1-1 0,1 1 0,0-1 0,-1 0 0,1 1 0,0-1 0,0 1 0,0-1 0,0 1 0,1-1 0,-1 1 0,0-1 0,0 1 0,1-1 0,-1 1 0,1-1 0,1-2 0,0-1 0,1 0 0,0-1 0,0 1 0,0 0 0,6-5 0,-5 4 0,1 1 0,0 0 0,0 1 0,1-1 0,0 1 0,-1 0 0,1 0 0,1 1 0,7-4 0,-5 4 0,0 1 0,-1 0 0,1 0 0,0 1 0,0 0 0,17 1 0,-12 0 0,-2-1 0,0 1 0,1 1 0,-1 0 0,0 1 0,0 0 0,23 8 0,-11 1 0,0 1 0,-1 1 0,-1 1 0,41 34 0,-12-13 0,-40-28 0,0 0 0,-1 0 0,1 1 0,-2 1 0,1 0 0,-1 0 0,9 12 0,-6-4 0,1 2 0,13 23 0,-23-36 0,0 0 0,-1 1 0,1-1 0,-1 1 0,0 0 0,-1 0 0,0 0 0,1 7 0,-2-2 0,0-1 0,-1 1 0,0-1 0,-1 1 0,-4 10 0,4-12 0,-1 0 0,0-1 0,0 1 0,-1-1 0,-1 0 0,1 0 0,-1 0 0,-10 11 0,2-1 0,6-10 0,1 0 0,-10 9 0,14-15 0,-1-1 0,1 0 0,-1 0 0,1-1 0,-1 1 0,0 0 0,0-1 0,0 1 0,0-1 0,0 0 0,0 0 0,-3 0 0,-36 6 0,0-2 0,-1-1 0,-81-6 0,114 1 0,0-1 0,0 0 0,0 0 0,0-2 0,0 1 0,0-1 0,1 0 0,0-1 0,0 0 0,0-1 0,1 1 0,-1-2 0,-8-8 0,3 2 0,2-1 0,-1 0 0,2-1 0,0-1 0,1 0 0,-11-23 0,-52-95 0,67 123 24,0 0 0,1 0 0,1 0 0,-5-17 0,8 25-98,1-1-1,-1 1 1,0-1 0,1 1 0,0-1-1,0 1 1,0 0 0,0-1 0,1 1-1,-1-1 1,1 1 0,0-1 0,0 1-1,0 0 1,0 0 0,0-1 0,1 1-1,0 0 1,3-5 0,4-1-6752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6.0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25 24575,'-2'-15'0,"2"15"0,1-1 0,-1 1 0,-1 0 0,1-1 0,0 1 0,0-1 0,0 1 0,0 0 0,0-1 0,0 1 0,0-1 0,0 1 0,-1 0 0,1-1 0,0 1 0,0 0 0,-1-1 0,1 1 0,0 0 0,0 0 0,-1-1 0,1 1 0,0 0 0,-1 0 0,1-1 0,0 1 0,-1 0 0,1 0 0,0 0 0,-1-1 0,0 1 0,1 1 0,0-1 0,0 0 0,-1 1 0,1-1 0,0 0 0,0 1 0,-1-1 0,1 0 0,0 1 0,0-1 0,0 1 0,0-1 0,0 0 0,0 1 0,0-1 0,0 1 0,0-1 0,0 0 0,0 1 0,0-1 0,0 1 0,0-1 0,0 0 0,0 1 0,3 13 0,-3-13 0,10 33 0,2 0 0,25 48 0,-21-47 0,124 293-975,-14-3-783,48 131 1869,-20 7-2300,-114-313 2083,27 207-1,-22 158 616,-42-457-1122,1-12-2450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7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0 165 24575,'2'2'0,"-1"1"0,1-1 0,0 0 0,-1 0 0,1 0 0,0-1 0,0 1 0,1 0 0,-1-1 0,0 1 0,0-1 0,1 0 0,-1 0 0,1 0 0,-1 0 0,1 0 0,-1 0 0,1-1 0,4 1 0,7 1 0,0-1 0,22-2 0,-20 1 0,6 0 0,-6 0 0,0 0 0,0-1 0,16-3 0,-29 4 0,0-1 0,0 1 0,0-1 0,1 0 0,-1 0 0,0-1 0,0 1 0,0-1 0,-1 1 0,1-1 0,0 0 0,-1 0 0,1 0 0,-1 0 0,1-1 0,-1 1 0,0-1 0,0 1 0,0-1 0,2-4 0,-3 4 0,0 0 0,-1 0 0,1 1 0,-1-1 0,0 0 0,1 0 0,-1 0 0,0 0 0,-1 0 0,1 0 0,0 0 0,-1 1 0,0-1 0,0 0 0,0 0 0,0 1 0,0-1 0,0 0 0,-1 1 0,1-1 0,-1 1 0,0 0 0,1-1 0,-1 1 0,-3-2 0,-2-3 0,0 0 0,-1 0 0,0 1 0,0 0 0,-17-9 0,13 9 0,0 0 0,0 1 0,-14-4 0,22 8 0,0 0 0,0 0 0,0 0 0,0 1 0,-1 0 0,1-1 0,0 1 0,0 1 0,0-1 0,0 1 0,0-1 0,0 1 0,0 1 0,-4 0 0,6 0 0,0-1 0,1 0 0,-1 1 0,0-1 0,1 1 0,0-1 0,-1 1 0,1 0 0,0-1 0,0 1 0,0 0 0,0 0 0,0 0 0,0 0 0,0 0 0,1 0 0,-1 0 0,1 0 0,0 0 0,-1 0 0,1 0 0,0 1 0,0 2 0,1 5 0,0 0 0,0 0 0,4 16 0,5 11 0,2-1 0,2-1 0,1 0 0,1-1 0,2 0 0,36 49 0,-47-74 0,1 0 0,0 0 0,0-1 0,1 0 0,0-1 0,0 0 0,1 0 0,0-1 0,13 6 0,-11-6 0,1 0 0,0-1 0,0-1 0,1 0 0,-1-1 0,1 0 0,20 1 0,-31-4-227,1 0-1,0 0 1,-1-1-1,1 1 1,5-2-1,0-1-6598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7.9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0 24575,'6'48'0,"2"0"0,3-1 0,2 0 0,1-1 0,3-1 0,1 0 0,40 68 0,-52-103 0,-3-7 0,-1 0 0,0 1 0,-1-1 0,1 0 0,-1 1 0,1-1 0,0 5 0,-4-6 0,-4-5 0,-4-4 0,-22-23 0,2 0 0,-26-36 0,25 30 0,28 32 0,0 0 0,0 0 0,0 0 0,0 0 0,1-1 0,-2-5 0,3 10 0,1-1 0,0 0 0,-1 1 0,1-1 0,0 0 0,0 0 0,0 1 0,0-1 0,0 0 0,0 0 0,0 1 0,0-1 0,0 0 0,0 0 0,0 1 0,0-1 0,0 0 0,1 1 0,-1-1 0,0 0 0,1 0 0,-1 1 0,0-1 0,1 1 0,-1-1 0,1 0 0,-1 1 0,1-1 0,-1 1 0,1-1 0,-1 1 0,1-1 0,0 1 0,-1 0 0,1-1 0,-1 1 0,1 0 0,0-1 0,0 1 0,-1 0 0,1 0 0,0-1 0,0 1 0,-1 0 0,1 0 0,0 0 0,0 0 0,-1 0 0,2 1 0,4-1-151,0 0-1,0 1 0,0 0 0,0 1 1,0-1-1,0 1 0,0 0 1,6 4-1,-3-1-6674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8.2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10 24575,'-5'-5'0,"-2"0"0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8.7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75 24575,'9'21'0,"1"0"0,1-1 0,2 0 0,-1 0 0,2-2 0,1 1 0,31 29 0,-42-44 0,0 0 0,1-1 0,-1 0 0,0 0 0,1 0 0,0-1 0,-1 0 0,7 2 0,-10-3 0,0-1 0,1 1 0,-1-1 0,0 0 0,1 0 0,-1 0 0,0 0 0,1 0 0,-1 0 0,0 0 0,1 0 0,-1-1 0,0 1 0,1 0 0,-1-1 0,0 1 0,0-1 0,1 0 0,-1 1 0,0-1 0,0 0 0,0 0 0,0 1 0,0-1 0,0 0 0,0 0 0,0 0 0,0 0 0,-1-1 0,1 1 0,0 0 0,-1 0 0,1 0 0,0-1 0,0-1 0,0-1 0,0 1 0,0-1 0,0 1 0,-1-1 0,1 1 0,-1-1 0,0 0 0,0 1 0,0-1 0,-1-4 0,-10-35 0,5 24 0,6 18 0,0 1 0,-1-1 0,1 0 0,0 0 0,0 0 0,0 0 0,0 1 0,0-1 0,0 0 0,0 0 0,0 0 0,0 0 0,0 0 0,0 0 0,0 1 0,1-2 0,-1 2 0,1-1 0,-1 1 0,0 0 0,0-1 0,1 1 0,-1 0 0,0 0 0,1 0 0,-1-1 0,0 1 0,1 0 0,-1 0 0,0 0 0,1 0 0,-1 0 0,1 0 0,-1 0 0,0 0 0,1 0 0,-1 0 0,0 0 0,1 0 0,-1 0 0,1 0 0,-1 0 0,5 1 0,-1 1 0,1 0 0,-1-1 0,8 5 0,-4-1 0,12 4 0,1 0 0,0-2 0,41 10 0,-55-15 0,0-1 0,0 0 0,0-1 0,1 1 0,-1-1 0,0-1 0,1 1 0,-1-1 0,0-1 0,0 1 0,0-1 0,0 0 0,0-1 0,0 0 0,10-6 0,-14 7 0,-1 1 0,1-1 0,-1 0 0,0 0 0,0 0 0,0-1 0,0 1 0,0 0 0,0-1 0,-1 0 0,1 1 0,-1-1 0,0 0 0,0 1 0,0-1 0,0 0 0,0 0 0,-1 0 0,1 0 0,-1 0 0,0 0 0,0 0 0,0 0 0,0-4 0,-1 3 0,0 0 0,0-1 0,0 1 0,-1 0 0,1 0 0,-1 0 0,0 0 0,0 1 0,0-1 0,-1 0 0,1 1 0,-1-1 0,0 1 0,0 0 0,0 0 0,-5-3 0,-38-22 13,26 17-1391,2 0-5448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0.2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1760 899 24575,'-418'-240'0,"245"143"-28,-307-162-964,472 255 992,-308-146-14,-7 16 2,299 126-1179,6 2-4763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1.2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19 195 24575,'8'-3'0,"83"-30"0,-78 27 0,1-1 0,-1 0 0,0 0 0,15-13 0,-25 18 0,0-1 0,0 0 0,0 1 0,-1-1 0,1 0 0,-1 0 0,0-1 0,1 1 0,0-4 0,-2 6 0,-1-1 0,1 1 0,-1 0 0,0 0 0,1-1 0,-1 1 0,0 0 0,0 0 0,0-1 0,0 1 0,0 0 0,0 0 0,-1-1 0,1 1 0,0 0 0,0 0 0,-1-1 0,1 1 0,-1 0 0,1 0 0,-1 0 0,0 0 0,0 0 0,1 0 0,-1 0 0,0 0 0,0 0 0,0 0 0,0 0 0,-2-1 0,-6-4 0,0 1 0,0 0 0,-1 0 0,0 1 0,0 0 0,0 1 0,-1 0 0,1 1 0,-1 0 0,1 1 0,-1 0 0,0 0 0,0 1 0,-13 2 0,22-2 0,0 0 0,0 0 0,0 1 0,0-1 0,0 0 0,0 1 0,0 0 0,0-1 0,0 1 0,1 0 0,-1 0 0,0 0 0,0 0 0,1 1 0,-1-1 0,1 0 0,-1 1 0,1-1 0,-1 1 0,1-1 0,0 1 0,-2 3 0,1-1 0,1 0 0,0 0 0,0 1 0,0-1 0,1 0 0,-1 0 0,1 1 0,0-1 0,0 0 0,1 5 0,2 6 0,0 0 0,1 0 0,0 0 0,2 0 0,0-1 0,0 0 0,1 0 0,1-1 0,0 0 0,1 0 0,20 23 0,-19-27 0,-1-1 0,2 1 0,-1-1 0,1-1 0,0 0 0,0-1 0,1 0 0,0 0 0,0-1 0,0-1 0,1 0 0,-1-1 0,18 2 0,-28-4-62,0-1 0,0 0 0,1 0 0,-1 0 0,0 0 0,0 0 0,0-1 0,1 1 0,-1-1 0,0 1 0,0-1 0,0 0-1,0 0 1,0 0 0,0 0 0,0 0 0,0 0 0,0-1 0,-1 1 0,1-1 0,2-1 0,3-7-6764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1.8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24575,'90'166'0,"-47"-89"0,-42-76 0,42 82 0,-37-68 0,0 0 0,-1 0 0,6 27 0,-10-40 0,-1-1 0,0 1 0,1 0 0,-1-1 0,0 1 0,0 0 0,0-1 0,0 1 0,-1-1 0,1 1 0,0 0 0,-1-1 0,1 1 0,-1-1 0,1 1 0,-1-1 0,0 1 0,0-1 0,0 1 0,0-1 0,0 0 0,0 0 0,0 1 0,-2 1 0,1-2 0,0 0 0,0 0 0,0-1 0,0 1 0,0 0 0,0-1 0,0 1 0,0-1 0,0 0 0,0 1 0,0-1 0,-1 0 0,1-1 0,0 1 0,0 0 0,0 0 0,0-1 0,-4-1 0,-1 0 0,1-1 0,-1 0 0,1-1 0,0 1 0,0-1 0,0 0 0,0-1 0,1 0 0,-7-6 0,3 2 0,0-1 0,1-1 0,0 0 0,-6-13 0,10 18 14,1-1-1,0 0 0,0 0 0,1 0 1,0 0-1,0 0 0,1-1 1,-1-10-1,2 15-70,0 0 0,0 1 0,0-1 0,0 0-1,1 0 1,-1 1 0,1-1 0,-1 0 0,1 1 0,0-1 0,0 0 0,0 1-1,1 0 1,-1-1 0,1 1 0,-1 0 0,1-1 0,0 1 0,0 0 0,0 0 0,0 0-1,0 1 1,0-1 0,0 0 0,4-1 0,4-1-6769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2.0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24575,'0'5'0,"0"4"0,0 3 0,0 2 0,0-1-8191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2.5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1 251 24575,'28'20'0,"-13"-11"0,1 0 0,0-1 0,30 11 0,-40-16 0,1-1 0,0-1 0,-1 1 0,1-1 0,0 0 0,0-1 0,-1 0 0,1 0 0,0 0 0,0-1 0,0 0 0,-1 0 0,8-2 0,-12 2 0,0 0 0,-1 0 0,1 1 0,-1-1 0,1 0 0,0 0 0,-1 0 0,0-1 0,1 1 0,-1 0 0,0-1 0,1 1 0,-1 0 0,0-1 0,0 0 0,0 1 0,0-1 0,-1 1 0,1-1 0,0 0 0,-1 0 0,1-2 0,0 0 0,-1 0 0,1 0 0,-1 0 0,0 0 0,-1-1 0,1 1 0,-1 0 0,-1-6 0,2 9 0,-1 1 0,1 0 0,0-1 0,0 1 0,0 0 0,0 0 0,0-1 0,0 1 0,0 0 0,0-1 0,0 1 0,0 0 0,0 0 0,0-1 0,0 1 0,0 0 0,0-1 0,0 1 0,0 0 0,0 0 0,0-1 0,1 1 0,-1 0 0,0 0 0,0-1 0,0 1 0,0 0 0,1 0 0,-1-1 0,0 1 0,1 0 0,9 0 0,17 13 0,-21-10 0,7 3 0,0 0 0,1-2 0,0 1 0,0-2 0,23 4 0,-30-6 0,-1 0 0,1-1 0,-1 0 0,1 0 0,-1-1 0,1 0 0,0 0 0,-1 0 0,0-1 0,1 0 0,-1 0 0,0 0 0,0-1 0,10-6 0,-13 7 0,-1 0 0,1-1 0,0 1 0,-1-1 0,0 0 0,1 0 0,-1 0 0,0 0 0,0-1 0,-1 1 0,1 0 0,-1-1 0,0 1 0,0-1 0,0 1 0,0-1 0,0 0 0,-1 0 0,0 1 0,0-1 0,0 0 0,0 1 0,0-1 0,-1 0 0,1 1 0,-3-7 0,1 3 0,-1-1 0,1 1 0,-1 0 0,-1 0 0,0 0 0,1 1 0,-2-1 0,1 1 0,-1 0 0,0 0 0,-11-9 0,-3 1 29,-28-16-1,16 11-1450,11 6-5404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13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31 24575,'0'0'0,"0"-1"0,0 1 0,0-1 0,1 0 0,-1 1 0,0-1 0,0 1 0,1-1 0,-1 1 0,0 0 0,0-1 0,1 1 0,-1-1 0,1 1 0,-1-1 0,0 1 0,1 0 0,-1-1 0,1 1 0,-1 0 0,1 0 0,-1-1 0,1 1 0,-1 0 0,1 0 0,-1 0 0,1-1 0,0 1 0,-1 0 0,1 0 0,-1 0 0,1 0 0,-1 0 0,2 0 0,20 3 0,-7 1 0,-14-1 0,-10-2 0,-149 0 0,79-2 0,68 1 0,0-2 0,-20-3 0,19 2 0,0 1 0,-14-1 0,-1 3 0,-14 0 0,41 0 0,-1 0 0,1 0 0,0 0 0,0 0 0,0 0 0,-1 0 0,1 0 0,0 0 0,0 0 0,0 0 0,0 0 0,-1 0 0,1 0 0,0 0 0,0 0 0,0 0 0,0 0 0,-1 0 0,1 0 0,0-1 0,0 1 0,0 0 0,0 0 0,-1 0 0,1 0 0,0 0 0,0 0 0,0 0 0,0-1 0,0 1 0,0 0 0,0 0 0,-1 0 0,1 0 0,0-1 0,0 1 0,0 0 0,0 0 0,7-4 0,13-2 0,166 3 0,-102 5 0,-49-2 0,61 9 0,-54-4 0,-69-6 0,-31 1 0,13 1 0,20 0 0,-31 6 0,32-3 0,-34 0 0,47-4 0,-1 1 0,-15 4 0,20-3 0,0-1 0,0 0 0,-1 0 0,1 0 0,0-1 0,0 0 0,0-1 0,-13-1 0,-11-6 0,64-3 0,5 6 0,0 2 0,66 4 0,-39 0 0,34-1 0,-99 0 0,0 0 0,0 0 0,0 0 0,0 0 0,0 0 0,0 1 0,0-1 0,0 0 0,0 0 0,0 0 0,0 0 0,0 0 0,0 0 0,0 0 0,-1 0 0,1 0 0,0 0 0,0 0 0,0 0 0,0 0 0,0 0 0,0 0 0,0 0 0,0 0 0,0 0 0,0 0 0,0 0 0,0 0 0,0 0 0,0 0 0,0 0 0,0 0 0,0 0 0,0 0 0,0 0 0,0 1 0,0-1 0,0 0 0,0 0 0,0 0 0,0 0 0,0 0 0,0 0 0,0 0 0,0 0 0,0 0 0,1 0 0,-1 0 0,0 0 0,0 0 0,0 0 0,-7 4 0,-11 2 0,-2-4-246,-1 0 0,-20-2 0,33 0-381,-5 0-6199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23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1338 16 24575,'13'0'0,"14"0"0,-19 0 0,-8 0 0,0 0 0,0 0 0,0 0 0,0 0 0,0 0 0,0 0 0,0 0 0,0 0 0,0 0 0,0 0 0,-1 0 0,1 0 0,0 0 0,0 0 0,0 1 0,0-1 0,0 0 0,0 0 0,0 0 0,0 0 0,0 0 0,0 0 0,0 0 0,0 0 0,0 0 0,0 0 0,0 0 0,0 0 0,0 0 0,0 0 0,0 0 0,0 0 0,0 0 0,0 0 0,0 0 0,0 0 0,0 0 0,0 0 0,0 0 0,0 1 0,0-1 0,0 0 0,0 0 0,0 0 0,0 0 0,0 0 0,0 0 0,0 0 0,0 0 0,0 0 0,0 0 0,0 0 0,0 0 0,0 0 0,0 0 0,0 0 0,0 0 0,0 0 0,0 0 0,0 0 0,0 1 0,0-1 0,-8 3 0,0-1 0,-1 1 0,1-1 0,-1-1 0,-16 2 0,-48-4 0,32 0 0,27 1 0,-16 0 0,0-1 0,-43-7 0,39 3 0,0 2 0,0 2 0,-36 3 0,5-1 0,-614-1 0,668 1 0,0 0 0,-20 4 0,19-2 0,0-1 0,-14 1 0,-12-3 0,50-1 0,1 0 0,12-4 0,-7 2 0,27-2 0,312 4 0,-173 2 0,-120 0 0,69-2 0,-92-7 0,-30 6 0,-1 0 0,17-1 0,196 2 84,-107 2-1533,-103-1-5377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56 24575,'-114'-37'0,"92"31"0,1 2 0,-1 0 0,-31-1 0,46 5 0,0 1 0,1-1 0,-1 1 0,0 0 0,0 1 0,1-1 0,-1 1 0,1 0 0,0 1 0,-8 4 0,11-5 0,-1 0 0,1 0 0,0 0 0,1 0 0,-1 1 0,0-1 0,1 1 0,-1 0 0,1 0 0,0 0 0,0 0 0,0 0 0,0 0 0,1 1 0,-1-1 0,1 1 0,0-1 0,0 1 0,0-1 0,0 5 0,0-3 0,1 0 0,0-1 0,0 1 0,1 0 0,-1 0 0,1 0 0,0 0 0,1-1 0,-1 1 0,1 0 0,-1-1 0,5 8 0,-2-6 0,1 0 0,0 1 0,0-1 0,0-1 0,0 1 0,1-1 0,7 6 0,7 2 0,0-1 0,1-1 0,0 0 0,27 8 0,42 13 0,27 11 0,-113-41 0,28 13 0,-31-15 0,1 1 0,-1 0 0,0 0 0,1 0 0,-1 0 0,0 0 0,0 0 0,1 0 0,-1 1 0,0-1 0,0 0 0,0 1 0,-1-1 0,1 1 0,0-1 0,0 3 0,-1-3 0,0 0 0,0 0 0,0 0 0,0 0 0,0 0 0,0 0 0,-1 0 0,1 0 0,-1 0 0,1 0 0,0 0 0,-1 0 0,0 0 0,1 0 0,-1-1 0,1 1 0,-1 0 0,0 0 0,0-1 0,1 1 0,-1 0 0,0-1 0,0 1 0,0-1 0,0 1 0,0-1 0,-1 1 0,-3 1 0,0 0 0,0 0 0,-10 2 0,-19 1 0,-1-2 0,0-1 0,-53-4 0,26 0 0,-64 2 0,124 0-105,1 0 21,1 0 0,-1 0 0,0 0 0,0 0 0,0 0 0,1 0 0,-1 0 0,0-1 0,0 1 0,0 0 0,1 0 0,-1-1 0,0 1 0,0-1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24575,'63'44'0,"66"40"0,-119-79 0,0 1 0,1-1 0,-1-1 0,1 0 0,18 4 0,-26-8 0,-1 1 0,1-1 0,0 1 0,0-1 0,0 0 0,0 0 0,-1 0 0,1 0 0,0-1 0,0 1 0,0-1 0,-1 0 0,1 1 0,0-1 0,-1 0 0,1-1 0,0 1 0,-1 0 0,0-1 0,1 0 0,-1 1 0,0-1 0,0 0 0,0 0 0,0 0 0,0 0 0,0-1 0,1-2 0,-1 1 0,0-1 0,-1 1 0,1-1 0,-1 1 0,0-1 0,0 1 0,-1-1 0,1 1 0,-1-1 0,0 0 0,-1 1 0,1-1 0,-1 1 0,1-1 0,-4-7 0,3 6 0,-2 0 0,1 0 0,-1 0 0,0 0 0,0 0 0,0 0 0,-1 1 0,0-1 0,0 1 0,-6-6 0,17 27 0,-1-9 0,0 0 0,0 0 0,0 0 0,1-1 0,10 8 0,-12-10 0,0-1 0,0 0 0,1 0 0,-1 0 0,1-1 0,-1 1 0,1-1 0,0-1 0,7 2 0,-10-3 0,0 0 0,0 0 0,0 0 0,0-1 0,0 1 0,0-1 0,0 0 0,0 0 0,-1 0 0,1-1 0,0 1 0,-1 0 0,1-1 0,-1 0 0,1 0 0,-1 0 0,0 0 0,1 0 0,1-3 0,1 1 0,-1 0 0,0 0 0,10-5 0,-12 8 0,0 0 0,0 0 0,0 0 0,0 1 0,1-1 0,-1 1 0,0-1 0,0 1 0,0 0 0,0 0 0,1 0 0,-1 0 0,0 0 0,3 1 0,7 3 0,0 0 0,0 0 0,-1 1 0,18 11 0,-15-8 0,30 11 0,-30-15-1365,-1-1-5461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91 509 24575,'-6'0'0,"-38"7"0,42-6 0,-1 0 0,0 0 0,0 0 0,1 0 0,-1 0 0,1 1 0,-1-1 0,1 1 0,0-1 0,-1 1 0,1 0 0,-3 4 0,4-5 0,0 0 0,1 0 0,-1 1 0,1-1 0,-1 0 0,1 0 0,0 1 0,-1-1 0,1 0 0,0 1 0,0-1 0,0 0 0,0 1 0,0-1 0,0 0 0,0 0 0,0 1 0,1-1 0,-1 0 0,0 1 0,1-1 0,-1 0 0,1 0 0,0 0 0,-1 1 0,1-1 0,0 0 0,0 0 0,0 0 0,1 1 0,4 4 0,0 0 0,0 0 0,11 8 0,-13-11 0,10 7 0,1 1 0,17 8 0,-26-16 0,1 0 0,-1 0 0,1-1 0,0 0 0,-1 0 0,1 0 0,0-1 0,11 1 0,-16-2 0,0 0 0,1 0 0,-1 0 0,0-1 0,1 1 0,-1-1 0,0 0 0,0 1 0,0-1 0,0 0 0,1 0 0,-1 0 0,0-1 0,-1 1 0,1 0 0,0-1 0,0 1 0,0-1 0,-1 0 0,1 1 0,-1-1 0,0 0 0,1 0 0,0-2 0,-1 1 0,1 0 0,-1 0 0,0 0 0,-1 0 0,1 0 0,0 0 0,-1 0 0,0 0 0,1-1 0,-1 1 0,-1 0 0,1 0 0,0 0 0,-1 0 0,1 0 0,-1 0 0,-2-5 0,1 3 0,-1-1 0,0 0 0,0 1 0,0-1 0,-1 1 0,1 0 0,-1 0 0,0 0 0,-1 1 0,1-1 0,-1 1 0,0 0 0,0 1 0,-1-1 0,1 1 0,-7-3 0,12 6 0,-1-1 0,1 1 0,-1 0 0,0-1 0,1 1 0,-1 0 0,1 0 0,-1 0 0,1 0 0,-1 0 0,0 0 0,1 0 0,-1 0 0,1 0 0,-1 0 0,0 0 0,1 0 0,-1 0 0,1 0 0,-1 0 0,0 0 0,1 1 0,-1-1 0,1 0 0,-1 0 0,1 1 0,-1-1 0,1 1 0,-1-1 0,1 0 0,-1 1 0,1-1 0,0 1 0,-1-1 0,1 1 0,0-1 0,-1 1 0,1-1 0,0 1 0,-1-1 0,1 1 0,0-1 0,0 1 0,0 0 0,0-1 0,0 1 0,-1-1 0,1 1 0,0 0 0,0-1 0,1 1 0,-1 0 0,0 2 0,0 1 0,0-1 0,0 0 0,1 1 0,0-1 0,-1 0 0,1 1 0,2 3 0,1 0 0,1 0 0,0 0 0,0 0 0,0 0 0,1-1 0,0 0 0,0 0 0,1 0 0,0-1 0,0 0 0,0 0 0,0-1 0,1 0 0,0 0 0,0-1 0,0 0 0,0 0 0,0-1 0,1 0 0,-1 0 0,1-1 0,-1 0 0,1-1 0,-1 0 0,1 0 0,0-1 0,-1 0 0,14-4 0,-14 3 0,-2 0 0,1 0 0,0-1 0,0-1 0,-1 1 0,0-1 0,1 0 0,4-5 0,-7 5 0,0 1 0,0-1 0,-1-1 0,1 1 0,-1 0 0,0-1 0,-1 0 0,1 1 0,-1-1 0,0 0 0,3-9 0,-3 2 0,0 0 0,0-1 0,-1 1 0,-1 0 0,0-1 0,-1 1 0,0 0 0,-4-18 0,-2 0 0,-1 0 0,-16-35 0,5 20 0,-2-1 0,-2 2 0,-2 1 0,-44-57 0,67 98 0,1 0 0,-1-1 0,0 1 0,0 1 0,0-1 0,-1 0 0,-2-2 0,4 4 0,1 0 0,0 0 0,-1 0 0,1-1 0,0 1 0,-1 0 0,1 0 0,0 0 0,-1 0 0,1 0 0,-1 0 0,1 0 0,0 0 0,-1 0 0,1 0 0,0 0 0,-1 0 0,1 0 0,-1 0 0,1 1 0,0-1 0,-1 0 0,1 0 0,-1 1 0,1-1 0,-1 1 0,1 0 0,-1-1 0,1 1 0,-1 0 0,1-1 0,0 1 0,-1 0 0,1 0 0,0-1 0,0 1 0,0 0 0,-1 0 0,1 1 0,0 5 0,0 0 0,0 0 0,0 0 0,1 0 0,0 0 0,1 0 0,3 9 0,20 50 0,-19-50 0,15 33 0,2 0 0,37 55 0,-45-81 0,1-1 0,1 0 0,0-2 0,2 0 0,1-1 0,28 22 0,-34-31 0,1 0 0,1-1 0,29 12 0,-36-17 0,1-1 0,0 0 0,0 0 0,1-1 0,-1-1 0,0 1 0,20-2 0,-28 0-72,0 0 1,0 0-1,0 0 0,0-1 0,0 1 0,0-1 0,1 1 0,-1-1 1,0 0-1,-1 0 0,1 0 0,0 0 0,0 0 0,0-1 0,-1 1 1,1 0-1,0-1 0,1-2 0,3-5-6754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236 643 24575,'8'-47'0,"3"-68"0,-11 97 0,-1 0 0,0 0 0,-1 0 0,-1 0 0,-1 0 0,-1 1 0,-6-19 0,-5-2 0,-2 1 0,-1 1 0,-1 1 0,-2 1 0,-2 0 0,-54-58 0,77 91 0,-1-1 0,1 1 0,-1-1 0,0 1 0,1 0 0,-1 0 0,0 0 0,0 0 0,-1-1 0,2 2 0,1 0 0,0 0 0,-1 0 0,1 0 0,0 0 0,-1 0 0,1 0 0,-1 0 0,1 0 0,0 0 0,-1 0 0,1 0 0,0 0 0,-1 0 0,1 0 0,0 0 0,0 0 0,-1 1 0,1-1 0,0 0 0,-1 0 0,1 1 0,-1-1 0,1 1 0,-1 0 0,1-1 0,0 1 0,-1 0 0,1 0 0,0-1 0,-1 1 0,1 0 0,0 0 0,0-1 0,0 1 0,-1 1 0,1 7 0,0 0 0,1-1 0,0 1 0,0 0 0,1-1 0,0 0 0,0 1 0,5 10 0,4 7 0,17 30 0,5-2 0,3-2 0,1-1 0,75 77 0,-97-111-227,0-1-1,2-1 1,0 0-1,1-2 1,28 18-1,-32-24-6598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24575,'36'118'0,"5"-3"0,64 126 0,-103-236 0,1-1 0,-1 1 0,1-1 0,0 0 0,5 5 0,-8-8 0,1-1 0,-1 1 0,1-1 0,-1 1 0,0-1 0,1 1 0,-1-1 0,1 0 0,0 1 0,-1-1 0,1 1 0,-1-1 0,1 0 0,-1 0 0,1 1 0,0-1 0,-1 0 0,1 0 0,0 0 0,-1 0 0,1 0 0,0 0 0,-1 0 0,1 0 0,0 0 0,-1 0 0,1 0 0,0 0 0,-1 0 0,1 0 0,0-1 0,-1 1 0,1 0 0,-1-1 0,1 1 0,0 0 0,-1-1 0,1 1 0,-1 0 0,1-1 0,-1 1 0,1-1 0,-1 1 0,0-1 0,1 1 0,-1-1 0,1 0 0,-1 1 0,0-1 0,0 1 0,1-2 0,16-40 0,-15 35 0,1-1 0,0 0 0,1 1 0,-1 0 0,1 0 0,1 0 0,-1 0 0,1 0 0,9-8 0,-11 12 0,0 1 0,0-1 0,0 1 0,0 0 0,1 0 0,-1 0 0,0 1 0,1-1 0,0 1 0,-1 0 0,1 0 0,0 0 0,0 0 0,-1 1 0,1 0 0,0-1 0,0 1 0,0 1 0,0-1 0,0 0 0,-1 1 0,1 0 0,0 0 0,-1 0 0,1 1 0,0-1 0,-1 1 0,1-1 0,-1 1 0,0 0 0,0 1 0,0-1 0,0 1 0,0-1 0,0 1 0,-1 0 0,1 0 0,-1 0 0,0 0 0,0 0 0,0 1 0,0-1 0,0 0 0,-1 1 0,1 0 0,-1-1 0,1 6 0,-1-3 0,0 0 0,-1 0 0,1-1 0,-1 1 0,0 0 0,0 0 0,-1-1 0,0 1 0,-3 10 0,3-12 0,-1 0 0,1 0 0,-1 0 0,-1-1 0,1 1 0,0-1 0,-1 1 0,0-1 0,1 0 0,-1 0 0,0 0 0,-1-1 0,1 1 0,-5 2 0,-2 1 0,-1 0 0,0 0 0,-1-2 0,1 1 0,-1-1 0,0-1 0,-17 3 0,21-5 0,-1 0 0,-1 0 0,1-1 0,0-1 0,0 1 0,0-1 0,0-1 0,0 0 0,1 0 0,-16-6 0,9 1-682,-24-16-1,30 17-6143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24575,'10'33'0,"6"16"0,5 6 0,2 2 0,-1-3 0,1-4 0,-1-6 0,-2-1 0,1-5 0,0-3 0,-2-2 0,-1-5 0,-2-4 0,0-4 0,-4-2 0,-3-5-8191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24575,'-1'3'0,"0"0"0,1 0 0,-1 0 0,1 0 0,-1 0 0,1 0 0,0 1 0,1-1 0,-1 0 0,0 0 0,1 0 0,-1 0 0,1 0 0,1 3 0,1-1 0,-1-1 0,1 1 0,-1 0 0,1-1 0,0 1 0,1-1 0,5 6 0,-2-3 0,1-1 0,-1 0 0,1-1 0,0 1 0,0-2 0,0 1 0,1-1 0,16 6 0,-19-9 0,-1 0 0,0 1 0,1-2 0,0 1 0,-1-1 0,1 0 0,7-1 0,-11 1 0,-1 0 0,1 0 0,0-1 0,0 1 0,-1-1 0,1 1 0,-1-1 0,1 0 0,-1 1 0,1-1 0,-1 0 0,1 0 0,-1 0 0,1-1 0,-1 1 0,0 0 0,0 0 0,0-1 0,0 1 0,0 0 0,0-1 0,0 1 0,0-1 0,0 1 0,-1-1 0,1 0 0,0-2 0,0-5 0,0 0 0,0-1 0,-1 1 0,0 0 0,-1-1 0,0 1 0,-1 0 0,0 0 0,0 0 0,-6-13 0,8 21 0,0 1 0,0 0 0,0-1 0,-1 1 0,1 0 0,0-1 0,0 1 0,0 0 0,0-1 0,0 1 0,0 0 0,0-1 0,0 1 0,0-1 0,0 1 0,0 0 0,0-1 0,0 1 0,0 0 0,0-1 0,0 1 0,0-1 0,0 1 0,0 0 0,0-1 0,1 1 0,-1-1 0,10 3 0,16 17 0,-21-15 0,100 80-1365,-91-74-5461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44 341 24575,'16'-9'0,"79"-45"0,-77 43 0,-1-2 0,0 0 0,16-16 0,-31 26 0,1 1 0,0-1 0,-1 1 0,0-1 0,0 0 0,0 0 0,0 0 0,0 0 0,-1 0 0,1 0 0,-1-1 0,0 1 0,0-1 0,0 1 0,0-1 0,0 1 0,-1-1 0,0 1 0,0-1 0,0 1 0,0-1 0,0 1 0,-1-1 0,0 1 0,1-1 0,-1 1 0,-1-1 0,1 1 0,0 0 0,-1-1 0,1 1 0,-4-4 0,0-1 0,-1 1 0,1-1 0,-1 1 0,0 1 0,-1-1 0,1 1 0,-1 0 0,0 1 0,-1-1 0,0 1 0,1 1 0,-2 0 0,1 0 0,0 0 0,-1 1 0,1 1 0,-1-1 0,0 1 0,-16-1 0,22 3 0,-1 0 0,1 0 0,-1 0 0,1 1 0,-1 0 0,1 0 0,0 0 0,-1 0 0,1 0 0,0 0 0,0 1 0,0 0 0,0 0 0,0-1 0,0 2 0,0-1 0,1 0 0,-1 0 0,1 1 0,0 0 0,-1-1 0,1 1 0,0 0 0,1 0 0,-1 0 0,1 0 0,-3 7 0,1-2 0,1 0 0,0 0 0,0 0 0,1 0 0,0 1 0,0-1 0,1 0 0,0 1 0,1-1 0,2 13 0,0-9 0,0 0 0,1-1 0,1 0 0,0 1 0,0-2 0,1 1 0,0-1 0,1 0 0,0 0 0,1-1 0,0 0 0,0 0 0,1 0 0,13 9 0,-11-10 0,1 0 0,-1-1 0,1-1 0,0 0 0,1 0 0,-1-1 0,1-1 0,0 0 0,0 0 0,1-2 0,-1 0 0,23 1 0,-16-3-1365,-2-1-5461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4007 15 24575,'-182'-7'0,"94"2"0,-111 8 0,-264 22 0,178-26-188,-322 7-405,-227-6-883,526-7 1519,-52-1-691,-35-10 1032,376 17-308,-17-1 610,-55 4 0,79-1-583,1 0 0,0 1 0,-1 1 0,1 0 0,1 1 0,-1 0 0,0 0 0,1 1 0,-10 7 0,9-5-1468,2-2-5461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2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223 642 24575,'4'-4'0,"-1"0"0,1 0 0,-1 0 0,0-1 0,-1 1 0,1-1 0,-1 0 0,0 0 0,0 0 0,0 0 0,1-7 0,-3 7 0,1 1 0,0 0 0,-1 0 0,0-1 0,0 1 0,-1 0 0,1 0 0,-1 0 0,0-1 0,0 1 0,0 0 0,0 0 0,-1 0 0,-3-6 0,-2-5 0,-1-1 0,2-1 0,0 0 0,1 1 0,-4-27 0,-7-19 0,1 14 0,-29-62 0,30 83 0,0 0 0,-2 1 0,-28-37 0,42 61 0,0-1 0,0 0 0,-1 0 0,0 1 0,1-1 0,-5-3 0,6 6 0,1 0 0,0 0 0,-1 0 0,1-1 0,-1 1 0,1 0 0,0 0 0,-1 0 0,1 0 0,-1 0 0,1 0 0,0 0 0,-1 0 0,1 0 0,-1 0 0,1 0 0,0 0 0,-1 0 0,1 0 0,-1 0 0,1 0 0,-1 0 0,0 1 0,1 0 0,-1-1 0,1 1 0,-1-1 0,1 1 0,-1 0 0,1-1 0,-1 1 0,1 0 0,0 0 0,-1-1 0,1 1 0,0 0 0,0 0 0,-1-1 0,1 2 0,-1 6 0,0 0 0,1 0 0,0 0 0,0 0 0,1 0 0,2 11 0,12 47 0,-14-64 0,20 67 0,3 0 0,45 91 0,-60-142 0,1 0 0,1-1 0,0 0 0,1-1 0,1-1 0,0 0 0,1 0 0,1-1 0,26 18 0,-37-29-80,0-1 0,0 1-1,0-1 1,1 0 0,-1 0-1,1-1 1,-1 0 0,1 1-1,0-2 1,0 1 0,-1 0 0,1-1-1,0 0 1,0 0 0,-1 0-1,9-2 1,-4-2-6746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224 120 24575,'-24'-7'0,"-7"-1"0,1 0 0,-58-6 0,84 14 0,0-1 0,1 2 0,-1-1 0,0 0 0,0 1 0,1-1 0,-1 1 0,-4 2 0,7-3 0,1 0 0,-1 1 0,0-1 0,0 1 0,1-1 0,-1 1 0,0-1 0,1 1 0,-1-1 0,1 1 0,-1 0 0,1-1 0,-1 1 0,1 0 0,-1-1 0,1 1 0,-1 0 0,1 0 0,0 0 0,0-1 0,-1 1 0,1 0 0,0 0 0,0 0 0,0 0 0,0-1 0,0 1 0,0 0 0,0 0 0,0 0 0,0 0 0,0-1 0,1 1 0,-1 0 0,0 0 0,1 0 0,-1-1 0,0 1 0,1 0 0,-1 0 0,1 0 0,3 6 0,1-1 0,-1 1 0,1-1 0,0 0 0,1 0 0,-1-1 0,1 0 0,0 0 0,1 0 0,11 7 0,-8-7 0,0 1 0,1-1 0,0-1 0,0 0 0,0 0 0,19 2 0,-19-4 0,0 0 0,1-2 0,-1 1 0,0-1 0,22-4 0,-31 4 0,1-1 0,0 1 0,-1-1 0,1 0 0,0 0 0,-1 0 0,1 0 0,-1-1 0,1 1 0,-1-1 0,0 0 0,0 1 0,1-1 0,-1 0 0,0 0 0,-1 0 0,1-1 0,0 1 0,-1 0 0,1-1 0,-1 1 0,0-1 0,0 1 0,0-1 0,0 0 0,0 1 0,0-1 0,0-4 0,0 1 0,-1-1 0,0 1 0,-1-13 0,1 18 0,0-1 0,0 1 0,0 0 0,0-1 0,-1 1 0,1 0 0,0-1 0,-1 1 0,1 0 0,-1-1 0,1 1 0,-1 0 0,0 0 0,0 0 0,1 0 0,-1 0 0,0-1 0,0 2 0,0-1 0,0 0 0,0 0 0,0 0 0,-1 0 0,-1 0 0,3 1 0,0 0 0,0 0 0,0 0 0,0 0 0,-1 0 0,1 0 0,0 0 0,0 1 0,0-1 0,0 0 0,-1 0 0,1 0 0,0 0 0,0 1 0,0-1 0,0 0 0,0 0 0,0 0 0,0 0 0,0 1 0,0-1 0,0 0 0,0 0 0,0 1 0,0-1 0,0 0 0,0 0 0,0 0 0,0 1 0,0-1 0,0 0 0,0 0 0,0 0 0,0 1 0,0-1 0,0 0 0,0 0 0,0 0 0,0 0 0,0 1 0,1-1 0,-1 0 0,0 0 0,0 0 0,4 12 0,0-5 0,1 1 0,0-1 0,0 0 0,0 0 0,1 0 0,0-1 0,0 0 0,1 0 0,0 0 0,0-1 0,0 0 0,0 0 0,1-1 0,0 0 0,12 4 0,-6-3 0,-1 0 0,1-1 0,0-1 0,1 0 0,-1-1 0,0-1 0,1 0 0,25-2 0,-40 1 0,1 0 0,0 0 0,0 0 0,0 0 0,-1 0 0,1 0 0,0 0 0,0-1 0,-1 1 0,1 0 0,0 0 0,0-1 0,-1 1 0,1-1 0,0 1 0,-1 0 0,1-1 0,-1 1 0,1-1 0,0 0 0,-1 1 0,1-1 0,-1 1 0,1-1 0,-1 0 0,1 0 0,-1 0 0,0 0 0,0 0 0,0 0 0,0 0 0,0 0 0,-1 0 0,1 0 0,0 0 0,0 0 0,-1 0 0,1 0 0,-1 0 0,1 0 0,-1 0 0,1 0 0,-2-1 0,-2-4 0,-1 0 0,0 1 0,-1 0 0,-7-6 0,9 7 0,-5-2 0,1-1 0,0 0 0,0-1 0,-14-16 0,21 22 0,0 0 0,0 1 0,-1-1 0,1 0 0,1 0 0,-1 0 0,0 0 0,0 0 0,1 0 0,-1 0 0,1 0 0,0 0 0,-1 0 0,1 0 0,0 0 0,0 0 0,0 0 0,1 0 0,-1 0 0,0 0 0,1 0 0,-1 0 0,1 0 0,0 0 0,0 0 0,0 0 0,0 0 0,0 0 0,0 1 0,0-1 0,0 0 0,1 1 0,1-3 0,4-2-105,-1 1 0,1 0 0,0 0 0,0 0 0,0 1 0,1 0 0,-1 0 0,1 1 0,0 0 0,0 0 0,0 1 0,15-2 0,-8 3-6721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24575,'-3'0'0,"-1"1"0,1-1 0,-1 0 0,1 1 0,-1 0 0,1 0 0,0 0 0,-1 0 0,1 1 0,0-1 0,0 1 0,0 0 0,0 0 0,0 0 0,1 0 0,-1 0 0,0 0 0,1 1 0,-3 2 0,4-3 0,0 0 0,0 0 0,0 0 0,0 0 0,0-1 0,1 1 0,-1 1 0,0-1 0,1 0 0,0 0 0,-1 0 0,1 0 0,0 0 0,0 0 0,0 0 0,0 0 0,1 1 0,-1-1 0,0 0 0,1 0 0,0 0 0,-1 0 0,1 0 0,0 0 0,0 0 0,0 0 0,0-1 0,0 1 0,1 0 0,-1-1 0,1 1 0,1 1 0,2 2 0,1 0 0,-1 0 0,1 0 0,0-1 0,1 0 0,-1 0 0,1-1 0,0 0 0,0 0 0,7 2 0,-12-4 0,1-1 0,-1 1 0,0-1 0,0 1 0,0-1 0,0 0 0,0 0 0,0 0 0,1 0 0,-1 0 0,0 0 0,0-1 0,0 1 0,0-1 0,0 0 0,0 1 0,0-1 0,0 0 0,0 0 0,0 0 0,0 0 0,-1-1 0,1 1 0,0 0 0,-1-1 0,1 1 0,-1-1 0,1 0 0,-1 1 0,0-1 0,0 0 0,0 0 0,0 0 0,0 0 0,0 0 0,0 0 0,-1 0 0,2-3 0,-1-1 0,0 0 0,0 0 0,0 0 0,0 0 0,-1 0 0,0 0 0,-1 0 0,1 0 0,-3-12 0,-2 11 0,1 12 0,0 14 0,3 5 0,1-1 0,1 1 0,0 0 0,2-1 0,6 25 0,4 3 0,23 58 0,25 41 0,-60-148 0,0-1 0,-1 1 0,1-1 0,-1 1 0,1 0 0,-1-1 0,0 1 0,1 0 0,-1-1 0,0 1 0,0 0 0,-1 0 0,1-1 0,0 1 0,0 0 0,-1-1 0,1 1 0,-1 0 0,1-1 0,-1 1 0,-1 1 0,1-2 0,0 1 0,-1-1 0,1 0 0,-1 0 0,1 0 0,-1 0 0,1 0 0,-1 0 0,0-1 0,1 1 0,-1 0 0,0-1 0,1 1 0,-1-1 0,0 0 0,0 0 0,0 0 0,0 1 0,-3-2 0,-13 0 0,1-2 0,-1 0 0,0-1 0,1-1 0,0 0 0,0-1 0,0-1 0,1-1 0,-21-12 0,35 19 0,0 0 0,0-1 0,0 1 0,0 0 0,0-1 0,1 1 0,-1-1 0,0 0 0,1 0 0,-1 1 0,1-1 0,0 0 0,0 0 0,0 0 0,-1 0 0,2-1 0,-1 1 0,0 0 0,0 0 0,1 0 0,-1-1 0,1 1 0,0 0 0,0-1 0,0 1 0,0 0 0,0-1 0,1-3 0,0 2 0,0 1 0,0-1 0,1 1 0,0 0 0,-1 0 0,1 0 0,0 0 0,0 0 0,1 0 0,-1 0 0,1 1 0,-1-1 0,1 1 0,0 0 0,0 0 0,0 0 0,0 0 0,4-1 0,18-7-273,0 1 0,1 1 0,0 2 0,27-4 0,-35 7-6553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81 236 24575,'12'-17'0,"34"-53"0,-42 62 0,0 0 0,0 0 0,-1 0 0,0 0 0,0-1 0,-1 0 0,1-9 0,-2 16 0,-1-1 0,0 0 0,0 0 0,0 1 0,0-1 0,-1 0 0,1 1 0,-1-1 0,0 0 0,0 1 0,0-1 0,0 1 0,0-1 0,0 1 0,0 0 0,-1-1 0,0 1 0,1 0 0,-1 0 0,0 0 0,0 0 0,0 0 0,0 0 0,0 1 0,0-1 0,-1 1 0,1-1 0,-1 1 0,1 0 0,-1 0 0,1 0 0,-4 0 0,2 0 0,1 0 0,-1 0 0,0 1 0,1 0 0,-1-1 0,0 1 0,1 1 0,-1-1 0,1 0 0,-1 1 0,0 0 0,1 0 0,-1 0 0,1 0 0,0 1 0,-1-1 0,1 1 0,0 0 0,0 0 0,0 0 0,0 0 0,0 1 0,1-1 0,-4 4 0,3-2 0,0 0 0,0 0 0,0 0 0,1 1 0,-1-1 0,1 1 0,0 0 0,0-1 0,1 1 0,-1 0 0,1 0 0,0 0 0,0 1 0,1-1 0,0 0 0,0 0 0,0 0 0,0 0 0,1 0 0,0 0 0,0 0 0,0 0 0,1 0 0,-1 0 0,1 0 0,0 0 0,1-1 0,-1 1 0,5 5 0,4 3 15,1 0 0,0-2 0,0 1 0,1-1 0,1-1 0,-1-1 0,19 10 0,-9-6-386,1-2-1,0-1 1,49 14 0,-58-21-6455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106 173 24575,'34'46'0,"-22"-28"0,1-1 0,28 29 0,-68-82 0,0 4 0,-10-11 0,1-2 0,-36-59 0,66 87 0,8 15 0,7 7 0,19 17 0,-10-7 0,0-1 0,1-1 0,1 0 0,0-1 0,28 11 0,95 24 0,-122-42 0,-1-1 0,1-1 0,0-1 0,0 0 0,24-2 0,-39-1 0,-1 0 0,1 0 0,0 0 0,0-1 0,0 1 0,-1-1 0,1-1 0,-1 1 0,0-1 0,1 0 0,-1 0 0,0 0 0,5-6 0,-8 7 0,0 0 0,1-1 0,-1 1 0,0-1 0,0 0 0,0 0 0,-1 1 0,1-1 0,-1-1 0,0 1 0,1 0 0,-1 0 0,-1 0 0,1-1 0,0 1 0,-1 0 0,0-1 0,1 1 0,-2 0 0,1-1 0,0 1 0,0 0 0,-1-1 0,-2-5 0,1 3 0,0 1 0,-1-1 0,0 1 0,0-1 0,-1 1 0,1 0 0,-1 0 0,0 0 0,-1 1 0,1 0 0,-1-1 0,0 2 0,0-1 0,0 0 0,-10-4 0,14 7 0,0 1 0,0 0 0,0-1 0,-1 1 0,1-1 0,0 1 0,0 0 0,0 0 0,-1 0 0,1 0 0,0 0 0,0 0 0,-1 0 0,1 0 0,0 0 0,0 1 0,0-1 0,-1 0 0,1 1 0,0-1 0,0 1 0,-2 1 0,2-1 0,0 0 0,-1 1 0,1-1 0,0 0 0,0 1 0,0 0 0,0-1 0,0 1 0,0 0 0,1-1 0,-1 1 0,1 0 0,-1 2 0,-1 4 0,1-1 0,1 0 0,0 1 0,0-1 0,0 1 0,2 10 0,1-7 0,1 0 0,-1-1 0,1 1 0,1-1 0,0 0 0,1-1 0,0 1 0,0-1 0,1 0 0,0 0 0,9 8 0,0-1 0,1-1 0,1-1 0,1 0 0,28 16 0,-34-23-195,0 0 0,0-1 0,1-1 0,-1 0 0,1-1 0,20 4 0,-18-6-6631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129 427 24575,'-1'2'0,"-36"53"0,33-48 0,1-1 0,-1 2 0,1-1 0,1 0 0,-1 1 0,0 8 0,2-14 0,1 0 0,0-1 0,0 1 0,0-1 0,0 1 0,0 0 0,0-1 0,0 1 0,0 0 0,1-1 0,-1 1 0,1-1 0,-1 1 0,1-1 0,0 1 0,-1-1 0,1 1 0,0-1 0,0 0 0,0 1 0,1 0 0,0 0 0,0-1 0,0 1 0,0-1 0,1 0 0,-1 0 0,0 0 0,0 0 0,1 0 0,-1 0 0,1 0 0,-1-1 0,5 1 0,-2-1 0,-1 1 0,1-1 0,0-1 0,-1 1 0,1-1 0,-1 1 0,1-1 0,-1-1 0,1 1 0,-1 0 0,0-1 0,1 0 0,-1 0 0,7-5 0,-8 3 0,0 1 0,1-1 0,-1 0 0,-1-1 0,1 1 0,0-1 0,-1 1 0,0-1 0,0 1 0,-1-1 0,1 0 0,-1 0 0,0 0 0,0 0 0,-1 0 0,1 0 0,-1-6 0,-1-9 0,-1 0 0,0 1 0,-6-21 0,1 8 0,-2 0 0,-2 0 0,-1 1 0,-20-39 0,10 31 0,-2 0 0,-47-58 0,70 95 0,0 1 0,0 0 0,0-1 0,-1 1 0,1 0 0,0 0 0,-1 0 0,1 0 0,-2-1 0,3 2 0,0 0 0,-1 0 0,1 0 0,0 0 0,0 0 0,0 0 0,0 0 0,-1 0 0,1 0 0,0 0 0,0 0 0,0 0 0,0 0 0,-1 0 0,1 0 0,0 1 0,0-1 0,0 0 0,0 0 0,0 0 0,0 0 0,-1 0 0,1 0 0,0 1 0,0-1 0,0 0 0,0 0 0,0 0 0,0 0 0,0 0 0,0 1 0,0-1 0,0 0 0,0 0 0,0 0 0,0 0 0,0 1 0,0-1 0,0 0 0,0 0 0,0 0 0,0 0 0,0 1 0,0-1 0,0 0 0,0 0 0,0 0 0,1 6 0,0-1 0,0 1 0,1-1 0,2 7 0,164 339 0,-148-311 0,12 21-1365,-21-39-5461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0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5341 22 24575,'7'-3'0,"-1"1"0,1 0 0,0 0 0,0 1 0,0 0 0,0 0 0,8 0 0,-6 0 0,-1 0 0,1 0 0,14-4 0,-35 8 0,-1-1 0,1-1 0,-24 1 0,-63-3 0,40 0 0,42 1 0,1 1 0,-1 0 0,-27 6 0,20-3 0,0-1 0,1-1 0,-1-1 0,-28-3 0,-2 0 0,-8 1 0,-68 3 0,90 5 0,29-5 0,0 0 0,-16 1 0,-206-2 0,112-2 0,106 2 0,0 0 0,-17 4 0,17-2 0,-27 2 0,-36-6 0,-35 2 0,73 6 0,29-4 0,0-1 0,-16 1 0,13-3 0,-1 0 0,1-1 0,-1-1 0,-21-4 0,12 2 0,1 1 0,0 1 0,-1 1 0,-29 3 0,-1 0 0,-418-2 0,457-1 0,0-1 0,-17-3 0,16 2 0,-25-1 0,26 3 0,1 2 0,-1-1 0,1 2 0,-23 5 0,23-5 0,-1 1 0,-1-2 0,-27-1 0,27 0 0,0 0 0,0 1 0,-19 4 0,-2 0 0,-1-1 0,0-2 0,-57-3 0,22-1 0,39 2 0,-15 0 0,-86 9 0,82-3 0,1-3 0,-60-4 0,31-1 0,21 1 0,-67 3 0,74 5 0,31-4 0,-24 1 0,-168-3 0,101-2 0,100 2 0,1 0 0,-19 4 0,-17 2 0,-32 3 0,33-4 0,3-1 0,10 0 0,-42 0 0,-603-6 0,668 2 0,0 0 0,-20 5 0,19-4 0,0 1 0,-14-1 0,13-1 0,-25 6 0,25-5 0,-26 3 0,1-5 0,87 0-1365,-36 0-5461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14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4266 58 24575,'0'0'0,"0"0"0,0 1 0,0-1 0,0 0 0,0 0 0,1 0 0,-1 0 0,0 0 0,0 0 0,0 0 0,0 0 0,0 0 0,1 0 0,-1 0 0,0 0 0,0 0 0,0 0 0,0 0 0,0 0 0,1 0 0,-1 0 0,0 0 0,0 0 0,0 0 0,0 0 0,0-1 0,1 1 0,-1 0 0,0 0 0,0 0 0,0 0 0,0 0 0,0 0 0,0 0 0,1 0 0,-1-1 0,0 1 0,0 0 0,0 0 0,0 0 0,0 0 0,0 0 0,0-1 0,0 1 0,0 0 0,0 0 0,0 0 0,0 0 0,0-1 0,0 1 0,0 0 0,0 0 0,0 0 0,0 0 0,0 0 0,0-1 0,0 1 0,0 0 0,0 0 0,0 0 0,0 0 0,0 0 0,-1-1 0,-8-5 0,-4 4 0,0 0 0,0 1 0,0 0 0,-16 2 0,15-1 0,0 1 0,0-2 0,-22-3 0,18 0 0,-1 2 0,1 0 0,-1 1 0,1 0 0,-1 2 0,1 0 0,-30 7 0,15-4 0,0-1 0,-1-1 0,-38-4 0,8 1 0,-246 1 0,295-1 0,0-1 0,-17-3 0,17 2 0,-27-2 0,6 5 0,10 0 0,0-1 0,-33-6 0,25 2 0,0 3 0,0 0 0,-36 4 0,5-1 0,31-1 0,-1 1 0,0-2 0,-53-8 0,68 7 0,-1 0 0,1 1 0,-1 1 0,1 1 0,-35 6 0,36-4 0,-23 0 0,-75-3 0,-21 0 0,89 7 0,32-3 0,-35 0 0,-61 4 0,-7-1 0,-887-7 0,993 0 0,-1 2 0,-17 3 0,16-2 0,-25 2 0,-319-4 0,174-3 0,185 2 0,-18 1 0,0-2 0,-1 0 0,-30-7 0,11 1 0,35 7 0,1 0 0,0-1 0,-1 1 0,1 1 0,0-1 0,-1 0 0,1 1 0,0 0 0,-4 1 0,3 1-1365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1 797 24575,'7'2'0,"13"4"0,0-1 0,35 4 0,-48-8 0,-1-1 0,1 0 0,-1-1 0,1 1 0,-1-1 0,1-1 0,-1 1 0,0-1 0,1 0 0,-1 0 0,0-1 0,10-6 0,2-2 0,-2-1 0,1 0 0,17-19 0,-26 22 0,1 0 0,-1-1 0,-1 1 0,0-2 0,-1 1 0,10-19 0,-12 17 0,-1 0 0,1 0 0,-2 0 0,0 0 0,0 0 0,-1 0 0,-1 0 0,0-1 0,-4-23 0,-1 1 0,-3 1 0,-13-41 0,-10-7 0,-71-133 0,93 197 0,-6-19 0,15 37 0,0 0 0,0 0 0,0 0 0,0-1 0,-1 1 0,1 0 0,0 0 0,0 0 0,0 0 0,0 0 0,0 0 0,0 0 0,0 0 0,0-1 0,0 1 0,-1 0 0,1 0 0,0 0 0,0 0 0,0 0 0,0 0 0,0 0 0,0 0 0,0 0 0,-1 0 0,1 0 0,0 0 0,0 0 0,0 0 0,0 0 0,0 0 0,-1 0 0,1 0 0,0 0 0,0 0 0,0 0 0,0 0 0,0 0 0,0 0 0,0 0 0,-1 0 0,1 0 0,0 1 0,0-1 0,0 0 0,0 0 0,0 0 0,0 0 0,0 0 0,0 0 0,0 0 0,-1 0 0,1 1 0,0-1 0,0 0 0,0 0 0,0 0 0,0 0 0,0 0 0,0 0 0,0 0 0,0 1 0,0-1 0,0 0 0,0 0 0,0 0 0,0 0 0,0 0 0,0 1 0,-3 9 0,0 6 0,0 1 0,2 0 0,0 0 0,1-1 0,0 1 0,2 0 0,0 0 0,7 27 0,2-2 0,3-1 0,21 46 0,30 51 0,-50-110 0,1-1 0,35 44 0,-38-56 0,0 0 0,1-2 0,20 16 0,-28-24 0,0-1 0,1 1 0,0-1 0,0 0 0,1-1 0,-1 0 0,0 0 0,1 0 0,0-1 0,13 2 0,-18-4-65,1 0 0,-1 0 0,0 0 0,1 0 0,-1-1 0,0 0 0,0 1 0,1-1 0,-1-1 0,0 1 0,0 0 0,0-1 0,0 1 0,0-1 0,-1 0 0,1 0 0,0 0 0,-1 0 0,1 0 0,3-6 0,3-3-6761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62 24575,'-29'-8'0,"-43"-11"0,62 17 0,0 1 0,0 0 0,0 0 0,0 1 0,-12 1 0,21-1 0,-1 0 0,0 0 0,0 1 0,0-1 0,0 1 0,1-1 0,-1 1 0,0-1 0,0 1 0,1 0 0,-1 0 0,0 0 0,1 0 0,-1 0 0,1 1 0,0-1 0,-1 0 0,-1 2 0,3-1 0,-1 0 0,0-1 0,0 1 0,1 0 0,-1 0 0,1-1 0,-1 1 0,1 0 0,0 0 0,0 0 0,0-1 0,0 1 0,0 0 0,0 0 0,1 2 0,1 4 0,1 0 0,-1-1 0,1 0 0,1 1 0,-1-1 0,1-1 0,7 9 0,-1 0 0,1-2 0,1 1 0,0-2 0,25 22 0,-31-30 0,0 1 0,0-1 0,1-1 0,-1 1 0,1-1 0,-1 0 0,1-1 0,0 1 0,0-1 0,1-1 0,-1 1 0,0-1 0,0-1 0,10 1 0,-14-1 0,-1 0 0,1-1 0,-1 1 0,1 0 0,-1-1 0,0 0 0,1 0 0,-1 1 0,0-1 0,0 0 0,0-1 0,0 1 0,0 0 0,0-1 0,0 1 0,0-1 0,0 1 0,0-1 0,-1 0 0,1 0 0,-1 0 0,1 0 0,-1 0 0,0 0 0,0 0 0,1-3 0,0 0 0,-1 0 0,0 0 0,0 0 0,-1 0 0,1 0 0,-1-1 0,0 1 0,-1 0 0,1 0 0,-1 0 0,-1-6 0,-7-28 0,12 47 0,0 0 0,1 0 0,0-1 0,1 1 0,-1-1 0,11 13 0,0-3 0,30 28 0,-30-33 0,0 0 0,1-2 0,0 0 0,1 0 0,24 9 0,-16-9 0,1-1 0,0-2 0,32 6 0,-49-11 0,9 1 0,22 1 0,-37-4 0,1 0 0,0 0 0,-1 0 0,1 0 0,0-1 0,-1 1 0,1-1 0,-1 0 0,1 0 0,-1 0 0,0-1 0,6-3 0,-7 5 0,-1-1 0,0 0 0,0 0 0,0 0 0,0 0 0,0 0 0,0 0 0,-1-1 0,1 1 0,0 0 0,0 0 0,-1-1 0,1 1 0,-1 0 0,1-1 0,-1 1 0,0 0 0,0-1 0,1-1 0,-1 1 0,0 0 0,-1 0 0,1-1 0,-1 1 0,1 0 0,-1 0 0,0-1 0,1 1 0,-1 0 0,-3-4 0,-2-3 0,0 0 0,-2 1 0,-15-16 0,16 16 0,-79-64 0,41 35 0,39 33 0,1-1 0,0 0 0,1 0 0,-1-1 0,1 1 0,0-1 0,-3-6 0,6 9 0,-1 0 0,1 0 0,0 0 0,0 0 0,0 0 0,0 0 0,0 0 0,1 0 0,0 0 0,-1-1 0,1 1 0,0 0 0,1 0 0,-1 0 0,1 0 0,-1 0 0,2-6 0,0 7 0,-1 0 0,0 0 0,1 0 0,-1 0 0,1 0 0,-1 0 0,1 0 0,0 1 0,0-1 0,0 1 0,0-1 0,0 1 0,0 0 0,0 0 0,1-1 0,-1 2 0,0-1 0,1 0 0,-1 0 0,1 1 0,3-1 0,6-1 0,1 1 0,24 1 0,-29 0 0,6 0-118,-10 0 22,1 0 1,-1 0-1,1 0 0,0 0 0,-1 1 0,1 0 0,-1 0 0,1 0 0,-1 0 0,0 1 0,1-1 0,5 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99 24575,'-7'-3'0,"-8"-2"0,-28-5 0,40 9 0,-1 0 0,1 1 0,0 0 0,-1 0 0,1 0 0,0 0 0,0 0 0,-1 0 0,1 1 0,0 0 0,0 0 0,-1 0 0,1 0 0,0 0 0,-3 2 0,4-1 0,1-1 0,-1 1 0,1 0 0,-1 0 0,1-1 0,0 1 0,0 0 0,-1 0 0,2 0 0,-1 0 0,0 0 0,0 0 0,1 1 0,-1-1 0,1 0 0,-1 0 0,1 0 0,0 1 0,0-1 0,0 0 0,0 0 0,1 1 0,-1-1 0,0 0 0,2 3 0,1 6 0,0 0 0,1 0 0,8 15 0,-4-9 0,0-1 0,2 0 0,20 25 0,-26-35 0,1-1 0,0 0 0,-1-1 0,1 1 0,1-1 0,-1 0 0,1 0 0,0-1 0,0 1 0,0-1 0,0-1 0,0 1 0,11 2 0,-14-4 0,-1-1 0,1 0 0,0 1 0,0-1 0,-1 0 0,1 0 0,0-1 0,0 1 0,-1-1 0,1 1 0,0-1 0,-1 0 0,1 0 0,0 0 0,-1 0 0,1 0 0,-1-1 0,0 1 0,0-1 0,1 0 0,-1 1 0,0-1 0,0 0 0,0 0 0,-1 0 0,1-1 0,0 1 0,-1 0 0,0-1 0,1 1 0,-1-1 0,1-3 0,2-4 0,-1-1 0,-1 1 0,0-1 0,0 0 0,-1 1 0,0-22 0,-1 21 0,0 7 0,1-1 0,-1 1 0,0-1 0,-1 1 0,1-1 0,-1 1 0,0 0 0,0-1 0,0 1 0,-3-5 0,4 9 0,0-1 0,0 1 0,0 0 0,0 0 0,-1 0 0,1-1 0,0 1 0,0 0 0,0 0 0,0 0 0,0 0 0,-1-1 0,1 1 0,0 0 0,0 0 0,0 0 0,0 0 0,-1 0 0,1 0 0,0 0 0,0 0 0,0-1 0,-1 1 0,1 0 0,0 0 0,0 0 0,0 0 0,-1 0 0,1 0 0,0 0 0,0 0 0,0 0 0,-1 0 0,1 0 0,0 1 0,0-1 0,0 0 0,-1 0 0,1 0 0,0 0 0,0 0 0,-7 10 0,1 14 0,1 19 0,3 0 0,2-1 0,9 83 0,4-49 0,33 108 0,-16-71 0,-29-109 0,0 0 0,0 0 0,-1 0 0,0-1 0,1 1 0,-2 5 0,1-8 0,0 0 0,0 0 0,0-1 0,0 1 0,0 0 0,-1-1 0,1 1 0,0 0 0,-1-1 0,1 1 0,0 0 0,-1-1 0,1 1 0,-1-1 0,1 1 0,-1-1 0,1 1 0,-1-1 0,1 1 0,-1-1 0,1 1 0,-1-1 0,0 0 0,1 1 0,-1-1 0,0 0 0,1 0 0,-1 1 0,0-1 0,1 0 0,-1 0 0,0 0 0,1 0 0,-1 0 0,0 0 0,0 0 0,1 0 0,-1 0 0,0 0 0,1 0 0,-1-1 0,-1 1 0,-2-1 0,-1-1 0,1 0 0,-1 0 0,1 0 0,0-1 0,0 1 0,-1-1 0,-5-5 0,-30-31 0,30 29 0,-2-3 0,1 1 0,1-1 0,0-1 0,1 0 0,-11-21 0,16 25 0,-1 0 0,1 0 0,1-1 0,0 1 0,0-1 0,1 0 0,1 1 0,-1-1 0,2-15 0,0 21 0,1 0 0,1 0 0,-1 0 0,1 0 0,0 1 0,0-1 0,0 0 0,1 1 0,-1-1 0,1 1 0,0 0 0,0 0 0,1 0 0,-1 0 0,1 1 0,6-6 0,5-2 0,1 0 0,0 0 0,19-8 0,44-19 0,40-22 0,-102 50 0,0-1 0,-1-1 0,-1 0 0,24-24 0,-35 31 0,-1 0 0,1 0 0,-1 0 0,0 0 0,0-1 0,-1 1 0,0-1 0,0 0 0,0 1 0,0-1 0,-1 0 0,0 0 0,0 0 0,-1-9 0,0 5 0,0 1 0,-1 0 0,0-1 0,-1 1 0,0 0 0,0 0 0,-1 0 0,-6-14 0,7 18 0,-1 1 0,0-1 0,0 1 0,0 0 0,0 0 0,-1 0 0,1 0 0,-1 1 0,0 0 0,0 0 0,-7-4 0,10 6 0,-1 0 0,1 0 0,-1 0 0,1 1 0,-1-1 0,0 1 0,1-1 0,-1 1 0,0 0 0,1-1 0,-1 1 0,0 0 0,1 0 0,-1 0 0,0 1 0,1-1 0,-1 0 0,0 0 0,1 1 0,-1-1 0,0 1 0,1 0 0,-1-1 0,1 1 0,-1 0 0,1 0 0,0 0 0,-1 0 0,1 0 0,0 0 0,0 0 0,-1 1 0,1-1 0,0 0 0,0 1 0,1-1 0,-2 2 0,-1 3 0,0 0 0,1 1 0,-1-1 0,1 0 0,1 1 0,-1-1 0,1 1 0,0 13 0,0 3 0,4 28 0,-2-46 0,-1 0 0,1-1 0,0 1 0,0-1 0,1 1 0,-1-1 0,1 0 0,0 1 0,0-1 0,1 0 0,-1 0 0,1 0 0,0-1 0,3 5 0,-1-3 0,1-1 0,-1 0 0,1 0 0,0 0 0,0 0 0,0-1 0,0 0 0,11 3 0,3 0 0,1-1 0,0-1 0,0-1 0,0-1 0,25-1 0,-3-1-455,0-1 0,58-9 0,-86 7-6371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24575,'-2'2'0,"0"-1"0,1 0 0,-1 1 0,1-1 0,-1 1 0,1-1 0,0 1 0,-1-1 0,1 1 0,0 0 0,0 0 0,0 0 0,1 0 0,-1 0 0,0 0 0,0 3 0,-5 36 0,6-21 0,1 1 0,0 0 0,2-1 0,0 1 0,1-1 0,8 21 0,49 116 0,-61-155 0,41 85 0,-33-72 0,1-1 0,0 1 0,19 20 0,-28-35 0,0 0 0,0 0 0,0 1 0,0-1 0,0 0 0,0 0 0,1 0 0,-1 0 0,0 0 0,0 0 0,0 1 0,0-1 0,1 0 0,-1 0 0,0 0 0,0 0 0,0 0 0,0 0 0,1 0 0,-1 0 0,0 0 0,0 0 0,0 0 0,1 0 0,-1 0 0,0 0 0,0 0 0,0 0 0,1 0 0,-1 0 0,0 0 0,0 0 0,0 0 0,1 0 0,-1 0 0,0-1 0,0 1 0,0 0 0,0 0 0,1 0 0,-1 0 0,0 0 0,0 0 0,0-1 0,0 1 0,6-13 0,0-19 0,-6 30 0,3-20 0,-2 8 0,1 1 0,0 0 0,7-21 0,-8 31 0,0 0 0,0 0 0,0 1 0,1-1 0,-1 0 0,1 1 0,0-1 0,0 1 0,0-1 0,0 1 0,0 0 0,0 0 0,1 0 0,-1 0 0,0 0 0,1 1 0,0-1 0,-1 1 0,1 0 0,0-1 0,4 0 0,1 1 0,0 0 0,1 0 0,-1 0 0,1 1 0,0 0 0,-1 1 0,1 0 0,-1 0 0,0 1 0,13 4 0,-9-2 0,1 1 0,-1 1 0,0 0 0,0 0 0,21 16 0,-30-19 0,1 0 0,-1 0 0,0 1 0,0-1 0,0 1 0,0 0 0,0 0 0,-1 0 0,0 0 0,0 0 0,0 0 0,0 1 0,1 6 0,-2-8 0,-1 0 0,1 0 0,-1 0 0,0 0 0,0 0 0,0 0 0,0 0 0,-1 0 0,1 0 0,-1 0 0,1 0 0,-1-1 0,0 1 0,0 0 0,-1 0 0,1-1 0,-1 1 0,1-1 0,-1 1 0,0-1 0,0 0 0,-2 3 0,-2 0 0,-1 0 0,1 0 0,-1-1 0,0 0 0,0-1 0,0 1 0,-1-1 0,1 0 0,-1-1 0,-11 2 0,-7 1 0,-48 1 0,58-6 0,-1 0 0,0-1 0,-22-4 0,31 3 0,-1 0 0,1 0 0,0-1 0,0 0 0,0 0 0,1-1 0,-1 0 0,-10-8 0,14 9-91,1-1 0,-1 1 0,1-1 0,1 0 0,-1 0 0,0 0 0,1 0 0,0 0 0,0-1 0,0 1 0,0-1 0,1 0 0,0 1 0,-1-10 0,0 0-6735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24575,'-1'21'0,"0"-1"0,1 1 0,1-1 0,1 1 0,1-1 0,1 1 0,1-1 0,0 0 0,2-1 0,11 25 0,12 17 0,65 99 0,-88-149 0,5 8-109,-7-9-70,1-1-1,0 0 1,0 0-1,1 0 1,0-1-1,13 11 1,-10-13-6647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24575,'3'10'0,"1"0"0,0 0 0,1-1 0,0 1 0,1-1 0,-1 0 0,2 0 0,-1-1 0,2 0 0,-1 0 0,1 0 0,12 8 0,1 1 0,41 25 0,-52-36 0,1-1 0,0 0 0,0-1 0,0 0 0,0-1 0,20 4 0,-26-7 0,-1 0 0,1 0 0,0 0 0,0 0 0,-1-1 0,1 0 0,0 0 0,-1 0 0,1-1 0,-1 0 0,0 0 0,1 0 0,-1 0 0,0 0 0,0-1 0,0 0 0,-1 0 0,1 0 0,-1 0 0,1-1 0,-1 1 0,0-1 0,0 0 0,-1 0 0,1 0 0,-1 0 0,0 0 0,0-1 0,0 1 0,-1 0 0,1-1 0,-1 0 0,1-9 0,-2 12 0,0 0 0,1-1 0,-1 1 0,1-1 0,-1 1 0,1 0 0,1-4 0,-2 5 0,0 1 0,1 0 0,-1 0 0,0 0 0,0-1 0,0 1 0,0 0 0,1 0 0,-1 0 0,0 0 0,0 0 0,0-1 0,1 1 0,-1 0 0,0 0 0,0 0 0,1 0 0,-1 0 0,0 0 0,0 0 0,1 0 0,-1 0 0,0 0 0,0 0 0,1 0 0,-1 0 0,0 0 0,0 0 0,1 0 0,10 9 0,30 39 0,53 58 0,-86-98-1365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87 269 24575,'8'-10'0,"52"-69"0,-53 70 0,-2-1 0,1 0 0,-1-1 0,0 1 0,-1-1 0,3-15 0,-6 24 0,0-1 0,-1 0 0,0 0 0,0 0 0,0 0 0,0 0 0,0 0 0,0 0 0,-1 0 0,1 0 0,-1 1 0,0-1 0,0 0 0,0 0 0,0 1 0,-1-1 0,-2-4 0,1 3 0,1 2 0,-1-1 0,0 0 0,0 0 0,0 1 0,0 0 0,-1 0 0,1 0 0,0 0 0,-1 0 0,0 0 0,-5-1 0,5 2 0,0 0 0,0 0 0,0 0 0,0 0 0,0 1 0,0-1 0,0 1 0,0 0 0,-1 1 0,1-1 0,0 1 0,0-1 0,0 1 0,0 1 0,0-1 0,0 0 0,0 1 0,0 0 0,1 0 0,-1 0 0,1 0 0,-1 1 0,1-1 0,0 1 0,0 0 0,-3 3 0,2 0 0,0 0 0,1 0 0,0 1 0,0-1 0,0 1 0,1-1 0,-1 1 0,2 0 0,-1 0 0,0 11 0,1-14 0,1-1 0,0 1 0,0 0 0,1-1 0,-1 1 0,1-1 0,0 1 0,0 0 0,0-1 0,0 0 0,0 1 0,1-1 0,0 0 0,0 1 0,-1-1 0,2 0 0,-1 0 0,0-1 0,1 1 0,-1 0 0,7 4 0,6 2 0,1 1 0,0-2 0,0 0 0,1-1 0,0-1 0,0-1 0,25 5 0,127 13 0,-163-23 0,11 2-341,-1-1 0,1-1-1,31-4 1,-30 1-6485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4711 17 24575,'0'0'0,"0"0"0,0 0 0,1 0 0,-1-1 0,0 1 0,0 0 0,0 0 0,0 0 0,0 0 0,1-1 0,-1 1 0,0 0 0,0 0 0,0 0 0,0-1 0,0 1 0,0 0 0,0 0 0,0 0 0,0-1 0,0 1 0,0 0 0,0 0 0,0-1 0,0 1 0,0 0 0,0 0 0,0 0 0,0-1 0,0 1 0,0 0 0,0 0 0,0-1 0,0 1 0,0 0 0,-9-4 0,-12 1 0,21 3 0,-208-2 0,105 3 0,-722-1 0,609 8 0,17-1 0,-58 1 0,-21-1 0,35 2 0,139-3 0,-10 0 0,-108 3 0,-425-10 0,475-6 0,4-1 0,68 7 0,-167 3 0,89 18 0,114-11 0,24-3 0,18-2 0,-24 1 0,-23 2 0,-8 1 0,27-8-1365,37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24575,'0'0'0,"1"0"0,-1 0 0,0 0 0,0 1 0,0-1 0,0 0 0,0 0 0,0 0 0,0 0 0,0 0 0,0 0 0,0 0 0,0 1 0,0-1 0,0 0 0,0 0 0,0 0 0,0 0 0,0 0 0,0 1 0,0-1 0,0 0 0,0 0 0,0 0 0,0 0 0,0 0 0,0 0 0,0 1 0,0-1 0,0 0 0,0 0 0,0 0 0,0 0 0,0 0 0,0 0 0,0 0 0,0 1 0,0-1 0,-1 0 0,1 0 0,0 0 0,-8 4 0,-14 2 0,19-5 0,-23 4 0,-35 3 0,42-7 0,0 1 0,0 1 0,0 1 0,-24 8 0,42-12 0,0 0 0,0 1 0,-1-1 0,1 1 0,0-1 0,0 1 0,0 0 0,0-1 0,0 1 0,0 0 0,0 0 0,0 0 0,0 0 0,0 0 0,0 0 0,0 0 0,1 0 0,-1 0 0,0 0 0,0 2 0,1-2 0,0 0 0,0 1 0,0-1 0,0 0 0,0 0 0,1 0 0,-1 0 0,0 0 0,1 0 0,-1 0 0,0 0 0,1 0 0,-1 0 0,1 0 0,0 0 0,-1 0 0,1 0 0,0-1 0,0 2 0,6 4 0,0 0 0,0-1 0,0 0 0,12 7 0,-18-12 0,246 122 0,-241-119 0,0 0 0,-1 0 0,1 1 0,-1-1 0,1 1 0,-1 0 0,6 7 0,-10-10 0,-1 0 0,1 0 0,0 0 0,-1 0 0,1 0 0,0 0 0,-1 0 0,1 0 0,-1 0 0,0 0 0,1 0 0,-1 0 0,0 0 0,0 0 0,0 0 0,0 0 0,0 1 0,0-1 0,0 2 0,-1-2 0,1 1 0,-1-1 0,0 0 0,0 1 0,0-1 0,0 0 0,0 0 0,0 1 0,0-1 0,0 0 0,0 0 0,-1 0 0,1 0 0,0-1 0,-1 1 0,1 0 0,-1-1 0,-2 2 0,-11 3 0,0-1 0,0-1 0,-1 0 0,1-1 0,-27 0 0,-3 1 0,-5 3 0,-1-3 0,-74-5 0,124 2-54,0 0-1,-1 0 0,1 0 1,0 0-1,0-1 1,0 1-1,-1 0 0,1-1 1,0 1-1,0-1 1,0 1-1,0-1 0,0 0 1,0 1-1,0-1 0,0 0 1,0 0-1,0 0 1,0 0-1,1 0 0,-1 0 1,0 0-1,0 0 1,0-2-1,-2-6-6771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 24575,'-1'1'0,"0"1"0,1-1 0,-1 0 0,1 1 0,0-1 0,-1 0 0,1 1 0,0-1 0,0 1 0,0-1 0,0 0 0,0 1 0,0-1 0,1 0 0,-1 1 0,0-1 0,1 2 0,1 0 0,-1 0 0,0 0 0,1-1 0,0 1 0,0-1 0,-1 1 0,5 2 0,3 3 0,0-1 0,0 0 0,12 7 0,-19-13 0,8 5 0,0-1 0,0-1 0,0 0 0,0 0 0,0-1 0,1 0 0,0-1 0,0 0 0,-1-1 0,1 0 0,0 0 0,0-2 0,0 1 0,0-1 0,14-3 0,-23 3 0,-1 1 0,1 0 0,-1-1 0,0 1 0,1-1 0,-1 0 0,1 1 0,-1-1 0,0 0 0,0 0 0,1 0 0,-1 0 0,0 0 0,0 0 0,0 0 0,0 0 0,0 0 0,0 0 0,0-1 0,-1 1 0,2-2 0,-2 1 0,1-1 0,-1 1 0,1 0 0,-1 0 0,0 0 0,0-1 0,0 1 0,-1 0 0,1 0 0,0 0 0,-1-1 0,1 1 0,-2-2 0,-1-4 0,-1 0 0,0 1 0,0-1 0,0 1 0,-1 0 0,-9-10 0,-1 4 0,11 12 0,7 11 0,1-3 0,1 1 0,-1 0 0,2-1 0,-1 0 0,1 0 0,7 6 0,-9-10 0,-1 1 0,1-1 0,0 0 0,1 0 0,-1 0 0,0-1 0,1 0 0,0 0 0,-1 0 0,1 0 0,10 2 0,-13-4 0,-1 0 0,0 1 0,1-1 0,-1 0 0,1 0 0,-1 0 0,0 0 0,1-1 0,-1 1 0,1 0 0,-1 0 0,0-1 0,1 1 0,-1-1 0,0 1 0,0-1 0,1 0 0,-1 0 0,0 1 0,0-1 0,0 0 0,0 0 0,0 0 0,2-2 0,-2 0 0,1-1 0,0 0 0,-1 1 0,1-1 0,-1 0 0,1-7 0,4-11 0,-6 21 0,0 0 0,1 0 0,-1 0 0,1 0 0,-1 0 0,1 0 0,0 0 0,-1 1 0,1-1 0,0 0 0,0 0 0,0 0 0,0 1 0,-1-1 0,1 0 0,0 1 0,0-1 0,0 1 0,0-1 0,2 0 0,-1 1 0,1 0 0,-1-1 0,0 1 0,1 0 0,-1 0 0,1 0 0,-1 0 0,1 0 0,2 1 0,3 2 0,0-1 0,0 1 0,0 0 0,11 6 0,10 8-117,-12-7-62,0 0 1,0-1 0,1-1 0,0-1-1,1 0 1,25 4 0,-30-9-6648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124 465 24575,'-11'-5'0,"-1"-1"0,-23-6 0,32 11 0,0 0 0,0 1 0,0-1 0,0 1 0,0-1 0,0 1 0,0 0 0,0 0 0,0 1 0,0-1 0,0 1 0,0-1 0,-5 3 0,7-3 0,0 1 0,0-1 0,0 1 0,0 0 0,0 0 0,0 0 0,0-1 0,0 1 0,0 0 0,0 0 0,0 0 0,0 0 0,1 0 0,-1 1 0,0-1 0,1 0 0,-1 0 0,0 3 0,1-2 0,-1 1 0,1-1 0,0 1 0,0-1 0,0 1 0,0-1 0,0 1 0,1-1 0,0 4 0,1 0 0,0 0 0,1 0 0,-1-1 0,1 1 0,0-1 0,0 1 0,6 5 0,-5-7 0,0 0 0,1 0 0,-1-1 0,1 1 0,0-1 0,0 0 0,1 0 0,-1-1 0,0 1 0,1-1 0,0-1 0,-1 1 0,1-1 0,0 0 0,0 0 0,0-1 0,0 1 0,7-2 0,-11 1 0,-1 0 0,0 0 0,0 0 0,1 0 0,-1 0 0,0 0 0,1-1 0,-1 1 0,0-1 0,0 1 0,0-1 0,0 1 0,1-1 0,-1 0 0,0 1 0,0-1 0,0 0 0,0 0 0,0 0 0,-1 0 0,1 0 0,0 0 0,0 0 0,0-1 0,0 0 0,0-1 0,-1 1 0,1 0 0,-1 0 0,0-1 0,0 1 0,0 0 0,0 0 0,0-1 0,0 1 0,0 0 0,-2-4 0,0-3 0,-1 1 0,-1-1 0,1 1 0,-1 0 0,-10-14 0,8 13 0,13 18 0,9 11 0,-9-14 0,0 1 0,1-2 0,-1 1 0,1-1 0,1 0 0,-1-1 0,1 0 0,-1 0 0,1-1 0,17 5 0,-15-6 0,0 0 0,0 0 0,1-1 0,-1-1 0,0 0 0,0 0 0,0-1 0,22-5 0,-29 5 0,0 0 0,0-1 0,0 1 0,0-1 0,0 0 0,-1 0 0,1-1 0,-1 1 0,1-1 0,-1 0 0,0 1 0,0-2 0,5-4 0,-5 3 0,1-1 0,-1 1 0,0-1 0,-1 0 0,1 0 0,-1 0 0,-1 0 0,3-9 0,-2 0 0,-1-1 0,0 1 0,-1 0 0,-1-1 0,0 1 0,-7-28 0,1 9 0,-2 1 0,-2 0 0,-1 0 0,-1 1 0,-2 1 0,-28-46 0,41 74 0,0 0 0,0-1 0,-1 1 0,1-1 0,-1 1 0,0 0 0,0 0 0,0 0 0,0 0 0,0 1 0,-1-1 0,-5-3 0,8 6 0,0 0 0,0 0 0,0 0 0,1 0 0,-1 0 0,0 0 0,0 0 0,0 1 0,1-1 0,-1 0 0,0 0 0,0 1 0,1-1 0,-1 0 0,0 1 0,0-1 0,1 1 0,-1-1 0,0 1 0,1-1 0,-1 1 0,1-1 0,-1 1 0,1 0 0,-1-1 0,1 1 0,-1 0 0,1-1 0,0 1 0,-1 0 0,1 0 0,0-1 0,0 1 0,-1 0 0,1 1 0,-7 30 0,5-16 0,1-1 0,0 1 0,1 0 0,1-1 0,1 1 0,0 0 0,1-1 0,1 0 0,0 0 0,1 0 0,0 0 0,2-1 0,-1 0 0,2 0 0,0 0 0,0-1 0,2 0 0,15 17 0,-16-21 0,0-1 0,0 0 0,1 0 0,0-1 0,0 0 0,0-1 0,1 0 0,0 0 0,1-2 0,-1 1 0,1-1 0,0-1 0,0 0 0,0-1 0,0 0 0,0-1 0,15 0 0,-23-1 0,0 0 0,-1 0 0,1-1 0,0 0 0,0 0 0,-1 0 0,1 0 0,-1-1 0,1 1 0,-1-1 0,1 0 0,-1 0 0,0 0 0,0 0 0,0-1 0,0 1 0,0-1 0,-1 0 0,1 1 0,-1-1 0,3-5 0,-2 2 0,0 1 0,-1-1 0,0 1 0,0-1 0,-1 0 0,1 0 0,-1 0 0,0 0 0,-1 0 0,0 0 0,0 0 0,-1-11 0,-3-6 0,-1 1 0,-1 0 0,0 0 0,-2 1 0,-1-1 0,-1 2 0,0-1 0,-2 2 0,0-1 0,-1 1 0,-31-33 0,43 51 0,-18-15 0,19 15 0,0 1 0,-1 0 0,1 0 0,-1-1 0,1 1 0,-1 0 0,1 0 0,0 0 0,-1 0 0,1 0 0,-1 0 0,1 0 0,-1 0 0,1 0 0,-1 0 0,1 0 0,-1 0 0,1 0 0,-1 0 0,1 0 0,0 0 0,-1 0 0,1 0 0,-1 1 0,1-1 0,-1 0 0,1 0 0,0 1 0,-1-1 0,1 0 0,0 1 0,-1-1 0,1 0 0,0 1 0,-1-1 0,1 0 0,0 1 0,0-1 0,0 1 0,-1-1 0,1 0 0,0 1 0,0-1 0,0 1 0,0-1 0,0 1 0,-1 0 0,0 4 0,1 0 0,-1 0 0,1 0 0,0 0 0,0 0 0,0-1 0,0 1 0,3 10 0,13 40 0,-12-43 0,3 7 0,1 1 0,1-2 0,0 1 0,22 30 0,-12-24 0,1-1 0,33 33 0,-42-48 0,-1 0 0,1 0 0,1-2 0,0 1 0,0-1 0,0-1 0,1 0 0,0-1 0,0-1 0,0 0 0,1 0 0,-1-1 0,1-1 0,0 0 0,0-1 0,0-1 0,0 0 0,-1-1 0,1 0 0,20-5 0,-30 5 0,0-1 0,-1 1 0,1-1 0,0 0 0,-1 0 0,1-1 0,-1 1 0,0-1 0,0 0 0,0 1 0,0-1 0,0-1 0,0 1 0,-1 0 0,0-1 0,0 1 0,0-1 0,0 0 0,0 1 0,-1-1 0,3-8 0,-3 8 0,0 0 0,-1 1 0,1-1 0,-1 0 0,0 0 0,0 0 0,0 0 0,0 0 0,-1 0 0,1 0 0,-1 1 0,0-1 0,0 0 0,0 0 0,-1 1 0,0-1 0,1 1 0,-1-1 0,0 1 0,-1 0 0,1 0 0,0 0 0,-5-4 0,6 6 0,1 0 0,-1 1 0,0-1 0,0 1 0,1-1 0,-1 1 0,0-1 0,0 1 0,0-1 0,0 1 0,0 0 0,0-1 0,0 1 0,0 0 0,0 0 0,0 0 0,0 0 0,0 0 0,0 0 0,0 0 0,0 0 0,0 0 0,-1 1 0,0-1 0,1 1 0,-1 0 0,1 0 0,-1 0 0,1 0 0,-1 0 0,1 0 0,0 1 0,0-1 0,0 0 0,-1 1 0,0 1 0,-1 2 0,0 1 0,0 0 0,0 0 0,1 0 0,0 0 0,-2 9 0,3-12 0,1 1 0,0-1 0,0 1 0,0-1 0,0 0 0,0 1 0,0-1 0,1 1 0,0-1 0,0 0 0,0 0 0,0 1 0,0-1 0,0 0 0,1 0 0,0 0 0,-1 0 0,1 0 0,1-1 0,-1 1 0,0-1 0,0 1 0,1-1 0,-1 0 0,1 0 0,0 0 0,0 0 0,0 0 0,5 2 0,5 1 0,-1 0 0,1 0 0,1-1 0,-1-1 0,1 0 0,13 1 0,34 0 0,69-3 0,-70-2 0,-54 1 0,-1 0 0,0-1 0,1 1 0,-1-1 0,0 0 0,10-3 0,-14 3 0,0 1 0,1-1 0,-1 1 0,0-1 0,0 0 0,0 0 0,0 0 0,0 0 0,0 1 0,0-1 0,0-1 0,0 1 0,0 0 0,0 0 0,-1 0 0,1 0 0,0-1 0,-1 1 0,1 0 0,-1 0 0,0-1 0,1 1 0,-1 0 0,0-1 0,0 1 0,0-1 0,0 1 0,0 0 0,0-1 0,0 1 0,0-2 0,-2-3 0,1 0 0,-1 0 0,0 0 0,-1 0 0,0 0 0,1 0 0,-2 1 0,-4-8 0,-36-40 0,39 46 0,-4-2-112,0-1-97,0 0 0,0-1 1,1 0-1,1 0 0,-13-24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81 150 24575,'26'42'0,"-9"-13"0,1-1 0,34 39 0,-49-64 0,-1-1 0,1 0 0,-1 1 0,1-1 0,6 3 0,-9-5 0,0 0 0,1 0 0,-1 1 0,0-1 0,1 0 0,-1 0 0,0 0 0,1 0 0,-1 0 0,0 0 0,1 0 0,-1 0 0,0 0 0,1 0 0,-1 0 0,1 0 0,-1 0 0,0 0 0,1 0 0,-1 0 0,0 0 0,1 0 0,0-1 0,-1 1 0,0-1 0,0 1 0,1-1 0,-1 0 0,0 1 0,0-1 0,0 1 0,1-1 0,-1 0 0,0 1 0,0-1 0,0 1 0,0-1 0,0 0 0,0 1 0,0-1 0,-1 1 0,1-1 0,0-1 0,-2-6 0,-1 0 0,1 1 0,-1-1 0,-1 0 0,0 1 0,0 0 0,-8-12 0,-42-45 0,40 49 0,9 9 0,-94-96 0,83 86 0,13 11 0,12 10 0,10 8 0,0-2 0,1 0 0,0-1 0,0-1 0,1-1 0,0-1 0,1-1 0,0-1 0,0-1 0,0 0 0,40 0 0,-41-4 0,0 0 0,38-6 0,-53 5 0,-1 0 0,1 0 0,-1-1 0,0 0 0,1 0 0,-1 0 0,0-1 0,0 0 0,0 1 0,-1-2 0,1 1 0,-1-1 0,1 1 0,-1-1 0,6-8 0,-9 10 0,1 1 0,-1-1 0,0 0 0,0 0 0,0 0 0,0 0 0,-1 0 0,1 0 0,0 0 0,-1 0 0,0 0 0,1 0 0,-1-1 0,0 1 0,0 0 0,0 0 0,0 0 0,0 0 0,-1 0 0,1-1 0,-1 1 0,1 0 0,-1 0 0,0 0 0,0 0 0,-1-2 0,0 2 0,1 0 0,-1 0 0,0 0 0,0 0 0,0 1 0,0-1 0,0 1 0,0-1 0,0 1 0,0 0 0,0 0 0,-1 0 0,1 0 0,-1 0 0,1 0 0,0 1 0,-1-1 0,1 1 0,-1 0 0,0-1 0,-4 2 0,4-1 0,-1 0 0,1 1 0,0 0 0,-1-1 0,1 1 0,0 1 0,0-1 0,0 0 0,0 1 0,0-1 0,0 1 0,0 0 0,1 0 0,-1 0 0,1 0 0,-1 1 0,1-1 0,0 1 0,0 0 0,0-1 0,0 1 0,0 0 0,0 0 0,1 0 0,0 0 0,0 0 0,-1 0 0,0 7 0,1-4 0,0 1 0,0-1 0,0 0 0,1 0 0,0 1 0,0-1 0,1 0 0,0 0 0,0 1 0,0-1 0,1 0 0,0 0 0,0 0 0,6 10 0,1-3 0,0-1 0,1 0 0,1-1 0,0 0 0,0 0 0,1-1 0,1-1 0,0 0 0,0-1 0,23 11 0,-26-15 15,-1 0 0,1-1 0,0 0 0,0 0 0,0-1 0,0-1 0,17 2 0,-22-3-98,0 0 1,0-1-1,0 1 1,0-1-1,0 0 1,0 0-1,0 0 1,0-1-1,0 0 1,-1 0-1,1 0 1,-1 0-1,1-1 1,-1 0-1,0 1 1,0-2-1,4-3 1,1-4-6744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297 397 24575,'-264'-24'0,"262"24"0,-1 0 0,1-1 0,0 1 0,0 0 0,0 1 0,0-1 0,0 0 0,-1 1 0,-3 0 0,6 0 0,-1-1 0,1 1 0,-1-1 0,1 0 0,0 1 0,-1-1 0,1 1 0,-1-1 0,1 1 0,0-1 0,-1 1 0,1-1 0,0 1 0,0-1 0,-1 1 0,1-1 0,0 1 0,0-1 0,0 1 0,0 0 0,0-1 0,0 1 0,0-1 0,0 1 0,0 0 0,0-1 0,0 1 0,0-1 0,0 1 0,0 0 0,0-1 0,1 1 0,-1-1 0,0 1 0,1-1 0,-1 2 0,3 2 0,0 1 0,-1 0 0,1-1 0,1 0 0,-1 0 0,1 0 0,0 0 0,-1 0 0,2-1 0,-1 0 0,0 0 0,7 4 0,8 3 0,34 13 0,-43-20 0,0 1 0,0-2 0,0 1 0,0-1 0,0-1 0,0 0 0,1-1 0,-1 1 0,0-2 0,17-2 0,-23 2 0,0 1 0,1-2 0,-1 1 0,0 0 0,0-1 0,0 0 0,0 0 0,-1 0 0,1 0 0,0-1 0,-1 1 0,0-1 0,1 0 0,-1 0 0,0 0 0,0 0 0,-1-1 0,1 1 0,-1-1 0,0 0 0,0 0 0,0 1 0,0-1 0,-1-1 0,1 1 0,-1 0 0,1-6 0,-1-4 0,0 0 0,0 0 0,-2 0 0,0 0 0,0 0 0,-1 0 0,-1 1 0,-1-1 0,-6-17 0,-7-13 0,-32-58 0,31 69 0,-24-32 0,42 64 0,0 0 0,-1 0 0,1 1 0,-1-1 0,1 0 0,-1 1 0,1-1 0,-1 0 0,1 1 0,-1-1 0,1 1 0,-1-1 0,0 1 0,1-1 0,-1 1 0,0 0 0,1-1 0,-1 1 0,0 0 0,-1-1 0,2 2 0,0-1 0,-1 0 0,1 1 0,0 0 0,-1-1 0,1 1 0,0-1 0,0 1 0,0-1 0,0 1 0,0-1 0,-1 1 0,1 0 0,0-1 0,0 1 0,0-1 0,1 1 0,-1 0 0,0 0 0,7 38 0,9 11-195,2-1 0,2 0 0,2-2 0,2 0 0,2-2 0,33 44 0,-34-54-6631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635 356 24575,'2'-1'0,"0"0"0,0 0 0,0 0 0,0 0 0,-1 0 0,1-1 0,0 1 0,-1 0 0,1-1 0,-1 1 0,1-1 0,-1 0 0,1 1 0,-1-1 0,0 0 0,0 0 0,0 0 0,0 0 0,-1 0 0,1 0 0,0 0 0,-1 0 0,1 0 0,-1 0 0,0 0 0,0 0 0,1 0 0,-2-1 0,1 1 0,0 0 0,0 0 0,-1 0 0,1 0 0,-1 0 0,1 0 0,-1 0 0,0 0 0,0 0 0,-2-3 0,-3-5 0,0 0 0,-1 0 0,-1 1 0,1-1 0,-16-12 0,-8-8 0,-38-34 0,56 53 0,-1 1 0,0 0 0,-25-12 0,12 10 0,0 0 0,-1 2 0,0 1 0,-48-8 0,47 14 0,-59 2 0,42 2 0,39-1-170,0 1-1,0 0 0,1 0 1,-1 1-1,0-1 0,1 1 1,-9 4-1,4-1-6655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06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24575,'-86'76'0,"16"-17"0,70-58 0,0-1 0,-1 0 0,1 0 0,0 1 0,-1-1 0,1 0 0,0 0 0,-1 1 0,1-1 0,0 0 0,0 1 0,-1-1 0,1 0 0,0 1 0,0-1 0,0 1 0,0-1 0,-1 0 0,1 1 0,0-1 0,0 1 0,0-1 0,0 0 0,0 1 0,0-1 0,0 1 0,0-1 0,0 0 0,0 1 0,0-1 0,0 1 0,1-1 0,-1 0 0,0 1 0,0 0 0,1 0 0,0-1 0,0 1 0,0 0 0,0 0 0,0-1 0,1 1 0,-1 0 0,0-1 0,0 1 0,0-1 0,2 1 0,36 5 0,5-2-682,60 13-1,-89-14-6143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16.0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462 225 24575,'1'0'0,"-1"-1"0,0 1 0,1-1 0,-1 1 0,0-1 0,1 1 0,-1-1 0,0 1 0,0 0 0,0-1 0,1 1 0,-1-1 0,0 0 0,0 1 0,0-1 0,0 1 0,0-1 0,0 1 0,0-1 0,0 1 0,0-1 0,0 1 0,0-1 0,-1 0 0,-7-13 0,-17-8 0,25 21 0,-127-100 0,113 91 0,-1 1 0,-1 0 0,1 1 0,-1 1 0,-1 0 0,0 1 0,-17-4 0,17 7 0,0 1 0,0 0 0,0 2 0,0 0 0,-25 3 0,39-3-124,0 0 0,0 1 0,1-1 0,-1 1 0,0 0 0,0 0-1,1 0 1,-1 0 0,1 1 0,-4 1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16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4 24575,'0'0'0,"1"-1"0,-1 1 0,0 0 0,1-1 0,-1 1 0,0 0 0,1 0 0,-1-1 0,1 1 0,-1 0 0,1 0 0,-1 0 0,0-1 0,1 1 0,-1 0 0,1 0 0,-1 0 0,1 0 0,-1 0 0,1 0 0,-1 0 0,1 0 0,-1 0 0,1 0 0,-1 0 0,1 1 0,-1-1 0,0 0 0,1 0 0,-1 0 0,1 0 0,-1 1 0,1-1 0,-1 0 0,0 1 0,1-1 0,-1 0 0,0 1 0,1-1 0,-1 0 0,1 1 0,-1 0 0,1 0 0,-1 0 0,1-1 0,-1 1 0,0 0 0,1-1 0,-1 1 0,0 0 0,0 0 0,0 0 0,1-1 0,-1 1 0,0 0 0,0 0 0,0 0 0,0 0 0,0-1 0,0 1 0,-1 0 0,1 0 0,0 0 0,0-1 0,0 1 0,-1 0 0,0 0 0,-2 3 0,0 0 0,-1-1 0,1 0 0,-1 1 0,0-1 0,0-1 0,-1 1 0,1-1 0,0 1 0,-10 2 0,7-2 0,0 0 0,0 1 0,-10 6 0,13-7 0,1 0 0,-1 0 0,1 0 0,0 1 0,0-1 0,0 1 0,0 0 0,1-1 0,-4 7 0,6-9 0,-1 1 0,0 0 0,1 0 0,0 0 0,-1 0 0,1 0 0,0 0 0,0 0 0,0-1 0,0 1 0,0 0 0,0 0 0,1 0 0,-1 0 0,1 0 0,-1 0 0,1-1 0,0 1 0,0 0 0,0 0 0,0-1 0,0 1 0,0-1 0,2 3 0,1 1 0,1-1 0,-1 1 1,1-1-1,0 0 0,6 3 0,4 3-1366,-6-3-5460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26.5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1 208 24575,'-1'-13'0,"2"0"0,0 0 0,0 0 0,6-21 0,-6 29 0,1 0 0,0 1 0,0-1 0,0 1 0,0 0 0,1 0 0,0 0 0,0 0 0,0 0 0,0 1 0,1-1 0,-1 1 0,1 0 0,0 0 0,7-5 0,3 0 0,1 1 0,-1 0 0,1 0 0,1 2 0,-1 0 0,1 0 0,0 2 0,0 0 0,0 1 0,0 0 0,20 1 0,-20 1 0,-4 0 0,23 3 0,-31-2 0,1 0 0,-1 0 0,0 0 0,0 0 0,0 1 0,-1 0 0,1 0 0,0 0 0,4 4 0,31 26 0,36 40 0,-63-60 0,-10-9 0,0 0 0,0-1 0,0 1 0,0 0 0,0 1 0,-1-1 0,1 0 0,-1 0 0,0 1 0,0-1 0,0 1 0,0-1 0,-1 1 0,1-1 0,-1 1 0,0-1 0,0 1 0,0-1 0,-1 1 0,1-1 0,-1 1 0,-1 4 0,0-2 0,0 1 0,-1 0 0,1-1 0,-2 0 0,1 1 0,0-1 0,-1-1 0,0 1 0,-1 0 0,-6 6 0,-9 7 0,-1-1 0,-36 25 0,49-39 0,0 0 0,0 0 0,-1-1 0,0 0 0,1 0 0,-1-1 0,0-1 0,-10 2 0,-2-2 0,0 0 0,-28-3 0,36 1 0,0-1 0,1 0 0,0-1 0,-1 0 0,1-1 0,0 0 0,-21-12 0,28 14 0,1-1 0,0 0 0,-1 0 0,1 0 0,0-1 0,1 1 0,-1-1 0,0 0 0,1 0 0,0 0 0,0 0 0,0-1 0,1 1 0,-1-1 0,1 1 0,0-1 0,1 0 0,-1 0 0,1 0 0,0 0 0,-1-9 0,2-1-1365,0 2-5461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34.5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9663 47 24575,'272'44'0,"-207"-26"0,-154-20 0,3 0 0,12-12 0,9 1 0,45 7 0,-1 2 0,-1 1 0,-27-1 0,-9 3 0,-77 3 0,81 5 0,-21 0 0,-259-6 0,159-2 0,74-6 0,8-1 0,47 8 0,-3-1 0,-58-7 0,47 3 0,-103 3 0,81 4 0,-538-2 0,438-15 0,17 0 0,-148 14 0,152 2 0,35 6 0,19 1 0,-29-1 0,-23 1 0,-540-8 0,330 0 0,237 7 0,2 1 0,28-9 0,-78 2 0,94 6 0,-35 1 0,-1320-8 0,659-1 0,635-6 0,9-1 0,-179-2 0,164 5 0,27-2 0,-52-1 0,173 8 0,-235-8 0,-8 2 0,175 6 0,-18 8 0,7-1 0,79-7 0,-15 0 0,0 1 0,-35 7 0,-33 7 0,85-15 0,0 1 0,0-1 0,0 0 0,0 0 0,0-1 0,0 1 0,0-1 0,-5-1 0,7 2 0,1 0 0,-1 0 0,0-1 0,1 1 0,-1 0 0,1 0 0,-1-1 0,1 1 0,-1-1 0,1 1 0,-1 0 0,1-1 0,-1 1 0,1-1 0,-1 1 0,1-1 0,0 0 0,-1 0 0,1 0 0,0 1 0,0-1 0,0 1 0,0-1 0,0 0 0,0 1 0,0-1 0,0 1 0,1-1 0,-1 0 0,0 1 0,0-1 0,1 1 0,-1-1 0,0 1 0,1-1 0,-1 1 0,0-1 0,1 1 0,-1-1 0,1 1 0,-1-1 0,1 1 0,0-1 0,2-1 0,0 0 0,0 1 0,0-1 0,0 0 0,0 1 0,0 0 0,1 0 0,-1 0 0,0 0 0,1 0 0,6 0 0,43 1 0,-32 1 0,103 8 0,-55-3 0,142 11 0,271 12 0,-52-39 0,226 13 0,-487 4 0,36 1 0,165-1 0,-252-8 0,74-7 0,-15 1 0,12 7 0,193-6 0,-28-12 0,192 11 0,-333 9 0,439-2 0,-503-8 0,-10 0 0,168 9 0,96-2 0,-231-6 0,70-1 0,1617 9 0,-1744-9 0,-5 1 0,-24 6 0,159 3 0,-161 6 0,119 27 0,-53-7 0,-124-23 0,1 0 0,-1-2 0,1 0 0,-1-1 0,34-3 0,-22-6 0,-27 4 0,0 1 0,17-1 0,13 4 0,-30-1 0,1 1 0,-1-1 0,1-1 0,-1 0 0,1 0 0,11-4 0,-11-1 120,-12 6-168,0 0 0,1 0 0,-1 0 0,0 0 0,1 0 1,-1 0-1,0-1 0,0 1 0,1 0 0,-1 0 0,0 0 0,1-1 0,-1 1 0,0 0 0,0 0 1,1-1-1,-1 1 0,0 0 0,0 0 0,0-1 0,1 1 0,-1 0 0,0-1 0,0 1 0,0 0 1,0-1-1,0 1 0,0 0 0,0-1 0,0 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43 24575,'-4'-13'0,"3"10"0,0 0 0,0 0 0,0 0 0,1 0 0,-1 0 0,1 0 0,0-5 0,9 32 0,55 172 0,-57-170 0,-1 0 0,-1 0 0,2 45 0,-7 82 0,-1-71 0,1-65 0,0-1 0,-2 1 0,-5 28 0,3-22 0,2 1 0,0 0 0,1-1 0,3 29 0,-1 3 0,-1 240 0,-1-280 0,-1 0 0,0 0 0,-1 0 0,-1 0 0,-8 19 0,-8 34 0,16-48 0,0-4 0,1 1 0,1-1 0,0 18 0,2 386 0,-1-398 0,-5 31 0,2-32 0,0 31 0,5 350 0,-3-379 0,-4 31 0,-2 17 0,8-59 0,1 168 0,6-119 0,1 23 0,-7-63 0,5 29 0,2 17 0,-8 323 0,-1-189 0,0-182 0,-5 33 0,2-31 0,0 25 0,1 9 0,-21 106 0,13-108 0,4-28 0,2 1 0,1 0 0,-1 29 0,4-26 0,2-1 0,2 0 0,0 1 0,9 34 0,38 87 0,-32-100 0,-2 0 0,11 56 0,-26-102 15,-1 0 0,1 0 0,-1 0 0,0 0 0,0 0 0,0 0 0,-2 8 0,1-10-114,0 0 0,0 1 0,0-1 0,0 0 0,0 0 0,0 0 0,0 0 0,-1 0 0,1 0 0,-1-1 0,1 1 0,-1 0 0,0-1 0,-3 3 0,-7 3-6727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9022 326 24575,'-132'1'0,"-141"-3"0,111-13 0,16 1 0,66 8 0,-104-3 0,14 10 0,-147-2 0,224-6 0,-24-1 0,86 8 0,-224-8 0,-37-8 0,-83 11 0,106 5 0,131-7 0,-47-1 0,-69-9 0,155 8 0,-30 5 0,-19-1 0,-65-7 0,68 6 0,3-1 0,-25-1 0,-241 1 0,250 8 0,120 0 0,-294-10 0,96-7 0,-103-16 0,-75 14 0,-146 19 0,421-9 0,11 1 0,-20-1 0,-23 1 0,144 6 0,-31-6 0,-24 0 0,50 7 0,-54 9 0,46-5 0,-68-2 0,67-2 0,-63 6 0,69-2 0,-1-1 0,0-2 0,1-1 0,-51-8 0,-29 0 0,12 1 0,-15-8 0,70 7 0,1 2 0,-65-1 0,39 8-1365,60-1-5461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11 24575,'-7'-5'0,"-2"-1"0,14 11 0,11 10 0,21 23 0,-1 1 0,11 10 0,15 13 0,-51-50 0,-11-7 0,-8-4 0,0-3 0,0-1 0,0 0 0,1 0 0,-1-1 0,1 1 0,0-2 0,-8-5 0,-46-41 0,51 43 0,-6-6 0,1 0 0,1-2 0,0 1 0,1-1 0,1-1 0,-14-24 0,25 41 0,0 7 0,1 12 0,0-10 0,-1-1 12,0-1 0,-1 1 0,1-1 0,-1 1 0,-1-1 0,1 1 0,-1-1 0,-1 0 0,-6 11 0,3-9-260,0 1 1,0-1-1,-1 0 1,0 0-1,-15 12 1,12-13-6579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13 24575,'-31'-12'0,"29"12"0,-1 0 0,0 0 0,1 0 0,-1 0 0,1 0 0,-1 1 0,0-1 0,1 1 0,-1 0 0,1-1 0,-1 1 0,1 0 0,0 1 0,-1-1 0,-1 2 0,-6 4 0,0 0 0,-9 10 0,-4 3 0,-1-4 0,-37 19 0,-13 8 0,54-32 0,16-9 0,0 0 0,1-1 0,-1 1 0,1 1 0,-1-1 0,1 0 0,0 1 0,0 0 0,0-1 0,-4 7 0,7-9 0,0 0 0,0 0 0,0 0 0,0 1 0,0-1 0,0 0 0,0 0 0,0 0 0,0 1 0,0-1 0,0 0 0,0 0 0,0 0 0,0 1 0,0-1 0,0 0 0,1 0 0,-1 0 0,0 0 0,0 1 0,0-1 0,0 0 0,0 0 0,1 0 0,-1 0 0,0 0 0,0 1 0,0-1 0,0 0 0,1 0 0,-1 0 0,0 0 0,0 0 0,0 0 0,1 0 0,-1 0 0,0 0 0,0 0 0,0 0 0,1 0 0,-1 0 0,0 0 0,0 0 0,12 1 0,-11-1 0,208 1 0,18 0 0,-18 11-1365,-184-11-5461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24575,'3'20'0,"0"9"0,3 5 0,2 1 0,1-2 0,0-2 0,2-4 0,-1-1 0,0-3 0,1-3 0,-2-2 0,1-1 0,-2-2 0,1-1 0,0 1 0,0-4-8191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24575,'30'3'0,"15"0"0,3 0 0,-3 2 0,-5 1 0,-8-2 0,-4-1 0,-4-1 0,-4-1 0,-3 0 0,-4-4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24575,'7'28'0,"8"14"0,4 5 0,1-1 0,0-3 0,-2-6 0,0-5 0,1-4 0,0-3 0,-1-3 0,-3-3 0,-2-1 0,-1-3 0,-1 0 0,-4-3-8191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457 229 24575,'-76'-39'0,"-169"-81"0,212 107 0,24 10 0,0-1 0,0 0 0,0 0 0,1 0 0,-12-9 0,-15-10 0,31 22 0,8 5 0,9 6 0,191 109 0,-145-86 0,20 12 0,-66-37 0,-1 1 0,0 0 0,21 21 0,-32-29 0,-1 0 0,1 0 0,0-1 0,0 1 0,-1 0 0,1 0 0,0 0 0,-1 0 0,1 0 0,-1 0 0,1 0 0,-1 0 0,1 1 0,-1-1 0,0 0 0,0 0 0,0 0 0,1 0 0,-1 0 0,0 1 0,0-1 0,-1 1 0,1 0 0,-1-1 0,0 0 0,1 0 0,-1 0 0,0 0 0,0 0 0,0 0 0,1 0 0,-1 0 0,0 0 0,0 0 0,-1-1 0,1 1 0,0 0 0,0-1 0,-2 2 0,-6 1 0,1 0 0,-2 0 0,1-1 0,-11 1 0,18-2 0,-49 4-156,-98-2 1,106-3-899,20-1-5772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24575,'-3'17'0,"1"0"0,1 0 0,1 0 0,1 0 0,3 26 0,-2-35 0,0 1 0,0-1 0,1 1 0,0-1 0,1 0 0,0 0 0,0-1 0,0 1 0,1-1 0,0 0 0,1 0 0,10 10 0,-12-13 0,0 0 0,1 0 0,0 0 0,-1 0 0,2-1 0,-1 0 0,0 0 0,0 0 0,1-1 0,0 0 0,-1 0 0,1 0 0,0-1 0,0 0 0,0 0 0,0 0 0,0-1 0,0 0 0,0 0 0,0-1 0,0 1 0,0-1 0,0-1 0,10-2 0,-11 2 0,0-1 0,0 1 0,-1-1 0,1 0 0,0 0 0,-1-1 0,0 1 0,6-7 0,-5 4 0,1 1 0,0 1 0,10-8 0,-12 10 0,0 0 0,0 0 0,1 1 0,-1 0 0,0 0 0,1 0 0,-1 0 0,6 0 0,39 2 0,-25 0 0,5 0 0,0-2 0,29-5 0,-46 4 0,0 0 0,0-1 0,-1-1 0,1 0 0,-1 0 0,0-1 0,16-10 0,-25 14 0,0 0 0,0 0 0,0-1 0,0 1 0,0-1 0,-1 1 0,1-1 0,-1 1 0,1-1 0,-1 0 0,1 0 0,-1 0 0,0 0 0,0 0 0,0 0 0,0 0 0,-1-1 0,1 1 0,0 0 0,0-4 0,-2 3 0,1 1 0,0-1 0,-1 0 0,1 1 0,-1-1 0,0 0 0,0 1 0,0-1 0,0 1 0,-1 0 0,1-1 0,0 1 0,-1 0 0,0 0 0,1 0 0,-1 0 0,-3-2 0,-7-7-195,-1 1 0,-1 1 0,1 0 0,-2 1 0,1 0 0,-18-6 0,10 5-6631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3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11 24575,'-14'-7'0,"4"4"0,19 11 0,37 31 0,8 7 0,60 39 0,6-13 0,-25-17 0,210 138 0,-222-148 0,21 13 0,143 100 0,-80-33 0,-109-78 0,115 70 0,-153-104 0,0 1 0,0 1 0,25 25 0,-5-4 0,-28-27 0,0 0 0,0-1 0,1-1 0,15 7 0,57 20 0,-67-27 0,188 73 0,-108-40 0,-86-34 0,-1-1 0,0 2 0,18 12 0,2 1 0,-3-3 0,10 6 0,2-1 0,61 25 0,-80-40 0,121 48 0,-10 10 0,-125-60 0,0 0 0,-1 0 0,1 0 0,-2 1 0,1 0 0,0 0 0,5 9 0,-6-8 0,1 0 0,0 0 0,0-1 0,0 1 0,1-1 0,8 5 0,243 133 0,-174-105 0,21 11 0,-16-2 0,106 65 0,-44-15 0,-122-80 0,9 7 0,-21-13 0,35 19 0,35 19 0,-13-8 0,188 77 0,-83-40 0,2 1 0,-116-50 0,16 7 0,62 28 0,-75-32 0,41 22 0,42 18 0,-127-62 0,1 1 0,-2 1 0,0 2 0,29 22 0,-35-24 0,27 14 0,-26-16 0,27 20 0,-30-21 0,0 0 0,1-1 0,30 13 0,-43-21 0,33 11 0,-27-9 0,0-1 0,13 7 0,-18-5-71,-11-6 249,-13-4-1650,8 1-5354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5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47 24575,'-67'-16'0,"0"4"0,-131-7 0,192 19 0,-1 0 0,0 1 0,1 0 0,-1-1 0,1 2 0,-1-1 0,-8 4 0,13-4 0,1 0 0,0-1 0,-1 1 0,1 0 0,0-1 0,0 1 0,0 0 0,0 0 0,0 0 0,0 0 0,0 0 0,0 0 0,0 0 0,1 0 0,-1 0 0,0 1 0,0-1 0,1 0 0,-1 0 0,1 1 0,0-1 0,-1 0 0,1 1 0,0-1 0,0 1 0,-1-1 0,1 0 0,0 1 0,1-1 0,-1 0 0,0 1 0,0-1 0,0 1 0,1-1 0,-1 0 0,1 0 0,-1 1 0,1-1 0,0 0 0,-1 0 0,2 2 0,1 1 0,-1 0 0,1 0 0,0 0 0,0 0 0,0-1 0,1 1 0,-1-1 0,7 4 0,35 21 0,-24-16 0,93 46 0,-53-29 0,-39-19 0,20 10 0,-39-18 0,0-1 0,-1 1 0,1 0 0,-1 0 0,1 0 0,-1 1 0,1-1 0,-1 0 0,0 1 0,2 4 0,-3-7 0,-1 0 0,0 1 0,0-1 0,0 1 0,0-1 0,1 0 0,-1 1 0,0-1 0,0 1 0,0-1 0,0 0 0,0 1 0,0-1 0,0 1 0,0-1 0,0 0 0,-1 1 0,1-1 0,0 1 0,0-1 0,0 0 0,0 1 0,0-1 0,-1 1 0,1-1 0,0 0 0,0 1 0,-1-1 0,-13 9 0,-17-2 0,4-5-170,0-1-1,0-1 0,0-1 1,0-1-1,0-1 0,1-2 1,-36-11-1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24575,'10'28'0,"6"14"0,3 2 0,0-1 0,0-3 0,-4-3 0,-1-3 0,-1-5 0,0-2 0,-3-1 0,1-2 0,-3-3 0,0-2 0,-1-2 0,-1-4-8191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31 24575,'-30'-5'0,"-13"-2"0,-1 1 0,4 1 0,7 1 0,6 2 0,5 1 0,6 3 0,4 4 0,6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62 154 24575,'0'0'0,"1"1"0,-1 0 0,0-1 0,0 1 0,0-1 0,0 1 0,0-1 0,0 1 0,0-1 0,0 1 0,0-1 0,0 1 0,-1-1 0,1 1 0,0-1 0,0 1 0,0-1 0,-1 1 0,1-1 0,0 1 0,0-1 0,-1 1 0,1-1 0,0 1 0,-1-1 0,1 0 0,-1 1 0,1-1 0,0 0 0,-1 1 0,1-1 0,-1 0 0,1 0 0,-1 1 0,1-1 0,-1 0 0,1 0 0,-1 0 0,1 0 0,-1 0 0,0 1 0,1-1 0,-1 0 0,1 0 0,-1-1 0,1 1 0,-1 0 0,1 0 0,-1 0 0,1 0 0,-1 0 0,1 0 0,-1-1 0,1 1 0,-1 0 0,1 0 0,-1-1 0,1 1 0,-1-1 0,-2-1 0,-1 0 0,1 0 0,0 0 0,0-1 0,0 1 0,1-1 0,-4-4 0,4 3 0,0 0 0,0 0 0,0 0 0,1 0 0,-1 0 0,1 0 0,0-1 0,0 1 0,1-1 0,-1-5 0,1-5 0,3-26 0,-3 39 0,0 1 0,1-1 0,-1 1 0,1-1 0,-1 1 0,1-1 0,0 1 0,-1-1 0,1 1 0,0 0 0,0-1 0,0 1 0,0 0 0,0 0 0,0-1 0,1 1 0,-1 0 0,0 0 0,1 0 0,-1 1 0,0-1 0,1 0 0,-1 0 0,1 1 0,-1-1 0,1 1 0,0-1 0,-1 1 0,4 0 0,5-1 0,0 0 0,0 1 0,19 2 0,-11-1 0,2-1 0,0 0 0,21-4 0,-39 4 0,-1-1 0,0 1 0,1 0 0,-1 0 0,1 0 0,-1 0 0,1 0 0,-1 1 0,0-1 0,1 0 0,-1 1 0,0-1 0,1 0 0,-1 1 0,0 0 0,1-1 0,-1 1 0,0 0 0,0 0 0,0 0 0,0-1 0,0 1 0,0 0 0,0 0 0,0 1 0,0-1 0,0 0 0,0 0 0,-1 0 0,1 1 0,0 0 0,2 5 0,-2 0 0,1 0 0,0 0 0,-1 0 0,0 9 0,2 6 0,-2-15 0,0 2 0,1 0 0,0-1 0,6 14 0,-8-20 0,1-1 0,0 1 0,-1-1 0,1 1 0,0-1 0,0 1 0,0-1 0,0 0 0,0 1 0,0-1 0,1 0 0,-1 0 0,0 0 0,1 0 0,-1 0 0,1 0 0,-1 0 0,1 0 0,-1-1 0,1 1 0,-1-1 0,1 1 0,0-1 0,-1 1 0,3-1 0,4-2-1365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24575,'2'-5'0,"2"1"0,1 3 0,1 5 0,2 4 0,1 3 0,0 0-8191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11 24575,'-28'-4'0,"15"2"0,0 0 0,-1 1 0,1 0 0,-1 1 0,1 0 0,-25 5 0,36-5 0,0 1 0,1-1 0,-1 1 0,0-1 0,1 1 0,-1 0 0,1 0 0,-1 0 0,1-1 0,-1 2 0,1-1 0,-1 0 0,1 0 0,0 0 0,0 0 0,0 1 0,-1-1 0,1 1 0,1-1 0,-1 1 0,0-1 0,0 1 0,0-1 0,1 1 0,-1 3 0,0-3 0,1 1 0,0 0 0,1 0 0,-1-1 0,0 1 0,1 0 0,0-1 0,-1 1 0,1-1 0,0 1 0,0-1 0,1 1 0,-1-1 0,0 0 0,1 1 0,2 1 0,7 10 0,1-1 0,1 0 0,0-1 0,28 20 0,-17-17 0,0 0 0,36 15 0,-3-8 0,-50-20 0,0 0 0,1 0 0,-1-1 0,1 0 0,14 0 0,-20-1-62,0 0 0,1-1 0,-1 1 0,0-1 0,0 1 0,0-1 0,0 0 0,1 0 0,-1 0 0,0 0 0,0 0 0,-1 0-1,1 0 1,0-1 0,0 1 0,-1-1 0,1 0 0,0 1 0,-1-1 0,0 0 0,2-2 0,4-7-6764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24575,'5'20'0,"4"12"0,3 5 0,0 2 0,0-1 0,0-2 0,2-2 0,-1-2 0,2-1 0,-1-4 0,1-1 0,0-2 0,-3-1 0,0-1 0,-3-5-8191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53 24575,'-27'-10'0,"-12"-4"0,-2 2 0,1 1 0,5 7 0,3 2 0,5 6 0,4 1 0,7 0-8191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8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163 446 24575,'0'-41'0,"-10"-72"0,6 91 0,-1 0 0,0 1 0,-2 0 0,-1 0 0,-10-20 0,5 17 0,-1 0 0,-1 1 0,-1 1 0,-20-23 0,36 45 0,-1-1 0,1 1 0,0-1 0,-1 1 0,1 0 0,0-1 0,-1 1 0,1 0 0,-1-1 0,1 1 0,0 0 0,-1-1 0,1 1 0,-1 0 0,1 0 0,-1 0 0,1-1 0,-1 1 0,0 0 0,-1 7 0,6 15 0,6 10 0,2-1 0,1-1 0,2 0 0,1 0 0,36 50 0,-39-64 0,0 0 0,1 0 0,1-1 0,1-1 0,0-1 0,0 0 0,1-1 0,1-1 0,0 0 0,30 12 0,-44-21 0,1 0 0,-1-1 0,1 0 0,0 0 0,-1 0 0,1 0 0,0-1 0,0 1 0,-1-1 0,10-1 0,-12 0 0,0 0 0,0 1 0,1-1 0,-1 0 0,0 0 0,-1 0 0,1 0 0,0 0 0,0-1 0,0 1 0,-1-1 0,1 1 0,-1-1 0,1 1 0,-1-1 0,0 0 0,1 0 0,-1 0 0,0 1 0,0-1 0,0 0 0,-1-1 0,1 1 0,0 0 0,0-3 0,1-4 0,-1 0 0,1 0 0,-1-11 0,-1 17 0,0 0 0,0 0 0,0 0 0,0 0 0,-1 0 0,1 0 0,-1 0 0,0 0 0,0 0 0,0 1 0,0-1 0,-1 0 0,-1-3 0,3 6 0,0 0 0,0 0 0,-1 0 0,1 0 0,0 0 0,0 0 0,0 0 0,0-1 0,0 1 0,0 0 0,0 0 0,-1 0 0,1 0 0,0 0 0,0 0 0,0 0 0,0 0 0,0 0 0,0 0 0,0 0 0,-1 0 0,1 0 0,0 0 0,0 0 0,0 0 0,0 0 0,0 1 0,0-1 0,0 0 0,0 0 0,-1 0 0,1 0 0,0 0 0,0 0 0,0 0 0,0 0 0,0 0 0,0 0 0,0 0 0,0 0 0,0 1 0,0-1 0,0 0 0,0 0 0,-1 0 0,1 0 0,0 0 0,0 0 0,0 0 0,0 1 0,0-1 0,0 0 0,0 0 0,0 0 0,0 0 0,0 0 0,0 0 0,0 0 0,0 1 0,0-1 0,0 0 0,1 0 0,-1 0 0,0 0 0,0 0 0,0 0 0,0 0 0,0 1 0,0-1 0,0 10 0,1-5-68,1 1 0,-1 0-1,1-1 1,0 1 0,0-1 0,1 1-1,-1-1 1,1 0 0,0 0 0,1 0-1,-1-1 1,1 1 0,0-1 0,0 0-1,0 0 1,1 0 0,0 0 0,-1-1-1,8 4 1,0-2-6758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24575,'0'12'0,"0"7"0,2 3 0,1 0 0,3-1 0,0-2 0,-1-4-8191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24575,'3'5'0,"1"1"0,1-1 0,-1 0 0,1 0 0,0 0 0,0-1 0,0 0 0,1 0 0,6 4 0,-10-7 0,0 0 0,0 0 0,0 0 0,0 0 0,0-1 0,0 1 0,1-1 0,-1 1 0,0-1 0,0 0 0,0 0 0,0 0 0,1 0 0,-1 0 0,0 0 0,0-1 0,0 1 0,0-1 0,0 0 0,0 1 0,0-1 0,0 0 0,0 0 0,0 0 0,0 0 0,0-1 0,0 1 0,-1 0 0,1-1 0,-1 1 0,1-1 0,1-2 0,-2 2 0,1-1 0,-1 0 0,0 1 0,0-1 0,0 0 0,0 0 0,0-3 0,-1 4 0,0 0 0,1 0 0,-1 0 0,0 1 0,1-1 0,0 0 0,-1 0 0,1 1 0,0-1 0,0 1 0,0-1 0,0 1 0,0-1 0,0 1 0,3-3 0,-3 4 0,0-1 0,0 1 0,0 0 0,0 0 0,0 0 0,0 0 0,0 0 0,1 0 0,-1 0 0,0 0 0,0 0 0,0 0 0,0 1 0,0-1 0,0 0 0,0 1 0,0-1 0,2 2 0,19 13 0,-14-9 0,1 0 0,0-1 0,0 0 0,1-1 0,-1 0 0,1 0 0,0-1 0,1 0 0,-1-1 0,0 0 0,1-1 0,-1 0 0,12-1 0,-13 0 0,-1 0 0,1-1 0,-1 0 0,1-1 0,-1 0 0,0 0 0,0-1 0,1 0 0,-2 0 0,1-1 0,0 0 0,-1 0 0,0-1 0,0 0 0,7-7 0,-12 10 0,0 0 0,0-1 0,0 0 0,-1 1 0,0-1 0,1 0 0,-1 0 0,0 0 0,0 0 0,0 0 0,-1 0 0,1 0 0,-1 0 0,0 0 0,0 0 0,0 0 0,0 0 0,0 0 0,-1 0 0,1 0 0,-1 0 0,0 0 0,-2-6 0,2 6 0,0 0 0,0 0 0,-1 0 0,1 0 0,-1 0 0,0 0 0,0 0 0,0 1 0,0-1 0,0 0 0,-1 1 0,1 0 0,-1 0 0,1 0 0,-1 0 0,0 0 0,0 0 0,0 1 0,0-1 0,0 1 0,-6-2 0,8 3 0,1 0 0,-1 0 0,0-1 0,0 1 0,0 0 0,0 0 0,0 1 0,0-1 0,0 0 0,0 0 0,0 0 0,0 1 0,1-1 0,-1 0 0,0 1 0,0-1 0,0 1 0,0-1 0,1 1 0,-1-1 0,0 1 0,1-1 0,-1 1 0,0 1 0,-1 0 0,1-1 0,0 1 0,1 0 0,-1 0 0,0 0 0,0 0 0,1 0 0,-1 0 0,1 0 0,0 4 0,-1 0 0,1 1 0,1 0 0,-1 0 0,1 0 0,4 12 0,-2-10 0,1 0 0,0-1 0,1 1 0,0-1 0,1 0 0,-1 0 0,1-1 0,1 0 0,-1 0 0,1 0 0,1-1 0,-1 0 0,1 0 0,0-1 0,0 0 0,1-1 0,-1 1 0,11 2 0,-9-3 0,0 0 0,0-1 0,0-1 0,0 0 0,1 0 0,-1-1 0,1 0 0,-1-1 0,1 0 0,0 0 0,-1-1 0,1-1 0,-1 0 0,0 0 0,0-1 0,12-5 0,-9 1-1365,-3-1-5461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165 120 24575,'-4'0'0,"-18"-2"0,-30 1 0,46 1 0,1 1 0,-1-1 0,0 1 0,0 0 0,1 1 0,-1 0 0,0-1 0,1 2 0,0-1 0,-7 4 0,11-5 0,-1 0 0,1 0 0,0 0 0,-1 0 0,1 0 0,0 1 0,0-1 0,0 0 0,0 0 0,0 1 0,0-1 0,0 1 0,1-1 0,-1 1 0,1-1 0,-1 1 0,1-1 0,-1 1 0,1-1 0,0 1 0,-1 0 0,1-1 0,0 1 0,0 0 0,0-1 0,1 1 0,-1 0 0,0-1 0,1 1 0,-1-1 0,1 1 0,-1-1 0,1 1 0,0-1 0,-1 1 0,1-1 0,0 1 0,2 1 0,2 4 0,0-1 0,1 0 0,0 0 0,0 0 0,0 0 0,9 5 0,-7-6 0,0 0 0,0 0 0,1-1 0,-1 0 0,1 0 0,0-1 0,0 0 0,0-1 0,0 0 0,1-1 0,12 1 0,-17-2 0,0 0 0,0 0 0,0-1 0,0 1 0,0-2 0,0 1 0,0 0 0,0-1 0,-1 0 0,1 0 0,-1 0 0,1-1 0,-1 1 0,0-1 0,0 0 0,0 0 0,0-1 0,-1 1 0,1-1 0,-1 1 0,0-1 0,0 0 0,2-5 0,7-15 0,-11 19 0,1 1 0,0-1 0,1 1 0,-1-1 0,1 1 0,6-8 0,-8 11 0,0 1 0,0-1 0,0 0 0,1 0 0,-1 1 0,0-1 0,1 0 0,-1 1 0,0-1 0,1 1 0,-1 0 0,0 0 0,1-1 0,-1 1 0,1 0 0,-1 0 0,1 0 0,-1 0 0,1 1 0,-1-1 0,0 0 0,1 0 0,-1 1 0,1-1 0,-1 1 0,0 0 0,0-1 0,1 1 0,0 1 0,7 3 0,-1 1 0,0 0 0,0 0 0,9 10 0,-8-7 0,1 0 0,11 7 0,-4-4 0,-12-8 0,1 0 0,0 0 0,-1 0 0,1-1 0,0 0 0,1 0 0,8 2 0,-11-7 0,-7-4 0,-8-8 0,9 12 0,-34-41 0,-22-27 0,52 62 0,1-1 0,-1 0 0,2 0 0,-1-1 0,1 1 0,-4-16 0,8 24 0,-1-1 0,1 0 0,-1 0 0,1 0 0,0 0 0,0 0 0,-1 1 0,2-1 0,-1 0 0,0 0 0,0 0 0,1 0 0,-1 0 0,0 0 0,1 1 0,0-1 0,0 0 0,-1 0 0,1 1 0,0-1 0,0 1 0,0-1 0,1 1 0,-1-1 0,0 1 0,1-1 0,-1 1 0,0 0 0,1 0 0,0 0 0,-1 0 0,1 0 0,0 0 0,-1 0 0,1 1 0,0-1 0,0 0 0,0 1 0,-1 0 0,1-1 0,0 1 0,0 0 0,0 0 0,0 0 0,0 0 0,0 0 0,-1 1 0,5 0 0,9 4-1365,-2 2-5461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1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77 241 24575,'36'78'0,"43"127"0,-70-182 0,-7-18 0,-6-17 0,-48-111 0,-27-75 0,73 178 0,1 0 0,1 0 0,0 0 0,2-1 0,0 1 0,3-40 0,-1 58 0,0 0 0,0 1 0,0-1 0,0 1 0,1-1 0,-1 0 0,1 1 0,-1-1 0,1 1 0,0-1 0,-1 1 0,1-1 0,0 1 0,0 0 0,0-1 0,0 1 0,0 0 0,1 0 0,-1 0 0,0 0 0,2-2 0,0 2 0,-1 1 0,0-1 0,0 0 0,0 1 0,0-1 0,1 1 0,-1 0 0,0 0 0,0 0 0,1 0 0,-1 0 0,0 1 0,4 0 0,3 1 0,-1 1 0,0 0 0,0 1 0,-1-1 0,1 2 0,-1-1 0,9 7 0,-10-6 0,-1 0 0,1 0 0,-1 1 0,0 0 0,0 0 0,-1 0 0,1 0 0,5 13 0,-9-17 0,0 0 0,0 0 0,-1 0 0,1 0 0,0 0 0,-1 0 0,1 0 0,-1 0 0,0 1 0,0-1 0,0 0 0,0 0 0,0 0 0,-1 0 0,1 0 0,0 1 0,-1-1 0,0 0 0,1 0 0,-1 0 0,0 0 0,0 0 0,0-1 0,0 1 0,0 0 0,-1 0 0,1-1 0,-1 1 0,1-1 0,-1 1 0,1-1 0,-1 1 0,0-1 0,0 0 0,0 0 0,-2 1 0,-2 1 0,0-1 0,-1 1 0,0-1 0,1-1 0,-1 1 0,0-1 0,0-1 0,-8 1 0,-56-4 0,65 2-195,1 1 0,-1-1 0,1-1 0,-1 1 0,1-1 0,-8-3 0,2-1-6631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24575,'9'37'0,"6"31"0,36 101 0,-42-149 0,1 0 0,0 0 0,2-1 0,0-1 0,1 0 0,1 0 0,1-1 0,23 21 0,-35-36 0,0 1 0,0-1 0,0 0 0,0 1 0,1-2 0,-1 1 0,1 0 0,-1 0 0,1-1 0,0 0 0,4 1 0,-7-2 0,1 0 0,-1 0 0,1 0 0,-1 0 0,1 0 0,0 0 0,-1-1 0,1 1 0,-1-1 0,1 1 0,-1-1 0,1 1 0,-1-1 0,0 0 0,1 0 0,-1 0 0,0 1 0,1-2 0,-1 1 0,0 0 0,0 0 0,0 0 0,0 0 0,0-1 0,0 1 0,-1 0 0,1-1 0,0 1 0,0-2 0,3-7 0,0 1 0,-1-1 0,0 0 0,-1 0 0,0 0 0,-1 0 0,0-1 0,-1 1 0,0 0 0,0 0 0,-1-1 0,0 1 0,-1 0 0,-3-10 0,9 29 12,-1 0 0,1-1 0,1 0 0,0 1 0,0-2 0,0 1 0,1 0 0,0-1 0,8 6 0,-1-1-309,0 0 0,1-1 0,0 0 0,20 10 0,-16-12-6529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4 24575,'-10'-1'0,"-44"-2"0,49 3 0,-1 1 0,1-1 0,0 1 0,0 0 0,-1 0 0,1 1 0,-8 2 0,12-3 0,0-1 0,0 1 0,0-1 0,1 1 0,-1 0 0,0-1 0,0 1 0,0 0 0,1-1 0,-1 1 0,0 0 0,1 0 0,-1 0 0,0 0 0,1 0 0,-1 0 0,1-1 0,0 1 0,-1 0 0,1 0 0,0 0 0,-1 2 0,1 0 0,0-1 0,0 0 0,1 1 0,-1-1 0,0 1 0,1-1 0,0 0 0,-1 0 0,3 5 0,1 1 0,1 0 0,0 0 0,0 0 0,7 7 0,-2-4 0,0 0 0,18 14 0,-24-21 0,1-1 0,-1 0 0,0 0 0,1-1 0,0 1 0,-1-1 0,1 0 0,0 0 0,0-1 0,9 2 0,-12-3 0,-1 0 0,1 0 0,0 0 0,-1 0 0,1 0 0,-1-1 0,1 1 0,0-1 0,-1 1 0,1-1 0,-1 1 0,1-1 0,-1 0 0,0 0 0,1 0 0,-1 0 0,0 0 0,1 0 0,-1 0 0,0 0 0,0 0 0,0-1 0,0 1 0,0 0 0,0-1 0,0 1 0,-1 0 0,1-1 0,-1 0 0,1 1 0,-1-1 0,1 1 0,-1-1 0,1-2 0,0-2 0,-1 0 0,1 0 0,-1 0 0,0 0 0,0 0 0,-1 1 0,0-1 0,-1-7 0,-1 4 0,0 0 0,-1-1 0,0 2 0,-1-1 0,-6-8 0,5 11 0,4 11 0,5 12 0,2-3-170,1-1-1,1 1 0,0-2 1,0 1-1,1-1 0,1 0 1,10 11-1,-7-10-6655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3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33 24575,'-1'0'0,"-1"0"0,1 0 0,0 0 0,-1 0 0,1 0 0,0 0 0,-1 0 0,1 1 0,0-1 0,0 1 0,-1-1 0,1 1 0,0-1 0,0 1 0,0 0 0,0-1 0,0 1 0,0 0 0,0 0 0,0 0 0,0 0 0,0 0 0,-1 2 0,1-1 0,0 1 0,0-1 0,0 0 0,1 1 0,-1-1 0,1 1 0,0-1 0,0 1 0,0-1 0,0 1 0,1 4 0,1 6 0,1-1 0,1 1 0,8 20 0,-12-33 0,53 114 0,-31-71 0,-22-43 0,0 1 0,0-1 0,1 0 0,-1 1 0,0-1 0,0 0 0,0 1 0,1-1 0,-1 1 0,0-1 0,0 0 0,0 1 0,0-1 0,0 0 0,0 1 0,0-1 0,0 1 0,0-1 0,0 0 0,0 1 0,0-1 0,0 1 0,0-1 0,0 0 0,0 1 0,0-1 0,-1 0 0,1 1 0,0-1 0,0 0 0,0 1 0,-1-1 0,1 0 0,0 1 0,0-1 0,-1 0 0,1 1 0,-1-1 0,0 1 0,-1-1 0,1 0 0,-1 0 0,1 0 0,-1 0 0,1 0 0,0 0 0,-1 0 0,1 0 0,-3-1 0,-36-12 0,37 12 0,1 1 0,0-1 0,1 1 0,-1-1 0,0 0 0,1 0 0,-1 1 0,0-1 0,1 0 0,-1-1 0,1 1 0,0 0 0,-1 0 0,1-1 0,0 1 0,-2-3 0,3 3 0,0 1 0,0 0 0,1-1 0,-1 1 0,0-1 0,1 1 0,-1-1 0,0 1 0,1 0 0,-1-1 0,0 1 0,1 0 0,-1-1 0,1 1 0,-1 0 0,1 0 0,-1-1 0,1 1 0,-1 0 0,1 0 0,-1 0 0,1 0 0,-1 0 0,1-1 0,-1 1 0,1 0 0,-1 0 0,2 1 0,19-3 0,-19 2 0,28 0 0,-1-2 0,0-2 0,1 0 0,-2-2 0,1-1 0,38-15 0,-54 17 0,-1-1 0,1-1 0,-1 0 0,0-1 0,-1 0 0,20-17 0,-28 22 0,0-1 0,-1 1 0,1 0 0,-1-1 0,0 1 0,1-1 0,-2 0 0,1 1 0,0-1 0,-1 0 0,2-8 0,-2 9 0,-1 0 0,0-1 0,0 1 0,-1 0 0,1-1 0,0 1 0,-1 0 0,0 0 0,0 0 0,0-1 0,0 1 0,-1 0 0,1 0 0,-1 0 0,1 1 0,-5-6 0,1 2 0,0 0 0,0 1 0,0 0 0,-1 0 0,0 0 0,0 1 0,0 0 0,-12-6 0,14 8 0,1 0 0,-1 1 0,0-1 0,1 1 0,-1 0 0,0 0 0,0 1 0,0-1 0,0 1 0,0 0 0,0 0 0,0 0 0,0 1 0,0-1 0,0 1 0,1 0 0,-1 0 0,-4 1 0,6 0 0,0-1 0,0 1 0,0-1 0,0 1 0,0 0 0,0 0 0,0 0 0,0 0 0,1 0 0,-1 0 0,1 0 0,0 0 0,-1 1 0,1-1 0,0 0 0,1 1 0,-1-1 0,0 1 0,1-1 0,-1 1 0,1-1 0,-1 4 0,1 2 0,0 0 0,0 0 0,1-1 0,-1 1 0,2 0 0,1 8 0,0-7 0,0 0 0,1 0 0,0 0 0,0 0 0,1-1 0,0 0 0,0 0 0,1 0 0,0-1 0,0 0 0,1 0 0,0 0 0,0-1 0,1 0 0,0 0 0,0-1 0,11 6 0,-4-4 0,1-1 0,0 0 0,0-1 0,1-1 0,-1 0 0,1-1 0,0-1 0,33 0 0,-32-2-1365,-3 0-5461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6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4 24575,'-1'0'0,"1"-1"0,0 1 0,-1 0 0,1 0 0,-1-1 0,1 1 0,0 0 0,-1 0 0,1-1 0,-1 1 0,1 0 0,-1 0 0,1 0 0,-1 0 0,1 0 0,-1 0 0,1 0 0,-1 0 0,1 0 0,-1 0 0,1 0 0,0 0 0,-1 0 0,1 0 0,-1 0 0,1 0 0,-1 0 0,1 1 0,-1-1 0,1 0 0,0 0 0,-1 1 0,1-1 0,-1 0 0,1 1 0,0-1 0,-1 0 0,1 1 0,0-1 0,-1 0 0,1 1 0,0-1 0,0 1 0,-1-1 0,1 1 0,0-1 0,0 1 0,-2 2 0,1 0 0,-1 0 0,1 0 0,0 0 0,-1 5 0,-1 15 0,1 0 0,3 45 0,1-46 0,-2 0 0,-1 1 0,-4 29 0,2-37 0,-1 0 0,0 0 0,-1 0 0,-1-1 0,-1 1 0,0-1 0,0-1 0,-1 1 0,-11 12 0,13-18 0,-1-1 0,0 0 0,0 0 0,0-1 0,-1 0 0,0 0 0,0-1 0,0 0 0,-1 0 0,1-1 0,-1 0 0,-1-1 0,1 0 0,0 0 0,-17 2 0,23-4 0,0-1 0,0 0 0,0 0 0,0 0 0,0 0 0,0 0 0,0-1 0,0 1 0,0-1 0,0 0 0,0 0 0,1 0 0,-1 0 0,0-1 0,1 1 0,-4-3 0,3 2 0,0-1 0,0 0 0,0 0 0,0 0 0,1-1 0,0 1 0,-1 0 0,1-1 0,0 0 0,-2-5 0,-1-6 0,1-1 0,1 0 0,0 1 0,-1-31 0,3 37 0,1-1 0,0 0 0,1 1 0,0-1 0,0 1 0,1-1 0,0 1 0,6-16 0,-7 22 0,1 1 0,-1-1 0,1 0 0,-1 0 0,1 1 0,0-1 0,0 1 0,0-1 0,0 1 0,0 0 0,0 0 0,1 0 0,-1 0 0,1 0 0,0 1 0,-1-1 0,1 1 0,0-1 0,0 1 0,0 0 0,0 0 0,0 1 0,0-1 0,0 1 0,0-1 0,0 1 0,0 0 0,1 0 0,-1 0 0,4 1 0,6 2 0,0 0 0,0 0 0,-1 2 0,1-1 0,-1 2 0,0 0 0,13 8 0,6 7 0,37 31 0,-33-23 0,-2 1 0,-1 2 0,33 43 0,-63-72 0,0-2 0,-1 1 0,0-1 0,0 0 0,0 1 0,0-1 0,0 1 0,0 0 0,0-1 0,0 1 0,-1 0 0,1-1 0,0 1 0,-1 0 0,0 0 0,1-1 0,-1 5 0,-3-3-1365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24575,'5'2'0,"5"4"0,2 3 0,-1 3 0,-1-1-8191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7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24575,'0'7'0,"1"0"0,-1 1 0,1-1 0,1 0 0,-1 0 0,1 0 0,0 0 0,1 0 0,5 10 0,-2-6 0,1 0 0,1-1 0,0 0 0,16 15 0,-9-9 0,-3-4 0,0 0 0,24 18 0,-32-28 0,0 1 0,0-1 0,1 1 0,-1-1 0,0-1 0,1 1 0,0-1 0,-1 1 0,1-1 0,0-1 0,0 1 0,0-1 0,-1 1 0,7-2 0,-9 1 0,0 0 0,0-1 0,0 1 0,0-1 0,0 0 0,0 1 0,-1-1 0,1 0 0,0 0 0,0 0 0,-1 0 0,1-1 0,-1 1 0,1 0 0,-1-1 0,0 1 0,1-1 0,-1 1 0,0-1 0,0 0 0,0 1 0,0-1 0,0 0 0,-1 0 0,1 0 0,0 0 0,-1 1 0,0-1 0,1 0 0,-1-2 0,1-2 0,-1 0 0,1 1 0,-1-1 0,-1 0 0,1 1 0,-1-1 0,0 0 0,0 1 0,-2-6 0,0 1 0,3 10 0,0-1 0,0 1 0,1 0 0,-1 0 0,0 0 0,0 0 0,0 0 0,0 0 0,0 0 0,0 0 0,0 0 0,0 0 0,0-1 0,0 1 0,0 0 0,0 0 0,0 0 0,0 0 0,0 0 0,0 0 0,1 0 0,-1 0 0,0 0 0,0 0 0,0 0 0,0 0 0,0 0 0,0 0 0,0 0 0,0 0 0,0 0 0,1 0 0,-1 0 0,0 0 0,0 0 0,0 0 0,0 0 0,0 0 0,0 0 0,0 0 0,0 0 0,0 0 0,1 0 0,14 10 0,-9-5 0,13 7 0,0 0 0,0-1 0,1-1 0,40 14 0,-50-21 0,1 0 0,-1 0 0,1-1 0,0-1 0,-1 0 0,1 0 0,0-1 0,0 0 0,-1-1 0,1 0 0,0-1 0,12-3 0,-19 4 0,0-1 0,0 0 0,0 0 0,0 0 0,0 0 0,0 0 0,0-1 0,-1 1 0,1-1 0,-1 0 0,0 0 0,0-1 0,0 1 0,4-8 0,-5 7 0,1-1 0,-1 0 0,-1 0 0,1 0 0,-1 0 0,0 0 0,0-1 0,0 1 0,-1 0 0,0 0 0,0-1 0,0-5 0,-1 3 10,0 0 0,-1 1 0,1 0 0,-1-1 0,-1 1 0,1 0 0,-1 0 0,0 0 0,-1 1 0,0-1 0,-5-7 0,5 10-97,1 0-1,-1 0 1,0 0 0,0 0-1,-1 1 1,1 0 0,-1 0-1,0 0 1,1 0-1,-1 1 1,0 0 0,-1 0-1,1 0 1,0 1 0,0-1-1,-7 0 1,-2 1-6739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24575,'0'20'0,"-1"11"0,2 1 0,8 49 0,-3-51 0,-1-6 0,-1-1 0,2 33 0,-5-46 0,0 1 0,4 14 0,2 18 0,1 16 0,-5-39 0,2 33 0,-5-37 0,0 27 0,8 63 0,7-11 0,6 169 0,-22-231 0,-8 52 0,4-37 0,2 0 0,4 57 0,1-30 0,-3-24 0,2 59 0,6-61 0,-4-31 0,2 32 0,-5-15 0,0 6 0,8 70 0,-3-63 0,-2 1 0,-4 62 0,0-31 0,0-61 0,-5 31 0,-1 7 0,-1 11 0,0 11 0,7 0 0,12 93 0,-5-87 0,-5 104 0,-3-84 0,1-18 0,3 94 0,5-119 0,-3-35 0,0 29 0,3 28 0,0 0 0,-5-60 0,1-1 0,8 40 0,3 10 0,12 65 0,-10-61 0,16 147 0,-26-168 0,3 45 0,-8-34 0,-3 97 0,-5-114 0,3-32 0,0 32 0,3-28 0,2 1 0,5 29 0,-6-51 5,0 0 1,0 1-1,0-1 0,0 0 0,0 0 0,0 0 1,0 0-1,0 0 0,0 0 0,0 0 1,-1 1-1,1-1 0,0 0 0,-1 0 0,1 0 1,-1 0-1,1 0 0,-1 0 0,1 0 0,-1-1 1,0 1-1,-1 1 0,1 0-129,-1-1 0,0 0 1,0 0-1,0 0 0,1 0 0,-1 0 1,0-1-1,0 1 0,0-1 0,0 1 1,-3 0-1,-7 0-6702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24575,'1'9'0,"0"0"0,0-1 0,1 1 0,0-1 0,0 1 0,1-1 0,0 0 0,8 15 0,5 4 0,20 26 0,-36-52 0,105 134 0,-83-111 0,1 0 0,2-1 0,29 21 0,-54-44 0,0 0 0,0 0 0,0 0 0,0 0 0,0 0 0,0 0 0,0 0 0,0-1 0,0 1 0,0 0 0,0 0 0,0 0 0,0 0 0,0 0 0,0 0 0,0 0 0,0 0 0,0 0 0,0 0 0,0 0 0,1 0 0,-1 0 0,0 0 0,0 0 0,0-1 0,0 1 0,0 0 0,0 0 0,0 0 0,0 0 0,0 0 0,0 0 0,0 0 0,0 0 0,0 0 0,1 0 0,-1 0 0,0 0 0,0 0 0,0 0 0,0 0 0,0 0 0,0 0 0,0 0 0,0 0 0,0 0 0,0 0 0,0 0 0,0 1 0,1-1 0,-1 0 0,0 0 0,0 0 0,0 0 0,0 0 0,0 0 0,0 0 0,0 0 0,0 0 0,0 0 0,0 0 0,0 0 0,0 0 0,0 0 0,0 0 0,0 0 0,0 1 0,0-1 0,0 0 0,-3-9 0,-7-10 0,-94-134 0,20 31 0,72 104 0,1-1 0,-2 0 0,-26-29 0,38 47 0,1 1 0,-1-1 0,1 1 0,-1-1 0,1 1 0,-1-1 0,1 1 0,-1 0 0,1-1 0,-1 1 0,1 0 0,-1-1 0,0 1 0,1 0 0,-1 0 0,1 0 0,-1-1 0,0 1 0,-1 0 0,2 0 0,0 1 0,-1-1 0,1 0 0,-1 0 0,1 1 0,0-1 0,-1 0 0,1 0 0,0 1 0,0-1 0,-1 0 0,1 1 0,0-1 0,0 0 0,-1 1 0,1-1 0,0 1 0,0-1 0,0 0 0,-1 1 0,1 0 0,-1 4 0,1-1 0,-1 1 0,1 0 0,0 5 0,0-7 0,0 17 0,-1 1 0,-1-1 0,-1 0 0,-1 0 0,-7 25 0,9-38 0,-1 0 0,0 0 0,0-1 0,0 1 0,-1-1 0,0 1 0,0-1 0,-1 0 0,0-1 0,0 1 0,0-1 0,-1 0 0,1 0 0,-1-1 0,0 1 0,-1-1 0,-10 5 0,-29 8-1365,32-13-5461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10591 193 24575,'7'-3'0,"7"-4"0,-13 4 0,-10 1 0,-102 1 0,76 2 0,-65-7 0,20-1 0,-140 4 0,115 4 0,60-1 0,-64-9 0,90 7 0,0 0 0,0 1 0,1 1 0,-1 1 0,0 0 0,0 2 0,1 0 0,-30 9 0,27-8 0,1-1 0,0 0 0,-1-2 0,0 0 0,-26-3 0,2 1 0,-55-7 0,-5 1 0,67 9 0,-62 11 0,61-6 0,-57 1 0,71-7 0,-223-3 0,151-5 0,-41-1 0,-98 0 0,46 2 0,4 0 0,-13-7 0,80 6 0,-148-5 0,-114-10 0,267 15 0,-39 0 0,-937 7 0,914-7 0,3-1 0,42 7 0,-233 3 0,86 24 0,169-13 0,-195-6 0,185-9 0,-123-7 0,-167 2 0,252 8 0,-852-1 0,822-8 0,87 1 0,-164-8 0,-2-6 0,-65-2 0,138 14 0,109 3 0,-7 0 0,-81-3 0,156 9 0,0 1 0,0 0 0,1 1 0,-1 1 0,-24 7 0,-3 2-340,-82 11 0,106-20-345,0 0-6141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6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13 24575,'1'1'0,"-1"-1"0,0 0 0,0 0 0,0 0 0,0 0 0,0 0 0,0 0 0,0 0 0,0 0 0,0 0 0,0 0 0,0 0 0,0 0 0,0 0 0,0 0 0,0 0 0,0 0 0,1 0 0,-1 0 0,0 0 0,0 0 0,0 0 0,0 0 0,0 0 0,0 0 0,0 0 0,0 0 0,0 0 0,0 0 0,0 0 0,0 0 0,0 0 0,0 0 0,0 0 0,0-1 0,1 1 0,-1 0 0,0 0 0,0 0 0,0 0 0,0 0 0,0 0 0,0 0 0,0 0 0,0 0 0,0 0 0,0 0 0,0 0 0,0 0 0,0 0 0,0 0 0,0 0 0,0-1 0,0 1 0,0 0 0,0 0 0,0 0 0,0 0 0,0 0 0,0 0 0,0 0 0,0 0 0,0 0 0,-5-4 0,-8-2 0,10 5 0,0 1 0,-1 0 0,1-1 0,0 1 0,0 0 0,0 0 0,0 1 0,0-1 0,0 1 0,0-1 0,0 1 0,0 0 0,-2 1 0,-2 2 0,0 0 0,1 0 0,-11 10 0,9-8 0,-10 8 0,-1-1 0,0-1 0,-1 0 0,0-2 0,-1 0 0,-24 7 0,-134 29 0,77-26 0,101-20 0,0 0 0,0 0 0,0 0 0,0 0 0,0 0 0,0 1 0,0-1 0,1 0 0,-1 1 0,0-1 0,0 0 0,0 1 0,0-1 0,1 1 0,-2 0 0,2 0 0,0-1 0,0 0 0,0 0 0,0 1 0,0-1 0,0 0 0,0 1 0,0-1 0,0 0 0,0 0 0,0 1 0,0-1 0,0 0 0,0 0 0,0 1 0,0-1 0,0 0 0,0 1 0,0-1 0,1 0 0,-1 0 0,0 0 0,0 1 0,0-1 0,0 0 0,1 0 0,-1 0 0,0 1 0,0-1 0,1 0 0,-1 0 0,3 2 0,-1 0 0,1-1 0,-1 0 0,1 1 0,0-1 0,0 0 0,0 0 0,3 0 0,53 8 24,69 0 0,60-8-283,-92-2-895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24575,'-1'9'0,"-1"1"0,1-1 0,1 1 0,0-1 0,0 1 0,1-1 0,3 17 0,20 64 0,-12-59 60,28 53 0,-25-54-803,21 56 1,-32-72-6084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24575,'30'8'0,"12"2"0,2 2 0,-4-1 0,-6-3 0,-7-2 0,-5-2 0,-4-2 0,-3-1 0,-3-4 0,-4-3 0,-4-4 0,-2-2 0,-1 1-8191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24575,'20'30'0,"9"18"0,2 5 0,-1 2 0,-6-4 0,-5-6 0,-6-5 0,-1-4 0,-2-4 0,-2-4 0,-2-5 0,0-1 0,0-2 0,0-2 0,2-1 0,0-4-8191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597 242 24575,'-146'-45'0,"-35"-12"0,131 38 0,-74-37 0,106 46 0,5 4 0,1-1 0,0 0 0,0-1 0,-11-9 0,23 17 0,0 0 0,-1-1 0,1 1 0,0 0 0,-1 0 0,1-1 0,0 1 0,-1 0 0,1 0 0,0-1 0,-1 1 0,1 0 0,0-1 0,0 1 0,0-1 0,-1 1 0,1 0 0,0-1 0,0 1 0,0-1 0,0 1 0,0 0 0,0-1 0,0 1 0,0-1 0,0 0 0,10 1 0,16 10 0,93 52 0,192 137 0,-310-199 0,7 6 0,0 0 0,0 1 0,11 11 0,-18-16 0,1-1 0,-1 1 0,0 0 0,0-1 0,0 1 0,0 0 0,0 0 0,0 0 0,-1 0 0,1-1 0,0 4 0,-1-4 0,0 0 0,0 0 0,0 0 0,0 0 0,-1 0 0,1 0 0,0 0 0,0 0 0,-1 0 0,1 0 0,0-1 0,-1 1 0,1 0 0,-1 0 0,1 0 0,-1 0 0,0-1 0,1 1 0,-1 0 0,0-1 0,0 1 0,1 0 0,-1-1 0,-1 1 0,-1 1 0,0 0 0,0-1 0,0 0 0,-1 0 0,1 0 0,0 0 0,-1 0 0,1-1 0,-5 1 0,-34-1 0,27-1 0,-38 2 0,-70 11 0,111-10-1365,3 2-5461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24575,'1'9'0,"0"0"0,0 0 0,1 1 0,0-1 0,0 0 0,1-1 0,1 1 0,-1 0 0,1-1 0,1 0 0,5 9 0,2 0 0,1 0 0,1-1 0,27 27 0,-37-41 0,-1 1 0,0 0 0,1-1 0,-1 1 0,1-1 0,0 0 0,0 0 0,0 0 0,0-1 0,0 1 0,5 0 0,-7-2 0,-1 0 0,1 0 0,0 0 0,0 0 0,0 0 0,0 0 0,0 0 0,-1-1 0,1 1 0,0-1 0,0 1 0,0-1 0,-1 0 0,1 1 0,0-1 0,-1 0 0,1 0 0,-1 0 0,1 0 0,-1-1 0,0 1 0,1 0 0,-1-1 0,0 1 0,0-1 0,0 1 0,2-4 0,6-16 0,2-4 0,-11 25 0,1 0 0,-1-1 0,0 1 0,1 0 0,-1 0 0,1-1 0,-1 1 0,0 0 0,1 0 0,-1 0 0,0-1 0,1 1 0,-1 0 0,1 0 0,-1 0 0,1 0 0,-1 0 0,0 0 0,1 0 0,-1 0 0,1 0 0,-1 0 0,1 0 0,-1 0 0,0 0 0,1 0 0,-1 1 0,1-1 0,0 0 0,14 8 0,-8-4 0,4 1 0,1-1 0,-1-1 0,1 0 0,-1-1 0,1 0 0,0-1 0,0 0 0,0 0 0,0-2 0,0 1 0,0-2 0,0 0 0,-1 0 0,1-1 0,-1 0 0,1-1 0,-1 0 0,0-1 0,-1 0 0,20-13 0,-24 13 0,-1 1 0,1-1 0,-1 0 0,0-1 0,-1 0 0,1 1 0,-1-1 0,-1-1 0,7-11 0,-9 15 0,0-1 0,1 1 0,-2 0 0,1-1 0,0 1 0,-1 0 0,1-1 0,-1 1 0,0-1 0,0 1 0,0-1 0,-1 1 0,1-1 0,-1 1 0,0-1 0,0 1 0,0 0 0,-1 0 0,1-1 0,-1 1 0,1 0 0,-3-3 0,-21-23-1365,12 16-5461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3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343 122 24575,'-48'-27'0,"-2"3"0,0 2 0,-62-18 0,105 38 0,1 0 0,-1 0 0,0 1 0,0 0 0,-10 0 0,15 1 0,1 1 0,0-1 0,-1 0 0,1 0 0,0 0 0,-1 1 0,1-1 0,0 1 0,0-1 0,-1 1 0,1-1 0,0 1 0,0 0 0,0 0 0,0 0 0,0-1 0,0 1 0,0 0 0,0 0 0,0 0 0,0 0 0,1 1 0,-1-1 0,0 0 0,1 0 0,-1 0 0,1 1 0,-1-1 0,1 0 0,-1 0 0,1 1 0,0-1 0,0 0 0,0 3 0,0 1 0,0-1 0,0 1 0,0 0 0,1 0 0,0 0 0,0-1 0,1 1 0,-1 0 0,1-1 0,0 0 0,0 1 0,1-1 0,-1 0 0,1 0 0,0 0 0,0 0 0,4 3 0,0 1 0,0-1 0,1 0 0,0-1 0,0 0 0,1 0 0,0-1 0,10 5 0,45 16 0,-54-22 0,-1-2 0,1 1 0,-1-1 0,21 1 0,-29-3 0,0 0 0,0 0 0,0 0 0,1 0 0,-1 0 0,0-1 0,0 1 0,0 0 0,0-1 0,1 1 0,-1-1 0,0 1 0,0-1 0,0 1 0,0-1 0,0 0 0,0 0 0,0 1 0,-1-1 0,1 0 0,0 0 0,1-2 0,-1 1 0,0 0 0,0-1 0,0 1 0,0-1 0,0 1 0,-1-1 0,1 0 0,-1 1 0,1-1 0,-1-2 0,-1-6 0,1 1 0,-2-1 0,1 1 0,-5-13 0,-6-15 0,11 35 0,-1-1 0,1 1 0,-1 0 0,0 0 0,0 0 0,0 0 0,0 0 0,-4-4 0,6 7 0,0 0 0,-1 0 0,1 0 0,0 0 0,0-1 0,0 1 0,0 0 0,0 0 0,0 0 0,0 0 0,-1 0 0,1 0 0,0 0 0,0 0 0,0 0 0,0 0 0,0 0 0,-1 0 0,1 0 0,0 0 0,0 0 0,0 0 0,0 0 0,0 0 0,-1 0 0,1 0 0,0 0 0,0 0 0,0 0 0,0 0 0,0 0 0,0 0 0,-1 0 0,1 0 0,0 0 0,0 0 0,0 1 0,0-1 0,0 0 0,0 0 0,0 0 0,0 0 0,-1 0 0,1 0 0,0 0 0,0 1 0,0-1 0,0 0 0,0 0 0,0 0 0,0 0 0,0 0 0,0 1 0,0-1 0,0 0 0,0 0 0,0 0 0,0 0 0,0 0 0,0 1 0,0-1 0,0 0 0,0 0 0,0 0 0,1 11 0,4 13 0,1-1 0,0 0 0,2 0 0,13 24 0,49 84 0,-34-75 0,-23-37 0,-1 1 0,0-1 0,11 29 0,-22-46 0,-1 0 0,1 0 0,0-1 0,-1 1 0,1 0 0,-1 0 0,0 0 0,0 0 0,0 0 0,0 0 0,0 0 0,0 0 0,0 0 0,0 0 0,-1 0 0,1 0 0,-1 0 0,0 0 0,1 0 0,-1 0 0,0-1 0,0 1 0,0 0 0,0-1 0,-1 1 0,1 0 0,0-1 0,-1 0 0,1 1 0,-1-1 0,1 0 0,-1 0 0,0 1 0,1-1 0,-1-1 0,0 1 0,0 0 0,0 0 0,-3 0 0,0 1 0,0-1 0,0 0 0,0 0 0,-1 0 0,1-1 0,0 0 0,0 0 0,0 0 0,-1-1 0,1 0 0,0 0 0,0 0 0,0 0 0,-8-4 0,9 2-59,0 1 0,0-1-1,1 0 1,-1 0-1,1 0 1,0 0 0,0-1-1,0 1 1,0-1 0,0 0-1,1 0 1,0 0 0,0 0-1,0 0 1,0 0-1,1 0 1,-1-1 0,1 1-1,0-1 1,1 1 0,-1-1-1,1-5 1,-1-3-6767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4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1 381 24575,'14'-11'0,"-1"0"0,0 0 0,14-17 0,-18 18 0,-1 1 0,2 0 0,-1 0 0,1 1 0,0 0 0,1 1 0,17-9 0,-19 12 0,0 0 0,0-1 0,0 0 0,-1 0 0,0-1 0,0 0 0,7-7 0,-12 10 0,0 0 0,0-1 0,0 0 0,-1 1 0,0-1 0,0 0 0,0 0 0,0-1 0,0 1 0,-1 0 0,1-1 0,-1 1 0,-1-1 0,1 1 0,0-1 0,-1 1 0,0-8 0,-1 6 0,0 0 0,0 0 0,-1 1 0,1-1 0,-1 0 0,0 0 0,-1 1 0,0-1 0,1 1 0,-2 0 0,1 0 0,-1 0 0,1 0 0,-1 1 0,-1-1 0,1 1 0,0 0 0,-1 0 0,-10-6 0,14 9 0,0 1 0,-1-1 0,1 0 0,0 0 0,-1 1 0,1-1 0,0 1 0,-1-1 0,1 1 0,-1 0 0,1 0 0,-1-1 0,1 1 0,-1 0 0,1 0 0,-1 0 0,1 1 0,-1-1 0,1 0 0,-1 1 0,1-1 0,-1 0 0,1 1 0,0 0 0,-1-1 0,1 1 0,0 0 0,-1 0 0,1 0 0,0-1 0,0 1 0,0 0 0,0 1 0,0-1 0,0 0 0,0 0 0,0 0 0,0 2 0,-2 2 0,1 0 0,0 0 0,0 0 0,0 0 0,1 1 0,-1-1 0,1 0 0,1 1 0,-1 6 0,0 5 0,0-8 0,1 1 0,0-1 0,0 0 0,1 0 0,0 0 0,0 0 0,6 16 0,-6-23 0,-1 0 0,1-1 0,0 0 0,1 1 0,-1-1 0,0 0 0,0 1 0,0-1 0,1 0 0,-1 0 0,1 0 0,-1 0 0,1 0 0,-1-1 0,1 1 0,2 0 0,31 8 0,-9-3 0,1 5 0,47 27 0,-50-25 0,-20-11 0,-1 0 0,1-1 0,0 1 0,0-1 0,-1 0 0,1 0 0,0 0 0,0-1 0,0 1 0,6-1 0,-9 0 0,0 0 0,1 0 0,-1-1 0,1 1 0,-1 0 0,0-1 0,1 1 0,-1-1 0,0 1 0,1-1 0,-1 0 0,0 1 0,0-1 0,0 0 0,0 0 0,1 0 0,-1 0 0,0 0 0,-1 0 0,1 0 0,0 0 0,0 0 0,0-1 0,-1 1 0,1 0 0,0-1 0,-1 1 0,0 0 0,1-1 0,-1 1 0,1-2 0,0-37 0,-1 32 0,0 0 0,0 0 0,1-1 0,0 1 0,4-15 0,-4 22 0,-1-1 0,1 0 0,0 0 0,0 1 0,0-1 0,0 1 0,0-1 0,0 1 0,1-1 0,-1 1 0,0 0 0,1-1 0,-1 1 0,1 0 0,-1 0 0,1 0 0,0 0 0,-1 1 0,1-1 0,0 0 0,0 1 0,0-1 0,-1 1 0,1-1 0,0 1 0,0 0 0,0 0 0,0 0 0,0 0 0,2 0 0,2 1 0,1 0 0,-1 0 0,0 1 0,0 0 0,0 0 0,0 0 0,10 6 0,38 26 0,-48-30 0,38 30 0,-44-34 0,1 1 0,-1-1 0,0 0 0,0 0 0,0 0 0,1 0 0,-1 0 0,0 0 0,0 0 0,0 1 0,1-1 0,-1 0 0,0 0 0,0 0 0,1 0 0,-1 0 0,0 0 0,0 0 0,1 0 0,-1 0 0,0 0 0,0 0 0,0 0 0,1 0 0,-1-1 0,0 1 0,0 0 0,1 0 0,-1 0 0,0 0 0,0 0 0,0 0 0,1 0 0,-1-1 0,0 1 0,0 0 0,0 0 0,0 0 0,0-1 0,1 1 0,-1 0 0,0 0 0,0 0 0,0-1 0,0 1 0,0 0 0,0 0 0,0 0 0,0-1 0,0 1 0,0 0 0,0 0 0,0-1 0,0 1 0,0 0 0,0 0 0,0-1 0,0 1 0,0 0 0,-1-23 0,0 9 0,1 13 0,0 0 0,0 0 0,1 0 0,-1 0 0,0 0 0,0 0 0,0 0 0,1 0 0,-1 0 0,0 0 0,1 0 0,-1 0 0,1 0 0,0 0 0,-1 0 0,1 0 0,0 0 0,-1 0 0,1 0 0,0 1 0,0-1 0,0 0 0,0 1 0,-1-1 0,1 1 0,0-1 0,0 1 0,0-1 0,1 0 0,1 1 0,-1 0 0,0 0 0,1 0 0,-1 1 0,0-1 0,1 0 0,-1 1 0,0-1 0,0 1 0,0 0 0,0 0 0,1 0 0,1 2 0,32 18-682,63 48-1,-86-58-6143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5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91 250 24575,'16'-23'0,"17"-35"0,-30 50 0,0 1 0,0 0 0,0-1 0,-1 0 0,0 0 0,-1 1 0,1-1 0,-2 0 0,1-14 0,-2 19 0,1-1 0,-1 1 0,0 0 0,0 0 0,0 0 0,-1 0 0,1 0 0,-1 0 0,1 0 0,-1 1 0,0-1 0,0 0 0,-1 1 0,1 0 0,0-1 0,-1 1 0,1 0 0,-6-3 0,3 2 0,0 0 0,0 0 0,-1 1 0,1-1 0,-1 1 0,1 1 0,-1-1 0,0 1 0,-10-1 0,14 2 0,0 0 0,0 0 0,0 0 0,0 1 0,0-1 0,0 1 0,0 0 0,0-1 0,0 1 0,1 0 0,-1 0 0,0 0 0,0 1 0,1-1 0,-1 0 0,0 0 0,1 1 0,0-1 0,-1 1 0,1 0 0,0-1 0,0 1 0,0 0 0,0 0 0,-2 3 0,1 0 0,0 1 0,0 0 0,0 0 0,0 0 0,1 1 0,0-1 0,0 8 0,0-8 0,1 0 0,1 1 0,-1-1 0,1 0 0,0 0 0,1 0 0,-1 0 0,1 0 0,0 0 0,1 0 0,-1 0 0,1-1 0,0 1 0,1-1 0,-1 0 0,1 0 0,0 0 0,0 0 0,1-1 0,-1 0 0,1 0 0,0 0 0,0 0 0,1-1 0,6 4 0,8 2 0,0 0 0,1-1 0,0-1 0,0-1 0,0-1 0,1-1 0,0-1 0,0-1 0,0 0 0,25-3 0,-34 1 0,-8 0 0,1 0 0,0 0 0,-1 0 0,1-1 0,10-2 0,-15 2 0,0 1 0,0 0 0,0-1 0,0 1 0,0-1 0,-1 0 0,1 1 0,0-1 0,0 0 0,0 1 0,0-1 0,-1 0 0,1 0 0,0 0 0,-1 0 0,1 0 0,-1 1 0,1-1 0,-1 0 0,0 0 0,1 0 0,-1-1 0,0 1 0,1 0 0,-1 0 0,0 0 0,0 0 0,0 0 0,0 0 0,0 0 0,0 0 0,-1 0 0,1 0 0,0 0 0,0 0 0,-1-2 0,-2-6 0,-1 0 0,0 0 0,0 0 0,-9-14 0,7 13 0,0 0 0,1 0 0,-4-12 0,7 18 0,0-3 0,0 0 0,0 0 0,0 1 0,1-1 0,-1-12 0,2 17 0,0 0 0,1 0 0,-1 0 0,0 0 0,1 1 0,-1-1 0,1 0 0,0 0 0,-1 0 0,1 1 0,0-1 0,0 1 0,0-1 0,0 0 0,0 1 0,1 0 0,-1-1 0,0 1 0,1 0 0,-1 0 0,1-1 0,-1 1 0,1 0 0,0 1 0,-1-1 0,4-1 0,-2 1-51,0 1 0,-1-1-1,1 1 1,0 0-1,0 0 1,0 0 0,-1 0-1,1 0 1,0 1 0,0-1-1,-1 1 1,1 0-1,0-1 1,-1 1 0,1 1-1,0-1 1,-1 0 0,3 2-1,-2-1-337,8 3-6437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48 406 24575,'-5'5'0,"0"1"0,1-1 0,-1 1 0,1 0 0,1 0 0,-1 1 0,1-1 0,0 1 0,1 0 0,0 0 0,0 0 0,0 0 0,1 0 0,0 0 0,0 0 0,0 0 0,1 0 0,1 1 0,-1-1 0,1 0 0,0 0 0,1 0 0,-1 0 0,1 0 0,1 0 0,-1 0 0,1-1 0,1 1 0,-1-1 0,1 0 0,0 0 0,0 0 0,9 8 0,-9-10 0,0 0 0,0 0 0,1-1 0,-1 0 0,1 0 0,0 0 0,0 0 0,8 3 0,-12-6 0,0 0 0,1 1 0,-1-1 0,0 0 0,0 1 0,0-1 0,1 0 0,-1 0 0,0 0 0,0 0 0,1 0 0,-1 0 0,0-1 0,0 1 0,0 0 0,1 0 0,-1-1 0,0 1 0,0-1 0,0 1 0,0-1 0,0 0 0,0 1 0,0-1 0,0 0 0,0 0 0,0 0 0,0 0 0,0 0 0,-1 0 0,1 0 0,0 0 0,-1 0 0,1 0 0,-1 0 0,1 0 0,-1 0 0,1 0 0,-1-1 0,0 1 0,1 0 0,-1 0 0,0 0 0,0-2 0,2-14 0,-1-1 0,-1 1 0,-2-23 0,0 2 0,3 44 0,0-1 0,0 1 0,0-1 0,0 0 0,1 1 0,0-1 0,0 0 0,0 0 0,1 0 0,0-1 0,-1 1 0,2-1 0,-1 1 0,1-1 0,-1 0 0,1 0 0,0 0 0,6 4 0,-1-2 0,-1-1 0,1 1 0,0-1 0,0-1 0,0 1 0,1-2 0,-1 1 0,1-1 0,19 3 0,-26-6 0,1 1 0,0-1 0,0 0 0,-1 0 0,1 0 0,0-1 0,0 1 0,-1-1 0,1 0 0,-1 0 0,1 0 0,0 0 0,-1-1 0,0 1 0,1-1 0,-1 0 0,0 0 0,0 0 0,0 0 0,0-1 0,0 1 0,-1-1 0,1 0 0,-1 0 0,1 0 0,-1 0 0,0 0 0,0 0 0,-1-1 0,1 1 0,1-6 0,1-4 0,0 0 0,-1 0 0,0 0 0,-2-1 0,1 1 0,-1-1 0,-2-20 0,-3-17 0,-3 0 0,-19-77 0,5 56 0,-32-77 0,53 148 0,-1 1 0,1-1 0,0 0 0,0 0 0,-1 0 0,1 0 0,-1 0 0,1 1 0,-1-1 0,1 0 0,-1 0 0,1 1 0,-1-1 0,0 0 0,1 1 0,-1-1 0,0 1 0,0-1 0,1 1 0,-1-1 0,0 1 0,0-1 0,0 1 0,0 0 0,0 0 0,0-1 0,1 1 0,-1 0 0,-1 0 0,0 0 0,1 1 0,0-1 0,-1 1 0,1 0 0,0-1 0,0 1 0,0 0 0,0 0 0,0-1 0,0 1 0,0 0 0,0 0 0,0 0 0,0 0 0,0 1 0,1-1 0,-1 0 0,0 0 0,0 2 0,-4 9 0,1 0 0,0 0 0,1 0 0,0 0 0,0 1 0,2-1 0,-1 17 0,2 1 0,7 57 0,-2-58 0,1 0 0,2-1 0,1 0 0,1 0 0,1-1 0,1-1 0,25 39 0,-31-57 0,0 0 0,0 0 0,1 0 0,0-1 0,1 0 0,0 0 0,0-1 0,0 0 0,1-1 0,-1 0 0,1 0 0,1-1 0,-1 0 0,1 0 0,-1-1 0,1 0 0,0-1 0,0 0 0,0-1 0,0 0 0,1 0 0,18-3 0,-25 2 0,1-1 0,-1 0 0,1-1 0,-1 1 0,1-1 0,-1 0 0,0 0 0,0 0 0,0-1 0,0 1 0,0-1 0,-1 0 0,1 0 0,-1 0 0,0-1 0,0 1 0,0-1 0,0 0 0,3-4 0,-4 4 0,0 1 0,-1 0 0,1-1 0,-1 1 0,1-1 0,-1 1 0,0-1 0,0 0 0,0 1 0,-1-1 0,1 0 0,-1 0 0,0 0 0,0 1 0,-1-1 0,1 0 0,-1 0 0,1 0 0,-1 1 0,-1-1 0,1 0 0,0 1 0,-4-6 0,5 8 0,0 1 0,0 0 0,0-1 0,0 1 0,-1 0 0,1-1 0,0 1 0,0 0 0,0-1 0,-1 1 0,1 0 0,0-1 0,0 1 0,-1 0 0,1 0 0,0-1 0,-1 1 0,1 0 0,0 0 0,-1 0 0,1 0 0,0-1 0,-1 1 0,1 0 0,-1 0 0,1 0 0,0 0 0,-1 0 0,1 0 0,-1 0 0,1 0 0,0 0 0,-1 0 0,0 1 0,1-1 0,-1 1 0,0 0 0,1-1 0,-1 1 0,1 0 0,0-1 0,-1 1 0,1 0 0,0 0 0,-1 0 0,1-1 0,0 1 0,0 1 0,-4 30 0,3-24 0,1 0 0,0 1 0,1-1 0,-1 1 0,2-1 0,-1 0 0,1 0 0,1 1 0,-1-1 0,1-1 0,1 1 0,-1 0 0,1-1 0,1 0 0,-1 0 0,1 0 0,6 6 0,9 8-1365,-12-14-5461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24575,'1'-2'0,"-1"0"0,1 0 0,1-1 0,-1 1 0,0 0 0,0 0 0,1 0 0,-1 1 0,1-1 0,0 0 0,-1 1 0,1-1 0,0 0 0,0 1 0,0 0 0,0 0 0,0-1 0,0 1 0,1 1 0,-1-1 0,0 0 0,1 0 0,-1 1 0,0-1 0,1 1 0,-1 0 0,0 0 0,1 0 0,-1 0 0,1 0 0,2 1 0,-2-1 0,0 1 0,-1-1 0,1 1 0,0 0 0,-1 0 0,1 0 0,-1 0 0,1 0 0,-1 1 0,1-1 0,-1 1 0,0 0 0,0-1 0,0 1 0,0 0 0,0 0 0,0 1 0,0-1 0,0 0 0,-1 0 0,0 1 0,1-1 0,-1 1 0,0 0 0,0-1 0,1 5 0,0 12 0,-1-1 0,-1 1 0,-2 24 0,0 8 0,2-36 0,-1-4 0,1 0 0,0-1 0,1 1 0,1 0 0,2 10 0,-3-17 0,0-1 0,0 0 0,1 0 0,-1-1 0,1 1 0,0 0 0,-1 0 0,1-1 0,0 1 0,1-1 0,-1 0 0,0 1 0,1-1 0,-1 0 0,1-1 0,0 1 0,0 0 0,-1-1 0,1 1 0,0-1 0,5 1 0,8 3 0,1-1 0,0-1 0,0 0 0,18 0 0,-25-4-136,-1 1-1,1-1 1,0-1-1,-1 0 1,1 0-1,-1-1 1,1 0-1,-1-1 0,9-5 1,-9 4-6690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7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1 127 24575,'189'-41'0,"-121"24"0,92-26 0,-142 35 0,-18 7 0,1 1 0,-1 0 0,0 0 0,1 0 0,-1 0 0,0 0 0,1 0 0,-1-1 0,0 1 0,0 0 0,1 0 0,-1-1 0,0 1 0,0 0 0,0 0 0,1-1 0,-1 1 0,0 0 0,0 0 0,0-1 0,0 1 0,1 0 0,-1-1 0,0 1 0,0 0 0,0-1 0,0 1 0,0 0 0,0-1 0,0 1 0,0 0 0,0-1 0,0 1 0,0 0 0,0-1 0,0 1 0,0 0 0,0-1 0,-1 1 0,1 0 0,0-1 0,0 1 0,0 0 0,0 0 0,-1-1 0,1 1 0,0 0 0,0 0 0,-1-1 0,1 1 0,0 0 0,0 0 0,-1-1 0,1 1 0,-1 0 0,0-1 0,1 1 0,-1 0 0,1-1 0,-1 1 0,1 0 0,-1 0 0,0 0 0,1 0 0,-1 0 0,0-1 0,1 1 0,-1 0 0,1 0 0,-1 0 0,0 1 0,1-1 0,-1 0 0,1 0 0,-1 0 0,0 0 0,1 1 0,-2-1 0,1 1 0,0 0 0,0 0 0,0 0 0,0 0 0,0 0 0,0 0 0,0 0 0,0 0 0,0 1 0,0 1 0,-1 1 0,0 1 0,0-1 0,0 1 0,1-1 0,-1 8 0,0-2 0,1-1 0,1 0 0,0 0 0,0 0 0,2 10 0,-1-15 0,0-1 0,0 0 0,0 0 0,0 0 0,0 0 0,0 0 0,1 0 0,0 0 0,-1 0 0,1 0 0,0-1 0,0 1 0,1-1 0,-1 1 0,0-1 0,1 0 0,3 3 0,4 1 7,0-1 0,0 0 0,1 0 0,0-1 0,11 2-1,57 10-214,-35-8-990,-27-5-5628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7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69 364 24575,'-7'5'0,"1"-1"0,-1 1 0,1 0 0,0 0 0,0 0 0,0 1 0,-6 9 0,11-13 0,-1 0 0,1 0 0,-1 0 0,1 1 0,0-1 0,0 0 0,0 0 0,1 1 0,-1-1 0,0 1 0,1-1 0,0 1 0,-1-1 0,1 1 0,0-1 0,0 0 0,0 1 0,1-1 0,-1 1 0,1-1 0,-1 1 0,1-1 0,0 0 0,0 1 0,0-1 0,0 0 0,2 3 0,0-1 0,0 0 0,0-1 0,0 1 0,1-1 0,0 0 0,-1 0 0,1 0 0,0 0 0,0-1 0,1 1 0,-1-1 0,0 0 0,1-1 0,-1 1 0,1-1 0,9 2 0,-12-3 0,1 0 0,0 1 0,-1-1 0,1-1 0,-1 1 0,1 0 0,-1 0 0,1-1 0,-1 0 0,1 1 0,-1-1 0,1 0 0,-1 0 0,0-1 0,0 1 0,1 0 0,-1-1 0,0 1 0,0-1 0,0 0 0,-1 1 0,1-1 0,0 0 0,-1 0 0,1 0 0,-1 0 0,1-1 0,-1 1 0,0 0 0,0-1 0,0 1 0,1-5 0,1-6 0,-1 0 0,0 1 0,-1-1 0,0 0 0,-1-13 0,-9-65 0,-3 30 0,-2 0 0,-30-81 0,33 109 0,9 30 0,1 5 0,0 11 0,3 22 0,9 25 8,28 94 0,-14-66-1389,-18-59-5445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8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24575,'0'-5'0,"2"1"0,2 4 0,1 1 0,1 4 0,2 3 0,-1 2 0,1 1 0,-1 0 0,-1 0 0,-2 2 0,-2-2-8191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2 633 24575,'10'-3'0,"0"-1"0,0 0 0,0-1 0,-1 0 0,0-1 0,0 0 0,15-12 0,-20 14 0,0 0 0,0 0 0,-1-1 0,0 1 0,1-1 0,-1 0 0,-1 1 0,1-2 0,-1 1 0,0 0 0,0 0 0,0-1 0,-1 1 0,0 0 0,0-1 0,0-8 0,-1-4 0,-1 0 0,-1 0 0,0 0 0,-6-19 0,-25-70 0,21 69 0,-16-54 0,-18-52 0,44 158 0,2 11 0,42 258 0,-5-127 0,-30-137 0,0 1 0,1-1 0,1 0 0,1-1 0,19 29 0,-25-42 15,0-1 0,0 1 0,0-1 0,0 0 0,1 0 0,0 0 0,9 5 0,-13-8-74,1 0-1,0 0 1,0 0-1,0-1 1,1 1 0,-1 0-1,0-1 1,0 1-1,0-1 1,0 0 0,1 0-1,-1 0 1,0 0-1,0 0 1,0 0 0,0-1-1,1 1 1,-1-1-1,0 1 1,0-1 0,0 0-1,0 0 1,0 0-1,2-1 1,5-5-6767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24575,'5'17'0,"4"9"0,1 2 0,1-1 0,-2-2 0,1-6 0,-2-4 0,-2-4-8191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24575,'8'20'0,"4"10"0,1 4 0,-2-2 0,-3-2 0,0-5 0,-2-6-8191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0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24575,'13'18'0,"1"-1"0,1-1 0,23 21 0,0-1 0,-36-34 0,0-1 0,-1 1 0,1 0 0,0-1 0,0 1 0,0-1 0,0 0 0,0 1 0,1-1 0,-1 0 0,0-1 0,0 1 0,1 0 0,3 0 0,-4-1 0,-1 0 0,0 0 0,1 0 0,-1-1 0,0 1 0,1-1 0,-1 1 0,0-1 0,0 1 0,1-1 0,-1 1 0,0-1 0,0 0 0,0 0 0,0 0 0,0 0 0,0 0 0,0 0 0,0 0 0,0 0 0,0 0 0,-1 0 0,1 0 0,0 0 0,-1-1 0,1 1 0,0-2 0,1-3 0,-1 0 0,1 0 0,-1-1 0,0 1 0,0 0 0,-1-1 0,0-8 0,0 8 0,0-1 0,1 0 0,2-13 0,-3 21 0,0 0 0,0 0 0,0-1 0,0 1 0,0 0 0,0 0 0,1-1 0,-1 1 0,0 0 0,0 0 0,0 0 0,0-1 0,0 1 0,0 0 0,1 0 0,-1 0 0,0-1 0,0 1 0,0 0 0,1 0 0,-1 0 0,0 0 0,0-1 0,0 1 0,1 0 0,-1 0 0,0 0 0,0 0 0,1 0 0,-1 0 0,0 0 0,0 0 0,1 0 0,-1 0 0,0 0 0,0 0 0,1 0 0,-1 0 0,0 0 0,12 8 0,8 16 0,-19-23 0,8 11 0,1-1 0,0-1 0,0 0 0,1 0 0,1-1 0,-1 0 0,1-1 0,1-1 0,0 0 0,0 0 0,0-2 0,0 1 0,1-2 0,0 1 0,26 3 0,-33-8 0,1 0 0,-1-1 0,0 1 0,1-1 0,-1-1 0,1 0 0,-1 0 0,0 0 0,0-1 0,0 1 0,0-2 0,-1 1 0,1-1 0,-1 0 0,0 0 0,0-1 0,6-6 0,-5 5 0,-1 0 0,0-1 0,-1 1 0,1-1 0,-1 0 0,-1 0 0,1-1 0,-1 0 0,0 1 0,-1-1 0,0 0 0,0-1 0,-1 1 0,2-14 0,-4 17 0,0 0 0,0 0 0,0-1 0,-1 1 0,0 0 0,0 0 0,0 0 0,0 0 0,-1 0 0,-4-7 0,5 10 0,1 1 0,-1 0 0,0-1 0,0 1 0,0 0 0,0 0 0,0 0 0,0 0 0,0 0 0,0 0 0,0 0 0,0 0 0,-1 0 0,1 0 0,0 1 0,-1-1 0,1 1 0,-1-1 0,1 1 0,-1-1 0,1 1 0,-1 0 0,1 0 0,-1-1 0,1 1 0,-1 0 0,1 1 0,-1-1 0,1 0 0,0 0 0,-1 1 0,1-1 0,-1 0 0,1 1 0,-1 0 0,1-1 0,0 1 0,-1 0 0,1 0 0,-2 1 0,0 0 0,0 0 0,1 0 0,-1 0 0,0 1 0,1-1 0,0 1 0,-1-1 0,1 1 0,0 0 0,0 0 0,1 0 0,-1 0 0,1 1 0,-1-1 0,1 0 0,-1 7 0,0-2 0,1 1 0,0-1 0,1 1 0,0-1 0,2 17 0,-1-21 0,0 0 0,0 0 0,0 0 0,1 0 0,0 0 0,0 0 0,0-1 0,0 1 0,0-1 0,1 1 0,-1-1 0,1 0 0,0 0 0,0 0 0,0 0 0,0 0 0,1-1 0,-1 1 0,1-1 0,6 3 0,3 1 0,1 0 0,1-1 0,-1 0 0,20 3 0,5-1-341,1-2 0,-1-2-1,50-1 1,-75-3-6485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123 167 24575,'-9'-2'0,"0"1"0,0 0 0,0 1 0,0-1 0,-1 2 0,-15 2 0,22-3 0,1 1 0,0-1 0,0 1 0,0 0 0,0 0 0,0 0 0,0 0 0,0 0 0,0 0 0,0 1 0,1-1 0,-1 1 0,0-1 0,1 1 0,-1 0 0,1-1 0,-1 1 0,1 0 0,0 0 0,0 0 0,0 0 0,0 0 0,0 0 0,1 0 0,-1 0 0,0 1 0,1-1 0,0 0 0,-1 0 0,1 1 0,0-1 0,0 0 0,1 3 0,-1-2 0,1 1 0,-1-1 0,1 1 0,0-1 0,0 0 0,0 1 0,0-1 0,1 0 0,-1 0 0,1 0 0,0 0 0,0 0 0,0 0 0,0-1 0,1 1 0,-1 0 0,4 1 0,-4-2 0,0 0 0,0-1 0,0 1 0,1-1 0,-1 1 0,1-1 0,-1 0 0,1 0 0,0 0 0,-1-1 0,1 1 0,0 0 0,0-1 0,-1 0 0,1 0 0,0 0 0,0 0 0,-1 0 0,1 0 0,0-1 0,4-1 0,-2 0 0,0-1 0,0 1 0,0-1 0,0 0 0,-1-1 0,1 1 0,-1-1 0,0 0 0,0 0 0,-1 0 0,6-8 0,15-16 0,-23 27 0,1 0 0,-1 0 0,0-1 0,1 1 0,-1 0 0,1 0 0,-1 0 0,1 1 0,0-1 0,-1 0 0,1 0 0,0 1 0,0-1 0,-1 1 0,1 0 0,0 0 0,0-1 0,0 1 0,-1 0 0,1 0 0,0 1 0,0-1 0,0 0 0,-1 0 0,1 1 0,0 0 0,0-1 0,-1 1 0,1 0 0,1 1 0,5 3 0,-1 0 0,0 1 0,0 0 0,0 0 0,6 8 0,14 13 0,-16-20 0,-1-1 0,1 0 0,0 0 0,1-1 0,-1 0 0,1-1 0,0-1 0,0 0 0,0 0 0,1-1 0,-1-1 0,1 0 0,-1 0 0,1-2 0,-1 1 0,19-5 0,-28 5 0,0-1 0,-1 0 0,1 0 0,0 0 0,0 0 0,-1 0 0,1-1 0,-1 1 0,1-1 0,-1 0 0,0 0 0,1 0 0,-1 0 0,0 0 0,0 0 0,0 0 0,-1-1 0,1 1 0,-1-1 0,1 1 0,-1-1 0,0 0 0,0 1 0,0-1 0,0 0 0,0 0 0,0-4 0,0 0 0,-1 0 0,0 0 0,0 1 0,-1-1 0,1 0 0,-2 0 0,1 1 0,-1-1 0,0 1 0,0-1 0,-3-6 0,-8-13 0,5 11 0,0 0 0,2 0 0,0-1 0,1 1 0,-7-31 0,12 25 120,0 21-155,0-1 1,0 1-1,0-1 1,0 1-1,0-1 1,0 1-1,0 0 1,0-1-1,0 1 1,0-1-1,0 1 1,1 0-1,-1-1 0,0 1 1,0-1-1,0 1 1,1 0-1,-1-1 1,0 1-1,0 0 1,1-1-1,-1 1 1,0 0-1,0-1 1,1 1-1,-1 0 1,0 0-1,1-1 0,-1 1 1,1 0-1,-1 0 1,0 0-1,1 0 1,-1-1-1,1 1 1,-1 0-1,0 0 1,1 0-1,-1 0 1,1 0-1,-1 0 0,1 0 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1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67 254 24575,'11'70'0,"4"-1"0,42 123 0,-56-190 0,0 1 0,0 0 0,0 0 0,1 0 0,-1 0 0,4 4 0,-2-6 0,-2-6 0,-3-9 0,-47-145 0,34 117 0,1 1 0,-14-84 0,23 87 0,3-1 0,2-50 0,0 85 0,1 0 0,-1 0 0,1 0 0,0 1 0,0-1 0,0 1 0,1-1 0,-1 0 0,1 1 0,3-5 0,-5 7 0,1 0 0,0 0 0,0 0 0,0 0 0,0 1 0,-1-1 0,1 0 0,0 0 0,0 1 0,0-1 0,1 1 0,-1-1 0,0 1 0,0-1 0,0 1 0,0-1 0,0 1 0,1 0 0,-1 0 0,0 0 0,0 0 0,0 0 0,1 0 0,-1 0 0,0 0 0,0 0 0,0 0 0,1 1 0,-1-1 0,0 0 0,0 1 0,0-1 0,0 1 0,0 0 0,0-1 0,2 2 0,2 1 0,-1 1 0,1 0 0,-1 0 0,0 1 0,0-1 0,0 1 0,5 8 0,20 38 0,-28-48 0,1 0 0,-1-1 0,0 1 0,0 0 0,0 0 0,-1 0 0,1 0 0,-1 0 0,1 0 0,-1 0 0,0 0 0,0 0 0,0 0 0,-1 0 0,1 0 0,-1 0 0,0 0 0,1-1 0,-1 1 0,-1 0 0,1 0 0,-2 3 0,0-3 0,1 0 0,-1 0 0,1 0 0,-1 0 0,0 0 0,0-1 0,0 1 0,0-1 0,-1 0 0,1 0 0,-1 0 0,1-1 0,-1 1 0,0-1 0,1 0 0,-9 1 0,5 0-105,0-1 0,0 0 0,-1-1 0,1 0 0,0 0 0,0 0 0,-1-1 0,1 0 0,0 0 0,0-1 0,0 0 0,-9-4 0,6 0-6721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2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24575,'-4'31'0,"-7"86"0,10-94 0,1 0 0,6 46 0,-2-55 0,0 0 0,0 0 0,1 0 0,1-1 0,0 0 0,1 0 0,0 0 0,1-1 0,1 0 0,15 17 0,-23-28 0,0 0 0,0 1 0,0-1 0,0 0 0,1 0 0,-1 0 0,0 0 0,1 0 0,-1 0 0,1 0 0,-1-1 0,1 1 0,-1 0 0,1-1 0,0 1 0,-1-1 0,1 1 0,0-1 0,-1 0 0,1 0 0,0 0 0,-1 0 0,1 0 0,0 0 0,-1-1 0,3 1 0,-2-1 0,0-1 0,0 1 0,-1 0 0,1-1 0,0 1 0,0-1 0,-1 1 0,1-1 0,-1 0 0,0 0 0,1 1 0,-1-1 0,0 0 0,0 0 0,0 0 0,0-1 0,-1 1 0,1 0 0,0-3 0,0-1 0,0-1 0,0 1 0,-1-9 0,0 10 0,1 0 0,-1 0 0,0-1 0,1 1 0,3-8 0,-4 12 0,0 1 0,0-1 0,0 1 0,0 0 0,1-1 0,-1 1 0,0-1 0,0 1 0,1 0 0,-1-1 0,0 1 0,1 0 0,-1-1 0,0 1 0,1 0 0,-1 0 0,0-1 0,1 1 0,-1 0 0,1 0 0,-1 0 0,1 0 0,-1-1 0,0 1 0,1 0 0,-1 0 0,2 0 0,-1 0 0,0 0 0,0 1 0,1-1 0,-1 0 0,0 1 0,0-1 0,0 1 0,0-1 0,1 1 0,0 0 0,24 21 0,-24-20 0,41 42 13,-23-23-702,38 32 0,-45-44-6137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 24575,'-3'-1'0,"-1"0"0,1 1 0,-1 0 0,1-1 0,-1 1 0,1 1 0,-1-1 0,1 0 0,-1 1 0,1 0 0,-1-1 0,-3 3 0,6-2 0,-1 0 0,0 0 0,0 0 0,1 0 0,-1 1 0,1-1 0,-1 0 0,1 1 0,-1-1 0,1 1 0,0 0 0,0-1 0,0 1 0,0 0 0,0 0 0,0 0 0,0 0 0,1 0 0,-1 0 0,1 0 0,-1 0 0,1 2 0,-1 3 0,1 0 0,0-1 0,0 1 0,1 0 0,0 0 0,0 0 0,0-1 0,1 1 0,3 8 0,-4-12 0,1 1 0,-1-1 0,1 1 0,0-1 0,0 0 0,0 1 0,0-1 0,1 0 0,-1-1 0,1 1 0,0 0 0,-1-1 0,1 1 0,0-1 0,1 0 0,-1 0 0,0 0 0,4 1 0,-5-2 0,0-1 0,0 0 0,0 0 0,0 1 0,0-1 0,0-1 0,0 1 0,0 0 0,0 0 0,0-1 0,0 1 0,0-1 0,0 1 0,0-1 0,-1 0 0,1 0 0,0 0 0,0 0 0,-1 0 0,1 0 0,-1 0 0,1-1 0,-1 1 0,1-1 0,-1 1 0,0-1 0,0 1 0,1-1 0,0-2 0,1-1 0,0 0 0,0-1 0,-1 0 0,1 0 0,-1 0 0,0 0 0,-1 0 0,2-6 0,-3 4 0,0 6 0,0 0 0,1 0 0,-1 0 0,0 0 0,1-1 0,-1 1 0,1 0 0,-1 0 0,1 0 0,0 0 0,1-1 0,-2 3 0,1 0 0,-1 0 0,0-1 0,0 1 0,0 0 0,1 0 0,-1 0 0,0 0 0,0 0 0,1 1 0,-1-1 0,0 0 0,0 0 0,1 0 0,-1 0 0,0 0 0,0 0 0,1 0 0,-1 0 0,0 0 0,0 1 0,0-1 0,0 0 0,1 0 0,-1 0 0,0 0 0,0 1 0,0-1 0,0 0 0,1 0 0,-1 0 0,0 1 0,0-1 0,0 0 0,0 0 0,0 1 0,0-1 0,0 0 0,0 1 0,5 9 0,20 65-1365,-20-61-5461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3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67 24575,'-4'-2'0,"-1"1"0,1-1 0,-1 1 0,1 0 0,-1 1 0,0-1 0,1 1 0,-1 0 0,-9 0 0,12 1 0,1-1 0,-1 0 0,0 1 0,1-1 0,-1 1 0,1-1 0,-1 1 0,1 0 0,-1 0 0,1 0 0,-1 0 0,1 0 0,0 0 0,0 0 0,-1 0 0,1 0 0,0 1 0,0-1 0,0 0 0,0 1 0,0-1 0,1 1 0,-1-1 0,0 1 0,1-1 0,-1 1 0,1 0 0,-1-1 0,1 1 0,0 3 0,-1 2 0,2 1 0,-1-1 0,1 1 0,0-1 0,0 1 0,5 13 0,19 43 0,-24-60 0,13 19 0,-12-19 0,0-1 0,0 0 0,0 1 0,0-1 0,0 1 0,-1 0 0,1 0 0,-1 0 0,0-1 0,1 8 0,-2-10 0,0 0 0,0-1 0,0 1 0,0 0 0,-1-1 0,1 1 0,0 0 0,0-1 0,0 1 0,-1 0 0,1-1 0,0 1 0,-1-1 0,1 1 0,-1-1 0,1 1 0,0 0 0,-1-1 0,1 0 0,-1 1 0,0-1 0,1 1 0,-1-1 0,1 0 0,-1 1 0,0-1 0,1 0 0,-1 1 0,1-1 0,-1 0 0,0 0 0,1 0 0,-1 0 0,0 0 0,1 0 0,-1 0 0,0 0 0,0 0 0,1 0 0,-1 0 0,0 0 0,1 0 0,-1 0 0,0-1 0,1 1 0,-2-1 0,0 1 0,0-1 0,0 0 0,0 0 0,0 0 0,0 0 0,-1 0 0,2 0 0,-1 0 0,0-1 0,0 1 0,0-1 0,-2-2 0,4 4 0,0-1 0,0 1 0,0 0 0,0-1 0,0 1 0,0 0 0,0 0 0,0-1 0,0 1 0,0 0 0,0-1 0,0 1 0,0 0 0,0 0 0,0-1 0,0 1 0,1 0 0,-1 0 0,0-1 0,0 1 0,0 0 0,0 0 0,1-1 0,-1 1 0,0 0 0,0 0 0,0 0 0,1-1 0,-1 1 0,0 0 0,0 0 0,1 0 0,-1 0 0,0 0 0,1 0 0,-1 0 0,0-1 0,0 1 0,1 0 0,-1 0 0,0 0 0,1 0 0,-1 0 0,0 0 0,0 0 0,1 1 0,16-3 0,-16 2 0,19-1 0,88-8 0,-95 7 0,-1-1 0,0 0 0,0 0 0,0-2 0,-1 1 0,20-12 0,-20 10 0,-1-1 0,0-1 0,0 0 0,-1 0 0,0-1 0,10-12 0,-14 16 0,-1-1 0,-1 1 0,1-1 0,-1 0 0,0 0 0,0-1 0,-1 1 0,0-1 0,0 1 0,0-1 0,-1 1 0,0-1 0,0-7 0,-1 6 0,-1-29 0,1 35 0,0 0 0,-1 0 0,1-1 0,-1 1 0,1 0 0,-1 0 0,0 0 0,0 0 0,0 0 0,0 0 0,0 1 0,0-1 0,-3-3 0,3 4 0,0 1 0,0-1 0,0 1 0,0-1 0,0 1 0,0 0 0,0 0 0,0-1 0,0 1 0,0 0 0,0 0 0,0 0 0,0 0 0,0 0 0,0 0 0,0 0 0,0 1 0,0-1 0,0 0 0,0 0 0,0 1 0,0-1 0,0 1 0,0-1 0,0 1 0,0-1 0,0 1 0,0 0 0,1-1 0,-1 1 0,0 0 0,-1 1 0,-1 1 0,-1 1 0,0 0 0,1 0 0,-6 10 0,3-5 0,2 0 0,-1 0 0,1 0 0,1 1 0,0 0 0,0 0 0,1 0 0,0 0 0,0 17 0,2-21 0,0 0 0,1 0 0,-1 0 0,1 1 0,1-1 0,-1 0 0,1 0 0,0-1 0,1 1 0,-1 0 0,1-1 0,0 1 0,1-1 0,-1 0 0,1 0 0,0 0 0,5 4 0,6 4-136,1 0-1,0-1 1,1-1-1,0-1 1,1-1-1,0 0 1,0-1-1,1-1 0,20 5 1,-20-6-6690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1007 24575,'-29'-68'0,"19"41"0,-16-28 0,-22-40 0,-46-133 0,72 166 0,2-1 0,-21-125 0,37 169 0,2-1 0,0 1 0,2-1 0,0 0 0,1 1 0,6-36 0,-6 53 0,-1-1 0,1 0 0,0 1 0,0-1 0,0 1 0,0 0 0,1-1 0,-1 1 0,1 0 0,-1 0 0,1 0 0,0 0 0,0 0 0,-1 0 0,2 1 0,-1-1 0,0 0 0,3-1 0,-1 2 0,-1 0 0,0 0 0,1 0 0,-1 0 0,1 0 0,-1 1 0,1 0 0,0 0 0,-1 0 0,1 0 0,-1 0 0,5 1 0,3 2 0,0 0 0,0 1 0,0 0 0,-1 1 0,1 0 0,-1 0 0,14 10 0,-20-11 0,16 9 0,-1 2 0,0 0 0,25 27 0,-42-40 0,0 0 0,-1 1 0,1-1 0,-1 0 0,1 0 0,-1 1 0,0-1 0,0 1 0,0-1 0,0 1 0,0-1 0,-1 1 0,1 4 0,-1-6 0,0 0 0,0 1 0,-1-1 0,1 1 0,0-1 0,-1 0 0,1 1 0,-1-1 0,0 0 0,1 0 0,-1 0 0,0 1 0,0-1 0,0 0 0,0 0 0,0 0 0,0 0 0,0 0 0,0 0 0,0-1 0,0 1 0,0 0 0,-1-1 0,1 1 0,0 0 0,-3 0 0,-1 0 0,-1 1 0,1-1 0,0 0 0,-1 0 0,-6 0 0,6-1 0,0 0 0,1 1 0,-1 0 0,-6 2 0,11-3 0,0 0 0,0 1 0,0-1 0,0 0 0,1 1 0,-1-1 0,0 1 0,0-1 0,0 1 0,1-1 0,-1 1 0,0 0 0,1-1 0,-1 1 0,1 0 0,-1 0 0,0-1 0,1 1 0,0 0 0,-1 0 0,1 0 0,-1 0 0,1 1 0,0 0 0,0-1 0,0 1 0,0 0 0,0-1 0,0 1 0,0 0 0,1-1 0,-1 1 0,1-1 0,-1 1 0,1-1 0,1 3 0,2 3 0,1 0 0,0 0 0,0-1 0,7 7 0,25 22 0,2-2 0,47 32 0,19 14 0,-92-68 0,-2-2 0,0 0 0,-1 0 0,0 1 0,13 17 0,-22-26 0,0 0 0,-1 0 0,1 0 0,0 0 0,-1 0 0,1 0 0,-1 1 0,1-1 0,-1 0 0,1 0 0,-1 1 0,0-1 0,0 0 0,0 1 0,0-1 0,0 0 0,0 0 0,0 1 0,0-1 0,0 2 0,-1-2 0,0 0 0,1 0 0,-1 0 0,0 0 0,1 0 0,-1-1 0,0 1 0,0 0 0,0 0 0,0-1 0,0 1 0,0 0 0,0-1 0,0 1 0,0-1 0,0 1 0,-2 0 0,-5 0 0,0 1 0,0-1 0,-1 0 0,-14-1 0,-174-19 0,138 11 0,50 6-273,0 2 0,-1-1 0,1 1 0,-16 3 0,11-1-6553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24575,'-3'0'0,"-3"0"0,-3 0 0,-5 0 0,-3-3 0,-3 0 0,-4-3 0,-2 0 0,1 1 0,-1-1 0,1 0 0,3 2 0,3 0 0,2 2 0,1 1 0,1 4 0,3 0-8191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32 24575,'1'-3'0,"1"0"0,0 0 0,1 0 0,-1 0 0,0 0 0,1 0 0,4-3 0,-6 5 0,-1 1 0,1 0 0,-1-1 0,1 1 0,-1 0 0,1-1 0,-1 1 0,1 0 0,-1 0 0,1-1 0,0 1 0,-1 0 0,1 0 0,0 0 0,-1 0 0,1 0 0,-1 0 0,1 0 0,0 0 0,0 0 0,0 1 0,-1-1 0,1 1 0,-1-1 0,1 1 0,0-1 0,-1 1 0,1-1 0,-1 1 0,0 0 0,1-1 0,-1 1 0,1 0 0,-1-1 0,0 1 0,0 0 0,1 0 0,-1-1 0,0 1 0,0 0 0,0 0 0,0 0 0,3 20 0,-2 0 0,-1 0 0,-3 36 0,-15 42 0,7-50 0,10-44 0,0 0 0,0 0 0,-1 0 0,0 0 0,0 0 0,0 0 0,0-1 0,-1 1 0,-3 5 0,4-8 0,0-1 0,1 1 0,-1 0 0,0 0 0,0-1 0,-1 0 0,1 1 0,0-1 0,0 0 0,-1 0 0,1 0 0,0 0 0,-1 0 0,1-1 0,-1 1 0,1-1 0,-1 0 0,1 1 0,-1-1 0,-4-1 0,1 1 0,0-2 0,0 1 0,1 0 0,-1-1 0,0 0 0,0-1 0,1 1 0,-1-1 0,1 0 0,0 0 0,0-1 0,0 0 0,1 1 0,-9-10 0,6 6 0,1-1 0,-1 0 0,2 0 0,-1-1 0,1 0 0,0 0 0,1 0 0,-5-12 0,8 17 0,0-1 0,0 1 0,0-1 0,0 1 0,1-1 0,-1 1 0,1-1 0,1 0 0,-1 1 0,0-1 0,2-4 0,-1 8 0,-1-1 0,1 0 0,0 0 0,-1 1 0,1-1 0,0 1 0,0-1 0,0 1 0,0-1 0,1 1 0,-1 0 0,0-1 0,1 1 0,-1 0 0,0 0 0,1 0 0,-1 0 0,1 0 0,0 0 0,-1 1 0,1-1 0,0 0 0,0 1 0,-1-1 0,1 1 0,0 0 0,0 0 0,-1-1 0,1 1 0,2 1 0,6-1 0,0 1 0,0 1 0,-1 0 0,1 0 0,0 1 0,-1 0 0,0 0 0,1 1 0,14 10 0,7 5 0,35 29 0,-62-45 0,7 4-170,-1 2-1,0 0 0,0 0 1,0 1-1,-1 0 0,-1 0 1,12 18-1,-15-17-6655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0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24575,'9'20'0,"0"0"0,1-1 0,1 0 0,1-1 0,25 30 0,-26-36 0,0-1 0,0 0 0,1-1 0,1 0 0,-1-1 0,2 0 0,-1-1 0,25 10 0,-36-17 0,0 0 0,1 0 0,-1 0 0,0 0 0,0-1 0,1 1 0,-1-1 0,0 0 0,0 0 0,1 0 0,-1 0 0,0 0 0,1 0 0,-1 0 0,0-1 0,0 1 0,1-1 0,-1 0 0,0 0 0,0 1 0,0-1 0,0-1 0,0 1 0,0 0 0,0 0 0,0-1 0,0 1 0,2-4 0,-1 1 0,-1 0 0,1 0 0,-1 0 0,1-1 0,-1 1 0,-1-1 0,1 0 0,-1 1 0,1-1 0,-1 0 0,-1 0 0,1-7 0,-1-20 0,0-6 0,0 38 0,0 0 0,0 0 0,0-1 0,0 1 0,1 0 0,-1 0 0,0 0 0,0-1 0,0 1 0,0 0 0,0 0 0,0 0 0,0 0 0,0 0 0,1-1 0,-1 1 0,0 0 0,0 0 0,0 0 0,0 0 0,0 0 0,1 0 0,-1-1 0,0 1 0,0 0 0,0 0 0,0 0 0,1 0 0,-1 0 0,0 0 0,0 0 0,0 0 0,1 0 0,-1 0 0,0 0 0,0 0 0,0 0 0,0 0 0,1 0 0,-1 0 0,0 0 0,0 0 0,0 0 0,1 0 0,-1 1 0,0-1 0,0 0 0,0 0 0,0 0 0,1 0 0,-1 0 0,0 0 0,0 0 0,0 1 0,9 6 0,15 15 0,0 0 0,39 25 0,-48-38 0,-1 0 0,2-1 0,-1-1 0,1 0 0,0-1 0,24 5 0,-36-10 0,0 0 0,0-1 0,-1 1 0,1-1 0,0 0 0,0 0 0,0 0 0,0-1 0,-1 1 0,1-1 0,0 0 0,0 0 0,-1 0 0,5-3 0,-6 3 0,1-1 0,-1 1 0,0-1 0,0 0 0,1 0 0,-2 0 0,1 0 0,0 0 0,0-1 0,-1 1 0,1 0 0,-1-1 0,1 1 0,-1-1 0,0 1 0,0-1 0,-1 0 0,1 0 0,0-5 0,0 1 9,0 0 1,-1-1-1,0 1 0,-1-1 0,1 1 1,-2 0-1,1 0 0,-1-1 0,0 1 0,0 0 1,-1 0-1,-5-10 0,0 3-306,0 1 0,-1 0 0,-1 0 0,-19-19 0,14 17-6529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24575,'-2'-1'0,"0"-1"0,0 1 0,0 0 0,-1-1 0,1 1 0,-1 0 0,-2 0 0,4 0 0,0 1 0,0-1 0,0 1 0,-1 0 0,1-1 0,0 1 0,0 0 0,-1 0 0,1 0 0,0 0 0,0 0 0,-1 0 0,1 0 0,0 1 0,-2 0 0,3-1 0,0 0 0,0 1 0,0-1 0,0 0 0,0 1 0,-1-1 0,1 0 0,0 1 0,0-1 0,0 1 0,0-1 0,1 0 0,-1 1 0,0-1 0,0 1 0,0-1 0,0 0 0,0 1 0,0-1 0,1 0 0,-1 1 0,0-1 0,0 0 0,0 1 0,1-1 0,-1 0 0,0 0 0,0 1 0,1-1 0,-1 0 0,0 0 0,1 1 0,-1-1 0,12 10 0,8 3 0,1-1 0,22 10 0,18 10 0,130 68 0,-127-64 0,-2-1 0,93 44 0,58 27 0,-52-42 0,105 48 0,197 127 0,313 182 0,-392-226 0,-227-128 0,-71-33 0,112 43 0,-110-43 0,-37-12 0,90 55 0,-141-76 0,1-1-52,2 2-42,0-1 1,-1 1-1,1-1 0,0 1 0,-1 0 0,0 0 1,1 0-1,-1 0 0,0 0 0,0 1 0,0-1 1,0 0-1,1 5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5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2370 24575,'1'-13'0,"0"1"0,5-19 0,1-16 0,0-12 0,-4 44 0,-1 0 0,-1 0 0,0-1 0,-2-23 0,-7-35 0,3-80 0,-3 16 0,1 15 0,0-30 0,-1-24 0,10 113 0,-4-77 0,-12 53 0,0 21 0,9 46 0,1 1 0,1-1 0,-1-28 0,3 16 0,2 0 0,8-48 0,-6 61 0,0 0 0,-2 0 0,0 0 0,-2-1 0,0 1 0,-8-37 0,3 25 0,-13-54 0,16 73 0,0 0 0,1 0 0,1-1 0,0 1 0,1-17 0,-1-21 0,-7 5 0,2 18 0,0-3 0,3 19 0,1 0 0,-2-21 0,7-33-1365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7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2775 858 24575,'-8'-7'0,"0"1"0,-1 1 0,1-1 0,-1 1 0,0 1 0,-1 0 0,-10-4 0,-15-6 0,8 3 0,-1 1 0,0 2 0,-1 1 0,-34-4 0,-22-6 0,53 9 0,-137-36 0,133 32 0,0-1 0,-53-29 0,48 22 0,-62-23 0,-47-6 0,113 37 0,-79-22 0,-172-63 0,164 44 0,99 44 0,-1 1 0,-41-6 0,-6-2 0,-288-76 0,245 52 0,32 10 0,61 22 0,-23-13 0,29 13 0,1 1 0,-1 0 0,-26-6 0,15 7 0,10 2 0,-1 0 0,-35-2 0,34 5 58,-25-5 0,26 3-798,-29-1-1,35 4-6085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8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983 466 24575,'-30'-17'0,"-112"-59"0,61 33 0,55 28 0,-50-22 0,55 30 0,0 0 0,0 1 0,0 2 0,0 0 0,-1 1 0,-29 0 0,40 2 0,0-1 0,-1 0 0,1-1 0,0 0 0,1-1 0,-19-8 0,21 8 0,-44-21 0,47 22 0,1 1 0,0-1 0,-1 0 0,1-1 0,0 1 0,1-1 0,-1 0 0,-5-7 0,8 10 0,1 1 0,0 0 0,-1-1 0,1 1 0,0-1 0,-1 1 0,1-1 0,0 1 0,0-1 0,-1 0 0,1 1 0,0-1 0,0 1 0,0-1 0,0 1 0,0-1 0,0 0 0,0 1 0,0-1 0,0 1 0,0-1 0,0 1 0,0-1 0,0 0 0,1 1 0,-1-1 0,0 1 0,0-1 0,1 1 0,-1-1 0,0 1 0,1-1 0,-1 1 0,0-1 0,1 1 0,-1 0 0,1-1 0,-1 1 0,1 0 0,-1-1 0,1 1 0,-1 0 0,1-1 0,-1 1 0,1 0 0,-1 0 0,1 0 0,-1-1 0,1 1 0,0 0 0,-1 0 0,1 0 0,-1 0 0,1 0 0,0 0 0,4 0 0,-1 0 0,0 0 0,0 0 0,1 0 0,-1 1 0,5 1 0,16 6 0,45 23 0,-25-10 0,236 106 0,147 61 0,-28-23 0,90 30 0,-290-107 0,41 16 0,-44-23 0,27 9 0,-201-82 0,199 59 0,-108-47 0,-99-18 0,-15-2 0,1 0 0,-1 0 0,1 0 0,-1 0 0,1 0 0,0 1 0,-1-1 0,1 0 0,-1 0 0,1 0 0,-1 1 0,1-1 0,-1 0 0,1 1 0,-1-1 0,1 0 0,-1 1 0,0-1 0,1 1 0,-1-1 0,1 1 0,-2 0 0,0-1 0,0 0 0,-1 1 0,1-1 0,0 0 0,0 0 0,0 0 0,-1 0 0,1 0 0,0 0 0,0 0 0,0 0 0,-1 0 0,1-1 0,0 1 0,-1-1 0,-1 0 0,-53-11 0,1-3 0,-96-40 0,-32-14 0,54 22 0,80 28 0,-413-173 0,35-6 0,274 128 0,-286-119 0,158 71 0,-16-4 0,183 76 0,-32-11 0,83 37 0,17 7 0,0-3 0,-77-38 0,113 49 0,8 3 0,-1 0 0,0 0 0,0 1 0,0-1 0,0 1 0,0 0 0,-4-1 0,4 2-1365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24575,'-4'1'0,"0"0"0,0 0 0,1 0 0,-1 1 0,0 0 0,0 0 0,1 0 0,-1 0 0,1 0 0,0 1 0,0-1 0,0 1 0,0 0 0,0 0 0,1 0 0,-1 1 0,-2 4 0,2-3 0,1 1 0,0-1 0,0 1 0,0 0 0,1 0 0,0 0 0,0 0 0,0 0 0,1 0 0,0 1 0,1 5 0,15 100 0,0-17 0,-16-89 0,15 170 0,-14-131 0,-8 86 0,-1-67 0,-23 210 0,25-217 0,-3 58 0,2-23 0,-1-1 0,1-1 0,-1 1 0,7-66 0,-5 26 0,-1 21 0,7-53 6,1 0 0,1-1 0,1 1 1,1 0-1,6 18 0,36 89-179,-17-53-1056,-25-60-5597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1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24575,'55'17'0,"99"45"0,-38-14 0,47 17 0,191 63 0,-61-29 0,-6 15 0,-216-85 0,301 134 0,-81-27 0,-71-22 0,-104-52 0,92 39 0,-22-22 0,-6 6 0,-127-58 0,94 37 0,-146-63 0,1-1 0,0 1 0,-1 0 0,1 0 0,0-1 0,0 1 0,-1-1 0,1 0 0,0 1 0,0-1 0,0 0 0,-1 0 0,1 0 0,0 0 0,0-1 0,2 1 0,-4-1 0,0 1 0,0 0 0,0-1 0,0 1 0,0 0 0,-1-1 0,1 1 0,0 0 0,0-1 0,0 1 0,0 0 0,-1 0 0,1-1 0,0 1 0,0 0 0,-1 0 0,1-1 0,0 1 0,-1 0 0,1 0 0,0 0 0,0-1 0,-1 1 0,1 0 0,0 0 0,-1 0 0,-10-6 0,8 5 0,0 0 0,0-1 0,0 1 0,-1 1 0,1-1 0,0 0 0,-1 1 0,1 0 0,-5 0 0,8 0 0,-1 0 0,1 0 0,0-1 0,0 1 0,0 0 0,0 1 0,0-1 0,-1 0 0,1 0 0,0 0 0,0 0 0,0 0 0,0 0 0,0 0 0,0 0 0,-1 0 0,1 0 0,0 0 0,0 0 0,0 0 0,0 0 0,0 0 0,0 1 0,0-1 0,-1 0 0,1 0 0,0 0 0,0 0 0,0 0 0,0 0 0,0 0 0,0 1 0,0-1 0,0 0 0,0 0 0,0 0 0,0 0 0,0 1 0,4 4 0,10 6 0,-12-10 0,76 45 0,-22-13 0,41 32-1365,-78-52-5461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4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16 24575,'-32'-5'0,"-14"-2"0,-4 3 0,2 5 0,3 2 0,8 0 0,9 1-8191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5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6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17 24575,'4'-4'0,"2"-4"0,-7 8 0,0-1 0,0 1 0,0-1 0,0 1 0,0 0 0,1 0 0,-1-1 0,0 1 0,0 0 0,0 0 0,0 0 0,0 0 0,-2 0 0,-197-1 0,105 2 0,87-1-170,0 0-1,0 0 0,0 1 1,0 1-1,0-1 0,0 1 1,-9 3-1,5 1-6655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7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90 725 24575,'2'3'0,"1"0"0,1-1 0,-1 1 0,0-1 0,1 0 0,-1 1 0,1-2 0,3 3 0,-6-4 0,0 0 0,0 1 0,0-1 0,-1 0 0,1 0 0,0 0 0,0 0 0,0 0 0,-1 0 0,1 0 0,0 0 0,0 0 0,0 0 0,-1-1 0,1 1 0,0 0 0,0 0 0,1-1 0,-2 0 0,1 0 0,0 0 0,0 0 0,0 1 0,-1-1 0,1 0 0,0 0 0,-1 0 0,1 0 0,-1-1 0,1 1 0,-1 0 0,0 0 0,1 0 0,-1 0 0,0-3 0,1-5 0,0-1 0,-1-1 0,0 1 0,0 0 0,-1 0 0,-1 1 0,-4-16 0,-26-69 0,14 46 0,-12-53 0,-19-115 0,46 200 0,-1-1 0,1 0 0,1-1 0,1 1 0,1-29 0,0 45 0,1-1 0,-1 0 0,0 0 0,1 0 0,-1 1 0,1-1 0,-1 0 0,1 0 0,0 1 0,0-1 0,0 1 0,0-1 0,0 1 0,0-1 0,0 1 0,1-1 0,-1 1 0,3-2 0,-1 1 0,-1 1 0,1 0 0,0 0 0,-1 0 0,1 0 0,0 0 0,0 0 0,0 1 0,0-1 0,5 1 0,3 0 0,0 1 0,-1 1 0,1-1 0,0 2 0,11 3 0,-2 1 0,-1 0 0,29 16 0,-47-23 0,-1 0 0,1 1 0,-1-1 0,0 1 0,1-1 0,-1 0 0,1 1 0,-1-1 0,0 1 0,1-1 0,-1 1 0,0-1 0,0 1 0,1-1 0,-1 1 0,0-1 0,0 1 0,0-1 0,0 1 0,0-1 0,0 1 0,0 0 0,0-1 0,0 1 0,0 0 0,-4 18 0,0 2 0,4-17 0,1-1 0,0 1 0,1-1 0,-1 1 0,0-1 0,1 0 0,0 0 0,0 1 0,0-1 0,0 0 0,0-1 0,1 1 0,-1 0 0,5 3 0,5 4 0,1-1 0,13 9 0,-13-11 0,95 58 0,-15-12 0,-90-51 0,0 0 0,0 0 0,0 0 0,-1 1 0,1-1 0,-1 1 0,0-1 0,1 1 0,2 5 0,-4-7 0,-1 0 0,0 0 0,1 0 0,-1-1 0,0 1 0,0 0 0,0 0 0,1 0 0,-1 0 0,0-1 0,0 1 0,0 0 0,0 0 0,-1 0 0,1 0 0,0-1 0,0 1 0,-1 1 0,1-1 0,-1 0 0,0 0 0,0 0 0,0 0 0,0 0 0,1 0 0,-1 0 0,0 0 0,-1 0 0,1 0 0,0-1 0,0 1 0,0-1 0,0 1 0,-2 0 0,-8 2 0,0 0 0,0-1 0,0 0 0,0-1 0,-1 0 0,-14-1 0,-16 1 0,5 1-108,-38 5 342,65-6-483,1 1 1,0 0-1,0 1 1,0 0-1,-15 7 1,9-1-6578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8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24 24575,'-31'-8'0,"-14"1"0,-5 0 0,4 5 0,7 3 0,10 0-8191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8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0 24575,'-8'5'0,"-4"2"0,-1 2 0,0-1 0,1 1 0,1 2 0,3-1-8191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9:09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2070 31 24575,'68'0'0,"-177"0"0,-394 0-6122,-16 0 3710,3 0 4268,26 0 4822,627 7-6678,-5 1 0,548-9-651,-53-26 524,-358 13 123,-104 11 656,-516 2-513,162 2-290,-13-2-47,-169 1-153,1 21 188,202 5-232,142-22-433,-3 2-5286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08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24575,'2'13'0,"0"0"0,1 0 0,6 15 0,2 7 0,-7-18 0,1 0 0,9 19 0,-14-36 0,0 0 0,0 0 0,0 1 0,0-1 0,1 0 0,-1 0 0,0 1 0,0-1 0,0 0 0,0 0 0,0 1 0,1-1 0,-1 0 0,0 0 0,0 0 0,0 1 0,1-1 0,-1 0 0,0 0 0,0 0 0,0 0 0,1 1 0,-1-1 0,0 0 0,0 0 0,1 0 0,-1 0 0,0 0 0,1 0 0,-1 0 0,0 0 0,0 0 0,1 0 0,-1 0 0,0 0 0,0 0 0,1 0 0,-1 0 0,0 0 0,1 0 0,7-11 0,4-18 0,-12 29 0,8-28 0,-3 9 0,1 0 0,10-21 0,-14 35 0,0 1 0,1 0 0,-1 0 0,1 0 0,0 0 0,0 0 0,0 1 0,0-1 0,1 1 0,-1 0 0,1 0 0,0 0 0,0 0 0,6-2 0,-8 4 0,1 0 0,-1 1 0,1-1 0,0 1 0,-1-1 0,1 1 0,-1 0 0,1 0 0,-1 0 0,1 0 0,0 1 0,-1-1 0,1 1 0,-1 0 0,1-1 0,-1 1 0,0 0 0,1 0 0,-1 1 0,0-1 0,0 0 0,0 1 0,0-1 0,4 4 0,3 4 0,0 1 0,0 0 0,11 18 0,-11-16 0,0 1 0,0 0 0,1 0 0,0 0 0,1-1 0,0-1 0,1 0 0,15 12 0,-24-21-227,-1 0-1,1 0 1,-1 0-1,0 0 1,4 5-1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09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24575,'1'5'0,"0"0"0,1 1 0,0-1 0,0 0 0,0 0 0,0 0 0,7 9 0,-5-7 0,1 1 0,1 1 0,0-1 0,0-1 0,1 1 0,-1-1 0,2 0 0,-1-1 0,1 1 0,9 5 0,-10-8 0,-1-1 0,1 1 0,0-1 0,0-1 0,0 1 0,0-1 0,0 0 0,0 0 0,1-1 0,-1 0 0,1-1 0,12 0 0,-18 0 0,0 0 0,-1-1 0,0 1 0,1 0 0,-1-1 0,1 1 0,-1-1 0,1 0 0,-1 0 0,0 1 0,0-1 0,1 0 0,-1 0 0,0 0 0,0 0 0,0 0 0,0 0 0,0-1 0,0 1 0,0 0 0,0 0 0,-1-1 0,1 1 0,0-1 0,-1 1 0,1 0 0,-1-1 0,0 1 0,1-1 0,-1-2 0,1-5 0,0 0 0,-1 0 0,0 0 0,-2-10 0,1 3 0,1 10 0,0 2 0,-1-1 0,1 0 0,1 1 0,-1-1 0,2-7 0,-2 11 0,0 1 0,1-1 0,-1 0 0,0 1 0,1-1 0,-1 0 0,0 1 0,1-1 0,-1 0 0,1 1 0,-1-1 0,1 1 0,-1-1 0,1 1 0,0-1 0,-1 1 0,1-1 0,0 1 0,-1-1 0,1 1 0,0 0 0,-1 0 0,1-1 0,0 1 0,0 0 0,0 0 0,-1 0 0,1 0 0,0 0 0,0 0 0,-1 0 0,1 0 0,0 0 0,0 0 0,-1 0 0,1 0 0,0 0 0,0 1 0,-1-1 0,2 1 0,9 3 0,-1 1 0,0 1 0,0-1 0,-1 2 0,0-1 0,14 13 0,14 10 0,49 30-1365,-77-52-5461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0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24575,'0'4'0,"1"0"0,0 0 0,0-1 0,0 1 0,0 0 0,0-1 0,1 1 0,0-1 0,0 1 0,0-1 0,0 0 0,0 0 0,4 4 0,5 6 0,22 18 0,-29-28 0,2 3 0,35 28 0,-37-31 0,0-1 0,0 1 0,0-1 0,0 0 0,1 0 0,-1 0 0,1-1 0,8 3 0,-12-4 0,0 0 0,-1 0 0,1 0 0,0 0 0,0 0 0,0 0 0,0 0 0,0-1 0,0 1 0,-1 0 0,1 0 0,0-1 0,0 1 0,0 0 0,0-1 0,-1 1 0,1-1 0,0 1 0,-1-1 0,1 0 0,0 0 0,1 0 0,-1-1 0,0 1 0,-1-1 0,1 0 0,0 1 0,0-1 0,-1 0 0,1 1 0,-1-1 0,1-2 0,0-5 0,0 0 0,-1 0 0,-1-14 0,1 14 0,-1 1 0,1 2 0,0 0 0,0 0 0,0 0 0,0 0 0,1 1 0,2-8 0,-3 12 0,0 0 0,1 0 0,-1 0 0,0 1 0,1-1 0,-1 0 0,1 0 0,-1 1 0,1-1 0,0 0 0,-1 1 0,1-1 0,-1 1 0,1-1 0,0 1 0,0-1 0,-1 1 0,1-1 0,1 0 0,0 1 0,-1 0 0,1 0 0,-1 0 0,1 0 0,-1 0 0,1 0 0,0 0 0,-1 0 0,1 1 0,-1-1 0,1 0 0,-1 1 0,1-1 0,2 2 0,6 5 0,1-1 0,-1 1 0,0 1 0,0 0 0,15 16 0,19 16 0,-38-36 0,-3-1 0,1 0 0,0 0 0,0 0 0,0-1 0,0 1 0,0-1 0,0 0 0,1-1 0,-1 1 0,6 1 0,-9-3 0,0 0 0,-1 0 0,1 0 0,0 0 0,-1 0 0,1-1 0,0 1 0,-1 0 0,1 0 0,-1 0 0,1-1 0,-1 1 0,1 0 0,0-1 0,-1 1 0,1 0 0,-1-1 0,1 1 0,-1-1 0,0 1 0,1 0 0,-1-1 0,1 0 0,-1 1 0,0-1 0,1 1 0,-1-1 0,0 1 0,0-1 0,1 0 0,-1 1 0,0-1 0,0 1 0,0-1 0,0 0 0,0 1 0,0-1 0,0 0 0,0 1 0,0-2 0,0-4 0,-1 0 0,0 1 0,-2-11 0,1 4 0,1 11 0,1 0 0,0 0 0,0-1 0,0 1 0,0 0 0,0 0 0,0 0 0,0-1 0,0 1 0,1 0 0,-1 0 0,0 0 0,1-1 0,-1 1 0,1 0 0,-1 0 0,1 0 0,-1 0 0,1 0 0,0 0 0,1-1 0,-1 1 0,0 1 0,0-1 0,0 1 0,0-1 0,0 1 0,1 0 0,-1-1 0,0 1 0,0 0 0,0 0 0,1 0 0,-1 0 0,0 0 0,0 0 0,0 0 0,1 0 0,0 1 0,7 2 0,-1-1 0,0 2 0,0-1 0,11 8 0,-19-11 0,29 15 0,0-1 0,1-1 0,0-1 0,1-2 0,0-1 0,39 5 0,-63-13 0,1 0 0,0-1 0,-1 0 0,1 0 0,0-1 0,-1 0 0,1 0 0,-1-1 0,1 0 0,-1 0 0,11-6 0,-14 7 0,-1-1 0,0 0 0,0 1 0,-1-1 0,1 0 0,0-1 0,0 1 0,-1 0 0,0-1 0,1 0 0,-1 1 0,0-1 0,0 0 0,-1 0 0,1 0 0,-1 0 0,1-1 0,-1 1 0,0 0 0,0-1 0,0 1 0,-1 0 0,1-1 0,-1 1 0,0-1 0,0 1 0,0-6 0,-1 2 0,-1 1 0,0-1 0,0 1 0,0 0 0,0 0 0,-1 0 0,0 0 0,-1 0 0,1 1 0,-7-9 0,7 11 0,0-1 0,-1 0 0,1 1 0,-1 0 0,1-1 0,-1 1 0,0 1 0,0-1 0,0 1 0,-1-1 0,1 1 0,-1 0 0,1 1 0,-10-3 0,13 4 0,0 0 0,0 0 0,0 0 0,0 0 0,0 0 0,0 0 0,-1 0 0,1 0 0,0 0 0,0 1 0,0-1 0,0 0 0,0 1 0,0-1 0,0 1 0,0-1 0,0 1 0,0-1 0,1 1 0,-1 0 0,-1 1 0,0-1 0,1 1 0,0 0 0,1-1 0,-1 1 0,0 0 0,0 0 0,1-1 0,-1 1 0,1 0 0,-1 0 0,1 3 0,-1 1 0,1 1 0,1-1 0,-1 0 0,1 1 0,0-1 0,3 10 0,-1-8 0,1-1 0,-1 0 0,1 0 0,1 0 0,-1 0 0,1-1 0,0 1 0,1-1 0,8 7 0,2 0 0,-1 0 0,30 16 0,-31-22 0,0 0 0,1-1 0,0 0 0,0-1 0,18 3 0,82 10 0,-99-16 0,33 5 0,-19-2 0,-1-1 0,38-1 0,-66-3 0,1 0 0,-1 0 0,0 0 0,1 0 0,-1 0 0,0-1 0,1 1 0,-1 0 0,0-1 0,0 1 0,1-1 0,-1 1 0,0-1 0,0 0 0,0 1 0,1-1 0,-1 0 0,0 0 0,0 0 0,1-1 0,-1 0 0,-1 1 0,1 0 0,-1-1 0,1 1 0,-1 0 0,0-1 0,0 1 0,1 0 0,-1-1 0,0 1 0,0-1 0,0 1 0,-1 0 0,1-1 0,0 1 0,-1-2 0,-2-5 0,1 1 0,-2-1 0,1 1 0,-1 0 0,-7-10 0,-2-1 0,-18-29 0,28 42 0,1 0 0,0 1 0,0-1 0,0 0 0,1 0 0,-1 0 0,1 0 0,0-9 0,1 13-3,0 0-1,0 0 1,0 0-1,0 0 1,0 0-1,0 0 1,0-1-1,1 1 1,-1 0-1,0 0 1,1 0-1,-1 0 1,1 0-1,-1 0 1,1 0-1,0 0 1,-1 0-1,1 0 1,0 1-1,0-1 1,0 0-1,1-1 1,0 1 21,0 0 0,0 0 0,0 0 1,0 1-1,0-1 0,1 0 0,-1 1 0,0-1 1,0 1-1,4 0 0,4 0-389,0 1-1,0 0 1,18 4 0,-12-1-6455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1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24575,'-8'1'0,"0"1"0,0 0 0,-1 0 0,1 0 0,1 1 0,-1 1 0,-8 4 0,13-7 0,1 0 0,0 1 0,0-1 0,0 1 0,1-1 0,-1 1 0,0 0 0,1-1 0,-1 1 0,1 0 0,-1 0 0,1 0 0,0 0 0,0 1 0,0-1 0,0 0 0,0 0 0,0 1 0,1-1 0,-1 1 0,1-1 0,-1 0 0,1 1 0,0-1 0,0 1 0,0-1 0,1 1 0,0 3 0,2 3 0,0-1 0,0 0 0,1 0 0,0 0 0,0-1 0,1 1 0,0-1 0,0 0 0,1-1 0,0 1 0,0-1 0,0 0 0,1-1 0,0 1 0,0-1 0,0-1 0,1 1 0,14 5 0,-21-9 0,0-1 0,0 1 0,0-1 0,1 0 0,-1 1 0,0-1 0,0 0 0,1 0 0,-1 0 0,0 0 0,0 0 0,0 0 0,1 0 0,-1 0 0,0 0 0,0-1 0,1 1 0,-1 0 0,0-1 0,0 1 0,0-1 0,0 0 0,0 1 0,0-1 0,0 0 0,0 1 0,0-1 0,0 0 0,0 0 0,0 0 0,1-2 0,-1 0 0,1 0 0,-1-1 0,0 0 0,0 1 0,0-1 0,-1 1 0,1-1 0,-1 0 0,0-6 0,0-4 0,0 0 0,-1 1 0,-1-1 0,-5-19 0,18 51 0,1 0 0,1 0 0,0-2 0,1 1 0,25 20 0,-35-32 0,0-1 0,1 1 0,0-1 0,0 0 0,0 0 0,12 6 0,-12-9-1365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24575,'-3'37'0,"1"-1"0,5 44 0,-1-63 0,0-1 0,1 0 0,1 0 0,1-1 0,0 1 0,1-1 0,10 19 0,0-8 0,1-2 0,2 0 0,0-2 0,34 33 0,8 9 0,-55-58-1365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46 24575,'-5'-7'0,"-4"-3"0,-3 0 0,-2 3 0,-1 1 0,-1 3 0,0 1 0,-2 1 0,-1 1 0,1 0 0,0 1 0,2-1 0,0 1 0,3-1-8191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92 196 24575,'-5'-4'0,"-30"-22"0,33 25 0,0 0 0,1 0 0,-1 1 0,0-1 0,1 0 0,-1 0 0,0 1 0,0-1 0,0 1 0,0 0 0,1 0 0,-1-1 0,0 1 0,0 0 0,0 0 0,0 1 0,0-1 0,-3 1 0,4 0 0,0-1 0,0 1 0,0 0 0,0 0 0,0 0 0,0-1 0,1 1 0,-1 0 0,0 0 0,1 0 0,-1 0 0,0 0 0,1 0 0,-1 0 0,1 1 0,0-1 0,-1 0 0,1 0 0,0 0 0,0 0 0,0 0 0,-1 1 0,1-1 0,0 0 0,1 0 0,-1 0 0,0 1 0,0-1 0,0 0 0,1 0 0,0 1 0,0 4 0,1 0 0,0 0 0,1-1 0,5 10 0,-3-8 0,0 1 0,0-2 0,1 1 0,1 0 0,-1-1 0,1-1 0,8 7 0,8 3 0,24 12 0,-45-26 0,0 1 0,-1-2 0,1 1 0,0 0 0,0 0 0,0-1 0,0 1 0,0-1 0,0 1 0,0-1 0,0 0 0,0 0 0,0 0 0,0 0 0,0 0 0,0 0 0,0-1 0,0 1 0,0-1 0,0 1 0,2-2 0,-1 0 0,1 0 0,-1-1 0,0 1 0,0-1 0,0 0 0,0 0 0,0 0 0,-1-1 0,4-4 0,-1 0 0,-1 3 0,0-1 0,-1 0 0,1 1 0,-1-2 0,3-8 0,-6 14 0,1-1 0,-1 0 0,0 1 0,1-1 0,-1 0 0,0 1 0,0-1 0,0 0 0,0 0 0,-1 1 0,1-1 0,0 0 0,-1 1 0,1-1 0,-1 0 0,0 1 0,0-1 0,1 1 0,-1-1 0,0 1 0,0-1 0,0 1 0,0 0 0,-1-1 0,1 1 0,-2-2 0,-10-6 0,0 1 0,0 0 0,0 1 0,-27-11 0,0 1 0,31 13 0,6 3 0,0 0 0,0-1 0,1 1 0,-1 0 0,0-1 0,1 0 0,-1 1 0,1-1 0,-1 0 0,1 0 0,0-1 0,0 1 0,-3-5 0,4 7 0,1-1 0,0 1 0,0 0 0,0 0 0,0-1 0,0 1 0,0 0 0,0-1 0,0 1 0,-1 0 0,1-1 0,0 1 0,0 0 0,0-1 0,1 1 0,-1 0 0,0-1 0,0 1 0,0 0 0,0-1 0,0 1 0,0 0 0,0-1 0,1 1 0,-1 0 0,0 0 0,0-1 0,0 1 0,1 0 0,-1 0 0,0-1 0,0 1 0,1 0 0,12-3 0,15 5 0,10 4 0,0-3 0,63-1 0,-80-2 0,-9 0 0,1 1 0,0 1 0,20 4 0,-26-4 0,-1-1 0,0 2 0,0-1 0,0 0 0,0 1 0,0 0 0,-1 1 0,1-1 0,5 6 0,-6-3 0,1 1 0,-1-1 0,0 1 0,-1 1 0,0-1 0,6 13 0,-6-10 0,1 0 0,0 0 0,8 9 0,-5-9 0,-12-15 0,-13-17 0,15 19 0,-7-10 0,-10-22 0,16 30 0,1-1 0,0 1 0,0-1 0,1 0 0,-1 0 0,1 0 0,0-8 0,1 8 0,0-1 0,0 1 0,1-1 0,-1 0 0,1 1 0,1-1 0,-1 1 0,1 0 0,1 0 0,3-9 0,-4 11 0,1 0 0,-1 1 0,1-1 0,0 1 0,-1 0 0,1 0 0,1 0 0,-1 0 0,0 0 0,1 1 0,0-1 0,-1 1 0,1 0 0,0 0 0,0 1 0,0-1 0,5 0 0,5-1-187,1 1-1,-1 0 1,1 2-1,17 0 1,-27 0-241,17 1-6398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24575,'3'-1'0,"19"-5"0,1 1 0,-1 1 0,1 1 0,30-1 0,-47 4 0,-1 1 0,1-1 0,0 1 0,-1 0 0,1 0 0,-1 0 0,0 1 0,1 0 0,-1 0 0,0 0 0,0 1 0,0 0 0,0 0 0,-1 0 0,1 0 0,-1 1 0,0 0 0,0 0 0,0 0 0,0 0 0,-1 1 0,0-1 0,4 7 0,-4-4 0,0 0 0,0 0 0,0 0 0,-1 1 0,0-1 0,-1 1 0,1 13 0,-2 57 0,-2-36 0,1-24 0,-1 0 0,-4 19 0,0-7 0,3-13 0,2-14 0,0 0 0,0 1 0,1-1 0,-1 0 0,1 0 0,0 0 0,0 5 0,0-7 0,1 0 0,-1 1 0,1-1 0,-1 0 0,1 0 0,-1 0 0,1 0 0,0 0 0,0 0 0,-1 0 0,1 0 0,0 0 0,0 0 0,0 0 0,0 0 0,0-1 0,0 1 0,0 0 0,0-1 0,1 1 0,-1-1 0,0 1 0,2 0 0,8 2 0,1-1 0,0 0 0,0-1 0,0 0 0,0 0 0,0-2 0,16-1 0,11 0 0,-10-1-1365,-17 0-5461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5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24575,'23'3'0,"9"0"0,5 0 0,-1 0 0,-5-1 0,-5-1 0,-4-1 0,-4 1 0,-4-1-8191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5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77 24575,'6'0'0,"0"1"0,1-1 0,-1 1 0,0 0 0,0 0 0,0 1 0,9 2 0,-14-3 0,1 0 0,-1 0 0,1-1 0,-1 1 0,0 0 0,1 0 0,-1 0 0,0 0 0,0 0 0,0 0 0,0 1 0,0-1 0,0 0 0,0 1 0,0-1 0,0 1 0,-1-1 0,1 0 0,0 1 0,-1 0 0,1-1 0,-1 1 0,0-1 0,0 1 0,1-1 0,-1 1 0,0 0 0,0-1 0,-1 1 0,1 0 0,0-1 0,0 1 0,-1 2 0,-2 5 0,1-1 0,-1 1 0,-1 0 0,0-1 0,-6 11 0,9-17 0,0 0 0,0 0 0,0-1 0,0 1 0,-1 0 0,1-1 0,-1 1 0,1 0 0,-1-1 0,0 0 0,0 1 0,0-1 0,1 0 0,-1 0 0,0 0 0,0 0 0,0-1 0,-1 1 0,1 0 0,0-1 0,0 0 0,0 1 0,0-1 0,-1 0 0,1 0 0,0 0 0,-4-1 0,-6-3 0,1 0 0,0-1 0,0 0 0,0-1 0,1 0 0,0 0 0,0-2 0,1 1 0,-1-1 0,2 0 0,-11-12 0,13 12 0,1 1 0,0-1 0,0 1 0,1-1 0,-4-9 0,7 14 0,0 0 0,0 0 0,0 0 0,0 0 0,0 0 0,1 0 0,-1-1 0,1 1 0,0 0 0,0 0 0,0 0 0,0 0 0,1 0 0,-1 0 0,1 0 0,0-1 0,0 1 0,1-2 0,-1 3 7,0 1 0,0-1-1,0 1 1,0 0 0,1 0-1,-1 0 1,0 0-1,1 0 1,-1 0 0,1 0-1,-1 0 1,1 0 0,-1 1-1,1-1 1,-1 0 0,1 1-1,2-1 1,29-1-1492,-20 2-5341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7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91 221 24575,'13'-8'0,"0"0"0,-1 0 0,17-16 0,-25 21 0,-1-1 0,1 1 0,-1-1 0,0 0 0,0 0 0,0-1 0,-1 1 0,1 0 0,-1-1 0,0 1 0,0-1 0,-1 0 0,0 0 0,2-6 0,-3 8 0,-1 0 0,1 0 0,0-1 0,-1 1 0,1 0 0,-1 0 0,0 0 0,0 0 0,-1 0 0,1 0 0,-1 0 0,1 0 0,-1 0 0,0 1 0,0-1 0,0 1 0,0-1 0,0 1 0,-1 0 0,1 0 0,-1 0 0,1 0 0,-6-3 0,-2 0 0,1 0 0,-1 0 0,0 1 0,-1 0 0,-19-4 0,27 7 0,-1 0 0,0 0 0,0 1 0,0-1 0,1 1 0,-1 0 0,-7 1 0,10 0 0,-1-1 0,1 0 0,0 1 0,0-1 0,0 1 0,0 0 0,-1-1 0,1 1 0,0 0 0,0 0 0,0 0 0,1-1 0,-1 1 0,0 0 0,0 0 0,0 0 0,1 0 0,-1 1 0,0-1 0,1 0 0,-1 0 0,1 0 0,-1 0 0,1 1 0,0-1 0,0 0 0,-1 2 0,-3 21 0,-6 37 0,9-53 0,1 0 0,-1 0 0,2 0 0,-1 0 0,4 13 0,-3-17 0,1 0 0,0 0 0,0 0 0,0 0 0,0-1 0,0 1 0,1-1 0,-1 0 0,1 0 0,0 1 0,0-2 0,1 1 0,-1 0 0,0-1 0,1 1 0,0-1 0,5 2 0,8 4 0,1-1 0,29 8 0,-28-9 0,9 1 0,0 0 0,0-2 0,54 2 0,-71-7 30,0 0 0,-1-1 0,18-3 0,-24 3-136,0 0 0,0 0 0,0 0 0,-1 0 0,1-1 0,-1 1-1,1-1 1,-1 0 0,0 0 0,1 0 0,-1-1 0,0 1 0,3-4 0,1-4-6720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8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24575,'11'17'0,"14"27"0,9 15 0,-30-54 0,0 1 0,0-2 0,0 1 0,0 0 0,1-1 0,0 0 0,0 0 0,6 3 0,-11-6 0,0-1 0,0 0 0,0 0 0,0 0 0,1 0 0,-1 0 0,0 0 0,0 0 0,0 1 0,0-1 0,0 0 0,1 0 0,-1 0 0,0 0 0,0 0 0,0 0 0,0 0 0,1 0 0,-1 0 0,0 0 0,0 0 0,0 0 0,1 0 0,-1 0 0,0 0 0,0 0 0,0 0 0,0 0 0,1 0 0,-1 0 0,0-1 0,0 1 0,0 0 0,0 0 0,0 0 0,1 0 0,-1 0 0,0 0 0,0 0 0,0-1 0,0 1 0,0 0 0,0 0 0,0 0 0,0 0 0,1 0 0,-1-1 0,0 1 0,0 0 0,-1-14 0,-7-14 0,0 8 0,-21-36 0,17 35 0,-12-30 0,21 44 0,0 0 0,1-1 0,0 1 0,1 0 0,0-1 0,0 1 0,1-1 0,0-11 0,0 17 0,0 1 0,0-1 0,0 0 0,1 0 0,-1 1 0,1-1 0,-1 0 0,1 1 0,-1-1 0,1 1 0,0-1 0,0 1 0,0-1 0,0 1 0,0 0 0,0-1 0,0 1 0,1 0 0,-1 0 0,0 0 0,1 0 0,-1 0 0,0 0 0,1 0 0,0 0 0,-1 0 0,1 1 0,-1-1 0,1 1 0,0-1 0,-1 1 0,1 0 0,0 0 0,0-1 0,-1 1 0,1 0 0,0 0 0,-1 1 0,3-1 0,3 1 0,-1 1 0,1-1 0,-1 1 0,1 0 0,-1 0 0,0 1 0,0 0 0,11 7 0,16 14-1365,-19-14-5461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8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197 130 24575,'-18'-9'0,"-1"-2"0,0 2 0,-1 1 0,0 0 0,-30-7 0,47 14 0,1 1 0,-1 0 0,1-1 0,-1 1 0,1 0 0,-1 0 0,1 0 0,-1 1 0,1-1 0,-1 1 0,1-1 0,-1 1 0,1 0 0,-4 1 0,5-1 0,1-1 0,-1 1 0,0-1 0,1 1 0,-1 0 0,1-1 0,-1 1 0,1 0 0,-1-1 0,1 1 0,-1 0 0,1 0 0,-1-1 0,1 1 0,0 0 0,0 0 0,-1 1 0,1-1 0,0 1 0,0 0 0,0-1 0,0 1 0,0-1 0,1 1 0,-1 0 0,1-1 0,-1 1 0,1-1 0,-1 1 0,2 1 0,3 6 0,1-1 0,0 1 0,0-1 0,1 0 0,10 9 0,41 34 0,-49-44 0,1 0 0,0 0 0,0-1 0,1 0 0,0-1 0,0 0 0,0-1 0,16 4 0,-24-7 0,0 0 0,0-1 0,0 1 0,0-1 0,0 0 0,0 0 0,0 0 0,0 0 0,0-1 0,0 1 0,0-1 0,0 0 0,0 0 0,0 0 0,0 0 0,0 0 0,0 0 0,-1-1 0,1 0 0,0 1 0,-1-1 0,0 0 0,1 0 0,-1 0 0,0-1 0,0 1 0,0 0 0,0-1 0,-1 1 0,1-1 0,-1 0 0,1 0 0,-1 1 0,0-1 0,0 0 0,0 0 0,0-4 0,1 0 0,-1 0 0,0 0 0,0 0 0,0-1 0,-1 1 0,0 0 0,-1-1 0,1 1 0,-1 0 0,-4-15 0,1 12 0,0 0 0,-1 0 0,1 0 0,-2 0 0,0 1 0,-11-15 0,14 21 9,0-1-1,0 1 1,0 0-1,0 0 1,-1 0 0,1 1-1,-1-1 1,0 1-1,0 0 1,0 0-1,0 0 1,0 1-1,-8-2 1,6 1-195,-2 1 1,1 0-1,0 1 0,0 0 1,0 0-1,0 0 1,-12 3-1,6 0-6640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9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24575,'0'3'0,"0"2"0,0 5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9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24575,'3'3'0,"0"3"0,0 3 0,0 2 0,-1 0-8191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1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24575,'2'-3'0,"0"0"0,0-1 0,0 1 0,1 1 0,-1-1 0,1 0 0,0 1 0,0-1 0,0 1 0,0 0 0,0 0 0,1 0 0,-1 0 0,1 0 0,-1 1 0,1 0 0,-1 0 0,1 0 0,0 0 0,4 0 0,10-1 0,0 0 0,-1 2 0,22 2 0,-9-1 0,-20-1 0,1 0 0,0 0 0,0 1 0,1 0 0,-1 1 0,16 4 0,-25-5 0,1 0 0,-1 0 0,1 0 0,-1 1 0,0-1 0,0 1 0,1-1 0,-1 1 0,0 0 0,0-1 0,-1 1 0,1 0 0,0 0 0,-1 1 0,1-1 0,-1 0 0,1 0 0,-1 1 0,0-1 0,0 1 0,0-1 0,-1 1 0,1-1 0,-1 1 0,1 0 0,-1-1 0,0 1 0,0 4 0,0 0 0,-1 0 0,0 0 0,-1 0 0,1 0 0,-1 0 0,-1 0 0,-4 10 0,-28 45 0,31-54 0,0-3 0,0 2 0,0 0 0,0 0 0,1 0 0,-5 13 0,7-18 0,1 0 0,-1 1 0,1-1 0,0 1 0,0-1 0,0 0 0,0 1 0,0-1 0,1 1 0,-1-1 0,1 0 0,-1 1 0,1-1 0,0 0 0,0 0 0,0 1 0,0-1 0,0 0 0,3 3 0,1 1 0,-1-1 0,1 0 0,1 0 0,-1-1 0,1 0 0,6 5 0,41 20 0,-32-18 0,-7-4-151,0-1-1,1 0 0,-1-1 0,1-1 1,0 0-1,0-1 0,1 0 1,29 0-1,-32-3-6674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22 24575,'-30'-5'0,"-12"-2"0,-2 0 0,6 5 0,8 2 0,9 3 0,5 2 0,5 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2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16 24575,'-5'-3'0,"-4"0"0,-4 0 0,-1 0 0,-1 1 0,-1 1 0,0 1 0,1 0 0,-1-1 0,1 4 0,0 1 0,0-1 0,0 0 0,3-2-8191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24575,'2'7'0,"1"8"0,3 4 0,0 3 0,2 1 0,1-1 0,3 1 0,-2-2 0,1-1 0,0-1 0,2-2 0,-3-2 0,1 0 0,-2 0 0,0-3 0,-2-1 0,-1 0 0,-3-1-8191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3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0 24575,'-30'0'0,"-15"0"0,-3 0 0,3 0 0,5 0 0,8 0 0,4 0 0,4 0 0,4 0 0,3 0 0,2 3 0,3 0-8191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4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233 112 24575,'-9'-10'0,"-45"-46"0,48 49 0,-1 1 0,-1 1 0,1-1 0,-1 1 0,0 1 0,-9-5 0,15 8 0,1 1 0,-1-1 0,0 1 0,1-1 0,-1 1 0,1 0 0,-1 0 0,0-1 0,1 1 0,-1 0 0,0 0 0,1 1 0,-1-1 0,0 0 0,1 1 0,-1-1 0,1 1 0,-1-1 0,-1 2 0,-1 0 0,1 1 0,-1-1 0,1 1 0,-1 0 0,-3 5 0,-7 6 0,11-11 0,0 0 0,0 0 0,0 0 0,0 1 0,0-1 0,1 1 0,-1-1 0,1 1 0,0 0 0,0 0 0,0 0 0,-1 8 0,2-9 0,1 0 0,0 0 0,0 0 0,0 0 0,0 0 0,0 1 0,1-1 0,-1 0 0,1 0 0,0 0 0,0 0 0,0 0 0,0-1 0,1 1 0,-1 0 0,1 0 0,0-1 0,3 5 0,3 1 0,0 1 0,0-1 0,1 0 0,0-1 0,1 0 0,12 6 0,65 30 0,-47-28 0,-37-15 0,0 1 0,0 0 0,0-1 0,1 1 0,-1-1 0,0 0 0,0 0 0,0 0 0,1 0 0,5-2 0,-8 1 0,1 1 0,-1-1 0,0 0 0,0 0 0,0 0 0,0 0 0,1 0 0,-1 0 0,0 0 0,-1 0 0,1 0 0,0 0 0,0-1 0,0 1 0,-1 0 0,1 0 0,-1-1 0,1 1 0,-1-1 0,1 1 0,-1 0 0,0-1 0,0 1 0,0-3 0,1-5 0,-1 0 0,-1-16 0,0 13 0,1 6 0,-1-1 0,1 0 0,-2 1 0,1-1 0,-1 1 0,-3-10 0,7 22 0,0 0 0,0 0 0,6 10 0,3 0-273,2-1 0,-1 0 0,2-1 0,20 17 0,-22-21-6553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4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24575,'3'1'0,"0"-1"0,0 1 0,0-1 0,0 1 0,0 0 0,0 0 0,0 0 0,0 1 0,4 2 0,26 19 0,-23-15 0,71 61 0,-12-9 0,-67-58-97,0 0-1,0 0 1,1-1-1,-1 1 1,0-1-1,1 0 1,-1 0-1,1 0 1,0 0-1,-1 0 1,1 0-1,0-1 0,2 1 1,4-2-6729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24575,'-2'8'0,"-2"4"0,1 3 0,1 2 0,0 0 0,1 0 0,0 0 0,1-2 0,0 1 0,0-1 0,0 0 0,0 0 0,0-1 0,1 1 0,-1 0 0,-3-3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5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46 24575,'-30'-5'0,"-15"-4"0,-5 0 0,1 0 0,7 3 0,7 2 0,8 2 0,5 0 0,5 2 0,2 0 0,1 1 0,1-1 0,-1 3 0,1 1 0,-1-1 0,0 2 0,2 1-8191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36 24575,'-17'-2'0,"-12"-2"0,-2 1 0,1 0 0,3 2 0,4-3 0,3 0 0,2 1 0,3 0 0,0 1 0,1 1 0,0 1 0,0 0 0,-1 0 0,1-2 0,2-2-8191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7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314 107 24575,'-30'-12'0,"-15"-7"0,-3-1 0,5 4 0,7 2 0,7 3 0,6 4 0,5 3 0,2 2 0,2 1 0,3 4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8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80 24575,'8'-10'0,"0"1"0,0 0 0,1 0 0,0 1 0,1 0 0,11-7 0,-18 14 0,0-1 0,0 1 0,0-1 0,0 1 0,0 0 0,1 0 0,-1 0 0,0 0 0,0 1 0,1-1 0,-1 1 0,0 0 0,1 0 0,-1 0 0,0 1 0,0-1 0,1 1 0,-1-1 0,0 1 0,0 0 0,0 1 0,0-1 0,0 0 0,0 1 0,0 0 0,0-1 0,3 4 0,10 9 0,-1 0 0,0 1 0,-1 0 0,-1 2 0,0-1 0,-1 1 0,-1 1 0,-1 0 0,-1 1 0,0 0 0,8 27 0,-16-42 0,1 1 0,-1 0 0,0 0 0,-1-1 0,1 1 0,-1 0 0,0 0 0,-1 0 0,1-1 0,-2 10 0,1-11 0,-1 0 0,1 0 0,0-1 0,-1 1 0,0 0 0,1-1 0,-1 1 0,0-1 0,0 1 0,-1-1 0,1 0 0,0 0 0,-1 0 0,1 0 0,-1 0 0,0-1 0,-4 3 0,-3 0 0,-2 0 0,1 0 0,0-1 0,-1 0 0,0-1 0,1 0 0,-1-1 0,0 0 0,0-1 0,0 0 0,-13-3 0,-1-1 0,0-1 0,0-1 0,-48-19 0,60 19 12,0 0 0,1-1 0,0-1 0,0 0 0,0-1 0,1 0 0,0-1 0,1 0 0,-15-18 0,21 23-77,1-1 1,0 0-1,0 0 1,0 0-1,1 0 1,0-1-1,0 1 0,1-1 1,0 1-1,0-1 1,0 0-1,1 0 1,0 0-1,0 0 0,1 0 1,0 0-1,0-1 1,1 1-1,-1 0 1,2 0-1,-1 0 1,4-8-1,1-1-6761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7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24575,'10'-6'0,"1"2"0,0-1 0,0 2 0,0-1 0,0 2 0,1-1 0,0 2 0,-1-1 0,1 2 0,-1-1 0,1 2 0,0-1 0,20 5 0,-23-3 0,6 2 0,-1 0 0,24 9 0,-34-11 0,0 0 0,0 0 0,0 1 0,0-1 0,-1 1 0,1 0 0,-1 0 0,1 0 0,-1 0 0,0 1 0,-1-1 0,1 1 0,3 5 0,-1 1 0,0 1 0,0-1 0,0 1 0,-2 0 0,5 18 0,-7-26 0,-1 1 0,0 0 0,0-1 0,0 1 0,0 0 0,0-1 0,-1 1 0,1 0 0,-1-1 0,0 1 0,0-1 0,-1 1 0,1-1 0,-1 0 0,1 1 0,-1-1 0,0 0 0,0 0 0,-1 0 0,1 0 0,-4 3 0,-21 17 0,14-12 0,-20 21 0,30-28 0,0 0 0,0 0 0,0 0 0,1 0 0,-1 0 0,1 0 0,0 1 0,1-1 0,-1 1 0,-1 7 0,3-11 0,0 1 0,-1-1 0,1 0 0,0 0 0,0 0 0,1 0 0,-1 0 0,0 0 0,0 0 0,0 0 0,1 0 0,-1 1 0,0-1 0,1 0 0,-1 0 0,1 0 0,0-1 0,-1 1 0,1 0 0,0 0 0,-1 0 0,1 0 0,0-1 0,0 1 0,0 0 0,0 0 0,0-1 0,-1 1 0,1-1 0,0 1 0,0-1 0,1 1 0,-1-1 0,0 0 0,0 0 0,0 1 0,2-1 0,5 1 0,0 0 0,0-1 0,0 0 0,9-1 0,-7 1 0,29-1 0,1 2 0,43 6 0,-70-5 0,42 4 0,-49-5 0,0-1 0,0 0 0,0-1 0,1 1 0,-1-1 0,7-2 0,-6-1-1365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7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24575,'13'-5'0,"6"-2"0,5 1 0,2 1 0,0 1 0,-1 2 0,0 1 0,-1 0 0,-1 1 0,-1 0 0,-2 1 0,-1-1 0,-5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27 24575,'-25'-5'0,"-11"-1"0,-2-1 0,3 2 0,6 2 0,4 3 0,4 2 0,6 1-8191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8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31 24575,'-15'-7'0,"-8"-3"0,-2 3 0,1 2 0,1 3 0,3 4 0,-1 1 0,1 3 0,4 1-8191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55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0 24575,'2'0'0,"-1"0"0,-4 0 0,-3 0 0,-4 0 0,-2 0 0,-2 0 0,-1 0 0,-1 0 0,1 0 0,-1 0 0,1 0 0,0 0 0,0 0 0,0 0 0,0 0 0,1 0 0,1 0-8191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5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24575,'2'0'0,"2"2"0,1 4 0,1 3 0,-1 3 0,1 1 0,0 2 0,1 0 0,0 0 0,-2 1 0,1-1 0,0 0 0,-2 0 0,-1 0 0,1 0 0,0 0 0,0-3-8191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6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75 24575,'4'0'0,"26"-1"0,-28 1 0,0-1 0,0 1 0,0 0 0,0-1 0,0 1 0,0-1 0,-1 0 0,1 0 0,0 0 0,0 0 0,-1 0 0,3-1 0,-4 1 0,0 1 0,0 0 0,0 0 0,1 0 0,-1 0 0,0 0 0,0-1 0,0 1 0,0 0 0,0 0 0,0 0 0,0 0 0,0-1 0,0 1 0,0 0 0,0 0 0,0 0 0,0-1 0,0 1 0,0 0 0,0 0 0,0 0 0,0-1 0,0 1 0,0 0 0,0 0 0,0 0 0,0-1 0,0 1 0,0 0 0,0 0 0,0 0 0,0 0 0,-1-1 0,-7-5 0,-14-3 0,18 8 0,-15-7 0,-51-16 0,62 22 0,-1 0 0,0 0 0,0 1 0,0 0 0,-18 1 0,25 0 0,0 0 0,-1 1 0,1 0 0,0-1 0,0 1 0,-1 0 0,1 0 0,0 0 0,0 0 0,0 1 0,0-1 0,1 0 0,-1 1 0,0 0 0,1-1 0,-1 1 0,1 0 0,-1 0 0,1 0 0,-3 4 0,-1 4 0,1 0 0,0 1 0,-4 13 0,-2 7 0,8-27 0,-3 6 0,0 1 0,1 0 0,1 1 0,-5 19 0,8-28 0,0 0 0,1 0 0,-1 0 0,0 0 0,1 0 0,0-1 0,-1 1 0,1 0 0,0 0 0,0-1 0,1 1 0,-1-1 0,1 1 0,-1-1 0,1 1 0,0-1 0,0 0 0,0 0 0,0 0 0,0 0 0,0 0 0,4 2 0,6 3 0,-1 0 0,1-1 0,21 7 0,-17-7 0,4 1 0,0-1 0,37 6 0,-50-10 0,-4-2 0,-1 1 0,1-1 0,-1 0 0,1 1 0,-1-1 0,1 0 0,-1-1 0,1 1 0,-1 0 0,1-1 0,-1 1 0,1-1 0,-1 0 0,1 0 0,-1 0 0,0 0 0,1 0 0,-1 0 0,0-1 0,0 1 0,2-3 0,-2 2 0,0-1 0,0 0 0,0 0 0,0 0 0,0 0 0,-1 0 0,1 0 0,-1-1 0,0 1 0,0 0 0,-1-1 0,1 1 0,0-1 0,-1-6 0,-1-49 0,18 87 0,2-1 0,0 0 0,2-2 0,47 45 0,-52-55-1365,-2-2-5461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7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24575,'5'3'0,"4"5"0,6 5 0,2 4 0,4 5 0,1 1 0,-1 1 0,1 0 0,-1-2 0,-1-3 0,-2-1 0,-1 1 0,-2-3 0,0-1 0,0-2 0,0-2 0,-3-3-8191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7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0 24575,'0'10'0,"-3"6"0,0 5 0,0 2 0,0-1 0,1-1 0,-1 0 0,-1 0 0,0-2 0,-1-1 0,0-2 0,1 0 0,-2-4 0,1 0 0,1-1 0,-2 1 0,1-2-8191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7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16 24575,'-32'-2'0,"-17"-2"0,-6 1 0,0 0 0,5 2 0,6-1 0,7 2 0,9 0 0,5 0 0,5 2 0,3 2 0,1 2 0,3 2 0,4 3 0,0-1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8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24575,'13'-13'0,"0"1"0,0 1 0,29-19 0,-36 26 0,1 0 0,1 1 0,-1 0 0,0 0 0,1 1 0,-1 0 0,1 0 0,0 1 0,0 0 0,-1 0 0,10 1 0,-4 0 0,-3 0 0,0 1 0,1 0 0,14 3 0,-22-3 0,0 0 0,-1 0 0,1 0 0,0 0 0,0 0 0,-1 1 0,1-1 0,-1 1 0,1 0 0,-1 0 0,0 0 0,1 0 0,-1 0 0,0 1 0,-1-1 0,3 4 0,2 4 0,-1 1 0,0 0 0,-1 1 0,0-1 0,-1 1 0,-1 0 0,3 22 0,-3-7 0,-1 0 0,-4 38 0,1-56 0,1 0 0,-1 0 0,0 0 0,-1-1 0,-7 16 0,-24 39 0,11-23 0,21-38 0,1 0 0,0 1 0,0-1 0,0 1 0,0-1 0,0 1 0,1-1 0,-1 1 0,1 0 0,0-1 0,-1 1 0,1-1 0,1 1 0,-1 0 0,0-1 0,0 1 0,2 4 0,-1-5 0,0-1 0,0 1 0,0 0 0,0 0 0,1-1 0,-1 1 0,1 0 0,-1-1 0,1 1 0,-1-1 0,1 0 0,0 0 0,-1 0 0,1 1 0,0-1 0,0-1 0,0 1 0,0 0 0,0 0 0,0-1 0,0 1 0,3-1 0,15 2 0,1 0 0,-1-2 0,37-3 0,-54 3-124,0-1 0,0 1 0,-1-1 0,1 0 0,0 0 0,0 0-1,-1 0 1,1 0 0,0 0 0,2-3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9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31 24575,'-1'-1'0,"1"0"0,0 1 0,0-1 0,-1 0 0,1 1 0,0-1 0,-1 1 0,1-1 0,-1 0 0,1 1 0,-1-1 0,1 1 0,-1 0 0,1-1 0,-1 1 0,0-1 0,1 1 0,-1 0 0,1-1 0,-1 1 0,0 0 0,1 0 0,-1-1 0,0 1 0,1 0 0,-1 0 0,-1 0 0,-22-3 0,21 3 0,-67-2 0,-30-2 0,-19-5-1365,102 8-5461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0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14 24575,'-25'-3'0,"-11"0"0,-2 0 0,3 0 0,5 1 0,8 4 0,5 0 0,3 1 0,3 2 0,2 1 0,-1-2 0,0 0 0,-2-2 0,1-1-8191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0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14 24575,'0'-1'0,"1"1"0,-1-1 0,0 1 0,0-1 0,0 1 0,0 0 0,0-1 0,0 1 0,0-1 0,0 1 0,0-1 0,0 1 0,0 0 0,-1-1 0,1 1 0,0-1 0,0 1 0,0 0 0,0-1 0,-1 1 0,1-1 0,0 1 0,0 0 0,-1-1 0,1 1 0,0 0 0,-1 0 0,1-1 0,0 1 0,-1 0 0,1 0 0,0-1 0,-1 1 0,1 0 0,-1 0 0,1 0 0,0 0 0,-1-1 0,1 1 0,-1 0 0,1 0 0,-1 0 0,1 0 0,0 0 0,-1 0 0,0 0 0,-2 1 0,0 0 0,0 1 0,0-1 0,0 0 0,-4 4 0,-4 0 0,3-2 0,-1 0 0,1-1 0,0 0 0,-1-1 0,0 1 0,1-2 0,-14 0 0,-62-8 0,58 4 0,-25-5-1365,32 5-5461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24575,'0'0'0,"0"0"0,0 0 0,0-1 0,0 1 0,0 0 0,-1 0 0,1 0 0,0 0 0,0-1 0,0 1 0,0 0 0,-1 0 0,1 0 0,0 0 0,0 0 0,0 0 0,-1 0 0,1-1 0,0 1 0,0 0 0,-1 0 0,1 0 0,0 0 0,0 0 0,0 0 0,-1 0 0,1 0 0,0 0 0,0 0 0,-1 0 0,1 0 0,0 0 0,0 1 0,0-1 0,-1 0 0,1 0 0,-3 9 0,5 12 0,2-1 0,2-1 0,8 21 0,-1-4 0,5 10 0,-10-29 0,-2 0 0,7 29 0,-1 10-1365,-10-43-5461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1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723 1 24575,'-24'0'0,"-18"0"0,-82 9 0,67 1 0,-105 15 0,154-24 0,-200 14 0,190-15-455,-1 0 0,-27 5 0,31-2-6371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2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329 112 24575,'-28'-22'0,"-1"2"0,-1 2 0,-58-29 0,85 46 0,0 0 0,0 0 0,-1 1 0,1-1 0,0 1 0,0-1 0,0 1 0,0 0 0,0 0 0,-1 0 0,1 1 0,0-1 0,0 1 0,0 0 0,0 0 0,0 0 0,0 0 0,0 0 0,-5 3 0,-1 3 0,1-1 0,-1 1 0,1 1 0,-10 10 0,5-4 0,10-11 0,1 0 0,0 1 0,0-1 0,0 0 0,0 1 0,1-1 0,-1 1 0,1-1 0,0 1 0,0 0 0,0-1 0,0 1 0,1 0 0,0 0 0,0-1 0,0 6 0,0-4 0,1 0 0,-1 0 0,1-1 0,0 1 0,0 0 0,1-1 0,-1 1 0,1-1 0,0 0 0,0 1 0,0-1 0,6 6 0,2 1 0,0 0 0,1-1 0,1-1 0,0 0 0,25 14 0,-6-7 0,47 16 0,-75-31 0,0 1 0,0-1 0,0 0 0,1-1 0,-1 1 0,0-1 0,1 1 0,-1-1 0,0 0 0,1 0 0,-1-1 0,5 0 0,-7 1 0,1-1 0,0 0 0,-1 0 0,1 0 0,-1 0 0,1 0 0,-1 0 0,0 0 0,1 0 0,-1 0 0,0-1 0,0 1 0,0-1 0,0 1 0,0-1 0,0 1 0,0-1 0,0 1 0,-1-1 0,1 0 0,-1 1 0,1-1 0,-1 0 0,1-3 0,0-4 0,0 1 0,-1-1 0,0 0 0,-1 0 0,1 0 0,-2 0 0,1 1 0,-5-14 0,-1 2 0,0 0 0,-14-25 0,48 112 0,-16-45-77,2-2 0,0 1 1,1-1-1,1-1 0,23 22 0,-19-19-827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3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24575,'6'1'0,"0"0"0,0 1 0,-1 0 0,1 0 0,-1 0 0,1 0 0,-1 1 0,0 0 0,0 0 0,7 5 0,18 11 0,125 55-1365,-142-68-5461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3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 24575,'-4'0'0,"0"0"0,-1 0 0,1 1 0,0-1 0,0 1 0,0 0 0,0 0 0,1 0 0,-1 1 0,0-1 0,0 1 0,1 0 0,-1 0 0,1 0 0,-5 4 0,6-3 0,-1 0 0,1 0 0,-1 0 0,1 0 0,0 1 0,0-1 0,0 1 0,1-1 0,-1 1 0,1 0 0,0 0 0,0-1 0,0 1 0,1 0 0,-1 8 0,2 88 126,1-34-1617,-2-53-5335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3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49 24575,'-30'-10'0,"-13"-4"0,-3 2 0,3 4 0,3 4 0,7 5 0,7 5 0,4 4 0,4 3 0,5-1-8191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5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24575,'5'-2'0,"4"-2"0,3 1 0,0 3 0,-3 4 0,-2 4 0,0 3 0,-2 2 0,-1 2 0,-1-3-8191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9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239 250 24575,'-38'-1'0,"-42"2"0,70-1 0,0 2 0,0-1 0,0 1 0,0 1 0,-16 6 0,23-7 0,0-1 0,0 1 0,1 0 0,-1 0 0,1 0 0,0 0 0,-1 0 0,1 0 0,0 1 0,0-1 0,0 1 0,1 0 0,-1-1 0,1 1 0,-1 0 0,1 0 0,0 0 0,0 0 0,0 0 0,0 5 0,-1 5 0,1 1 0,0-1 0,2 21 0,-1-18 0,0-14 0,0 1 0,0-1 0,1 0 0,-1 1 0,1-1 0,-1 0 0,1 1 0,0-1 0,-1 0 0,1 0 0,1 0 0,-1 0 0,0 0 0,0 0 0,1 0 0,2 4 0,-1-4 0,-1 0 0,1-1 0,0 1 0,0 0 0,0-1 0,0 0 0,0 1 0,0-1 0,0 0 0,0-1 0,1 1 0,2 0 0,3 0 0,1 0 0,-1 0 0,0-1 0,1 0 0,-1-1 0,0 0 0,1-1 0,9-2 0,-15 3 0,-1 0 0,0 0 0,0-1 0,0 1 0,0-1 0,0 0 0,0 0 0,-1 0 0,1 0 0,-1 0 0,1 0 0,-1-1 0,0 1 0,0-1 0,0 0 0,0 0 0,0 0 0,-1 0 0,1 0 0,-1 0 0,0 0 0,0 0 0,0 0 0,0-1 0,1-5 0,-2-5 0,1 0 0,-2 0 0,1 0 0,-2 1 0,0-1 0,-1 0 0,0 1 0,-1 0 0,-9-21 0,-2 0 0,-2 1 0,-28-41 0,24 44 0,-24-29 0,44 58 0,0 0 0,0 0 0,0 0 0,0 0 0,-1 0 0,1 0 0,0 0 0,0 0 0,-3 0 0,0 2 0,4 9 0,6 7 0,0 0 0,2-1 0,0 0 0,0 0 0,17 22 0,-4-5 0,-20-32 0,24 43 0,59 72 0,-74-104 0,1 0 0,0-1 0,1-1 0,0 0 0,0 0 0,1-1 0,1-1 0,-1 0 0,1-1 0,19 7 0,-18-9 0,1 0 0,-1-2 0,1 1 0,0-2 0,19 1 0,-29-3 0,0 0 0,0 0 0,0 0 0,1-1 0,-1 0 0,0-1 0,0 1 0,0-1 0,-1 0 0,1 0 0,0-1 0,-1 0 0,1 0 0,-1 0 0,0 0 0,7-7 0,-9 7 0,-1 0 0,0 1 0,0-1 0,0 0 0,0 0 0,0-1 0,0 1 0,-1 0 0,0-1 0,1 1 0,-1 0 0,0-1 0,0-6 0,0 5 0,-1-1 0,0 1 0,-1-1 0,1 1 0,-1-1 0,0 1 0,-1 0 0,-2-8 0,1 5 0,0 0 0,-1 0 0,-1 0 0,1 1 0,-1 0 0,0 0 0,0 0 0,-1 1 0,0 0 0,0 0 0,-10-7 0,12 10 0,0 1 0,0-1 0,0 1 0,-1 1 0,1-1 0,0 0 0,-1 1 0,-6-1 0,10 1 0,0 1 0,0 0 0,0 0 0,0 0 0,-1 0 0,1 0 0,0 0 0,0 0 0,0 0 0,0 1 0,0-1 0,0 0 0,0 1 0,0-1 0,0 1 0,0-1 0,0 1 0,0-1 0,0 1 0,0 0 0,0-1 0,1 1 0,-1 0 0,0 0 0,0 0 0,1-1 0,-1 1 0,1 0 0,-1 0 0,1 0 0,-1 0 0,1 0 0,-1 0 0,1 0 0,0 0 0,-1 1 0,1-1 0,0 0 0,0 0 0,0 2 0,0 2 0,0 1 0,1-1 0,0 1 0,0-1 0,0 1 0,0-1 0,1 0 0,0 1 0,0-1 0,1 0 0,-1 0 0,5 5 0,1 2 0,0-1 0,1 0 0,17 16 0,-16-18 0,-1-1 0,2-1 0,-1 0 0,1 0 0,0-1 0,17 6 0,-19-8 0,1 0 0,-1-2 0,1 1 0,0-1 0,0-1 0,0 1 0,0-2 0,15 0 0,-22 0 0,-1 0 0,0-1 0,1 0 0,-1 1 0,0-1 0,1 0 0,-1 0 0,0 0 0,0-1 0,0 1 0,0 0 0,0-1 0,0 1 0,0-1 0,0 0 0,0 0 0,-1 0 0,1 0 0,-1 0 0,0 0 0,2-3 0,0 0 0,-1 0 0,-1 0 0,1 1 0,-1-1 0,1-1 0,-1 1 0,-1 0 0,1 0 0,-1-8 0,0 9 0,-1 0 0,1 0 0,-1 1 0,-2-8 0,-2-4 0,5 15 0,0 0 0,0 0 0,0 0 0,0 0 0,0 0 0,0-1 0,0 1 0,0 0 0,0 0 0,0 0 0,0 0 0,0 0 0,0 0 0,0 0 0,0 0 0,0 0 0,0 0 0,0-1 0,0 1 0,0 0 0,0 0 0,0 0 0,0 0 0,0 0 0,0 0 0,0 0 0,0 0 0,0 0 0,0 0 0,0 0 0,0-1 0,0 1 0,0 0 0,0 0 0,0 0 0,0 0 0,0 0 0,0 0 0,1 0 0,-1 0 0,0 0 0,0 0 0,0 0 0,0 0 0,0 0 0,0 0 0,0 0 0,0 0 0,0 0 0,0 0 0,0 0 0,1 0 0,-1 0 0,5 3 0,7 8 0,-12-10 0,10 10 0,1-1 0,1 0 0,-1 0 0,2-1 0,19 10 0,-27-15 0,1-1 0,0-1 0,0 1 0,0-1 0,0 0 0,1 0 0,-1-1 0,0 0 0,1 0 0,-1 0 0,1-1 0,0 0 0,-1 0 0,1-1 0,7-1 0,-12 1 0,0 0 0,1 0 0,-1 0 0,0 0 0,0 0 0,0-1 0,0 1 0,0-1 0,0 1 0,0-1 0,-1 0 0,1 0 0,0 0 0,-1 0 0,0 0 0,1 0 0,-1 0 0,0 0 0,1-5 0,10-13 0,-12 19 0,1 1 0,0-1 0,-1 0 0,1 0 0,0 1 0,0-1 0,-1 0 0,1 1 0,0-1 0,0 1 0,0-1 0,0 1 0,0 0 0,0-1 0,0 1 0,0 0 0,-1 0 0,1-1 0,0 1 0,0 0 0,0 0 0,0 0 0,0 0 0,0 0 0,0 1 0,0-1 0,0 0 0,2 1 0,2 0 0,0 2 0,0-1 0,0 0 0,5 5 0,4 0 0,-2-1-95,7 3 209,40 14-1,-53-21-238,0-1 1,0 0-1,0 0 0,0 0 0,0-1 1,0 1-1,0-1 0,0-1 0,0 1 0,0-1 1,10-3-1,-7 1-6701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0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179 148 24575,'-16'-17'0,"0"2"0,-1 0 0,-1 1 0,0 1 0,-28-15 0,44 27 0,-1-1 0,1 1 0,-1 0 0,0 0 0,1 1 0,-1-1 0,0 1 0,1-1 0,-7 1 0,9 0 0,-1 0 0,0 0 0,0 0 0,0 1 0,1-1 0,-1 0 0,0 1 0,1-1 0,-1 0 0,0 1 0,1-1 0,-1 1 0,0-1 0,1 1 0,-1-1 0,1 1 0,-1 0 0,1-1 0,-1 1 0,1 0 0,-1-1 0,1 1 0,0 0 0,-1 0 0,1-1 0,0 1 0,0 0 0,-1 0 0,1-1 0,0 1 0,0 0 0,0 0 0,0 0 0,0-1 0,1 3 0,-1 3 0,1 1 0,0-1 0,0 1 0,1-1 0,0 0 0,0 0 0,1 0 0,0 0 0,0 0 0,0 0 0,6 8 0,1-2 0,0 0 0,0 0 0,21 18 0,-14-16 0,0 2 0,27 17 0,-39-29 0,0-1 0,0 0 0,0-1 0,0 1 0,0-1 0,1 0 0,-1-1 0,1 1 0,0-1 0,11 1 0,-16-2 0,1 0 0,0 0 0,0 0 0,-1 0 0,1 0 0,0-1 0,-1 1 0,1-1 0,0 1 0,-1-1 0,1 0 0,-1 1 0,1-1 0,-1 0 0,1 0 0,-1 0 0,1 0 0,-1 0 0,0-1 0,2-1 0,-1 0 0,-1 1 0,0-1 0,1 1 0,-1-1 0,0 1 0,-1-1 0,1 0 0,-1 0 0,1 1 0,-1-1 0,0-5 0,0-1 0,-1-1 0,0 1 0,-1 0 0,0 0 0,0 0 0,-8-16 0,4 10 0,-2 0 0,0 1 0,-1 0 0,0 1 0,-1 0 0,-1 1 0,0-1 0,0 2 0,-23-18 0,31 27 0,1 0 0,-1 1 0,0-1 0,0 1 0,1 0 0,-1 0 0,0 0 0,0 0 0,0 0 0,-1 0 0,1 1 0,0 0 0,0-1 0,0 1 0,0 0 0,0 1 0,0-1 0,-1 0 0,-5 3 0,7-2 0,-1 0 0,1 0 0,0 1 0,-1-1 0,1 1 0,0-1 0,0 1 0,0 0 0,0 0 0,0 0 0,1 0 0,-1 0 0,1 1 0,-1-1 0,1 0 0,0 1 0,0-1 0,0 1 0,0-1 0,0 1 0,0 0 0,1-1 0,-1 4 0,0 9-1365,0-1-5461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24575,'3'1'0,"-1"-1"0,1 1 0,-1 0 0,1 0 0,-1 0 0,0 1 0,3 0 0,5 3 0,32 16 0,17 7 0,-53-25 0,0-1 0,0 0 0,1-1 0,0 1 0,-1-1 0,1-1 0,9 1 0,-13-2 0,0 1 0,0-1 0,-1 1 0,1-1 0,0 0 0,-1 0 0,1 0 0,-1-1 0,1 1 0,-1 0 0,1-1 0,-1 0 0,0 0 0,0 1 0,0-1 0,0-1 0,0 1 0,0 0 0,-1 0 0,1-1 0,-1 1 0,0 0 0,1-1 0,-1 0 0,0 1 0,0-1 0,-1 0 0,1 1 0,0-1 0,-1 0 0,0 0 0,0 0 0,0 1 0,0-1 0,0 0 0,0 0 0,-1 0 0,1 1 0,-1-1 0,0 0 0,0 1 0,0-1 0,0 0 0,0 1 0,-1-1 0,1 1 0,-1 0 0,-2-3 0,2 4 0,3 6 0,6 7 0,-2-5 0,1 0 0,0 0 0,0-1 0,1 0 0,0 0 0,10 6 0,-13-9 0,1 0 0,-1-1 0,1 0 0,-1 0 0,1 0 0,0 0 0,0-1 0,0 0 0,0 0 0,0 0 0,0 0 0,10-1 0,-12-1 0,1 1 0,-1-1 0,1 0 0,-1-1 0,1 1 0,-1-1 0,0 1 0,0-1 0,0 0 0,0 0 0,0 0 0,0-1 0,0 1 0,-1-1 0,5-4 0,17-15 0,-16 18-1365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24575,'18'20'0,"5"10"0,2-1 0,-1-3 0,-5-3 0,-3-6 0,-4-3 0,-2-3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24575,'0'5'0,"0"4"0,-2 3 0,-2 0-8191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24575,'8'6'0,"240"189"0,-244-192 0,-1-1 0,1 1 0,0-1 0,0 0 0,0 0 0,7 2 0,-9-4 0,-1 0 0,0 1 0,0-1 0,0 0 0,0 0 0,0 0 0,1 0 0,-1 0 0,0-1 0,0 1 0,0 0 0,0 0 0,0-1 0,0 1 0,0-1 0,1 1 0,-1-1 0,0 1 0,0-1 0,-1 1 0,1-1 0,0 0 0,0 0 0,0 0 0,0 1 0,-1-1 0,1 0 0,0 0 0,-1 0 0,2-2 0,1-3 0,-1-1 0,1 1 0,-1-1 0,0 0 0,0-7 0,-1 8 0,1-1 0,-1 1 0,1 0 0,0 0 0,0 0 0,5-7 0,-7 12 0,1 0 0,-1 0 0,1 0 0,-1 0 0,1 1 0,0-1 0,-1 0 0,1 0 0,0 1 0,-1-1 0,1 1 0,0-1 0,0 1 0,0-1 0,0 1 0,0-1 0,-1 1 0,1 0 0,0-1 0,0 1 0,0 0 0,0 0 0,0 0 0,1-1 0,0 2 0,-1-1 0,1 1 0,-1-1 0,1 1 0,-1-1 0,1 1 0,-1 0 0,0 0 0,0-1 0,1 1 0,-1 0 0,0 0 0,2 3 0,2 2 0,0 0 0,-1 1 0,1-1 0,5 15 0,-7-15-114,1 0 1,-1 1-1,1-1 0,0 0 0,1-1 1,-1 1-1,1-1 0,0 0 0,0 0 1,1 0-1,11 6 0,-6-4-6712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11 24575,'-3'0'0,"-12"-4"0,-30-2 0,41 6 0,0-1 0,1 1 0,-1 0 0,1 1 0,-1-1 0,0 1 0,1-1 0,-1 1 0,1 0 0,-1 1 0,1-1 0,0 0 0,0 1 0,-4 2 0,6-3 0,0 0 0,0 0 0,0-1 0,0 1 0,0 0 0,1 0 0,-1 0 0,0 0 0,1 0 0,-1 1 0,1-1 0,-1 0 0,1 0 0,0 0 0,-1 0 0,1 1 0,0-1 0,0 2 0,0 0 0,0-1 0,0 1 0,1 0 0,-1 0 0,1-1 0,0 1 0,0 0 0,1 2 0,3 4 0,0 1 0,1-1 0,8 11 0,-12-17 0,3 4 0,1-1 0,-1 0 0,1 0 0,0-1 0,0 1 0,12 6 0,-15-10 0,0 0 0,0 0 0,0-1 0,0 1 0,1-1 0,-1 0 0,0 0 0,1 0 0,-1-1 0,0 1 0,1-1 0,-1 0 0,1 0 0,-1 0 0,0 0 0,1 0 0,-1-1 0,5-1 0,-6 1 0,1 0 0,-1 0 0,0-1 0,0 1 0,0 0 0,-1-1 0,1 0 0,0 1 0,0-1 0,-1 0 0,1 0 0,-1 0 0,0 0 0,0 0 0,1 0 0,-1 0 0,-1-1 0,1 1 0,0 0 0,0 0 0,-1-1 0,1 1 0,-1-4 0,1-5 0,0-1 0,-1 0 0,-1-15 0,1 26 0,0 7 0,1 1 0,1-1 0,-1 0 0,1 1 0,0-1 0,0 0 0,1 0 0,0 0 0,0 0 0,1-1 0,-1 1 0,7 6 0,-9-10 10,1 0 0,0 0 0,0 0 0,0 0 0,0-1 0,0 1 0,0-1 0,1 1 0,-1-1 0,0 0 0,5 2 0,-5-3-88,-1 0 0,1 1 0,0-1-1,0-1 1,-1 1 0,1 0 0,0 0 0,0-1 0,-1 1-1,1 0 1,0-1 0,-1 0 0,1 1 0,-1-1 0,1 0-1,0 0 1,-1 0 0,2-2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2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24575,'66'384'0,"-57"-322"0,3 0 0,29 82 0,-36-131-1365,1-3-5461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2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93 24575,'-31'-16'0,"-11"-4"0,-2 1 0,4 4 0,6 4 0,7 4 0,6 4 0,3 1 0,2 2 0,2 3 0,0 4 0,1 3 0,2 2 0,3 2 0,2-2-8191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3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109 163 24575,'-5'-5'0,"1"0"0,-1 0 0,-1 1 0,1-1 0,-1 1 0,0 0 0,1 0 0,-2 1 0,1 0 0,0 0 0,-11-3 0,16 6 0,0 0 0,0 0 0,0 0 0,0 0 0,0 0 0,0 0 0,0 0 0,0 0 0,0 0 0,0 0 0,0 1 0,0-1 0,0 0 0,0 1 0,0-1 0,0 1 0,0-1 0,1 1 0,-1-1 0,0 1 0,0 0 0,0-1 0,1 1 0,-1 0 0,0 0 0,1-1 0,-1 1 0,1 0 0,-1 0 0,1 0 0,-1 0 0,1 0 0,0 0 0,-1 0 0,1 0 0,0 0 0,0 0 0,-1 2 0,0 4 0,1 1 0,0 0 0,0-1 0,1 10 0,0-8 0,-1-3 0,0 1 0,1-1 0,0 1 0,0-1 0,5 13 0,-5-17 0,0 0 0,0 0 0,1 1 0,-1-1 0,1 0 0,-1 0 0,1 0 0,0-1 0,0 1 0,0 0 0,0-1 0,0 1 0,0-1 0,0 0 0,1 0 0,-1 0 0,0 0 0,4 1 0,3 1 0,0-1 0,0 0 0,1-1 0,-1 0 0,1 0 0,-1-1 0,1 0 0,-1-1 0,1 0 0,-1-1 0,10-2 0,-13 3 0,0-1 0,-1 0 0,1 0 0,-1 0 0,1-1 0,-1 1 0,0-1 0,0-1 0,0 1 0,-1-1 0,1 0 0,-1 0 0,0 0 0,0 0 0,0-1 0,-1 0 0,1 1 0,4-11 0,-2-11 0,-5 22 0,-1 1 0,1 0 0,0-1 0,-1 1 0,2 0 0,-1-1 0,0 1 0,2-3 0,-2 5 0,0 1 0,0-1 0,-1 0 0,1 1 0,0-1 0,0 0 0,0 1 0,0-1 0,0 1 0,0-1 0,0 1 0,0 0 0,0 0 0,0-1 0,0 1 0,0 0 0,0 0 0,1 0 0,-1 0 0,0 0 0,0 0 0,0 0 0,0 0 0,0 1 0,0-1 0,0 0 0,0 1 0,0-1 0,0 1 0,2 0 0,5 3 0,1 0 0,-1 0 0,0 1 0,0 1 0,13 10 0,33 36 0,-5-3 0,-21-24 0,-11-10 0,0 0 0,1 0 0,0-2 0,25 14 0,-43-27 0,1 0 0,-1 0 0,0 0 0,0 1 0,0-1 0,1 0 0,-1 0 0,0 0 0,1 1 0,-1-1 0,0 0 0,0 0 0,1 0 0,-1 0 0,0 0 0,1 0 0,-1 0 0,0 0 0,1 0 0,-1 0 0,0 0 0,1 0 0,-1 0 0,0 0 0,0 0 0,1 0 0,-1 0 0,0 0 0,1 0 0,-1-1 0,0 1 0,0 0 0,1 0 0,-1 0 0,0 0 0,0-1 0,1 1 0,-4-13 0,-12-15 0,-10-8 0,-1-1 0,-23-46 0,43 71 0,0-1 0,0 0 0,2 0 0,0 0 0,0-1 0,1 1 0,-2-29 0,5 40 0,0 0 0,0-1 0,0 1 0,0 0 0,0 0 0,0-1 0,1 1 0,-1 0 0,1 0 0,-1 0 0,1-1 0,0 1 0,0 0 0,0 0 0,0 0 0,1 0 0,-1 0 0,0 1 0,1-1 0,-1 0 0,1 1 0,0-1 0,-1 1 0,1-1 0,0 1 0,0 0 0,0 0 0,0 0 0,0 0 0,0 0 0,0 0 0,1 0 0,-1 1 0,0-1 0,0 1 0,1 0 0,-1-1 0,0 1 0,0 0 0,1 1 0,-1-1 0,0 0 0,3 1 0,6 1-195,-1 1 0,1 0 0,-1 0 0,0 1 0,-1 0 0,14 8 0,-7-2-6631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4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144 211 24575,'19'61'0,"32"118"0,-51-177 0,1 0 0,-1-1 0,0 1 0,1 0 0,-1-1 0,0 1 0,0 0 0,0-1 0,0 1 0,0 0 0,-1 2 0,1-4 0,0 0 0,0 0 0,-1 0 0,1 0 0,0 0 0,0 0 0,0 1 0,0-1 0,0 0 0,0 0 0,-1 0 0,1 0 0,0 0 0,0 0 0,0 0 0,0 0 0,0 0 0,-1 0 0,1 0 0,0 0 0,0 0 0,0 0 0,0 0 0,-1 0 0,1 0 0,0 0 0,0 0 0,0 0 0,0 0 0,0 0 0,-1 0 0,1 0 0,0 0 0,0 0 0,0 0 0,0-1 0,-11-8 0,-11-18 0,-22-36 0,20 28 0,6 9 0,1-2 0,2 0 0,1-1 0,0-1 0,-10-38 0,22 62 0,1 0 0,-1 0 0,1 1 0,1-1 0,-1 0 0,1 0 0,0 0 0,0 0 0,1 0 0,1-7 0,-1 10 0,0 0 0,0 1 0,0-1 0,0 0 0,1 1 0,-1-1 0,1 1 0,-1-1 0,1 1 0,0 0 0,0-1 0,0 1 0,1 0 0,-1 0 0,0 1 0,1-1 0,-1 0 0,1 1 0,-1 0 0,1-1 0,0 1 0,3-1 0,5-1 0,1 1 0,-1 0 0,1 0 0,-1 1 0,1 1 0,0 0 0,-1 1 0,1 0 0,-1 0 0,1 2 0,-1-1 0,0 1 0,14 6 0,3 2 0,-1 2 0,0 1 0,47 33 0,-69-44 0,0 1 0,0 0 0,0 0 0,-1 0 0,6 7 0,-9-11 0,-1 1 0,1 0 0,-1 0 0,1 0 0,-1-1 0,1 1 0,-1 0 0,1 0 0,-1 0 0,0 0 0,0 0 0,1 0 0,-1 0 0,0 0 0,0 0 0,0 0 0,0 0 0,0 0 0,0 0 0,0 0 0,0 0 0,-1 0 0,1 0 0,0 0 0,-1-1 0,1 1 0,0 0 0,-1 0 0,1 0 0,-1 0 0,1 0 0,-1-1 0,0 1 0,1 0 0,-1 0 0,0-1 0,0 1 0,1-1 0,-1 1 0,0-1 0,-1 2 0,-6 2 0,1 0 0,-1-1 0,1 0 0,-1 0 0,0-1 0,0 1 0,-1-2 0,-15 2 0,-72-1 0,63-3 0,-52 0-1365,66 1-5461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4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62 24575,'-26'-9'0,"-47"-17"0,63 24 0,0-1 0,0 2 0,1-1 0,-1 1 0,-15 1 0,24 0 0,-1 0 0,1 0 0,-1 0 0,1 0 0,0 0 0,-1 0 0,1 1 0,-1-1 0,1 1 0,0-1 0,-1 1 0,1-1 0,0 1 0,0 0 0,-1-1 0,1 1 0,0 0 0,0 0 0,0 0 0,0 0 0,0 0 0,0 0 0,0 0 0,0 1 0,-1 1 0,2-1 0,0 0 0,0 0 0,-1 0 0,1 0 0,0 0 0,1 0 0,-1 0 0,0 0 0,1 0 0,-1-1 0,1 1 0,-1 0 0,1 0 0,0 0 0,0-1 0,0 1 0,0 0 0,1 2 0,6 6 0,0 1 0,0-1 0,1-1 0,0 0 0,1 0 0,0-1 0,0 0 0,16 9 0,-18-12 0,0-1 0,1 0 0,-1 0 0,1-1 0,0 0 0,0 0 0,0-1 0,0 0 0,1-1 0,-1 0 0,1-1 0,11 0 0,-19 0 0,0 0 0,0-1 0,0 1 0,1-1 0,-1 1 0,0-1 0,-1 0 0,1 0 0,0 1 0,0-2 0,0 1 0,0 0 0,-1 0 0,1 0 0,0-1 0,-1 1 0,1-1 0,-1 1 0,0-1 0,0 0 0,1 1 0,-1-1 0,0 0 0,0 0 0,0 0 0,-1 0 0,1 0 0,0 0 0,-1 0 0,0 0 0,1 0 0,-1 0 0,0 0 0,0 0 0,0 0 0,-1-4 0,1-1 0,-1 1 0,0 0 0,0 1 0,-1-1 0,1 0 0,-1 0 0,-1 1 0,1-1 0,-1 1 0,0-1 0,-6-7 0,4 7-76,0 1 1,-1 0-1,1 0 0,-1 0 0,0 0 0,0 1 0,-1 0 0,1 0 1,-1 1-1,0 0 0,0 0 0,0 1 0,0-1 0,0 2 1,0-1-1,-1 1 0,-12-1 0,4 2-6750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75 747 24575,'7'-13'0,"2"-6"0,0 0 0,13-40 0,-15 24 0,6-62 0,-11 70 0,1-5 0,-2 0 0,-1 1 0,-2-1 0,-1 0 0,-12-52 0,8 58 0,-1-1 0,-1 2 0,-1-1 0,-2 1 0,0 1 0,-30-44 0,41 66 0,0 1 0,0 0 0,0 0 0,0-1 0,0 1 0,-1 0 0,1 0 0,0 0 0,-3-1 0,3 2 0,1 0 0,0 0 0,-1 0 0,1 0 0,0 0 0,-1 0 0,1 0 0,-1 0 0,1 0 0,0 0 0,-1 0 0,1 0 0,-1 0 0,1 0 0,0 0 0,-1 1 0,1-1 0,0 0 0,-1 0 0,1 0 0,0 1 0,0-1 0,-1 0 0,1 0 0,0 1 0,-1-1 0,1 0 0,0 1 0,0-1 0,0 0 0,-1 1 0,1-1 0,0 0 0,0 1 0,0-1 0,0 1 0,0-1 0,0 0 0,0 1 0,0-1 0,0 0 0,0 1 0,0 0 0,-1 5 0,0 1 0,1-1 0,0 1 0,0-1 0,2 14 0,9 34 0,-5-26 0,1 5 0,2 0 0,1 0 0,2-1 0,25 51 0,-28-65 0,2-1 0,0 0 0,1-1 0,1 0 0,0-1 0,1-1 0,0 0 0,2 0 0,20 13 0,-20-15 0,1-2 0,1 0 0,-1-1 0,2-1 0,-1 0 0,1-2 0,0 0 0,0-1 0,1-1 0,32 3 0,-47-7 0,0 0 0,0 0 0,0 0 0,0-1 0,1 0 0,-1 0 0,0 0 0,0-1 0,-1 0 0,1 0 0,0 0 0,-1 0 0,1-1 0,-1 0 0,1 0 0,-1 0 0,0 0 0,3-4 0,-3 2 0,0-1 0,0 1 0,0 0 0,-1-1 0,0 0 0,0 0 0,-1 0 0,0 0 0,0 0 0,0-1 0,0 1 0,-1 0 0,1-13 0,-2 11 0,0 0 0,0 1 0,-1-1 0,0 0 0,-1 0 0,1 0 0,-1 1 0,-1-1 0,1 1 0,-2-1 0,1 1 0,-1 0 0,0 0 0,0 0 0,0 1 0,-1 0 0,0 0 0,-1 0 0,1 0 0,-1 1 0,0 0 0,0 0 0,-9-5 0,10 7 0,2 1 0,0 0 0,-1 0 0,1 0 0,-1 0 0,-5-1 0,8 2 0,0 1 0,0 0 0,1 0 0,-1 0 0,0 0 0,0 0 0,0 0 0,1 0 0,-1 0 0,0 0 0,0 0 0,0 1 0,1-1 0,-1 0 0,0 0 0,0 1 0,1-1 0,-1 1 0,0-1 0,1 1 0,-1-1 0,0 1 0,1-1 0,-1 1 0,1-1 0,-1 1 0,0 0 0,1-1 0,0 1 0,-1 0 0,1-1 0,-1 2 0,-1 4 0,0 0 0,0 0 0,0 0 0,1 0 0,0 0 0,0 0 0,1 0 0,0 12 0,1-2 0,1-1 0,5 22 0,-5-26 0,2 0 0,0 0 0,0 0 0,1-1 0,0 1 0,1-1 0,0 0 0,1-1 0,0 0 0,0 0 0,1 0 0,0-1 0,1 0 0,14 10 0,-11-10 0,0 0 0,1-1 0,0 0 0,0-1 0,1-1 0,0 0 0,-1-1 0,2 0 0,-1-1 0,0-1 0,18 1 0,-28-2-60,17 0-266,0 0 0,0-2-1,37-4 1,-44 1-6500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5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24575,'2'8'0,"2"7"0,-1 4 0,-1 3 0,0 1 0,-1-1 0,0-5-8191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5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2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1 104 24575,'1'-6'0,"1"1"0,0-1 0,0 1 0,0 0 0,0 0 0,1 0 0,0 0 0,0 0 0,1 0 0,-1 1 0,1 0 0,0 0 0,0 0 0,0 0 0,1 0 0,-1 1 0,1 0 0,0 0 0,0 0 0,0 0 0,0 1 0,0 0 0,1 0 0,-1 0 0,1 1 0,-1 0 0,1 0 0,0 0 0,-1 1 0,1 0 0,0 0 0,-1 0 0,1 1 0,0 0 0,-1 0 0,1 0 0,-1 0 0,7 4 0,-6-2 0,-1 0 0,1 0 0,-1 0 0,0 1 0,0 0 0,0 0 0,0 0 0,-1 1 0,0 0 0,0 0 0,0 0 0,0 0 0,-1 0 0,0 1 0,0 0 0,-1-1 0,1 1 0,-1 0 0,0 0 0,1 11 0,0 5 0,0 0 0,-2 0 0,0 0 0,-4 36 0,-4-14 0,4-31 0,1 0 0,1 0 0,0 0 0,0 0 0,2 15 0,0-24 0,-1-1 0,1 0 0,0 0 0,0 0 0,0 0 0,0 0 0,1 0 0,-1 0 0,1 0 0,0 0 0,-1-1 0,1 1 0,1-1 0,-1 1 0,0-1 0,0 0 0,1 0 0,0 0 0,-1 0 0,1 0 0,0 0 0,0-1 0,0 0 0,0 1 0,5 0 0,3 1 0,0-1 0,0 0 0,0 0 0,20-1 0,45-6 0,-73 5-170,0-1-1,0 1 0,-1-1 1,1 0-1,0 0 0,-1 0 1,6-2-1,1-4-6655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2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17 24575,'-30'-5'0,"-13"-1"0,2 2 0,4 2 0,7 4 0,6 2 0,4 2 0,3 1 0,4 1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2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 24575,'-25'-3'0,"-11"0"0,-2 0 0,1 0 0,4 2 0,5-1 0,5 2 0,6 0-8191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3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44 24575,'-30'-7'0,"-13"-3"0,-1 0 0,4 2 0,7 3 0,6 2 0,5 3 0,4 5 0,2 2 0,2-1 0,3-1-8191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4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416 151 24575,'-7'-13'0,"0"0"0,-2 1 0,1-1 0,-1 2 0,-1-1 0,0 2 0,-1-1 0,0 1 0,0 1 0,-24-15 0,31 22 0,1 0 0,-1 0 0,0 1 0,0-1 0,0 1 0,-1 0 0,1 0 0,0 1 0,0-1 0,-1 1 0,-5 0 0,-3 1 0,-1 1 0,-16 4 0,18-2 0,-1-2 0,-18 2 0,23-4 0,1 0 0,-1 1 0,0 0 0,0 0 0,1 1 0,-1 0 0,-11 5 0,16-5 0,0-1 0,0 1 0,0 0 0,1 0 0,-1 0 0,1 0 0,-1 1 0,1-1 0,0 0 0,0 1 0,0 0 0,0 0 0,0-1 0,1 1 0,-1 0 0,1 0 0,0 1 0,0-1 0,0 0 0,-1 5 0,1 0 0,0-1 0,0 1 0,1 0 0,0-1 0,0 1 0,1 0 0,0-1 0,0 1 0,1-1 0,3 11 0,-3-14 0,0 0 0,0 0 0,0 0 0,0 0 0,1 0 0,-1 0 0,1-1 0,0 1 0,0-1 0,0 0 0,1 0 0,-1 0 0,1 0 0,-1-1 0,1 1 0,0-1 0,0 0 0,0 0 0,5 1 0,-1 0 0,5 1 0,-1 0 0,1-1 0,-1 0 0,19 1 0,9 1 0,-30-2 0,-1-2 0,0 0 0,12 0 0,-18-1 0,0 0 0,0 0 0,0-1 0,0 1 0,0-1 0,-1 0 0,1 0 0,0 0 0,0 0 0,-1 0 0,1-1 0,0 0 0,-1 1 0,3-3 0,-2 1 0,0 0 0,0 0 0,-1-1 0,1 1 0,-1 0 0,0-1 0,0 1 0,0-1 0,0 0 0,-1 0 0,0 1 0,0-1 0,0 0 0,1-7 0,-1-1 0,0 1 0,-1-1 0,-3-22 0,3 32 0,-1-1 0,1 0 0,-1 0 0,1 1 0,-1-1 0,0 1 0,0-1 0,0 0 0,-2-3 0,1 6 0,2 4 0,3 6 0,4 4 0,2 0 0,0-1 0,0 1 0,15 13 0,-3 0 0,9 7-682,44 42-1,-65-67-6143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4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 24575,'5'-7'0,"-2"7"0,2 13 0,-3 23 0,-2-36 0,-1 96 0,2 69 0,5-114 0,18 70 0,-20-102 0,3 10 0,-1-5 0,-2 0 0,4 36 0,-1 14 0,1 11 0,-9 145 0,0-215 0,0-1 0,-4 18 0,2-16 0,-2 25 0,-2 35 0,3-49 0,0 33 0,5 462 0,-2-497 0,-6 32 0,0 18 0,6 41 0,-7 128 0,-7-57 0,11-153 0,-13 227 0,18 321 0,-9-477 0,1-7 0,-1 43 0,0 20 0,10-65 0,-3 104 0,-6-119 0,-1 32 0,9-33 0,3-1 0,21 106 0,-17-123 0,-3 0 0,-3 89 0,-2-127 0,0-18-59,0 1 0,-1-1-1,0 0 1,0 1-1,0-1 1,-1 0 0,0 0-1,0 0 1,0 0 0,-1 0-1,0 0 1,0-1 0,0 1-1,-1-1 1,0 0-1,0 0 1,0 0 0,-1-1-1,0 1 1,1-1 0,-1 0-1,-9 5 1,1-3-6767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44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7386 193 24575,'-23'-6'0,"-38"-6"0,27 6 0,1 2 0,1 1 0,0 2 0,-34 2 0,5 1 0,-43-1 0,-116-3 0,63-12 0,9 0 0,56 7 0,-38-2 0,-57 18 0,83-2 0,9-1 0,-77 3 0,163-9 0,-213 8 0,154-4 0,0-3 0,-79-9 0,113 5 0,-160 1 0,30 1 0,78-7 0,-28 1 0,-123 8 0,-144-2 0,137-14 0,150 10 0,-130-5 0,112 9 0,-113 3 0,120 5 0,-36 1 0,85-8 0,-274-1 0,216-8 0,49 4 0,0-2 0,-27-1 0,-6 0 0,-19 1 0,-721 7 0,803-2 0,0-1 0,-37-9 0,2 0 0,-126-17 0,165 24 0,-2 0 0,-51-1 0,21 5 0,-99 3 0,1 12 0,135-11-1365,4 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2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24575,'14'-16'0,"-10"11"0,1 0 0,0 1 0,-1-1 0,7-4 0,-4 5 0,-1 0 0,1 0 0,0 1 0,0 0 0,0 0 0,1 1 0,-1 0 0,1 0 0,-1 1 0,1-1 0,9 1 0,-4 1 0,1 1 0,0 0 0,-1 1 0,1 1 0,19 5 0,8 4 0,55 17 0,11 16 0,163 95 0,-196-105 0,-44-21 0,29 17 0,5 7 0,-27-18 0,0 3 0,46 37 0,-47-30 0,45 42 0,46 69 0,7 7 0,-10-4 0,-106-117 0,-1 0 0,-1 1 0,22 54 0,-20-42 0,24 40 0,-11-26 0,-3 1 0,-2 2 0,25 79 0,-18-19 0,-17-28 0,-14-78 30,-1 1 0,0-1 0,0 15 0,-1-22-165,-1 1 0,1-1 0,-1 1 0,0-1 0,0 0 0,0 1 0,-1-1 0,0 0 0,0 0 0,-4 8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4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2066 45 24575,'-2'-1'0,"0"0"0,0-1 0,0 1 0,0 0 0,0 0 0,0 0 0,0 0 0,0 0 0,0 0 0,0 1 0,-1-1 0,-1 0 0,-33-1 0,2-1 0,35 3 0,-32-8 0,-1 2 0,0 0 0,-50-1 0,72 8 0,0 0 0,0 0 0,0 1 0,-21 7 0,-41 20 0,30-12 0,-26 16 0,-8 2 0,-7-9 0,50-17 0,-41 18 0,26-7 0,-37 19 0,57-23 0,-73 36 0,82-43 0,-1-1 0,0-1 0,-26 6 0,-81 18 0,119-28 0,-1 0 0,0 0 0,1 1 0,-1 1 0,-12 8 0,-24 10 0,37-19 0,0 0 0,1 0 0,-1 1 0,1 0 0,0 1 0,1-1 0,-1 2 0,1-1 0,1 1 0,-1 0 0,1 0 0,0 1 0,1-1 0,-1 1 0,2 1 0,-1-1 0,-3 10 0,-4 5 0,-1 0 0,-33 42 0,20-30 0,-154 246 0,151-226 0,-39 106 0,30-72 0,-6 20 0,37-87 0,2 1 0,0 0 0,2 0 0,0 0 0,1 25 0,1-22 0,-7 38 0,6-50 0,-10 59-1365,9-60-5461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5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35 24575,'0'-5'0,"1"3"0,-1 1 0,0-1 0,0 1 0,0-1 0,0 0 0,0 1 0,0-1 0,0 1 0,-1-1 0,1 1 0,0-1 0,-1 1 0,1 0 0,-1-1 0,0 1 0,1-1 0,-3-1 0,3 3 0,0 0 0,0 0 0,-1 0 0,1 0 0,0 0 0,0 0 0,0 0 0,-1 0 0,1 0 0,0 0 0,0 0 0,0 0 0,0 0 0,-1 1 0,1-1 0,0 0 0,0 0 0,0 0 0,0 0 0,-1 0 0,1 1 0,0-1 0,0 0 0,0 0 0,0 0 0,0 0 0,0 1 0,0-1 0,0 0 0,0 0 0,-1 0 0,1 0 0,0 1 0,0-1 0,0 0 0,0 1 0,-2 9 0,1-8 0,-4 19 0,-2 9 0,0 1 0,2-1 0,-2 53 0,7-52 0,0 2 0,1 1 0,8 45 0,-1-19 0,-6-39 0,8 37 0,80 195 0,-71-204 0,-11-31 0,0-1 0,1 0 0,16 22 0,39 43 0,-61-78 0,34 40 0,37 61 0,-47-62 0,41 48 0,-26-45 0,92 76 0,-18-38 0,-101-74 0,3 4 0,1 1 0,-2 1 0,21 23 0,1 1 0,-17-21 0,2 0 0,0-2 0,44 23 0,-41-25 0,45 24 0,82 31 0,92 31-1365,-222-92-5461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2088 1 24575,'-1'12'0,"0"0"0,-1 0 0,0 0 0,-1 0 0,-1 0 0,-5 14 0,-37 74 0,31-70 0,5-7 0,-11 38 0,2-3 0,9-36 0,-1 0 0,-21 31 0,23-38 0,-2 5 0,0 0 0,1 1 0,1 0 0,-9 35 0,6-21 0,0-1 0,-3-1 0,-1 0 0,-1-1 0,-1-1 0,-2 0 0,-33 38 0,16-18 0,-42 76 0,61-98 0,12-16 0,-1-1 0,-1-1 0,0 1 0,-1-1 0,0-1 0,-1 0 0,0 0 0,-1 0 0,0-2 0,-14 10 0,-13 2 0,-1-2 0,-60 20 0,-1 0 0,53-21 0,-64 16 0,27-10 0,82-22 0,-105 35 0,87-28 0,1 1 0,0 1 0,-23 16 0,19-10 0,0-2 0,-1 0 0,-50 20 0,43-23 0,8-2 0,0-1 0,0 0 0,-40 5 0,-156 21 0,98-14 0,95-15-1365,4 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8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10 24575,'-3'-5'0,"0"1"0,2 4 0,2 4 0,1 4 0,-1 3 0,3 5 0,0 2 0,0 0 0,-1 0 0,-1 0 0,-1-2 0,-1-2-8191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488 137 24575,'-3'-3'0,"-5"0"0,-4-3 0,-6-2 0,-6-1 0,-5 0 0,-4-2 0,-5-1 0,-3 1 0,-5 0 0,-2 0 0,-3-2 0,0 3 0,3-1 0,11 2-8191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71 24575,'-1'6'0,"0"0"0,0-1 0,1 1 0,-1 0 0,1 0 0,0-1 0,1 1 0,0 0 0,-1 0 0,2-1 0,-1 1 0,1 0 0,0-1 0,0 0 0,0 1 0,1-1 0,0 0 0,0 0 0,0 0 0,1-1 0,-1 1 0,1-1 0,0 0 0,0 0 0,1 0 0,-1 0 0,7 3 0,9 5 0,0 0 0,1-1 0,0-1 0,1 0 0,0-2 0,0-1 0,45 8 0,-61-14 0,-1 0 0,0-1 0,0 1 0,0-2 0,1 1 0,-1 0 0,0-1 0,0 0 0,6-2 0,-8 2 0,-1 1 0,0-1 0,0 0 0,0 0 0,0 0 0,0-1 0,-1 1 0,1 0 0,0-1 0,0 1 0,-1-1 0,1 0 0,-1 1 0,0-1 0,1 0 0,-1 0 0,0 0 0,0 0 0,0 0 0,0 0 0,-1 0 0,1 0 0,0-4 0,1-4 0,-2 1 0,1-1 0,-2 0 0,1 1 0,-1-1 0,-1 0 0,-2-11 0,-25-66 0,24 71 0,1 6 0,0-2 0,0 1 0,-1 0 0,-6-11 0,10 22 0,1 2 0,3 8 0,5 13 0,-2-9 0,1-1 0,0 0 0,1-1 0,0 1 0,1-2 0,1 1 0,0-1 0,0-1 0,1 1 0,0-2 0,24 16 0,-34-24 0,1 0 0,-1 0 0,0-1 0,1 1 0,-1-1 0,0 1 0,1-1 0,-1 1 0,1-1 0,-1 0 0,1 0 0,-1 0 0,1 0 0,-1 0 0,0 0 0,1 0 0,-1 0 0,1 0 0,-1-1 0,1 1 0,-1-1 0,3 0 0,-4 0 0,1 1 0,-1-1 0,1 1 0,-1-1 0,1 1 0,-1-1 0,1 1 0,-1-1 0,0 1 0,1-1 0,-1 1 0,0-1 0,1 0 0,-1 1 0,0-1 0,0 0 0,0 1 0,0-1 0,0-1 0,0 1 0,0-1 0,0 0 0,0 1 0,-1-1 0,1 1 0,-1-1 0,1 1 0,-1-1 0,1 1 0,-1-1 0,-1-1 0,1 1-136,-1-1-1,1 1 1,-1-1-1,0 1 1,1 0-1,-1 0 1,0 0-1,0 0 0,-5-3 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24575,'31'31'0,"-7"-6"0,0-1 0,1-2 0,34 24 0,-56-44 0,0 0 0,0 0 0,1-1 0,-1 1 0,0-1 0,1 0 0,-1 0 0,0 0 0,1 0 0,0 0 0,6-1 0,-9 0 0,1 0 0,0 0 0,-1-1 0,1 1 0,0-1 0,-1 1 0,1-1 0,-1 0 0,1 1 0,-1-1 0,1 0 0,-1 0 0,0 0 0,1 0 0,-1 0 0,0-1 0,0 1 0,0 0 0,0-1 0,0 1 0,0 0 0,0-1 0,0 1 0,-1-1 0,1 0 0,0-1 0,2-5 0,-1-1 0,0 1 0,0-1 0,-1 1 0,0-1 0,-1 1 0,-1-13 0,0-2 0,-9-34 0,10 57 0,0 0 0,0 0 0,0 0 0,0 0 0,0 0 0,0 0 0,0 0 0,0 0 0,0-1 0,-1 1 0,1 0 0,0 0 0,0 0 0,0 0 0,0 0 0,0 0 0,0 0 0,0 0 0,0 0 0,0 0 0,0-1 0,0 1 0,0 0 0,0 0 0,0 0 0,0 0 0,0 0 0,0 0 0,0 0 0,0 0 0,0 0 0,0-1 0,0 1 0,0 0 0,1 0 0,-1 0 0,0 0 0,0 0 0,0 0 0,0 0 0,0 0 0,0 0 0,0 0 0,0 0 0,0 0 0,0 0 0,0 0 0,0 0 0,0-1 0,1 1 0,-1 0 0,0 0 0,0 0 0,0 0 0,0 0 0,0 0 0,0 0 0,0 0 0,0 0 0,0 0 0,0 0 0,1 0 0,-1 0 0,0 0 0,0 0 0,7 7 0,8 11 0,-15-18 0,39 58-1365,-30-47-5461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24575,'23'17'0,"9"9"0,0 2 0,-3-3 0,-7-7-8191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0,2 3 0,1 1 0,1 2 0,-2-3-8191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24575,'13'18'0,"3"10"0,3 6 0,-1 2 0,0-2 0,0-3 0,-2-1 0,0-3 0,-3-1 0,-2 0 0,1-2 0,0 0 0,1-2 0,0-2 0,-1-1 0,-1-3 0,-2-2-8191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3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30 24575,'-30'-8'0,"-13"-2"0,-1 3 0,4 3 0,7 7 0,6 5 0,5 4 0,4 5 0,5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1 24575,'-36'0'0,"-6"-1"0,-66 8 0,104-6 0,1-1 0,-1 1 0,1 0 0,-1 0 0,1 0 0,0 1 0,-1-1 0,1 1 0,0-1 0,0 1 0,0 0 0,-4 4 0,6-5 0,0 0 0,1 0 0,-1 1 0,0-1 0,0 0 0,0 1 0,1-1 0,-1 1 0,1-1 0,-1 0 0,1 1 0,0 0 0,0-1 0,-1 1 0,1-1 0,0 1 0,0-1 0,0 1 0,1-1 0,-1 1 0,0-1 0,1 1 0,-1-1 0,1 1 0,-1-1 0,1 1 0,-1-1 0,1 0 0,0 1 0,1 1 0,6 9 0,1 0 0,0 0 0,1 0 0,1-2 0,-1 1 0,20 13 0,77 48 0,-86-61 0,1 0 0,0-1 0,0-1 0,1-2 0,0 0 0,1-1 0,33 4 0,-53-10-72,0 1 1,1-1-1,-1 0 0,0 0 0,1 0 0,-1-1 0,0 1 0,1-1 1,-1 0-1,0 0 0,0-1 0,0 1 0,0-1 0,0 0 0,0 0 1,-1 0-1,1-1 0,4-3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24575,'8'15'0,"4"5"0,4 2 0,0-3 0,-1-5-8191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4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24575,'13'8'0,"3"4"0,3 4 0,-3-2-8191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4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178 265 24575,'1'1'0,"-1"-1"0,0 1 0,1-1 0,-1 1 0,0-1 0,0 1 0,1 0 0,-1-1 0,0 1 0,0-1 0,0 1 0,0-1 0,0 1 0,0-1 0,0 1 0,0 0 0,0-1 0,0 1 0,0-1 0,0 1 0,0 0 0,0-1 0,-1 2 0,0-2 0,1 0 0,0 0 0,-1 0 0,1 0 0,-1 0 0,1 0 0,-1 0 0,1 0 0,-1 0 0,1 0 0,-1 0 0,1 0 0,-1-1 0,1 1 0,0 0 0,-1 0 0,1 0 0,-1-1 0,1 1 0,0 0 0,-1 0 0,1-1 0,0 1 0,-1 0 0,1-1 0,0 1 0,-1-1 0,1 1 0,-1-1 0,-33-35 0,2-1 0,-52-76 0,81 109 0,1-1 0,0 1 0,0-1 0,0 1 0,1-1 0,0 0 0,0 0 0,0 1 0,0-1 0,0-9 0,1 13 0,0 0 0,1-1 0,-1 1 0,0 0 0,0 0 0,1-1 0,-1 1 0,0 0 0,1 0 0,0 0 0,-1 0 0,1-1 0,0 1 0,-1 0 0,1 0 0,0 0 0,0 1 0,1-2 0,-1 1 0,1 0 0,-1 0 0,1 1 0,0-1 0,-1 1 0,1 0 0,-1-1 0,1 1 0,0 0 0,-1 0 0,1 0 0,0 0 0,-1 0 0,1 0 0,-1 0 0,1 1 0,0-1 0,1 1 0,2 1-195,0 0 0,0 0 0,-1 1 0,1 0 0,-1-1 0,7 7 0,0-1-6631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4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0 24575,'-11'2'0,"0"0"0,-17 6 0,25-7 0,-1 0 0,1 1 0,0-1 0,0 1 0,0 0 0,0 0 0,0 0 0,0 0 0,1 0 0,-1 1 0,1-1 0,-4 4 0,6-4 0,-1-1 0,0 0 0,1 1 0,0-1 0,-1 1 0,1-1 0,0 1 0,-1-1 0,1 1 0,0-1 0,0 1 0,0 0 0,0-1 0,1 1 0,-1-1 0,0 1 0,1-1 0,-1 1 0,1-1 0,-1 0 0,1 1 0,0-1 0,-1 0 0,1 1 0,0-1 0,0 0 0,1 2 0,4 4 0,0 0 0,0-1 0,10 8 0,-13-12 0,9 9 0,1-1 0,1 0 0,-1-1 0,25 11 0,-32-17 0,0 0 0,0-1 0,1 0 0,-1 0 0,1 0 0,0-1 0,-1 0 0,1 0 0,0-1 0,0 0 0,0 0 0,-1-1 0,14-2 0,-19 3-80,1-1 0,0 1-1,-1-1 1,1 1 0,-1-1-1,1 0 1,0 0 0,-1 0-1,0 0 1,1 0 0,-1 0 0,0 0-1,1-1 1,-1 1 0,0 0-1,2-3 1,1-5-6746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5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267 728 24575,'7'-30'0,"-2"0"0,0 0 0,-2-1 0,-2-59 0,-2 67 0,-2-1 0,-1 0 0,-1 1 0,-1 0 0,-1 0 0,-18-42 0,-5 10 0,-2 1 0,-55-69 0,39 57 0,47 65 0,1 0 0,-1 0 0,1 0 0,-1 1 0,1-1 0,-1 0 0,1 0 0,-1 1 0,0-1 0,1 1 0,-1-1 0,0 0 0,1 1 0,-1-1 0,0 1 0,0 0 0,0-1 0,1 1 0,-1 0 0,0-1 0,0 1 0,0 0 0,0 0 0,0 0 0,0-1 0,0 1 0,1 0 0,-1 1 0,0-1 0,0 0 0,0 0 0,-1 0 0,1 1 0,0 0 0,0 0 0,0 0 0,0 0 0,0 0 0,0 1 0,0-1 0,0 0 0,1 0 0,-1 0 0,0 1 0,1-1 0,-1 0 0,1 1 0,0-1 0,-1 1 0,1-1 0,0 0 0,0 1 0,0 2 0,0 6 0,1 0 0,0 0 0,0 1 0,7 18 0,16 39 0,-7-28 0,2 0 0,38 57 0,-47-83 0,2-1 0,-1 0 0,25 20 0,-25-25 0,0 0 0,1 0 0,0-1 0,0 0 0,0-1 0,1-1 0,0 0 0,0-1 0,0 0 0,1-1 0,-1 0 0,25 1 0,-29-4 0,0 0 0,1 0 0,-1-1 0,0-1 0,0 1 0,0-2 0,0 1 0,15-7 0,-18 6 0,0 0 0,0-1 0,0 0 0,0 0 0,-1 0 0,1-1 0,-1 0 0,0 0 0,-1 0 0,1 0 0,-1-1 0,5-9 0,-6 10 0,0-1 0,-1 1 0,0-1 0,0 0 0,0 0 0,-1 0 0,1 0 0,-1 0 0,-1 0 0,1 0 0,-2-12 0,1 15 0,0 1 0,-1 0 0,1-1 0,-1 1 0,0-1 0,0 1 0,0 0 0,0-1 0,0 1 0,0 0 0,-1 0 0,1 0 0,-1 0 0,1 0 0,-1 0 0,0 1 0,1-1 0,-1 0 0,0 1 0,0-1 0,0 1 0,-1 0 0,1 0 0,0 0 0,0 0 0,-1 0 0,1 0 0,-1 1 0,1-1 0,0 1 0,-5-1 0,-1 0 0,0 1 0,0-1 0,0 1 0,-1 1 0,1 0 0,0 0 0,-11 3 0,16-3 0,1 0 0,-1 0 0,1 0 0,0 0 0,-1 1 0,1-1 0,0 1 0,0-1 0,0 1 0,0 0 0,0 0 0,0 0 0,0 0 0,1 0 0,-1 0 0,1 0 0,-1 0 0,1 1 0,0-1 0,0 1 0,0-1 0,0 1 0,1-1 0,-1 1 0,1 0 0,-1 2 0,1-1 0,0 0 0,1 0 0,-1-1 0,1 1 0,0 0 0,0-1 0,0 1 0,0-1 0,1 1 0,0-1 0,-1 0 0,1 1 0,0-1 0,1 0 0,-1 0 0,0-1 0,1 1 0,0 0 0,-1-1 0,5 3 0,5 5 0,1-2 0,-1 1 0,23 9 0,-14-7-195,0-1 0,1-1 0,0-1 0,0 0 0,1-2 0,33 5 0,-41-10-6631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3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160 224 24575,'6'33'0,"2"-1"0,1 0 0,1 0 0,2-1 0,28 51 0,12 27 0,-51-106 0,-3-2 0,-7-8 0,-12-11 0,4-1 0,1-1 0,-17-26 0,0 0 0,0 0 0,2-3 0,-32-64 0,54 95 0,-13-39 0,20 50 0,0 0 0,1 0 0,-1 0 0,1 0 0,1 0 0,-1 0 0,1 0 0,0 0 0,2-10 0,-1 15 0,0-1 0,-1 1 0,1 0 0,0-1 0,0 1 0,1 0 0,-1 0 0,0-1 0,1 1 0,0 0 0,-1 0 0,1 1 0,0-1 0,3-3 0,-1 3 0,0-1 0,1 1 0,-1 0 0,0 0 0,1 0 0,0 0 0,5 0 0,4-1 0,1 1 0,0 0 0,0 2 0,15 0 0,-18 1 0,1 0 0,-1 1 0,1 1 0,21 7 0,-27-8 0,-1 1 0,0-1 0,1 1 0,-1 1 0,0-1 0,-1 1 0,1 0 0,-1 1 0,1-1 0,5 8 0,-10-11 0,1 1 0,-1 0 0,0 0 0,1 0 0,-1 0 0,0 0 0,0 0 0,-1 0 0,1 0 0,0 0 0,-1 1 0,1-1 0,-1 0 0,0 0 0,0 1 0,0-1 0,0 0 0,0 4 0,-1-3 0,0 0 0,0 0 0,0 0 0,-1 0 0,1 0 0,-1-1 0,0 1 0,1-1 0,-1 1 0,0-1 0,-1 0 0,-2 3 0,-3 1 0,0 1 0,-1-2 0,0 1 0,0-1 0,0-1 0,-1 0 0,-10 4 0,0-2-455,-1-1 0,-23 4 0,29-8-6371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4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32 24575,'8'18'0,"0"1"0,-1 0 0,-1 0 0,-1 0 0,3 21 0,-8-39 0,1 1 0,-1 0 0,0-1 0,0 1 0,0-1 0,0 1 0,0 0 0,0-1 0,0 1 0,-1-1 0,1 1 0,0-1 0,-1 1 0,0-1 0,1 1 0,-2 2 0,1-4 0,0 1 0,0 0 0,-1 0 0,1 0 0,0-1 0,0 1 0,0-1 0,-1 1 0,1-1 0,0 1 0,0-1 0,-1 0 0,1 0 0,0 0 0,-1 0 0,1 0 0,0 0 0,-1 0 0,1 0 0,-3-1 0,-6 0 0,1-1 0,-1-1 0,1 0 0,-1 0 0,-9-6 0,-44-24 0,49 25 0,0-1 0,-18-16 0,28 22 0,0 0 0,1 0 0,-1-1 0,1 1 0,0-1 0,0 0 0,1 0 0,-1 0 0,1-1 0,0 1 0,0 0 0,-2-9 0,3 11 6,1 1-1,0-1 1,0 1-1,0 0 0,0-1 1,0 1-1,0-1 1,0 1-1,0-1 1,1 1-1,-1 0 1,0-1-1,1 1 0,-1 0 1,1-1-1,0 1 1,-1 0-1,1 0 1,0-1-1,0 1 1,1-1-1,0 0-129,0 1 0,0-1 1,0 1-1,0-1 0,0 1 0,1 0 1,-1 0-1,0 0 0,0 1 0,1-1 1,3 0-1,7-1-6702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5.0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24575,'11'51'0,"2"0"0,35 86 0,-34-106 0,1-1 0,1-1 0,1 0 0,2-1 0,33 38 0,-52-66 0,1 1 0,0 0 0,-1 0 0,1 0 0,0-1 0,0 1 0,0 0 0,0-1 0,-1 1 0,1-1 0,0 1 0,0-1 0,0 1 0,0-1 0,0 1 0,0-1 0,0 0 0,1 0 0,-1 0 0,0 0 0,0 0 0,0 0 0,0 0 0,0 0 0,2 0 0,-1-1 0,0 0 0,-1 0 0,1 0 0,0 0 0,-1 0 0,1-1 0,-1 1 0,1 0 0,-1-1 0,0 1 0,1-1 0,1-3 0,2-4 0,0-1 0,0 0 0,-1 0 0,3-12 0,-3 11 0,1-1 0,0 1 0,8-11 0,-8 14 0,-1 0 0,0 0 0,0-1 0,0 1 0,-1-1 0,3-15 0,-6 23 0,1 0 0,-1-1 0,0 1 0,0-1 0,0 0 0,0 1 0,0-1 0,0 1 0,-1-1 0,1 1 0,0 0 0,-1-1 0,1 1 0,-1-1 0,1 1 0,-1 0 0,0-1 0,0 1 0,0 0 0,0 0 0,0-1 0,0 1 0,0 0 0,0 0 0,-2-1 0,2 1 0,0 1 0,-1-1 0,1 1 0,0 0 0,-1-1 0,1 1 0,-1 0 0,1 0 0,-1 0 0,1 0 0,0 0 0,-1 0 0,1 0 0,-1 1 0,1-1 0,0 0 0,-1 1 0,1-1 0,0 1 0,-1 0 0,1-1 0,0 1 0,0 0 0,-1 0 0,1 0 0,-1 1 0,-1 0 0,1 0 0,0 0 0,-1 1 0,1-1 0,0 1 0,0-1 0,1 1 0,-1-1 0,0 1 0,1 0 0,0 0 0,0 0 0,-1 0 0,2 0 0,-1 0 0,0 0 0,1 0 0,-1 0 0,1 1 0,0-1 0,0 4 0,1-3 0,0 0 0,0 0 0,0 0 0,1 0 0,-1 0 0,1 0 0,0 0 0,0 0 0,1-1 0,-1 1 0,1-1 0,-1 1 0,1-1 0,0 0 0,5 3 0,2 2 0,1 0 0,0-2 0,0 1 0,1-1 0,0-1 0,0 0 0,0-1 0,21 5 0,6-1 0,60 3 0,-51-10 0,-43-2 0,0 1 0,0-1 0,-1 0 0,1 0 0,0-1 0,-1 1 0,9-5 0,-12 6-38,0 0 0,-1-1 0,1 1 1,0-1-1,-1 1 0,1-1 0,0 0 0,-1 1 0,1-1 0,-1 0 0,1 1 0,-1-1 0,1 0 0,-1 1 0,1-1 0,-1 0 1,0 0-1,1 0 0,-1 0 0,0 1 0,0-1 0,0 0 0,0 0 0,0 0 0,0 0 0,0 1 0,0-1 0,0 0 0,0 0 1,0 0-1,0 0 0,0 0 0,-1 1 0,1-1 0,-1-1 0,-4-6-6788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5.7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24575,'7'2'0,"6"2"0,2-1 0,2-1 0,0 0 0,0-1 0,-3 0-8191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7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11 149 24575,'-10'-14'0,"11"14"0,-1 1 0,1-1 0,0 0 0,-1 0 0,1 0 0,-1 0 0,1 1 0,0-1 0,-1 0 0,1 1 0,-1-1 0,1 0 0,-1 1 0,1-1 0,-1 1 0,1-1 0,-1 1 0,1-1 0,-1 1 0,1 0 0,103 116 0,-103-116 0,4 5 0,0 0 0,1 0 0,0-1 0,0 1 0,0-1 0,1-1 0,13 8 0,-20-12 0,0 1 0,0-1 0,0 0 0,1 0 0,-1 0 0,0 0 0,0 0 0,0 0 0,0 0 0,0 0 0,0 0 0,1 0 0,-1 0 0,0 0 0,0 0 0,0 0 0,0 0 0,0 0 0,1 0 0,-1 0 0,0 0 0,0 0 0,0 0 0,0 0 0,0 0 0,1 0 0,-1 0 0,0 0 0,0 0 0,0 0 0,0 0 0,0 0 0,0 0 0,1 0 0,-1 0 0,0 0 0,0-1 0,0 1 0,0 0 0,0 0 0,0 0 0,0 0 0,0 0 0,0 0 0,0-1 0,1 1 0,-1 0 0,0 0 0,-3-9 0,-8-10 0,10 19 0,-17-28 0,-25-50 0,35 62 0,1-1 0,1 1 0,1-1 0,-7-33 0,12 47 0,0 1 0,-1 0 0,1 0 0,0 0 0,0 0 0,0 0 0,1-1 0,-1 1 0,0 0 0,1 0 0,-1 0 0,1 0 0,0 0 0,0 0 0,0 0 0,0 0 0,2-3 0,-1 3 0,0 1 0,0-1 0,0 0 0,0 1 0,0 0 0,0-1 0,1 1 0,-1 0 0,0 0 0,1 0 0,-1 0 0,1 1 0,-1-1 0,5 0 0,0 1-91,1 0 0,-1 0 0,0 0 0,0 1 0,1 0 0,-1 0 0,0 1 0,0 0 0,0 0 0,-1 1 0,1 0 0,-1 0 0,1 0 0,10 8 0,-3-1-6735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8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27 24575,'-3'-3'0,"2"0"0,1-3 0,4 0 0,-3 1 0,-3 1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9.1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56 24575,'-5'-12'0,"0"-5"0,5 1 0,1 6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0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4 194 24575,'14'-7'0,"1"2"0,1 0 0,24-5 0,-28 8 0,0-1 0,0 0 0,0-1 0,0 0 0,0-1 0,18-10 0,-28 14 0,-1 0 0,0 0 0,1 0 0,-1 0 0,1-1 0,-1 1 0,0 0 0,0-1 0,0 1 0,0-1 0,0 1 0,0-1 0,0 1 0,0-1 0,-1 1 0,1-1 0,0 0 0,-1 0 0,0 1 0,1-1 0,-1 0 0,0 0 0,0 1 0,0-1 0,0 0 0,0 0 0,0 0 0,-1 1 0,1-1 0,-1 0 0,1 1 0,-1-1 0,1 0 0,-1 1 0,-1-3 0,-1 0 0,0 0 0,1 0 0,-1 0 0,-1 0 0,1 1 0,-1-1 0,1 1 0,-1 0 0,0 0 0,0 1 0,0-1 0,-5-1 0,-6-3 0,-30-9 0,40 15 0,0 0 0,-1 0 0,1 0 0,0 0 0,0 1 0,0 0 0,-1 0 0,1 1 0,0-1 0,-7 2 0,11-1 0,-1 0 0,0-1 0,1 1 0,-1 0 0,0 0 0,1-1 0,-1 1 0,1 1 0,-1-1 0,1 0 0,0 0 0,-1 0 0,1 1 0,0-1 0,0 1 0,0-1 0,-1 3 0,1-1 0,0 0 0,0-1 0,0 1 0,0 0 0,1 0 0,0 0 0,-1 0 0,1-1 0,0 1 0,1 3 0,1 6 0,0 0 0,1 0 0,0 0 0,6 12 0,-7-18 0,1 0 0,-1 0 0,1 0 0,0 0 0,1 0 0,-1 0 0,1-1 0,0 0 0,0 0 0,1 0 0,0 0 0,0-1 0,0 1 0,0-1 0,1 0 0,-1-1 0,1 0 0,7 4 0,10 3 0,0-1 0,1-1 0,0-1 0,1-1 0,-1 0 0,1-3 0,39 3 0,-59-6-273,0 0 0,0 0 0,0-1 0,6-1 0,0-1-6553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24575,'0'0'0,"0"0"0,0 0 0,0-1 0,0 1 0,0 0 0,0 0 0,0 0 0,0-1 0,0 1 0,0 0 0,0 0 0,0-1 0,0 1 0,0 0 0,0 0 0,0 0 0,0-1 0,0 1 0,0 0 0,0 0 0,0 0 0,1 0 0,-1-1 0,0 1 0,0 0 0,0 0 0,0 0 0,0 0 0,0-1 0,1 1 0,-1 0 0,0 0 0,0 0 0,0 0 0,0 0 0,1 0 0,-1 0 0,0-1 0,0 1 0,0 0 0,1 0 0,-1 0 0,0 0 0,0 0 0,0 0 0,1 0 0,-1 0 0,11 9 0,10 16 0,129 169 0,-149-193 0,0 0 0,0 0 0,0 0 0,0 1 0,0-1 0,0 0 0,-1 0 0,1 1 0,0-1 0,-1 0 0,0 1 0,1-1 0,0 3 0,-2-3 0,1 0 0,0-1 0,0 1 0,-1-1 0,1 1 0,0 0 0,-1-1 0,1 1 0,0-1 0,-1 1 0,1-1 0,-1 1 0,1-1 0,-1 1 0,1-1 0,-1 0 0,0 1 0,1-1 0,-1 0 0,1 1 0,-1-1 0,0 0 0,1 0 0,-1 0 0,0 1 0,1-1 0,-1 0 0,0 0 0,1 0 0,-1 0 0,0 0 0,0 0 0,-4 0 9,1 0 1,-1 0-1,1-1 0,-1 1 0,1-1 1,-1 0-1,1 0 0,-1 0 0,1-1 0,0 1 1,-1-1-1,-3-3 0,2 2-195,0-1 1,0 0-1,1-1 0,0 1 1,-1-1-1,2 0 1,-7-7-1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1.2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24575,'0'-10'0,"0"-1"0,0 4 0,0 6 0,0 5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1.8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31 24575,'1'-2'0,"0"0"0,1 0 0,-1 0 0,1 0 0,-1 0 0,1 0 0,0 1 0,0-1 0,-1 1 0,1-1 0,0 1 0,0-1 0,1 1 0,-1 0 0,0 0 0,0 0 0,0 0 0,1 1 0,-1-1 0,1 1 0,-1-1 0,0 1 0,1 0 0,-1 0 0,1 0 0,-1 0 0,1 0 0,-1 0 0,0 1 0,1-1 0,-1 1 0,0 0 0,1 0 0,-1 0 0,0 0 0,0 0 0,0 0 0,0 0 0,0 1 0,2 1 0,11 9 0,-2 1 0,0 0 0,0 1 0,-2 0 0,17 25 0,15 18 0,-36-48 0,3 2 0,-1 0 0,11 19 0,-18-27 0,0 0 0,-1 0 0,1 0 0,-1 0 0,0 1 0,0-1 0,0 0 0,-1 0 0,1 1 0,-1-1 0,1 1 0,-1-1 0,0 0 0,-1 1 0,1-1 0,-1 5 0,0-6 0,0 1 0,-1-1 0,1 0 0,0 1 0,-1-1 0,1 0 0,-1 0 0,0 0 0,0 0 0,0 0 0,0 0 0,0-1 0,0 1 0,-1-1 0,1 1 0,0-1 0,-1 0 0,1 0 0,-1 0 0,1 0 0,-1-1 0,-2 2 0,-3-1 0,0 1 0,0-1 0,0-1 0,0 1 0,0-1 0,-10-2 0,0 0 0,1-2 0,0 0 0,0 0 0,0-2 0,0 0 0,-30-17 0,42 20 0,0-1 0,-1 1 0,1-1 0,1 0 0,-1-1 0,1 1 0,-1-1 0,1 0 0,1 0 0,-1 0 0,1 0 0,0-1 0,0 0 0,0 1 0,1-1 0,-3-8 0,4 8 0,0 0 0,1 1 0,-1-1 0,1 0 0,0 0 0,1 0 0,-1 0 0,1 1 0,0-1 0,1 0 0,-1 1 0,1-1 0,0 1 0,1-1 0,-1 1 0,1 0 0,6-9 0,-3 6 20,0 0 0,1 0 0,0 1 0,0 0 0,10-8 0,-12 11-144,-1 1 0,1 1 1,-1-1-1,1 1 0,0 0 0,0 0 1,0 0-1,0 1 0,0-1 0,0 1 1,10 0-1,-2 0-6702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2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233 1 24575,'-25'0'0,"-13"2"0,-4 4 0,2 0 0,4 3 0,7-2 0,7 0-8191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3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 24575,'-8'-6'0,"8"6"0,0 0 0,0 0 0,0 0 0,0-1 0,0 1 0,0 0 0,0 0 0,0 0 0,0 0 0,0 0 0,0 0 0,0 0 0,0 0 0,0-1 0,0 1 0,1 0 0,-1 0 0,0 0 0,0 0 0,0 0 0,0 0 0,0 0 0,0 0 0,0 0 0,0 0 0,0 0 0,0-1 0,0 1 0,1 0 0,-1 0 0,0 0 0,0 0 0,0 0 0,0 0 0,0 0 0,0 0 0,0 0 0,1 0 0,-1 0 0,0 0 0,0 0 0,0 0 0,2 0 0,-1 0 0,1 0 0,0 0 0,-1 0 0,1 0 0,0 1 0,-1-1 0,1 1 0,2 0 0,3 2 0,0 1 0,-1 0 0,0 0 0,1 1 0,-1 0 0,-1 0 0,1 0 0,8 11 0,3 6 0,15 27 0,-2-2 0,53 68 0,-82-114 0,-1-1 0,1 1 0,-1 0 0,1-1 0,-1 1 0,1 0 0,-1-1 0,0 1 0,1 0 0,-1 0 0,0 0 0,0-1 0,1 1 0,-1 0 0,0 0 0,0 0 0,0-1 0,0 1 0,0 0 0,0 0 0,0 0 0,-1-1 0,1 1 0,0 0 0,0 0 0,-1-1 0,1 1 0,-1 1 0,0-1 0,-1 0 0,1 0 0,0 0 0,0 0 0,-1 0 0,1-1 0,-1 1 0,1 0 0,-1-1 0,1 1 0,-1-1 0,1 0 0,-4 1 0,-3 0 0,0-1 0,0 0 0,-1 0 0,-14-3 0,12 1 0,1-1 0,-1 0 0,1 0 0,-1-1 0,-14-7 0,23 10 0,0-1 0,0 1 0,1 0 0,-1 0 0,0-1 0,0 1 0,1-1 0,-1 0 0,1 1 0,0-1 0,-1 0 0,1 0 0,0 0 0,0 0 0,0 0 0,0 0 0,1 0 0,-1 0 0,0 0 0,1-1 0,-1 1 0,1 0 0,0 0 0,0 0 0,0-1 0,0 1 0,0 0 0,1 0 0,-1 0 0,1-1 0,-1 1 0,1 0 0,0 0 0,1-3 0,0 2 8,0-1 0,0 0-1,0 1 1,1 0 0,-1-1-1,1 1 1,0 0 0,0 1-1,0-1 1,0 0 0,1 1-1,-1 0 1,7-4 0,5-1-380,1 0 0,15-4 0,-25 9 15,7-2-6469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1.9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24575,'0'-1'0,"0"1"0,0 0 0,0 0 0,0 0 0,0 0 0,0 0 0,0 0 0,0 0 0,0 0 0,0 0 0,0 0 0,0 0 0,0 0 0,0 0 0,0 0 0,0-1 0,0 1 0,0 0 0,0 0 0,0 0 0,0 0 0,0 0 0,0 0 0,0 0 0,0 0 0,0 0 0,0 0 0,0 0 0,0 0 0,0 0 0,0 0 0,0 0 0,0 0 0,0 0 0,1-1 0,-1 1 0,0 0 0,0 0 0,0 0 0,0 0 0,0 0 0,0 0 0,0 0 0,0 0 0,0 0 0,0 0 0,0 0 0,0 0 0,0 0 0,0 0 0,1 0 0,-1 0 0,0 0 0,0 0 0,0 0 0,0 0 0,0 0 0,0 1 0,0-1 0,0 0 0,0 0 0,0 0 0,6 5 0,4 8 0,14 30 0,23 49 0,-38-69 0,0 0 0,-2 0 0,-1 1 0,5 28 0,-11-48-227,1 1-1,-1-1 1,0 0-1,-1 0 1,1 4-1,-3 5-6598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2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605 0 24575,'-20'5'0,"-1"-1"0,0-1 0,0 0 0,0-2 0,-30-2 0,16 1 0,-125-8 0,102 3 0,-89 3 0,111 8-1365,22-3-5461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3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62 24575,'-10'-5'0,"-4"-5"0,-2 2 0,1 0 0,-1 1 0,-1 1 0,1 0 0,-23-4 0,37 9 0,-1 1 0,1 0 0,0 0 0,-1 0 0,1 0 0,0 0 0,-1 1 0,1-1 0,0 1 0,0-1 0,-1 1 0,1 0 0,0 0 0,0 0 0,0 0 0,0 0 0,0 1 0,0-1 0,0 1 0,1-1 0,-4 4 0,0 2 0,0 0 0,0 0 0,1 1 0,-6 13 0,0-1 0,5-9 0,0-1 0,0 0 0,1 1 0,0 0 0,0 0 0,-2 17 0,6-25 0,0 0 0,0 0 0,0 0 0,0 0 0,0 0 0,1 0 0,-1 0 0,1 0 0,0 0 0,0 0 0,0 0 0,0 0 0,0 0 0,1 0 0,-1-1 0,1 1 0,0 0 0,0-1 0,0 0 0,0 1 0,0-1 0,0 0 0,1 0 0,-1 0 0,1-1 0,-1 1 0,1 0 0,0-1 0,2 2 0,13 4 0,1 0 0,-1-1 0,1 0 0,0-2 0,1 0 0,-1-1 0,1-2 0,33 0 0,-50-1 0,-1 0 0,1 0 0,0-1 0,-1 1 0,1-1 0,-1 1 0,1-1 0,-1 0 0,1 0 0,-1-1 0,0 1 0,1 0 0,-1-1 0,0 1 0,0-1 0,0 0 0,0 0 0,2-2 0,-2 0 0,0 1 0,0 0 0,0-1 0,-1 1 0,0-1 0,1 1 0,-1-1 0,0 0 0,-1 1 0,1-1 0,-1-6 0,0-1 0,0 0 0,-1 0 0,-1 0 0,0 1 0,0-1 0,-1 0 0,0 1 0,-6-11 0,8 19 0,1 1 0,-1 0 0,0 0 0,0-1 0,1 1 0,-1 0 0,0 0 0,0 0 0,0 0 0,-1 0 0,1 0 0,-2-1 0,2 1 0,1 1 0,0 0 0,0 0 0,0 0 0,0 0 0,-1 0 0,1 0 0,0 0 0,0 0 0,0 0 0,-1 0 0,1 0 0,0 0 0,0 0 0,0 0 0,-1 0 0,1 0 0,0 0 0,0 0 0,0 0 0,-1 0 0,1 1 0,0-1 0,0 0 0,0 0 0,0 0 0,-1 0 0,1 0 0,0 0 0,0 0 0,0 1 0,0-1 0,-2 13 0,3-6 0,1-1 0,-1 1 0,1-1 0,0 0 0,1 1 0,0-1 0,0 0 0,0 0 0,1-1 0,-1 1 0,6 5 0,2 1 0,0 0 0,0-1 0,20 15 0,-22-20-273,0 0 0,0 0 0,1-1 0,19 8 0,-19-10-6553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3.7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24575,'10'5'0,"6"5"0,3-1 0,0 2 0,0 1 0,-1 1 0,-1-1 0,-1-1 0,0-2 0,-1 0 0,-1-1 0,-2-1 0,0 0 0,-1-2 0,-1-1-8191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4.0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24575,'-5'18'0,"-2"7"0,0 4 0,2-2 0,2-3 0,0-3 0,2-2 0,1-5-8191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4.1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0 24575,'-20'10'0,"-10"6"0,-1 3 0,4-2-8191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5.1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5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24575,'8'20'0,"4"9"0,1 0-8191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6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15 24575,'-25'0'0,"-11"-3"0,-2 0 0,4 0 0,4 0 0,5 1 0,7 1-8191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6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35 24575,'-27'-8'0,"-13"-2"0,0 1 0,5 3 0,7 4 0,7 2-8191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7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200 38 24575,'-27'-9'0,"-46"-14"0,66 21 0,0 1 0,0 0 0,0 0 0,0 0 0,-1 1 0,1 0 0,-14 3 0,20-3 0,-1 0 0,1 1 0,-1-1 0,1 1 0,0-1 0,0 1 0,-1-1 0,1 1 0,0 0 0,0 0 0,-1 0 0,1 0 0,0 0 0,0 0 0,0 0 0,0 0 0,1 0 0,-1 0 0,0 0 0,-1 3 0,1-2 0,1 0 0,-1 1 0,1-1 0,-1 1 0,1-1 0,0 1 0,0 0 0,0-1 0,0 1 0,1 4 0,1 1 0,0 1 0,0-1 0,1 1 0,1-1 0,6 13 0,-4-12 0,1 0 0,-1 0 0,2 0 0,-1-1 0,14 11 0,46 33 0,-58-47 0,0 1 0,0-1 0,0-1 0,1 1 0,-1-2 0,1 1 0,0-1 0,0-1 0,17 3 0,-26-5 0,1 0 0,-1 0 0,0 0 0,0 0 0,0 0 0,1 0 0,-1-1 0,0 1 0,0 0 0,0-1 0,1 1 0,-1 0 0,0-1 0,0 0 0,0 1 0,0-1 0,0 1 0,0-1 0,0 0 0,0 0 0,-1 0 0,1 0 0,1-1 0,-1 0 0,0 0 0,0-1 0,0 1 0,0 0 0,-1-1 0,1 1 0,-1 0 0,1-1 0,-1 1 0,0 0 0,0-4 0,-1-5 0,-1 1 0,0-1 0,0 1 0,-5-13 0,-27-56 0,34 77 0,5 4 0,4 6 0,-7-6-40,26 26-623,27 32 1,-44-47-6164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9.2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16 24575,'7'0'0,"-2"0"0,-4 0 0,-6 0 0,-3 0 0,-4 0 0,-5 0 0,-1-2 0,-1-2 0,1 1 0,0 0 0,2 2 0,0 0 0,1 0 0,2 1-8191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9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 4 24575,'-28'-2'0,"-11"1"0,0 1-8191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0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24575,'1'-9'0,"3"15"0,3 15 0,2 14-195,3-1 0,0 0 0,2-1 0,2 0 0,1-2 0,32 47 0,-39-64-6631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0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561 16 24575,'-33'0'0,"-15"-3"0,-8 0 0,1 0 0,5 0 0,6 2 0,5-1 0,5 2 0,5 0 0,2 0 0,4 0 0,3 0 0,0 0 0,1 3 0,1 0 0,1 0 0,1 0 0,3-1-8191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1.2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24575,'6'22'0,"0"0"0,2-1 0,0 0 0,1 0 0,1-1 0,1 0 0,26 35 0,-49-71 0,-6-7 0,-17-32 0,30 47 0,1 1 0,0-1 0,1 0 0,0-1 0,0 1 0,1 0 0,0-1 0,0 1 0,0-12 0,2 18 0,0 0 0,0-1 0,0 1 0,1 0 0,-1 0 0,1 0 0,-1-1 0,1 1 0,0 0 0,0 0 0,0 0 0,0 0 0,0 0 0,0 1 0,0-1 0,1 0 0,-1 0 0,3-2 0,-1 2 0,0 0 0,0 0 0,0 0 0,0 1 0,0-1 0,1 1 0,-1-1 0,1 1 0,-1 0 0,6 0 0,1-1 0,0 1 0,0 1 0,1 0 0,-1 1 0,0-1 0,0 2 0,12 2 0,-4 2-1365,-1 0-5461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6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2 252 24575,'11'0'0,"11"0"0,1 0 0,-1-2 0,40-7 0,-57 8 0,0-1 0,0 1 0,0-1 0,0 0 0,0 0 0,-1 0 0,1 0 0,-1-1 0,0 0 0,1 0 0,-1 0 0,0-1 0,-1 1 0,1-1 0,-1 0 0,1 0 0,-1 0 0,0-1 0,-1 1 0,1-1 0,-1 1 0,3-8 0,-4 8 0,-1-1 0,1 0 0,-1 1 0,0-1 0,0 0 0,0 1 0,-1-1 0,1 0 0,-1 1 0,0-1 0,-1 1 0,1-1 0,-1 1 0,0 0 0,-4-9 0,1 6 0,1-1 0,-2 1 0,1 0 0,-1 0 0,0 1 0,0-1 0,-11-8 0,14 13 0,-1 0 0,1 0 0,-1 0 0,1 1 0,-1-1 0,0 1 0,0 0 0,0 0 0,1 0 0,-1 0 0,0 1 0,0 0 0,0 0 0,0 0 0,0 0 0,0 0 0,0 1 0,0 0 0,0-1 0,0 2 0,-6 1 0,5-1 0,1 1 0,-1-1 0,1 0 0,0 1 0,0 0 0,0 0 0,0 0 0,0 1 0,1-1 0,0 1 0,-1 0 0,1 0 0,1 0 0,-1 0 0,1 1 0,-1-1 0,-1 6 0,2-3 0,0 1 0,0 0 0,0 0 0,1 0 0,1 0 0,-1-1 0,1 1 0,0 0 0,1 0 0,0 0 0,0 0 0,3 8 0,-3-11 0,1-1 0,0 1 0,0-1 0,0 0 0,0 1 0,0-1 0,1 0 0,0 0 0,0-1 0,0 1 0,0-1 0,1 1 0,-1-1 0,1 0 0,0 0 0,0-1 0,0 1 0,0-1 0,0 0 0,1 0 0,5 2 0,30 8 0,-13-3 0,0-1 0,1-1 0,53 6 0,-78-13-114,0 1 1,0-1-1,0-1 0,0 1 0,0 0 1,0-1-1,0 1 0,0-1 0,0 0 1,0 0-1,5-3 0,1-3-6712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7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0 24575,'12'36'0,"0"0"0,3-1 0,1-1 0,1 0 0,30 41 0,11 20 0,-33-54 0,-22-36 0,1 1 0,0 1 0,0 0 0,-1 0 0,4 10 0,-7-16 0,1 0 0,-1 0 0,1 1 0,-1-1 0,0 0 0,0 0 0,0 0 0,0 0 0,0 0 0,0 0 0,0 0 0,0 0 0,0 0 0,0 0 0,0 0 0,-1 0 0,1 0 0,0 0 0,-1 0 0,1 0 0,-1 0 0,1 0 0,-1 0 0,0 0 0,1 0 0,-1 0 0,0-1 0,0 1 0,1 0 0,-1 0 0,0-1 0,0 1 0,0-1 0,0 1 0,0-1 0,0 1 0,0-1 0,0 0 0,0 1 0,-1-1 0,-2 1 0,0-1 0,0 1 0,0-1 0,0 0 0,0 0 0,0-1 0,1 1 0,-7-2 0,-31-11 0,39 12 0,-10-4 0,-1 0 0,1-1 0,0-1 0,-20-14 0,27 18 0,1-1 0,-1 0 0,1 0 0,-1 0 0,1-1 0,0 1 0,1-1 0,-1 0 0,1 0 0,0-1 0,0 1 0,1-1 0,-2-5 0,3 9 0,1 1 0,-1-1 0,1 0 0,0 0 0,0 0 0,0 0 0,0 1 0,0-1 0,0 0 0,1 0 0,-1 0 0,0 1 0,1-1 0,0 0 0,-1 0 0,1 1 0,0-1 0,1-2 0,0 2 0,0-1 0,1 1 0,-1 0 0,0 0 0,1 0 0,-1 0 0,1 0 0,0 1 0,-1-1 0,4 0 0,3-2 0,1 1 0,0 0 0,-1 1 0,1 0 0,18-1 0,78-8-1365,-92 9-5461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7.6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28 24575,'-8'-10'0,"-2"-1"0,1 5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8.3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41 24575,'19'-9'0,"1"1"0,-1 1 0,28-6 0,-41 12 0,0 0 0,-1 0 0,1 1 0,0-1 0,0 1 0,-1 1 0,1-1 0,0 1 0,0 0 0,-1 0 0,1 1 0,-1 0 0,1 0 0,-1 0 0,0 0 0,0 1 0,5 3 0,0 2 0,-1 0 0,0 0 0,-1 0 0,0 1 0,0 1 0,9 15 0,-5-6 0,-1 2 0,12 30 0,-17-39 0,-2 1 0,0 0 0,0 0 0,-1 0 0,-1 0 0,2 23 0,-4-32 0,0 0 0,-1 1 0,1-1 0,-1 0 0,0 1 0,0-1 0,0 0 0,0 0 0,-1 0 0,0 0 0,0 0 0,0 0 0,0 0 0,0-1 0,-1 1 0,0-1 0,1 0 0,-1 0 0,-1 0 0,1 0 0,0 0 0,-1-1 0,1 1 0,-7 2 0,5-3 0,0 1 0,-1-2 0,1 1 0,-1-1 0,0 0 0,0 0 0,1 0 0,-1-1 0,0 0 0,0 0 0,1 0 0,-1-1 0,0 0 0,0 0 0,1 0 0,-1-1 0,1 0 0,-1 0 0,-7-4 0,-4-4 0,0 0 0,0-1 0,1 0 0,-21-20 0,29 24 0,1-1 0,0-1 0,1 1 0,-1-1 0,2 0 0,-1 0 0,1-1 0,1 0 0,0 0 0,0 0 0,1 0 0,0 0 0,-2-19 0,4 21 0,0 0 0,1 0 0,0 0 0,0 0 0,1 0 0,0 0 0,0 0 0,4-11 0,-3 14 0,0 0 0,0-1 0,1 1 0,0 0 0,0 1 0,0-1 0,0 0 0,1 1 0,0 0 0,0 0 0,0 0 0,8-6 0,-1 4-1365,-1 2-5461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8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7 24575,'-28'-3'0,"-14"0"0,-2 2 0,4 2 0,5 3 0,8 1 0,7-1-8191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19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0 112 24575,'28'-12'0,"14"-5"0,2-1 0,-4 2 0,-8 1 0,-8 3 0,-4 4 0,-7 1 0,-3 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19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0 276 24575,'57'-39'0,"131"-81"0,-18 23 0,-147 83-1365,-13 8-5461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20.3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1 442 24575,'42'-19'0,"154"-79"0,-180 87 0,23-20 0,-27 21 0,1-1 0,23-13 0,-29 21 0,22-14 0,1 1 0,58-20 0,-75 32 0,-10 4 0,1-1 0,-1 0 0,0 0 0,1 0 0,-1 0 0,0-1 0,0 0 0,0 1 0,0-1 0,0 0 0,-1 0 0,1-1 0,4-3 0,2-3 0,1 0 0,0 0 0,1 1 0,0 1 0,0 0 0,13-6 0,16-10 0,-26 14-227,0 2-1,1-1 1,0 2-1,0 0 1,30-7-1,-33 10-6598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20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24575,'0'0'-8191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21.6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62 24575,'28'-11'0,"11"-4"0,2-4 0,-6 2-8191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2.3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132 78 24575,'-16'-5'0,"-14"-6"0,28 11 0,1-1 0,0 0 0,-1 1 0,1-1 0,-1 0 0,1 0 0,0 0 0,0 0 0,0 0 0,-1 0 0,1 0 0,0-1 0,0 1 0,-1-2 0,2 2 0,0 1 0,0-1 0,0 0 0,0 1 0,0-1 0,0 0 0,0 1 0,0-1 0,1 0 0,-1 1 0,0-1 0,0 0 0,0 1 0,1-1 0,-1 1 0,0-1 0,1 1 0,-1-1 0,1 1 0,-1-1 0,0 1 0,1-1 0,-1 1 0,1-1 0,-1 1 0,1-1 0,-1 1 0,1 0 0,0 0 0,-1-1 0,1 1 0,-1 0 0,1 0 0,0-1 0,23-6 0,-1 4 0,1 2 0,-1 0 0,42 5 0,-59-4 0,0 2 0,0-1 0,0 1 0,0 0 0,0 0 0,0 1 0,-1 0 0,1 0 0,-1 0 0,0 0 0,0 1 0,0 0 0,0 0 0,6 8 0,-4-5 0,0 1 0,-1 1 0,-1-1 0,1 1 0,-1 0 0,-1 0 0,1 0 0,2 13 0,-5-18 0,-1-1 0,0 1 0,-1-1 0,1 1 0,-1 0 0,1-1 0,-1 1 0,0 0 0,-1-1 0,1 1 0,0 0 0,-1-1 0,0 1 0,0 0 0,0-1 0,-1 1 0,1-1 0,-1 0 0,1 1 0,-1-1 0,0 0 0,-1 0 0,1 0 0,0-1 0,-1 1 0,1 0 0,-1-1 0,0 0 0,0 1 0,0-1 0,0 0 0,-1-1 0,1 1 0,0 0 0,-1-1 0,1 0 0,-1 0 0,1 0 0,-6 1 0,-19-1 0,-39-2 0,14-1 0,47 2 0,0-1 0,-1 0 0,1 0 0,0 0 0,0-1 0,0 0 0,0 0 0,0 0 0,1-1 0,-1 0 0,1 0 0,-1 0 0,1-1 0,0 0 0,-7-7 0,5 4 0,0-1 0,1 1 0,0-1 0,1 0 0,0 0 0,0-1 0,1 0 0,0 1 0,-5-16 0,8 20 0,0 0 0,0 0 0,1 0 0,-1 0 0,1 0 0,0 0 0,0 0 0,0-1 0,1 1 0,0 0 0,-1 0 0,1 0 0,1 0 0,-1 0 0,0 1 0,1-1 0,0 0 0,0 1 0,0-1 0,5-6 0,-3 6 0,-1 1 0,1 0 0,-1-1 0,1 1 0,0 0 0,0 1 0,1-1 0,-1 1 0,0 0 0,1 0 0,-1 0 0,1 0 0,0 1 0,0 0 0,-1 0 0,1 0 0,7 1 0,-5-1 0,26 0 0,0 0 0,-1 3 0,1 0 0,33 8 0,-56-8 0,-1 1 0,0 0 0,-1 0 0,1 1 0,-1 0 0,1 0 0,-1 1 0,0 1 0,-1-1 0,14 13 0,-18-15 0,0 1 0,0 0 0,-1-1 0,1 1 0,-1 0 0,0 0 0,0 0 0,0 0 0,0 1 0,-1-1 0,0 0 0,0 1 0,0-1 0,0 1 0,-1-1 0,0 1 0,0 0 0,0-1 0,0 1 0,-1-1 0,1 1 0,-1-1 0,-1 1 0,-1 4 0,1-4 9,-1 1-1,1-2 1,-1 1-1,0 0 1,-1 0 0,1-1-1,-1 0 1,0 0-1,0 0 1,0 0-1,-1 0 1,1-1-1,-10 6 1,2-3-306,-1 0 0,1 0 0,-1-1 0,-21 5 0,21-7-6529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3.4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4 24575,'-3'-3'0,"3"4"0,8 8 0,6 1 0,0 0 0,0-2 0,1 1 0,19 6 0,67 23 0,-45-19 0,-18-6-71,-18-7-252,-1 1-1,0 0 1,31 18-1,-40-17-6502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4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24575,'15'-2'0,"1"1"0,-1 1 0,0 0 0,1 1 0,-1 1 0,21 4 0,-31-4 0,0-1 0,0 1 0,0 0 0,0 0 0,-1 0 0,1 1 0,-1-1 0,0 1 0,0 0 0,0 1 0,0-1 0,0 1 0,-1-1 0,1 1 0,-1 0 0,0 0 0,0 1 0,-1-1 0,1 1 0,-1-1 0,0 1 0,3 8 0,-1 7 0,3 28 0,-2-13 0,-3-23 0,-1 0 0,0 0 0,0 0 0,-1 0 0,-1 0 0,0 0 0,0-1 0,-1 1 0,-1 0 0,0-1 0,-1 1 0,0-1 0,-1 0 0,0 0 0,0-1 0,-1 1 0,-1-1 0,0-1 0,0 1 0,-11 11 0,15-19 0,-1 2 0,0-1 0,1 1 0,0 0 0,-6 8 0,9-12 0,0 1 0,-1-1 0,1 1 0,0-1 0,0 1 0,-1-1 0,1 1 0,0 0 0,0-1 0,0 1 0,0-1 0,0 1 0,0-1 0,0 1 0,0 0 0,0-1 0,0 1 0,0-1 0,0 1 0,1 0 0,-1 0 0,1-1 0,0 1 0,-1 0 0,1-1 0,-1 1 0,1-1 0,0 1 0,-1-1 0,1 1 0,0-1 0,0 0 0,0 1 0,-1-1 0,1 0 0,0 0 0,0 1 0,0-1 0,1 0 0,21 2 0,0-1 0,39-3 0,-11 0 0,-42 2-101,6 0 218,26-3 0,-37 3-242,0-1 0,0 0 0,-1 0 1,1-1-1,0 1 0,0-1 0,-1 1 0,1-1 0,-1 0 1,1-1-1,3-3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5.0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1 268 24575,'44'-6'0,"-1"-2"0,61-20 0,-68 14 0,66-39 0,-84 43 0,25-20 0,-38 26 0,0 0 0,0-1 0,0 1 0,-1-1 0,1 0 0,-1-1 0,-1 1 0,7-11 0,-10 16 0,0-1 0,0 0 0,1 1 0,-1-1 0,0 0 0,0 1 0,0-1 0,0 0 0,1 1 0,-1-1 0,0 0 0,0 0 0,0 1 0,-1-1 0,1 0 0,0 1 0,0-1 0,0 0 0,0 1 0,-1-1 0,1 0 0,0 1 0,-1-1 0,0 0 0,0 0 0,0 0 0,0 0 0,0 0 0,0 0 0,-1 0 0,1 0 0,0 1 0,-1-1 0,1 0 0,0 1 0,-2-1 0,-2 0 0,0 0 0,0 0 0,-1 0 0,1 1 0,-9 0 0,7 1 0,-1 0 0,0 1 0,1-1 0,-1 2 0,1-1 0,0 1 0,-12 7 0,14-8 0,1 1 0,0 0 0,0 0 0,0 0 0,0 0 0,0 1 0,1 0 0,-1-1 0,1 1 0,0 1 0,0-1 0,-4 8 0,6-10 0,1 1 0,-1-1 0,0 0 0,1 0 0,-1 1 0,1-1 0,0 1 0,0-1 0,0 0 0,0 1 0,0-1 0,0 0 0,1 1 0,-1-1 0,1 0 0,1 3 0,-1-1 0,1 0 0,0-1 0,1 1 0,-1-1 0,1 1 0,-1-1 0,1 0 0,5 4 0,3 1 0,0 0 0,0 0 0,1-2 0,20 10 0,-7-5 0,1-2 0,-1 0 0,51 8 0,-58-14 0,0-1 0,1-1 0,-1 0 0,1-2 0,-1 0 0,30-6 0,-42 5 0,0 1 0,-1-1 0,1 0 0,0-1 0,-1 1 0,1-1 0,-1 0 0,0-1 0,0 1 0,5-5 0,-9 6 0,1 1 0,-1-1 0,0 1 0,0-1 0,1 1 0,-1-1 0,0 1 0,0-1 0,0 0 0,-1 0 0,1 0 0,0 1 0,-1-1 0,1 0 0,-1 0 0,1 0 0,-1 0 0,0 0 0,0 0 0,0 0 0,0 0 0,0 0 0,-1 0 0,1 0 0,0 0 0,-1 0 0,0 1 0,1-1 0,-1 0 0,0 0 0,0 0 0,0 1 0,-2-4 0,-2-1 0,0 0 0,-1 0 0,1 1 0,-1 0 0,-12-9 0,-38-19 0,38 23 0,-6-2 0,17 9 0,1 0 0,-1-1 0,1 1 0,0-1 0,0-1 0,-9-7 0,15 12 0,-1-1 0,1 1 0,-1-1 0,1 1 0,-1-1 0,1 1 0,0-1 0,0 1 0,-1-1 0,1 1 0,0-1 0,0 0 0,-1 1 0,1-1 0,0 1 0,0-1 0,0 0 0,0 1 0,0-1 0,0 0 0,0 1 0,0-1 0,0 1 0,0-1 0,0 0 0,0 1 0,1-1 0,-1 1 0,1-2 0,0 1 0,0 0 0,0-1 0,0 1 0,0 0 0,0 0 0,1 0 0,-1 0 0,0 0 0,1 1 0,-1-1 0,3-1 0,4-1 0,0 1 0,0 0 0,11-2 0,13 0-273,-1 2 0,1 1 0,0 2 0,57 8 0,-70-6-6553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5.3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32 24575,'-5'1'0,"-8"2"0,1 0 0,-1 1 0,1 0 0,0 1 0,0 1 0,0 0 0,-20 14 0,31-19 0,-1 0 0,1-1 0,0 1 0,0 0 0,0 0 0,0 0 0,0 1 0,0-1 0,0 0 0,1 0 0,-1 0 0,0 1 0,1-1 0,-1 0 0,1 1 0,-1-1 0,1 0 0,-1 1 0,1-1 0,0 1 0,0-1 0,0 1 0,0-1 0,0 0 0,0 1 0,0-1 0,0 1 0,1-1 0,-1 1 0,1-1 0,-1 0 0,1 1 0,-1-1 0,1 0 0,0 0 0,-1 1 0,1-1 0,0 0 0,0 0 0,0 0 0,0 0 0,2 1 0,3 4 0,1 0 0,0-1 0,0 0 0,1 0 0,12 5 0,2 1 0,2-2 0,25 8 0,-36-13 0,0-1 0,-1-1 0,1 0 0,0-1 0,25 0 0,-35-1 0,-1-1 0,0 1 0,0 0 0,1-1 0,-1 1 0,0-1 0,0 0 0,1 0 0,-1 1 0,0-1 0,0-1 0,0 1 0,0 0 0,-1 0 0,1-1 0,0 1 0,0-1 0,-1 0 0,1 0 0,-1 1 0,1-1 0,-1 0 0,0 0 0,1-3 0,-1 2 0,0 0 0,0 0 0,0 0 0,-1-1 0,1 1 0,-1 0 0,0-1 0,0 1 0,0 0 0,-1 0 0,1-1 0,-1 1 0,1 0 0,-1 0 0,0-1 0,-3-4 0,-1-2 0,-2 0 0,1 0 0,-1 1 0,-1-1 0,1 1 0,-2 1 0,1 0 0,-1 0 0,0 1 0,-1 0 0,0 0 0,0 1 0,-12-5 0,-8 0-1365,17 9-5461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4 24575,'0'-3'0,"0"2"0,-3 2 0,0 2 0,0 3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1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24575,'3'10'0,"2"3"0,2 2 0,-1-1-8191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 11 24575,'-10'-5'0,"-3"0"0,0 5 0,3 4 0,3 4 0,5 3 0,2 2 0,5 2 0,4-2 0,-1-1 0,2 0 0,2 1 0,0 1 0,0 0 0,-1 0 0,-2 1 0,0-1 0,-2-1-8191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9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386 1 24575,'-33'2'0,"-15"2"0,-5 1 0,4 1 0,5-1 0,8 1 0,8 0 0,5-1 0,5 0 0,3 1 0,1 0 0,0 1 0,4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8.6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 24575,'36'60'0,"80"98"0,-114-156 0,6 8 0,-7-7 0,-6-7 0,-10-8 0,0-1 0,1-1 0,1 0 0,0-1 0,-11-17 0,19 24 0,1 1 0,-1-1 0,1 0 0,1 0 0,0 0 0,0-1 0,0 1 0,1-1 0,0 0 0,1 0 0,0 0 0,0 1 0,2-15 0,-1 20 0,1 0 0,-1 0 0,1 0 0,0 0 0,0 0 0,0 0 0,0 0 0,1 0 0,-1 0 0,1 0 0,0 1 0,0-1 0,3-2 0,-1 1 0,0 0 0,0 0 0,1 1 0,-1 0 0,1 0 0,0 0 0,5-2 0,6-1 0,-1 1 0,1 1 0,1 0 0,17-2 0,-7 4-238,-1 1 0,0 1 0,1 1 0,40 7 0,-64-7 63,14 1-6651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0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1 206 24575,'22'3'0,"-3"1"0,0-1 0,0-2 0,0 0 0,1 0 0,34-5 0,-49 2 0,1 0 0,-1 0 0,0 0 0,0-1 0,0 1 0,0-1 0,0 0 0,0-1 0,-1 1 0,8-9 0,-5 5 0,-1 0 0,0 0 0,-1 0 0,1-1 0,7-16 0,-12 22 0,0-1 0,0 1 0,0-1 0,0 1 0,0-1 0,-1 0 0,1 1 0,-1-1 0,0 0 0,1 0 0,-1 1 0,-1-1 0,1 0 0,0 0 0,-1 1 0,1-1 0,-1 0 0,0 1 0,0-1 0,0 1 0,-2-5 0,0 3 0,0 1 0,0 0 0,0 0 0,0 0 0,0 0 0,-1 0 0,1 1 0,-1-1 0,0 1 0,1 0 0,-1 0 0,-8-2 0,2 0 0,1 1 0,-1 0 0,1 1 0,-1 0 0,0 1 0,-16-1 0,23 2 0,0 0 0,1 0 0,-1 0 0,0 1 0,1-1 0,-1 1 0,0 0 0,1 0 0,-1 0 0,1 0 0,-1 0 0,1 1 0,-1-1 0,1 1 0,0-1 0,0 1 0,0 0 0,0 0 0,0 0 0,0 0 0,0 0 0,1 1 0,-1-1 0,1 0 0,0 1 0,-1-1 0,1 1 0,-1 4 0,-4 13 0,2 1 0,0-1 0,1 1 0,1 0 0,1 0 0,1 0 0,2 22 0,-1-38 0,1 0 0,-1 1 0,1-1 0,0 0 0,0 0 0,0-1 0,1 1 0,0 0 0,0-1 0,0 0 0,0 1 0,1-1 0,-1 0 0,1-1 0,0 1 0,1-1 0,-1 0 0,9 5 0,-1-1 0,0-1 0,0 0 0,1 0 0,0-2 0,0 1 0,17 2 0,-12-4 0,12 3 0,47 4 0,-67-10 0,0 0 0,0-1 0,0 1 0,0-2 0,0 0 0,0 0 0,-1 0 0,18-8 0,-23 8-127,-1 0 0,0 0 0,0 0 0,0-1 0,0 1 0,0-1 0,3-4 0,-5 6-222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0.9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24575,'25'72'0,"3"-2"0,37 69 0,-63-137 0,65 117 0,-28-52 0,-38-66 0,0 0 0,-1 0 0,1 0 0,-1 0 0,1 0 0,-1 0 0,0 0 0,1 0 0,-1 1 0,0-1 0,0 0 0,0 0 0,0 0 0,0 0 0,0 0 0,0 1 0,0-1 0,0 0 0,0 0 0,-1 2 0,0-2 0,1 0 0,-1-1 0,0 1 0,0 0 0,1-1 0,-1 1 0,0 0 0,0-1 0,0 1 0,0-1 0,0 1 0,0-1 0,0 1 0,0-1 0,0 0 0,0 0 0,0 1 0,0-1 0,0 0 0,0 0 0,0 0 0,-2 0 0,-7-1 0,1 0 0,0-1 0,-1 0 0,1 0 0,0-1 0,0 0 0,0 0 0,1-1 0,-1 0 0,1-1 0,0 0 0,0 0 0,0-1 0,1 0 0,-12-12 0,17 16-4,1 1 0,0-1 0,0 0 0,-1 1 0,1-1 0,0 0 0,0 0 0,1 0 0,-1 0 0,0 0 0,1 0 0,-1 0 0,1 0 0,-1 0 0,1 0 0,0 0 0,0 0 0,0 0 0,1-3 0,-1 3 17,1-1 1,0 1-1,0 0 0,0 0 1,0 0-1,1 0 0,-1 0 1,0 0-1,1 0 0,0 0 1,-1 1-1,1-1 0,0 1 1,2-3-1,5-1-225,0 0 0,0 0 0,1 1-1,0 0 1,-1 1 0,15-4 0,-10 4-6614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1.1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31 24575,'-5'-10'0,"1"-1"0,1 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1.9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70 24575,'9'-9'0,"1"0"0,0 1 0,0 0 0,21-13 0,-27 19 0,1 0 0,-1 0 0,0 0 0,1 1 0,-1-1 0,1 1 0,0 0 0,-1 1 0,1-1 0,0 1 0,0 0 0,-1 0 0,1 0 0,0 1 0,-1-1 0,8 3 0,8 5 0,-2 0 0,1 1 0,-2 0 0,1 2 0,-1 0 0,-1 1 0,0 1 0,0 0 0,-1 1 0,14 18 0,-22-23 0,0 1 0,0 0 0,-1 0 0,-1 0 0,0 1 0,7 20 0,-10-24 0,0 0 0,0 0 0,0 1 0,-1-1 0,-1 0 0,1 1 0,-1-1 0,0 1 0,-1-1 0,0 0 0,-3 15 0,3-18 0,-1 0 0,0 0 0,0 0 0,0-1 0,0 1 0,0-1 0,-1 1 0,1-1 0,-1 0 0,0 1 0,0-2 0,0 1 0,-1 0 0,1 0 0,-1-1 0,-4 3 0,1-2 0,0-1 0,1 1 0,-1-1 0,0 0 0,0-1 0,0 0 0,-1 0 0,-12 0 0,9-1 0,1-1 0,0 0 0,0 0 0,0-1 0,0-1 0,0 0 0,0 0 0,0 0 0,1-2 0,0 1 0,0-1 0,0 0 0,0-1 0,1 0 0,0 0 0,0-1 0,1 0 0,-1 0 0,2-1 0,-1 0 0,1 0 0,0-1 0,1 0 0,0 0 0,-5-12 0,2 1 0,2 0 0,0 0 0,1 0 0,1-1 0,1 0 0,0 1 0,2-1 0,2-33 0,-1 52-85,0-1 0,0 0-1,0 1 1,1-1 0,-1 1-1,1-1 1,0 1 0,0-1-1,0 1 1,0-1 0,0 1-1,0 0 1,1-1 0,-1 1-1,3-3 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2.1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189 77 24575,'-22'-18'0,"-11"-5"0,-1 3 0,4 8 0,5 8 0,5 8 0,5 5 0,5 2-8191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3.0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191 0 24575,'-10'0'0,"-6"0"0,-2 0 0,-2 0 0,1 0 0,1 0 0,1 0 0,1 0 0,1 0 0,0 0 0,0 0 0,3 0-8191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3.2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12 24575,'-31'-3'0,"-11"0"0,-2 0 0,4 0 0,6 4 0,7 1 0,8 1-8191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4.1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28 24575,'-4'-13'0,"0"-1"0,11 26 0,5 18-120,2-2-129,-2 1 0,-2 1 0,-1-1 0,6 32 0,-13-48-6577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4.4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498 1 24575,'-61'0'0,"-69"1"0,94 3 0,-63 16 0,55-10 0,-64 21-1365,88-26-5461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5.3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322 118 24575,'-46'-27'0,"-88"-48"0,128 72 0,1 0 0,-1 1 0,0 0 0,-10-2 0,14 3 0,1 1 0,0 0 0,-1 0 0,1 0 0,-1 0 0,1 0 0,-1 0 0,1 0 0,0 1 0,-1-1 0,1 0 0,0 1 0,-1-1 0,1 1 0,0 0 0,-1-1 0,1 1 0,0 0 0,0 0 0,0 0 0,0 0 0,-1 0 0,2 0 0,-1 0 0,-2 2 0,-32 59 0,15-25 0,18-34 0,1-1 0,-1 1 0,1-1 0,0 1 0,0-1 0,0 1 0,0 0 0,0-1 0,1 1 0,-1 0 0,1 0 0,0 0 0,-1-1 0,1 1 0,1 0 0,-1 0 0,0 0 0,1 0 0,-1-1 0,1 1 0,0 0 0,0-1 0,0 1 0,0 0 0,1-1 0,-1 1 0,1-1 0,-1 0 0,1 0 0,0 1 0,0-1 0,0 0 0,4 3 0,1 1 0,2 1 0,-1-1 0,1 0 0,0-1 0,0 0 0,0 0 0,19 5 0,-20-7 0,-1-1 0,1 0 0,0 0 0,0-1 0,0 0 0,0-1 0,1 0 0,-1 0 0,0 0 0,13-3 0,-19 2 0,1 0 0,-1 0 0,0 0 0,0 0 0,0 0 0,1 0 0,-1 0 0,0-1 0,0 1 0,-1-1 0,1 0 0,0 1 0,0-1 0,-1 0 0,1 0 0,-1 0 0,0 0 0,1 0 0,-1 0 0,0-1 0,0 1 0,-1 0 0,1-1 0,1-3 0,-2 1 0,1-1 0,0 1 0,-1 0 0,0 0 0,-1-1 0,1 1 0,-1 0 0,0 0 0,0 0 0,-3-7 0,3 10 0,2 7 0,3 8 0,3-3-124,0-1 0,0 0 0,1 0 0,0 0 0,1-1 0,-1-1-1,2 1 1,-1-1 0,1-1 0,17 9 0,-14-8-6702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5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24575,'5'1'0,"1"1"0,0-1 0,0 1 0,-1-1 0,1 2 0,-1-1 0,0 1 0,1-1 0,6 6 0,16 7 0,16 5-108,46 19 342,-73-33-607,0-1 0,1 0 1,23 3-1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6.1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 0 24575,'-10'5'0,"-3"4"0,0 4 0,3 1 0,2 1 0,4 1 0,1 0 0,5-1 0,1 1 0,1-1 0,-1 0 0,2-3 0,0 0 0,-1-1 0,-1 1 0,-1 1 0,-1-2-8191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6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246 0 24575,'-27'0'0,"-12"3"0,-2 0 0,3 3 0,7 2 0,5 0 0,7 2 0,5-2 0,4-2-8191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6.0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85 24575,'-24'-15'0,"17"11"0,0 0 0,-13-6 0,2 3 0,-25-10 0,40 15 0,0 1 0,0-1 0,0 0 0,0 0 0,0 0 0,0-1 0,1 1 0,-1-1 0,-3-4 0,7 6 0,3 2 0,4 3 0,69 51 0,1-4 0,143 67 0,-214-114 0,-5-4 0,0 1 0,0 0 0,0 0 0,0 0 0,0 0 0,0 0 0,0 1 0,-1-1 0,1 0 0,0 1 0,-1 0 0,3 2 0,-4-4 0,0 0 0,0 0 0,0 1 0,0-1 0,1 0 0,-1 0 0,0 0 0,0 0 0,0 0 0,0 0 0,0 1 0,0-1 0,0 0 0,0 0 0,0 0 0,0 0 0,0 0 0,0 0 0,0 1 0,0-1 0,0 0 0,0 0 0,0 0 0,0 0 0,0 0 0,0 0 0,0 1 0,-1-1 0,1 0 0,0 0 0,0 0 0,0 0 0,0 0 0,0 0 0,0 0 0,0 1 0,0-1 0,0 0 0,-1 0 0,1 0 0,0 0 0,0 0 0,0 0 0,0 0 0,0 0 0,-1 0 0,-8 0 0,-10-5 0,-86-39 0,87 35 0,0-1 0,1 0 0,-26-22 0,40 29 0,-1 1 0,1-1 0,-1 1 0,0 0 0,0 0 0,0 0 0,0 0 0,-4-1 0,8 3 0,0 0 0,0 0 0,0 0 0,0 1 0,0-1 0,0 0 0,0 0 0,0 0 0,0 0 0,0 0 0,0 0 0,0 0 0,0 0 0,0 0 0,0 0 0,0 0 0,0 0 0,0 0 0,0 0 0,0 0 0,0 0 0,0 0 0,0 1 0,0-1 0,0 0 0,-1 0 0,1 0 0,0 0 0,0 0 0,0 0 0,0 0 0,0 0 0,0 0 0,0 0 0,0 0 0,0 0 0,0 0 0,0 0 0,0 0 0,0 0 0,0 0 0,0 0 0,0 0 0,0 0 0,0 0 0,-1 0 0,1 0 0,0 0 0,0 0 0,0 0 0,0 0 0,0 0 0,7 7 0,12 7 0,7 1 0,0-1 0,50 19 0,-24-11 0,85 33 0,-172-78 0,0 5-1365,19 11-5461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6.7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38 24575,'-1'-2'0,"0"-1"0,1 1 0,0 0 0,0 0 0,-1-1 0,1 1 0,0 0 0,1-1 0,-1 1 0,0 0 0,1-3 0,0 1 0,-1 4 0,0 0 0,0 0 0,0-1 0,0 1 0,0 0 0,1 0 0,-1 0 0,0 0 0,0 0 0,0 0 0,0 0 0,0 0 0,0 0 0,0-1 0,0 1 0,0 0 0,0 0 0,-1 0 0,1 0 0,0 0 0,0 0 0,0 0 0,0 0 0,0 0 0,0-1 0,0 1 0,0 0 0,0 0 0,0 0 0,0 0 0,0 0 0,0 0 0,0 0 0,0 0 0,0 0 0,-1 0 0,1 0 0,0 0 0,0 0 0,0 0 0,0 0 0,0 0 0,0 0 0,0 0 0,0 0 0,0 0 0,-1 0 0,1 0 0,0 0 0,0 0 0,0 0 0,0 0 0,-7 3 0,-7 7 0,-8 17 0,-30 47 0,33-45 0,-38 43 0,46-59-76,3-4-568,-17 16-1,17-19-6181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9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684 9 24575,'0'0'0,"0"-1"0,0 1 0,0 0 0,0-1 0,0 1 0,0-1 0,0 1 0,0 0 0,0-1 0,0 1 0,-1 0 0,1 0 0,0-1 0,0 1 0,0 0 0,0-1 0,-1 1 0,1 0 0,0 0 0,0-1 0,-1 1 0,1 0 0,0 0 0,0-1 0,-1 1 0,1 0 0,0 0 0,-1 0 0,1 0 0,0-1 0,-1 1 0,-13 1 0,-11 10 0,-62 40 0,-32 17 0,82-48 0,21-11 0,0 0 0,-25 9 0,36-17 0,-138 54 0,127-47 0,1 0 0,1 1 0,0 0 0,0 1 0,0 1 0,-23 24 0,-5 10-1365,34-37-5461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9.8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 24575,'-27'12'0,"-12"8"0,-2-1 0,6-1 0,7 0 0,5-2 0,7 0 0,3-3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0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204 1 24575,'-27'12'0,"-12"7"0,-2 1 0,6-2 0,7-3 0,7-2 0,9-3-8191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5.3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24575,'6'0'0,"0"0"0,0 1 0,0 0 0,-1 0 0,1 0 0,0 1 0,0 0 0,-1 0 0,1 0 0,-1 1 0,0 0 0,7 4 0,-5-1 0,0-1 0,-1 1 0,1 1 0,-1-1 0,-1 1 0,1 0 0,6 12 0,-3-1 0,0 0 0,-2 0 0,0 0 0,-1 1 0,0 0 0,4 35 0,-8-25-1365,-1-17-5461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6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27 24575,'8'-4'0,"0"0"0,0 1 0,0 0 0,1 0 0,-1 1 0,10-1 0,-14 2 0,0 1 0,0 0 0,0 0 0,0 0 0,1 1 0,-1-1 0,0 1 0,0 0 0,0 0 0,0 1 0,0-1 0,-1 1 0,1 0 0,6 4 0,8 6 0,-1 1 0,0 0 0,28 31 0,-40-38 0,-1 0 0,1 0 0,-1 0 0,0 1 0,-1 0 0,4 9 0,-5-12 0,-1 0 0,0 0 0,0 0 0,0 1 0,-1-1 0,0 0 0,1 1 0,-2-1 0,1 0 0,0 1 0,-1-1 0,-1 5 0,1-7 0,0 1 0,0 0 0,-1-1 0,1 0 0,-1 1 0,0-1 0,1 0 0,-1 0 0,0 1 0,0-2 0,-1 1 0,1 0 0,0 0 0,-1-1 0,1 1 0,-1-1 0,1 0 0,-1 1 0,1-1 0,-1-1 0,0 1 0,0 0 0,-5 0 0,-1 0 0,1 0 0,-1 0 0,1-1 0,-1 0 0,1 0 0,-17-4 0,13 1 0,0-1 0,0 0 0,1 0 0,0-2 0,0 1 0,0-1 0,0-1 0,1 0 0,0 0 0,-14-15 0,19 17 0,0-1 0,1 1 0,0-1 0,0 0 0,0 0 0,1 0 0,-1 0 0,-3-13 0,6 14 0,0 0 0,0 0 0,0-1 0,0 1 0,1 0 0,0 0 0,0-1 0,1 1 0,-1 0 0,1 0 0,0-1 0,4-8 0,-4 11-97,0 0-1,1 0 1,0 1-1,0-1 1,0 0-1,0 1 1,0-1-1,0 1 1,1 0-1,-1-1 1,1 1-1,-1 1 0,4-3 1,3-1-6729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7.2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0 24575,'-27'3'0,"-10"0"-8191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8.8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1 121 24575,'0'0'0,"1"0"0,-1 0 0,1 1 0,-1-1 0,1 0 0,-1 0 0,1 0 0,-1 1 0,1-1 0,-1 0 0,0 1 0,1-1 0,-1 0 0,1 1 0,-1-1 0,0 0 0,0 1 0,1-1 0,-1 1 0,0-1 0,0 1 0,1-1 0,-1 1 0,5 15 0,-3-11 0,1 6 0,1-1 0,0 1 0,1-1 0,0 0 0,1-1 0,0 1 0,0-1 0,1 0 0,0-1 0,11 11 0,-17-18 0,-1-1 0,1 1 0,-1-1 0,1 1 0,0-1 0,-1 1 0,1-1 0,0 0 0,-1 1 0,1-1 0,0 0 0,0 1 0,-1-1 0,1 0 0,0 0 0,1 1 0,-2-2 0,0 1 0,1 0 0,-1 0 0,0-1 0,0 1 0,0 0 0,0 0 0,1-1 0,-1 1 0,0 0 0,0-1 0,0 1 0,0 0 0,0-1 0,0 1 0,0 0 0,0 0 0,0-1 0,0 1 0,0 0 0,0-1 0,0 1 0,0 0 0,0 0 0,-1-1 0,1 1 0,0-1 0,-12-25 0,-4 1 0,-27-48 0,37 62 0,1-1 0,0 1 0,1-1 0,-5-22 0,9 32 0,0 0 0,-1 1 0,1-1 0,0 0 0,0 0 0,0 0 0,0 0 0,0 0 0,0 0 0,1 0 0,-1 0 0,0 0 0,1 0 0,0 1 0,-1-1 0,1 0 0,0 0 0,0 1 0,0-1 0,0 0 0,1 1 0,1-3 0,-1 2 0,1 1 0,0-1 0,0 1 0,0-1 0,-1 1 0,2 0 0,-1 0 0,0 0 0,0 0 0,0 0 0,0 1 0,6-1 0,2 1-170,0-1-1,0 2 0,-1-1 1,1 1-1,0 1 0,-1 0 1,17 6-1,-11-2-6655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03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24575,'0'-10'0,"0"1"0,0-1 0,1 1 0,2-16 0,-3 23 0,1 0 0,-1 0 0,1 0 0,-1 1 0,1-1 0,0 0 0,0 0 0,0 0 0,0 0 0,0 1 0,1-1 0,-1 0 0,0 1 0,1-1 0,-1 1 0,1 0 0,-1-1 0,1 1 0,0 0 0,0 0 0,0 0 0,2-1 0,-4 2 0,1 0 0,-1 0 0,1 0 0,0-1 0,-1 1 0,1 0 0,0 0 0,-1 0 0,1 0 0,0 0 0,-1 0 0,1 0 0,0 0 0,-1 0 0,1 1 0,-1-1 0,1 0 0,0 0 0,-1 1 0,1-1 0,-1 0 0,1 0 0,0 1 0,-1-1 0,1 1 0,-1-1 0,1 1 0,0 1 0,0-1 0,0 1 0,0-1 0,0 1 0,-1 0 0,1-1 0,0 1 0,-1 0 0,1 3 0,0 2 0,0 1 0,-1 0 0,0 13 0,-3 1-195,-1 0 0,0 0 0,-2-1 0,-1 0 0,0 0 0,-13 25 0,15-37-6631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8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34 24575,'-18'-6'0,"-1"0"0,-1 1 0,1 0 0,-1 2 0,-33-2 0,28 3 0,20 1 0,0 1 0,0-1 0,0 1 0,-1 0 0,1 1 0,-6 0 0,9 0 0,0-1 0,0 1 0,1 0 0,-1 0 0,0 0 0,1 0 0,-1 0 0,1 0 0,-1 0 0,1 0 0,0 1 0,-1-1 0,1 0 0,0 1 0,0-1 0,0 1 0,0-1 0,0 1 0,0 0 0,1 0 0,-1-1 0,0 3 0,-2 9 0,0 1 0,1 0 0,1-1 0,0 1 0,1 0 0,3 20 0,-2 4 0,0 2 0,1 0 0,2 0 0,1 0 0,15 52 0,53 132 0,-31-97 0,-39-117-112,3 9-306,0 0 1,11 19-1,-11-29-6408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8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384 107 24575,'-30'-12'0,"-15"-7"0,-5-1 0,1 4 0,6 2 0,9 3 0,6 4 0,7 3 0,3 1 0,3 3 0,2 0 0,-1 3 0,3 4 0,4 2 0,2 1-8191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9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214 51 24575,'-27'-10'0,"5"1"0,0 1 0,-1 1 0,0 1 0,-32-4 0,53 10 0,0 0 0,1-1 0,-1 1 0,0 0 0,0 1 0,1-1 0,-1 0 0,0 0 0,1 1 0,-1-1 0,0 1 0,1-1 0,-1 1 0,1 0 0,-1 0 0,1 0 0,-1 0 0,-1 1 0,2-1 0,0 0 0,1 0 0,-1 1 0,0-1 0,0 0 0,1 1 0,-1-1 0,1 1 0,-1-1 0,1 1 0,0-1 0,-1 1 0,1-1 0,0 1 0,0-1 0,0 3 0,1 3 0,0-1 0,0 1 0,1-1 0,0 1 0,0-1 0,1 1 0,5 9 0,0-2 0,1-1 0,0-1 0,1 0 0,0 0 0,1-1 0,0 0 0,0-1 0,2 0 0,-1 0 0,24 12 0,-14-11 0,0 0 0,0-2 0,2 0 0,-1-2 0,1-1 0,25 5 0,-44-11 0,0 1 0,0-1 0,-1 1 0,1-1 0,0-1 0,-1 1 0,1-1 0,0 1 0,0-1 0,-1-1 0,7-2 0,-9 3 0,0 0 0,0 0 0,-1 0 0,1 0 0,0 0 0,-1-1 0,1 1 0,-1-1 0,0 1 0,1-1 0,-1 1 0,0-1 0,0 0 0,0 0 0,0 1 0,0-1 0,-1 0 0,1 0 0,-1 0 0,1 0 0,-1 0 0,1 0 0,-1 0 0,0 0 0,0 0 0,0 0 0,0 0 0,0 0 0,-1-2 0,-1-5 0,0 1 0,-1-1 0,1 1 0,-2 0 0,1 0 0,-1 0 0,0 0 0,-1 1 0,-10-13 0,-5-4 0,-30-29 0,40 45 0,1-1 0,-14-9 0,21 17 0,0-1 0,-1 1 0,1-1 0,0 1 0,-1 0 0,1 0 0,-1 0 0,1 0 0,-1 0 0,0 1 0,1-1 0,-1 1 0,0 0 0,1 0 0,-1 0 0,0 0 0,-3 0 0,-3 5-1365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9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122 311 24575,'0'1'0,"1"0"0,-1 0 0,1 0 0,-1 0 0,0 1 0,1-1 0,-1 0 0,0 0 0,0 0 0,0 0 0,0 1 0,0-1 0,0 0 0,-1 0 0,1 0 0,0 0 0,0 0 0,-1 0 0,1 1 0,-1-1 0,1 0 0,-1 0 0,-1 2 0,1-3 0,0 0 0,1 1 0,-1-1 0,0 1 0,0-1 0,0 0 0,0 0 0,0 1 0,0-1 0,0 0 0,0 0 0,0 0 0,0 0 0,0 0 0,0-1 0,0 1 0,0 0 0,0 0 0,0 0 0,0-1 0,0 1 0,1-1 0,-1 1 0,0-1 0,0 1 0,0-1 0,0 1 0,-1-2 0,-5-3 0,1 0 0,-1-1 0,1 0 0,0 0 0,0 0 0,1-1 0,0 0 0,0 0 0,0 0 0,1-1 0,0 1 0,1-1 0,-5-12 0,4 5 0,1 1 0,1 0 0,0-1 0,0 0 0,2 1 0,0-1 0,2-16 0,-1 26 7,-1 0 0,2-1 0,-1 1 0,1 0 0,0 0 1,0 0-1,0 0 0,0 1 0,1-1 0,0 1 0,0-1 0,0 1 0,1 0 0,-1 0 0,1 0 0,7-5 0,-9 8-51,0-1 1,0 1-1,1-1 0,-1 1 1,1 0-1,-1 0 0,1 0 1,-1 0-1,1 0 0,0 1 1,-1-1-1,1 1 0,0-1 1,-1 1-1,1 0 0,0 0 0,0 1 1,-1-1-1,1 0 0,0 1 1,-1 0-1,1-1 0,0 1 1,-1 0-1,1 0 0,-1 1 1,0-1-1,1 1 0,-1-1 1,0 1-1,0-1 0,0 1 1,3 3-1,2 3-6782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0.3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56 106 24575,'15'44'0,"-9"-23"0,1-1 0,2 0 0,-1-1 0,17 26 0,-23-43 0,1 1 0,-1-1 0,0 1 0,1-1 0,0 0 0,4 3 0,-7-5 0,0 0 0,1 1 0,-1-1 0,0 0 0,1 0 0,-1 1 0,0-1 0,1 0 0,-1 0 0,1 0 0,-1 0 0,0 1 0,1-1 0,-1 0 0,1 0 0,-1 0 0,0 0 0,1 0 0,-1 0 0,1 0 0,-1 0 0,1 0 0,-1 0 0,0 0 0,1 0 0,-1 0 0,1-1 0,-1 1 0,0 0 0,1 0 0,-1 0 0,0 0 0,1-1 0,-1 1 0,0 0 0,1 0 0,-1-1 0,0 1 0,1 0 0,-1-1 0,0 1 0,0 0 0,1-1 0,-1 1 0,0 0 0,0-1 0,0 1 0,0-1 0,1 1 0,-1 0 0,0-1 0,0 1 0,0-1 0,0 1 0,0-1 0,0 1 0,0 0 0,0-1 0,0 1 0,0-1 0,0 1 0,-1-1 0,0-5 0,-1-1 0,0 1 0,0 0 0,-1 0 0,0 0 0,0 0 0,0 0 0,-8-10 0,4 5 0,-16-19 0,0 0 0,-34-32 0,34 36 0,105 72 0,-65-36 0,1-1 0,1-1 0,0-1 0,0-1 0,0 0 0,1-1 0,0-1 0,0-1 0,0-1 0,0-1 0,0-1 0,0 0 0,1-2 0,34-6 0,-52 7 0,0 0 0,1 0 0,-1 0 0,0-1 0,0 1 0,0-1 0,0 1 0,0-1 0,0 0 0,-1 0 0,1-1 0,-1 1 0,1 0 0,-1-1 0,0 1 0,0-1 0,0 0 0,0 0 0,0 0 0,1-5 0,-1 5 0,-1-1 0,-1 0 0,1 0 0,0 0 0,-1 0 0,0 0 0,0 0 0,0 0 0,0 0 0,-1 1 0,1-1 0,-1 0 0,0 0 0,0 0 0,-1 1 0,1-1 0,-4-5 0,4 6 0,0 1 0,0 0 0,-1 0 0,1 0 0,-1 0 0,1 0 0,-1 0 0,0 0 0,0 1 0,0-1 0,0 0 0,0 1 0,0 0 0,0-1 0,0 1 0,-1 0 0,1 0 0,0 0 0,-1 1 0,1-1 0,-1 0 0,1 1 0,-1 0 0,1-1 0,-1 1 0,1 0 0,-1 0 0,1 1 0,-1-1 0,1 0 0,-1 1 0,1 0 0,-4 1 0,3-1 0,0 0 0,0 1 0,0 0 0,0-1 0,1 1 0,-1 0 0,0 1 0,1-1 0,0 0 0,-1 1 0,1-1 0,0 1 0,0 0 0,0-1 0,1 1 0,-1 0 0,1 0 0,-1 1 0,1-1 0,0 0 0,0 0 0,1 0 0,-1 1 0,1-1 0,-1 4 0,2 0 0,-1 1 0,1-1 0,1 1 0,0-1 0,0 0 0,0 1 0,1-1 0,0-1 0,0 1 0,0 0 0,1-1 0,0 1 0,1-1 0,0 0 0,6 6 0,1 0 0,0 0 0,1-1 0,0 0 0,1-1 0,25 13 0,-22-15 30,-1 0 0,2-1 0,29 9 0,-37-14-195,0 0 0,0-1 0,0 1 0,0-2 0,0 0 0,0 0 0,0 0 0,15-4 0,-12 0-6661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1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204 423 24575,'-34'2'0,"-41"7"0,65-7 0,1 0 0,-1 0 0,1 1 0,0 1 0,-14 6 0,21-9 0,1 0 0,-1-1 0,1 1 0,-1 0 0,1 0 0,-1 1 0,1-1 0,0 0 0,-1 0 0,1 1 0,0-1 0,0 1 0,0-1 0,0 1 0,0-1 0,0 1 0,1-1 0,-1 1 0,0 0 0,0 2 0,1-1 0,0 0 0,1 0 0,-1 0 0,1 0 0,-1 0 0,1 0 0,0 0 0,0 0 0,0 0 0,0 0 0,3 3 0,0 2 0,1 0 0,0-1 0,1 1 0,-1-1 0,1 0 0,1-1 0,-1 0 0,1 0 0,9 7 0,-10-10 0,0 1 0,0-1 0,0 0 0,0 0 0,0 0 0,1-1 0,-1 0 0,1-1 0,0 1 0,-1-1 0,1 0 0,0-1 0,7 0 0,-12 0 0,1 0 0,-1-1 0,1 1 0,-1-1 0,1 1 0,-1-1 0,0 0 0,1 0 0,-1 0 0,0 0 0,0-1 0,0 1 0,0 0 0,0-1 0,0 0 0,0 1 0,0-1 0,-1 0 0,1 0 0,-1 0 0,1 0 0,-1 0 0,0 0 0,1-1 0,-1 1 0,-1 0 0,1-1 0,0 1 0,0-5 0,0 4 0,0-1 0,-1 1 0,0-1 0,0 1 0,0-1 0,0 0 0,-1 1 0,1-1 0,-1 1 0,0-1 0,0 1 0,0-1 0,0 1 0,-1 0 0,0 0 0,1-1 0,-1 1 0,0 0 0,0 0 0,-3-2 0,-1 2 0,7 8 0,5 9 0,-3-7 0,1-1 0,0 1 0,0-1 0,1 0 0,0 0 0,0-1 0,1 1 0,9 6 0,-12-10 0,0 0 0,0 0 0,0 0 0,0-1 0,1 1 0,-1-1 0,0 0 0,1 0 0,-1-1 0,1 1 0,0-1 0,-1 1 0,1-1 0,-1 0 0,1 0 0,-1-1 0,1 1 0,0-1 0,-1 0 0,5-1 0,-4 0 0,0 1 0,0-1 0,0 0 0,0 0 0,-1-1 0,1 1 0,-1-1 0,1 0 0,-1 0 0,0 0 0,5-6 0,-4 3 0,0 0 0,0-1 0,0 0 0,-1 1 0,0-1 0,2-10 0,0 0 0,-2 0 0,0 0 0,-1-1 0,-1 1 0,0-21 0,-4 3 0,-1 1 0,-2 0 0,-1 0 0,-1 0 0,-3 1 0,0 0 0,-29-57 0,37 84 0,0 1 0,0 0 0,0 0 0,0 0 0,-1 1 0,0-1 0,0 1 0,0 0 0,-5-4 0,9 7 0,-1 1 0,1 0 0,-1-1 0,1 1 0,0 0 0,-1 0 0,1 0 0,-1 0 0,1-1 0,-1 1 0,1 0 0,-1 0 0,1 0 0,-1 0 0,1 0 0,-1 0 0,1 0 0,-1 0 0,1 0 0,0 0 0,-1 0 0,1 1 0,-1-1 0,1 0 0,-1 0 0,1 0 0,-1 1 0,1-1 0,-1 1 0,0 0 0,0 0 0,0 0 0,0 0 0,0 0 0,1 0 0,-1 1 0,0-1 0,1 0 0,-1 2 0,-1 3 0,0 0 0,1-1 0,-1 11 0,1 1 0,1-1 0,1 0 0,0 0 0,1 0 0,7 26 0,1-7 0,20 47 0,-20-60 0,0-1 0,1-1 0,1 1 0,1-2 0,0 0 0,2-1 0,0 0 0,1-1 0,1 0 0,0-2 0,2 0 0,-1-1 0,33 18 0,37 11-1365,-65-34-5461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1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25 24575,'-30'-5'0,"-13"-2"0,-1 1 0,4 0 0,7 5 0,6 2 0,7 1-8191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2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24575,'45'55'0,"59"68"0,-95-113 0,0-1 0,2 1 0,19 13 0,-26-20 0,1 0 0,-1-1 0,1 1 0,0-1 0,0 0 0,0 0 0,0-1 0,0 1 0,1-1 0,-1-1 0,0 1 0,9 0 0,-13-1 0,1-1 0,-1 1 0,0 0 0,1-1 0,-1 1 0,1-1 0,-1 1 0,0-1 0,1 1 0,-1-1 0,0 0 0,1 0 0,-1 0 0,0 0 0,0 0 0,0 0 0,0 0 0,0 0 0,0 0 0,0 0 0,0-1 0,-1 1 0,1 0 0,0-1 0,-1 1 0,1 0 0,-1-1 0,1 1 0,-1-1 0,0 1 0,0 0 0,0-1 0,1 1 0,-2-3 0,2-6 0,-2 0 0,1 1 0,-2-1 0,-1-9 0,2 13 0,-18-68 0,13 52 0,1 1 0,0-1 0,-2-32 0,7 51-1365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3.1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230 476 24575,'-33'-19'0,"-42"-20"0,65 34 0,-2 0 0,1 1 0,0 1 0,-21-5 0,30 8 0,1 0 0,-1-1 0,1 1 0,-1 0 0,1 0 0,-1 0 0,1 0 0,-1 0 0,1 0 0,-1 1 0,1-1 0,-1 0 0,1 1 0,-1-1 0,1 1 0,-1 0 0,1-1 0,0 1 0,-1 0 0,1 0 0,0 0 0,0 0 0,-1 0 0,1 0 0,0 0 0,0 0 0,0 0 0,1 1 0,-2 0 0,1 1 0,0 0 0,0 0 0,1 0 0,-1 0 0,1 0 0,0 0 0,0 0 0,0 0 0,0 0 0,0 0 0,0 0 0,1 0 0,1 5 0,2 3 0,-1-1 0,2 0 0,-1 0 0,1 0 0,1 0 0,0-1 0,11 14 0,-12-17 0,0-1 0,0 0 0,1 0 0,-1 0 0,1-1 0,0 0 0,0 0 0,1 0 0,-1-1 0,1 1 0,-1-2 0,11 4 0,-15-6 0,0 1 0,0-1 0,0 1 0,-1-1 0,1 0 0,0 0 0,0 0 0,0 0 0,0 0 0,-1-1 0,1 1 0,0-1 0,0 1 0,0-1 0,-1 1 0,1-1 0,0 0 0,-1 0 0,1 0 0,-1 0 0,1 0 0,-1 0 0,1 0 0,0-2 0,0 1 0,0-1 0,0 0 0,-1 0 0,1 0 0,-1 0 0,1 0 0,-1 0 0,0 0 0,-1 0 0,1 0 0,0-1 0,-1-5 0,1 0 0,-1 0 0,-1-1 0,0 1 0,0 0 0,-1 0 0,0 0 0,-4-10 0,6 18 0,0 2 0,2 6 0,3 11 0,0-11 0,-1 0 0,1 0 0,0 0 0,1 0 0,-1-1 0,1 0 0,1 0 0,-1-1 0,1 1 0,0-1 0,14 7 0,-16-9 0,1 0 0,0 0 0,0-1 0,0 0 0,0 0 0,1 0 0,-1-1 0,0 0 0,1 0 0,-1 0 0,1-1 0,-1 0 0,1 0 0,-1-1 0,1 0 0,6-2 0,-10 2 0,-1 0 0,1 0 0,-1 0 0,1-1 0,-1 1 0,1-1 0,-1 1 0,0-1 0,0 0 0,0 0 0,0 0 0,0 0 0,-1-1 0,1 1 0,-1 0 0,1-1 0,-1 1 0,0-1 0,0 0 0,0 1 0,0-1 0,0 0 0,0-3 0,1-7 0,-1 1 0,0-1 0,-2-24 0,1 17 0,-3-22 0,0 0 0,-3 1 0,-13-50 0,-47-117 0,57 192 0,4 15 0,0 8 0,2 9 0,1-1 0,0 1 0,1-1 0,1 1 0,2 22 0,-1-25 0,1 17 0,1-1 0,2 0 0,0-1 0,16 45 0,-15-54 0,2-1 0,1 0 0,0 0 0,1-1 0,0 0 0,2-1 0,22 25 0,-28-34 0,1 0 0,1 0 0,0-1 0,0 0 0,0 0 0,0-1 0,1 0 0,0 0 0,0-1 0,0 0 0,1-1 0,-1 0 0,1-1 0,-1 0 0,1 0 0,0-1 0,19 0 0,-23-1 0,0 0 0,-1 0 0,1-1 0,0 0 0,0 0 0,-1 0 0,1-1 0,-1 0 0,1 0 0,6-4 0,-10 4 0,1 0 0,0 0 0,-1 0 0,1 0 0,-1-1 0,0 1 0,0-1 0,0 1 0,0-1 0,0 0 0,0 0 0,-1 0 0,1 0 0,-1 0 0,0 0 0,0 0 0,0-1 0,-1 1 0,1-4 0,2-27 0,-2 32 0,-1 1 0,0-1 0,0 0 0,-1 0 0,1 0 0,0 0 0,-1 1 0,1-1 0,-1 0 0,1 0 0,-1 0 0,0 1 0,1-1 0,-1 1 0,-2-3 0,3 4 0,0 0 0,0 0 0,0 0 0,0 0 0,-1 0 0,1 0 0,0 0 0,0 0 0,0-1 0,0 1 0,0 0 0,-1 0 0,1 0 0,0 0 0,0 0 0,0 0 0,0 0 0,-1 0 0,1 1 0,0-1 0,0 0 0,0 0 0,0 0 0,0 0 0,-1 0 0,1 0 0,0 0 0,0 0 0,0 0 0,0 0 0,0 0 0,0 1 0,-1-1 0,1 0 0,0 0 0,0 0 0,0 0 0,0 0 0,0 0 0,0 1 0,0-1 0,0 0 0,0 0 0,0 0 0,0 0 0,0 0 0,0 1 0,0-1 0,0 0 0,0 0 0,0 0 0,0 0 0,0 1 0,0-1 0,0 0 0,0 0 0,0 0 0,0 1 0,-1 9 0,2-4 0,1-1 0,-1 0 0,1 0 0,0 0 0,0 0 0,0 0 0,1 0 0,0-1 0,0 1 0,5 6 0,6 5 0,20 18 0,-32-32 0,3 2 0,0 1 0,1-1 0,0 0 0,0 0 0,10 5 0,-14-8 0,0-1 0,0 1 0,0 0 0,0-1 0,0 1 0,1-1 0,-1 0 0,0 0 0,0 0 0,3 0 0,-4 0 0,0 0 0,0-1 0,0 1 0,0-1 0,0 1 0,0 0 0,0-1 0,0 0 0,0 1 0,0-1 0,0 0 0,0 1 0,0-1 0,-1 0 0,1 0 0,0 1 0,-1-1 0,1 0 0,0 0 0,0-2 0,-1 2 0,2-2 0,0-1 0,-1 1 0,1-1 0,1 1 0,-1 0 0,0 0 0,4-3 0,-5 5 0,0 0 0,1 1 0,-1-1 0,0 0 0,0 1 0,1-1 0,-1 1 0,0-1 0,1 1 0,-1 0 0,1 0 0,-1 0 0,1 0 0,-1 0 0,0 0 0,1 0 0,-1 0 0,1 0 0,-1 1 0,0-1 0,1 0 0,-1 1 0,2 0 0,30 14 47,-25-11-330,0 0 1,0-1 0,0 0-1,11 3 1,-7-4-6544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3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145 277 24575,'-26'-124'0,"20"103"0,-1 0 0,-1 1 0,-18-35 0,26 55 0,-3-5 0,0 0 0,0 0 0,0 1 0,-6-6 0,9 9 0,0 1 0,-1-1 0,1 1 0,-1 0 0,1-1 0,-1 1 0,1-1 0,-1 1 0,1 0 0,-1-1 0,1 1 0,-1 0 0,0 0 0,1 0 0,-1-1 0,1 1 0,-1 0 0,0 0 0,1 0 0,-1 0 0,1 0 0,-1 0 0,0 0 0,1 0 0,-1 0 0,0 0 0,1 1 0,-1-1 0,1 0 0,-1 0 0,1 0 0,-1 1 0,0-1 0,1 0 0,-1 1 0,1-1 0,-1 0 0,1 1 0,0-1 0,-1 1 0,1-1 0,-1 1 0,1-1 0,0 1 0,-1-1 0,1 1 0,0-1 0,0 1 0,-1 0 0,-3 10 0,0-1 0,1 1 0,0 0 0,0-1 0,1 1 0,-1 15 0,1-10 0,1-3 11,0 0 0,1 1 0,1-1 0,0 0 0,0 0 0,1 0-1,1 0 1,0 0 0,1 0 0,8 16 0,-10-22-82,2 0 1,-1-1-1,1 1 0,0-1 0,0 0 1,1 0-1,0-1 0,0 1 1,0-1-1,0 0 0,1 0 0,0-1 1,0 1-1,0-1 0,1-1 1,-1 1-1,1-1 0,0-1 0,0 1 1,7 1-1,-1-2-6755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4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104 559 24575,'-8'11'0,"1"0"0,0 1 0,1 0 0,0 0 0,-6 17 0,11-25 0,0 0 0,0 0 0,1 0 0,-1 0 0,1 0 0,0 0 0,0 0 0,0 0 0,2 7 0,-2-9 0,1 1 0,0-1 0,0 1 0,0-1 0,0 0 0,1 1 0,-1-1 0,1 0 0,-1 0 0,1 0 0,0 0 0,0 0 0,0-1 0,0 1 0,0 0 0,3 1 0,-3-1 0,1-1 0,-1 0 0,0 0 0,1 0 0,-1 0 0,0 0 0,1-1 0,-1 1 0,1-1 0,-1 0 0,1 1 0,-1-1 0,1 0 0,-1-1 0,1 1 0,-1 0 0,5-2 0,-5 2 0,0-1 0,0 0 0,0 0 0,-1 0 0,1 0 0,0 0 0,-1 0 0,1-1 0,-1 1 0,1 0 0,-1-1 0,0 1 0,0-1 0,0 0 0,0 1 0,0-1 0,0 0 0,0 0 0,0 1 0,0-1 0,-1 0 0,1 0 0,-1-2 0,3-14 0,-1-1 0,-1 1 0,-2-36 0,-14-55 0,-1 43 0,-44-122 0,10 44 0,26 60 0,23 93 0,2 12 0,8 31 0,3 0 0,2-1 0,23 57 0,76 141 0,-41-113-1365,-60-113-5461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5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52 24575,'-5'-4'0,"-8"-6"0,-27-15 0,37 23 0,0 0 0,0 0 0,-1 1 0,1 0 0,-1 0 0,1 0 0,-1 0 0,1 0 0,-1 1 0,0-1 0,1 1 0,-1 0 0,0 0 0,-4 1 0,7 0 0,-1-1 0,1 1 0,0-1 0,0 1 0,-1 0 0,1 0 0,0-1 0,0 1 0,0 0 0,0 0 0,0 0 0,0 0 0,0 0 0,0 0 0,1 0 0,-1 1 0,0-1 0,1 0 0,-1 0 0,1 1 0,-1-1 0,1 0 0,-1 1 0,1-1 0,0 0 0,0 3 0,-1 4 0,0 0 0,1 0 0,2 12 0,-1-10 0,0 5 0,-1-1 0,1 0 0,1 0 0,6 27 0,-7-37 0,0-1 0,1 0 0,-1 1 0,1-1 0,-1 0 0,1 0 0,0 0 0,0 0 0,1 0 0,-1-1 0,0 1 0,1 0 0,0-1 0,0 0 0,0 0 0,0 0 0,0 0 0,0 0 0,0 0 0,5 1 0,14 3 0,-1-1 0,1-1 0,0-1 0,0 0 0,0-2 0,0-1 0,1-1 0,25-3 0,-43 3-105,0 0 0,1 0 0,-1 0 0,0-1 0,0 1 0,0-1 0,0 0 0,0-1 0,-1 1 0,1-1 0,-1 0 0,5-4 0,1-3-6721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5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47 24575,'1'-2'0,"0"0"0,0 1 0,1-1 0,-1 0 0,0 1 0,1-1 0,-1 1 0,1-1 0,0 1 0,-1 0 0,1-1 0,0 1 0,0 0 0,0 0 0,0 0 0,0 1 0,0-1 0,3 0 0,-3 1 0,0 0 0,0 0 0,0 1 0,0-1 0,0 0 0,0 1 0,-1 0 0,1-1 0,0 1 0,0 0 0,-1 0 0,1 0 0,0 0 0,-1 0 0,1 1 0,-1-1 0,1 0 0,-1 1 0,0-1 0,2 3 0,3 4 0,0 0 0,-1 0 0,-1 0 0,1 1 0,-1 0 0,0 0 0,-1 0 0,0 0 0,-1 0 0,0 1 0,0-1 0,-1 1 0,0 14 0,-1-23 0,0 0 0,0 0 0,0 0 0,0 0 0,0 0 0,0 0 0,-1 0 0,1 0 0,0 0 0,-1 0 0,1 0 0,-1 0 0,1 0 0,-1 0 0,1 0 0,-1 0 0,0 0 0,0-1 0,1 1 0,-1 0 0,0-1 0,0 1 0,-1 1 0,0-2 0,0 1 0,0-1 0,1 1 0,-1-1 0,0 0 0,0 0 0,1 0 0,-1 0 0,0 0 0,0 0 0,0 0 0,-3-1 0,-4-2 0,0 0 0,1-1 0,-1 0 0,-10-6 0,0-1 0,0-1 0,-23-19 0,38 27 0,-1 0 0,1 0 0,0 0 0,0 0 0,1 0 0,-1-1 0,1 1 0,0-1 0,0 0 0,1 0 0,0 0 0,-1-1 0,2 1 0,-4-11 0,5 14 4,0 0-1,0 1 0,0-1 0,1 0 1,-1 1-1,0-1 0,0 1 0,1-1 1,-1 0-1,1 1 0,0-1 0,-1 1 1,1-1-1,0 1 0,0 0 0,0-1 1,0 1-1,0 0 0,0 0 0,0-1 1,0 1-1,1 0 0,-1 0 0,0 0 1,1 1-1,-1-1 0,1 0 1,-1 0-1,1 1 0,-1-1 0,1 1 1,-1-1-1,4 1 0,5-2-244,0 0 0,0 1 0,0 0 0,12 2-1,-19-1-28,12 0-6556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5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105 339 24575,'62'-84'0,"-55"74"0,-1-1 0,0 0 0,-1-1 0,0 1 0,-1-1 0,4-16 0,-7 22 0,-1 1 0,1 0 0,-1-1 0,-1 1 0,1 0 0,-1-1 0,0 1 0,0 0 0,-1-1 0,1 1 0,-1 0 0,0 0 0,-1 1 0,1-1 0,-1 0 0,0 1 0,0-1 0,0 1 0,-7-6 0,5 4 0,0 1 0,0 1 0,-1-1 0,0 1 0,0 0 0,0 0 0,0 1 0,-1 0 0,1 0 0,-1 0 0,0 1 0,0 0 0,0 0 0,-9-1 0,13 3 0,0 0 0,1-1 0,-1 1 0,1 1 0,-1-1 0,1 0 0,-1 1 0,1-1 0,-1 1 0,1 0 0,0 0 0,-1 0 0,1 0 0,0 0 0,-1 0 0,1 1 0,0-1 0,0 1 0,0-1 0,0 1 0,1 0 0,-1 0 0,0 0 0,1 0 0,-1 0 0,1 0 0,-2 3 0,1-1 0,1 0 0,0 0 0,0 0 0,0 0 0,0 0 0,1 1 0,0-1 0,-1 0 0,2 0 0,-1 0 0,0 0 0,1 0 0,0 0 0,0 0 0,0 0 0,2 6 0,3 3 0,1 0 0,0-1 0,1 0 0,1 0 0,0-1 0,0 0 0,21 19 0,-4-8 0,1 0 0,35 20 0,-48-34 0,58 34 0,-63-37 0,-1-2 0,1 1 0,0-1 0,0 0 0,1-1 0,13 2 0,-7-4-1365,-2-3-5461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232 128 24575,'-22'-19'0,"-57"-43"0,69 55 0,-1 0 0,0 0 0,0 1 0,-1 1 0,-18-6 0,29 10 0,-1 1 0,1-1 0,0 1 0,0 0 0,0-1 0,-1 1 0,1 0 0,0 0 0,0 0 0,-1 0 0,1 0 0,0 0 0,0 0 0,0 0 0,-1 1 0,1-1 0,0 0 0,0 1 0,0-1 0,-1 1 0,1-1 0,0 1 0,0 0 0,0-1 0,0 1 0,0 0 0,0 0 0,0 0 0,1-1 0,-1 1 0,0 0 0,0 0 0,1 0 0,-1 1 0,1-1 0,-1 0 0,0 0 0,1 0 0,-1 2 0,0 4 0,0 0 0,0 1 0,0-1 0,1 1 0,1 10 0,-1-8 0,4 59-112,3-1 0,30 125 0,59 129-225,-87-294 337,47 127 0,-45-126 0,3-2 0,0 1 0,23 32 0,-31-52-313,0-1-1,1 1 1,7 6 0,0-3-5952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5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300 154 24575,'-30'-25'0,"-13"-8"0,-1 1 0,2 6 0,5 8 0,6 7 0,7 5 0,4 3 0,4 3 0,3 4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1 24575,'-12'25'0,"-2"16"0,4 11 0,6 6 0,9 5 0,6 2 0,6 2 0,3-2 0,0-1 0,2-4 0,0-4 0,-1-8 0,-3-6 0,0-6 0,-2-6 0,-1-5 0,-3-5 0,-3-6-8191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340 59 24575,'-30'-12'0,"-15"-5"0,-2 1 0,1 6 0,7 6 0,4 5 0,4 4 0,4 2 0,4 2 0,7-1-8191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8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41 24575,'3'10'0,"0"0"0,0 0 0,0 0 0,-2 0 0,1 0 0,-1 1 0,-1-1 0,0 0 0,-1 17 0,1-26 0,-1 1 0,1-1 0,0 0 0,0 1 0,0-1 0,-1 0 0,1 1 0,-1-1 0,1 0 0,-1 0 0,1 1 0,-1-1 0,0 0 0,0 0 0,1 0 0,-1 0 0,-2 1 0,3-1 0,-1-1 0,0 1 0,0-1 0,0 1 0,0-1 0,0 0 0,0 1 0,0-1 0,0 0 0,0 0 0,0 0 0,-1 0 0,1 0 0,0 0 0,0 0 0,0 0 0,-1-1 0,-3 0 0,1 0 0,0-1 0,-1 0 0,1 0 0,0-1 0,0 1 0,0-1 0,-5-4 0,6 5 0,-13-12 0,-23-25 0,35 35 0,1 0 0,0 0 0,-1-1 0,2 1 0,-1 0 0,1-1 0,-1 0 0,1 0 0,0 0 0,1 0 0,-1 0 0,0-6 0,2 9 0,0 1 0,0-1 0,0 0 0,0 1 0,1-1 0,-1 1 0,1-1 0,-1 1 0,1-1 0,-1 1 0,1 0 0,0-1 0,-1 1 0,1-1 0,0 1 0,0 0 0,0 0 0,0 0 0,0 0 0,0 0 0,0 0 0,1 0 0,-1 0 0,0 0 0,1 0 0,-1 0 0,0 1 0,1-1 0,-1 1 0,1-1 0,-1 1 0,1-1 0,2 1 0,0-1 0,0 0 0,0 1 0,1 0 0,-1 0 0,0 0 0,1 0 0,-1 1 0,0-1 0,0 1 0,0 0 0,5 2 0,4 3-682,20 14-1,-20-11-6143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8.8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80 24575,'-7'-10'0,"-1"0"0,0 0 0,-1 0 0,-14-11 0,20 19 0,0 0 0,-1-1 0,1 1 0,-1 0 0,1 1 0,-1-1 0,0 1 0,-4-2 0,5 3 0,1-1 0,0 1 0,0 0 0,0 0 0,0 0 0,0 0 0,-1 1 0,1-1 0,0 0 0,0 1 0,0-1 0,0 1 0,0 0 0,0 0 0,0 0 0,-2 1 0,2 0 0,0-1 0,0 1 0,1 0 0,-1-1 0,0 1 0,1 0 0,0 0 0,-1 0 0,1 0 0,0 0 0,0 1 0,0-1 0,0 0 0,1 0 0,-1 1 0,0-1 0,1 0 0,0 4 0,-1 6 0,0 0 0,3 18 0,-1-12 0,11 148 0,49 252 0,-8-216-1365,-48-185-5461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8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45 24575,'-30'-10'0,"-12"-4"0,-5 4 0,4 3 0,9 3-8191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0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24575,'1'14'0,"1"-1"0,0 0 0,1 0 0,1-1 0,0 1 0,6 12 0,-5-13 0,137 402-1015,-137-398 1015,5 23 0,-9-36 0,-1 0 0,1 0 0,-1 1 0,0-1 0,0 0 0,0 0 0,0 0 0,-1 1 0,-1 4 0,-3-1-1196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0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0 380 24575,'178'7'0,"-11"1"0,-165-8 0,0 0 0,0 0 0,0 0 0,-1 0 0,1 0 0,0 0 0,0-1 0,-1 1 0,1-1 0,0 1 0,0-1 0,-1 0 0,1 0 0,-1 0 0,1 0 0,-1 0 0,1 0 0,2-2 0,-3 1 0,0 1 0,0-1 0,-1 0 0,1 0 0,0 1 0,-1-1 0,1 0 0,-1 0 0,0 0 0,0 0 0,1 0 0,-1 0 0,0 1 0,-1-1 0,1 0 0,0 0 0,0 0 0,-2-2 0,-4-18 0,-2 0 0,-1 0 0,0 1 0,-19-29 0,14 25 0,2 2 0,-17-47 0,25 56 0,0 0 0,0 0 0,1 0 0,-1-20 0,4 40 0,1 26 0,0 1 0,3-1 0,12 56 0,29 53 0,-33-114 0,0 0 0,31 50 0,9 12 0,-46-81-1365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1.0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70 24575,'-8'-10'0,"0"1"0,-1 0 0,-10-9 0,16 16 0,0-1 0,-1 1 0,1-1 0,-1 1 0,1 0 0,-1 1 0,0-1 0,0 0 0,0 1 0,0 0 0,0 0 0,-8-1 0,11 2 0,-1 1 0,0-1 0,1 0 0,-1 0 0,1 0 0,-1 1 0,0-1 0,1 1 0,-1-1 0,1 1 0,-1 0 0,1 0 0,0 0 0,-1-1 0,1 1 0,0 0 0,0 1 0,-2 0 0,1 1 0,0-1 0,0 1 0,1 0 0,-1-1 0,1 1 0,0 0 0,0 0 0,0 0 0,-1 4 0,1-1 0,0 0 0,0 1 0,1-1 0,-1 0 0,1 1 0,1-1 0,0 0 0,2 13 0,0-12 0,0-1 0,0 0 0,0 0 0,1 0 0,0 0 0,0-1 0,0 1 0,1-1 0,0 0 0,0 0 0,10 6 0,-8-5 0,0-1 0,1 0 0,0-1 0,0 0 0,0 0 0,0-1 0,0 0 0,16 3 0,-22-6 0,0 1 0,0-1 0,0 0 0,0 0 0,0 0 0,0 0 0,0 0 0,0 0 0,0-1 0,0 1 0,-1-1 0,1 1 0,0-1 0,0 0 0,0 0 0,0 1 0,-1-1 0,1-1 0,0 1 0,-1 0 0,1 0 0,-1-1 0,1 1 0,-1 0 0,0-1 0,1 0 0,-1 1 0,0-1 0,0 0 0,0 1 0,0-1 0,-1 0 0,1 0 0,0 0 0,-1 0 0,1 0 0,-1-2 0,2-9 0,0 1 0,-1-1 0,-1 1 0,-1-22 0,0 20 0,4 34 0,2 0 0,0-1 0,1 0 0,9 19 0,11 12-1365,-19-39-5461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1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71 221 24575,'1'32'0,"2"-1"0,1 0 0,1 0 0,1 0 0,2 0 0,15 35 0,-19-57 0,-4-11 0,-5-17 0,-34-71 0,19 44 0,-17-55 0,36 99 0,-5-17 0,1 0 0,1-1 0,-3-38 0,6 54 0,1-1 0,0 1 0,0-1 0,1 0 0,0 1 0,-1-1 0,1 1 0,1-1 0,-1 1 0,1 0 0,0-1 0,0 1 0,0 0 0,0 0 0,1 0 0,-1 1 0,1-1 0,0 0 0,0 1 0,1 0 0,-1 0 0,1 0 0,3-3 0,-4 5 0,0 0 0,-1 0 0,1 0 0,0 0 0,0 0 0,0 1 0,0-1 0,0 1 0,0 0 0,0 0 0,0 0 0,0 0 0,0 0 0,0 1 0,-1-1 0,1 1 0,0 0 0,0 0 0,0 0 0,3 2 0,4 2 0,0 0 0,-1 1 0,19 14 0,-23-16 0,-1 0 0,1 1 0,-1 0 0,1-1 0,-1 2 0,-1-1 0,1 0 0,-1 1 0,0 0 0,0 0 0,4 11 0,-7-14 0,1 0 0,0-1 0,-1 1 0,0-1 0,1 1 0,-1 0 0,0 0 0,0-1 0,-1 1 0,1 0 0,0-1 0,-1 1 0,0 0 0,0-1 0,1 1 0,-2-1 0,1 1 0,0-1 0,0 0 0,-1 1 0,1-1 0,-1 0 0,0 0 0,0 0 0,1 0 0,-1 0 0,-1-1 0,1 1 0,0-1 0,-5 3 0,-9 4-273,0-1 0,-1 0 0,0-1 0,-25 4 0,24-6-6553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3:4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24575,'5'-7'0,"5"-7"0,1 1 0,20-21 0,-26 30 0,0 0 0,0 0 0,0 1 0,0-1 0,1 2 0,0-1 0,-1 0 0,1 1 0,0 0 0,0 0 0,7 0 0,-4 0 0,1 2 0,-1-1 0,0 1 0,1 1 0,-1 0 0,1 0 0,-1 0 0,0 2 0,0-1 0,10 4 0,9 6 0,47 27 0,-50-25 0,-11-6 0,-4-3 0,-1 0 0,0 1 0,11 8 0,-17-12 0,-1 0 0,0 0 0,0 0 0,0 1 0,0-1 0,0 1 0,-1-1 0,1 1 0,-1 0 0,1 0 0,-1 0 0,0 0 0,0 0 0,0 0 0,0 5 0,1 17 0,5 30 0,-6-51 0,0 0 0,0 1 0,-1-1 0,1 1 0,-1-1 0,0 0 0,-1 1 0,1-1 0,-1 1 0,-2 7 0,1-7 0,0-1 0,0 1 0,-1-1 0,0 0 0,0 0 0,0 0 0,0 0 0,-1 0 0,-4 4 0,1-2 0,0-1 0,-1 1 0,0-1 0,1-1 0,-1 1 0,-1-1 0,1-1 0,-1 1 0,-13 2 0,10-3 0,-1-1 0,-1 0 0,1-1 0,0-1 0,-26-2 0,35 2 0,1-1 0,-1 0 0,1 0-1,-1 0 1,1-1 0,-1 1 0,1-1 0,0 1-1,0-1 1,0 0 0,-4-3 0,-2-3 24,-16-19 1,-6-5-1437,22 25-5414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3:37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54 24575,'136'85'0,"-71"-42"0,1-3 0,73 31 0,67 12 0,-193-78 0,12 4 0,29 15 0,-53-24 0,-1 0 0,0 0 0,0 0 0,0 0 0,1 0 0,-1 0 0,0 0 0,0 0 0,0 1 0,1-1 0,-1 0 0,0 0 0,0 0 0,0 0 0,0 0 0,1 0 0,-1 0 0,0 0 0,0 1 0,0-1 0,0 0 0,0 0 0,1 0 0,-1 0 0,0 0 0,0 1 0,0-1 0,0 0 0,0 0 0,0 0 0,0 1 0,0-1 0,0 0 0,0 0 0,0 0 0,0 1 0,0-1 0,0 0 0,0 0 0,0 0 0,0 0 0,0 1 0,0-1 0,0 0 0,0 0 0,0 1 0,-12 2 0,-15-3 0,1-6-1365,15 3-5461</inkml:trace>
  <inkml:trace contextRef="#ctx0" brushRef="#br0" timeOffset="1">135 113 24575,'9'4'0,"10"9"0,51 38 0,2-2 0,78 39 0,26-5 0,-100-47 0,-45-23 0,-15-7 0,27 16 0,-43-22-1,0 0 0,0 0 0,0 0 0,0 0 0,0 0-1,0 0 1,0 0 0,0 0 0,0 0 0,1 0 0,-1 0 0,0 0 0,0 0-1,0 0 1,0 0 0,0 0 0,0 0 0,0 1 0,0-1 0,0 0 0,0 0-1,0 0 1,0 0 0,0 0 0,0 0 0,0 0 0,1 0 0,-1 0-1,0 0 1,0 1 0,0-1 0,0 0 0,0 0 0,0 0 0,0 0 0,0 0-1,0 0 1,0 0 0,0 0 0,0 0 0,0 1 0,0-1 0,0 0-1,-1 0 1,1 0 0,0 0 0,0 0 0,0 0 0,0 0 0,0 0 0,0 0-1,0 1 1,-7 0 150,-9 0-1602,16-1 1452,-12 0-6825</inkml:trace>
  <inkml:trace contextRef="#ctx0" brushRef="#br0" timeOffset="2">2 39 24575,'0'0'0,"0"-1"0,0 1 0,0 0 0,0-1 0,0 1 0,1-1 0,-1 1 0,0-1 0,0 1 0,0 0 0,1-1 0,-1 1 0,0 0 0,0-1 0,1 1 0,-1 0 0,0-1 0,1 1 0,-1 0 0,0 0 0,1-1 0,-1 1 0,1 0 0,-1 0 0,0-1 0,1 1 0,-1 0 0,1 0 0,-1 0 0,0 0 0,1 0 0,-1 0 0,1 0 0,-1 0 0,1 0 0,-1 0 0,0 0 0,1 0 0,-1 0 0,1 0 0,-1 0 0,1 1 0,19 5 0,62 41 0,-7-4 0,211 116 0,-257-144 0,-2 2 0,27 19 0,-46-28-1365</inkml:trace>
  <inkml:trace contextRef="#ctx0" brushRef="#br0" timeOffset="3">105 54 24575,'28'20'0,"16"12"0,6 5 0,2-1 0,0-4 0,-4-2 0,-3-5 0,-4 0 0,-4-3 0,0-2 0,-2-2 0,-4-2 0,-3-1 0,-3 0 0,-4-4 0,-5-2-8191</inkml:trace>
  <inkml:trace contextRef="#ctx0" brushRef="#br0" timeOffset="4">164 54 24575,'145'93'0,"50"32"0,9-17 0,-160-91 0,-26-11 0,32 17 0,-93-35 0,-7-7 0,2-3 0,-54-31 0,65 32 0,-74-43 0,-106-81 0,208 139 0,-13-11 0,18 15 0,11 8 0,222 152 0,-175-126 0,73 30 0,61 14 0,-51-22 0,-126-50-118,0 1-297,0 0-1,16 9 0,-17-7-6410</inkml:trace>
  <inkml:trace contextRef="#ctx0" brushRef="#br0" timeOffset="5">194 113 24575,'-20'-8'0,"12"9"0,8-1 0,0 1 0,0-1 0,0 1 0,0-1 0,0 1 0,0-1 0,1 1 0,-1-1 0,0 1 0,0-1 0,0 1 0,0-1 0,1 1 0,-1-1 0,0 0 0,0 1 0,1-1 0,-1 1 0,0-1 0,1 1 0,5 6 0,0 0 0,0 0 0,1 0 0,14 10 0,35 21 0,-45-30 0,265 160 0,-254-155 0,15 9 0,-34-20 0,-1 0 0,1 0 0,-1 0 0,0 0 0,1 1 0,-1-1 0,0 0 0,-1 1 0,4 5 0,-5-8 0,0 0 0,0 0 0,0 0 0,1 0 0,-1 0 0,0 1 0,0-1 0,0 0 0,0 0 0,0 0 0,0 1 0,0-1 0,0 0 0,0 0 0,0 0 0,0 0 0,0 1 0,0-1 0,0 0 0,0 0 0,0 0 0,0 0 0,0 1 0,0-1 0,0 0 0,0 0 0,0 0 0,0 0 0,-1 1 0,1-1 0,0 0 0,0 0 0,0 0 0,0 0 0,0 0 0,-1 1 0,-6-1 0,-9-7 0,-1-3 0,0-2 0,1 0 0,1-1 0,-23-24 0,22 21 0,-1 0 0,-1 1 0,-20-14 0,-178-105 0,22 11 0,192 123 0,0-2 0,1 1 0,-1 0 0,1 0 0,0 0 0,-1-1 0,1 1 0,0-1 0,-2-1 0,3 2 0,0 1 0,0 0 0,0 0 0,0 0 0,0 0 0,0 0 0,0 0 0,0-1 0,0 1 0,0 0 0,-1 0 0,1 0 0,0 0 0,0-1 0,0 1 0,0 0 0,0 0 0,0 0 0,0 0 0,0 0 0,1-1 0,-1 1 0,0 0 0,0 0 0,0 0 0,0 0 0,0 0 0,0-1 0,0 1 0,0 0 0,0 0 0,0 0 0,0 0 0,1 0 0,-1 0 0,0-1 0,0 1 0,12 1 0,0 4 0,0 0 0,-1 1 0,0 0 0,0 1 0,15 11 0,3 2 0,253 169 0,-146-97 0,-118-80 0,-3-3 0,0 1 0,16 15 0,-30-24 0,0 0 0,0 0 0,0 0 0,0 0 0,-1 1 0,1-1 0,0 0 0,0 0 0,-1 0 0,1 2 0,-1-2 0,1-1 0,-1 0 0,0 1 0,0-1 0,0 0 0,0 1 0,0-1 0,0 1 0,0-1 0,0 0 0,0 1 0,0-1 0,-1 0 0,1 1 0,0-1 0,0 0 0,0 1 0,0-1 0,0 0 0,-1 1 0,1-1 0,0 0 0,0 1 0,-1-1 0,0 1 0,-1 0 0,1-1 0,0 1 0,-1-1 0,1 0 0,-1 1 0,1-1 0,0 0 0,-1 0 0,1 0 0,-1 0 0,1 0 0,-1 0 0,1 0 0,0 0 0,-1 0 0,-2-2 0,-13-3 0,1 0 0,-1-2 0,-21-12 0,-45-31 0,62 37 0,-26-21 0,1-1 0,-62-63 0,44 37 0,60 58 0,-13-12 0,1-1 0,-23-27 0,38 38 0,7 6 0,9 7 0,183 136 0,-156-115 0,210 134 0,-204-133-1365,-33-17-5461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39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115 150 24575,'-3'-3'0,"0"-1"0,0 0 0,0 0 0,0 0 0,1-1 0,0 1 0,0-1 0,0 1 0,1-1 0,-1 1 0,1-1 0,0 0 0,0 0 0,1 0 0,-1 1 0,1-1 0,1-8 0,-1 11 0,0-1 0,1 0 0,-1 0 0,1 1 0,0-1 0,0 0 0,0 1 0,0-1 0,0 1 0,0-1 0,1 1 0,-1 0 0,1 0 0,-1-1 0,1 1 0,0 0 0,0 0 0,0 1 0,0-1 0,0 0 0,1 1 0,-1-1 0,0 1 0,1 0 0,-1-1 0,1 1 0,-1 1 0,1-1 0,0 0 0,-1 0 0,6 1 0,0-1 0,1 1 0,0 0 0,0 0 0,0 1 0,0 1 0,0-1 0,-1 1 0,1 1 0,-1 0 0,12 5 0,-8-2 0,-1 1 0,1 0 0,-1 1 0,0 0 0,-1 1 0,11 11 0,0 2 0,0 2 0,19 31 0,-37-50 0,0 0 0,-1 0 0,1 1 0,-1-1 0,0 1 0,-1-1 0,1 1 0,-1-1 0,0 1 0,-1 0 0,1 0 0,-1-1 0,0 1 0,-1 0 0,1 0 0,-3 9 0,2-11 0,0-1 0,0 1 0,0-1 0,-1 0 0,1 1 0,-1-1 0,0 0 0,0 0 0,0 0 0,0 0 0,0 0 0,-1 0 0,1-1 0,-1 1 0,1-1 0,-1 0 0,0 0 0,0 0 0,0 0 0,-1 0 0,1-1 0,0 1 0,-1-1 0,1 0 0,-1 0 0,1 0 0,-5 0 0,-9 0 0,0 0 0,0-2 0,1 0 0,-1-1 0,1-1 0,-1 0 0,-29-11 0,25 6 0,0 0 0,1-2 0,0-1 0,1 0 0,-25-20 0,38 26 0,1 0 0,0 0 0,0-1 0,1 1 0,0-1 0,0 0 0,0 0 0,-4-9 0,6 11 0,0 0 0,0 0 0,1-1 0,0 1 0,0-1 0,0 1 0,0-1 0,0 1 0,1-1 0,0 0 0,0 1 0,0-1 0,1 1 0,0-6 0,1 7 0,-1 0 0,1 0 0,-1 0 0,1 0 0,0 0 0,0 0 0,0 0 0,1 1 0,-1-1 0,1 1 0,-1 0 0,1-1 0,0 1 0,0 1 0,0-1 0,4-2 0,8-3 0,0 1 0,20-5 0,-16 5 0,2-3 0,-12 5 0,0 1 0,19-5 0,-26 7 0,0 1 0,0 0 0,1 0 0,-1-1 0,0 1 0,0 1 0,0-1 0,0 0 0,0 0 0,0 1 0,0-1 0,0 1 0,0 0 0,0-1 0,0 1 0,0 0 0,0 0 0,3 3 0,3 4 0,0 1 0,0 0 0,0 0 0,7 14 0,16 19 0,-12-21 0,-10-12 0,-1-1 0,0 1 0,-1 1 0,12 19 0,-18-27 0,0 1 0,0-1 0,0 1 0,0 0 0,0 0 0,-1-1 0,1 1 0,-1 0 0,1 0 0,-1 0 0,0-1 0,0 1 0,-1 0 0,1 0 0,-1 0 0,1-1 0,-1 1 0,0 0 0,0 0 0,0-1 0,0 1 0,0-1 0,-1 1 0,1-1 0,-4 4 0,0 1 0,-1 0 0,-1-1 0,1 0 0,-1 0 0,0 0 0,0-1 0,0 0 0,-1-1 0,-11 6 0,14-8 0,0 0 0,0 0 0,0-1 0,0 1 0,-1-1 0,1 0 0,-1-1 0,1 1 0,0-1 0,-1 0 0,1-1 0,-1 1 0,1-1 0,0 0 0,-1 0 0,-6-3 0,2-1 0,0 0 0,0-1 0,1 0 0,-1 0 0,1-1 0,1-1 0,-1 1 0,1-1 0,-12-16 0,3 0 0,0 0 0,-20-42 0,35 61 0,0 1 0,0-1 0,0 1 0,0-1 0,1 0 0,0 1 0,-2-9 0,3 11 0,0 0 0,1 1 0,-1-1 0,0 1 0,0-1 0,1 1 0,-1-1 0,1 1 0,-1-1 0,1 1 0,-1 0 0,1-1 0,0 1 0,0 0 0,0-1 0,0 1 0,0 0 0,0 0 0,0 0 0,0 0 0,0 0 0,0 0 0,1 0 0,-1 0 0,0 0 0,1 1 0,-1-1 0,2 0 0,5-1-170,0-1-1,0 2 0,0-1 1,1 1-1,-1 1 0,0-1 1,10 2-1,-5-1-6655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0.3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51 24575,'0'-1'0,"0"0"0,0 0 0,0 0 0,0 0 0,-1 0 0,1 0 0,-1 0 0,1 0 0,0 0 0,-1 0 0,1 0 0,-1 1 0,0-1 0,1 0 0,-1 0 0,0 1 0,1-1 0,-1 0 0,0 1 0,0-1 0,0 1 0,0-1 0,0 1 0,-1-1 0,-26-9 0,16 7 0,-32-14 0,64 28 0,25 11 0,-7-4 0,108 53 0,-73-36 0,-62-29 0,-10-4 0,-6-4 0,-4-1-1365,0 1-5461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0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21 24575,'0'-1'0,"0"0"0,0 1 0,0-1 0,1 0 0,-1 0 0,0 1 0,0-1 0,-1 0 0,1 1 0,0-1 0,0 0 0,0 1 0,0-1 0,-1 0 0,1 1 0,0-1 0,0 0 0,-1 1 0,1-1 0,-1 1 0,1-1 0,0 1 0,-1-1 0,1 1 0,-1-1 0,1 1 0,-1-1 0,0 1 0,1-1 0,-1 1 0,1 0 0,-1-1 0,0 1 0,1 0 0,-1 0 0,0 0 0,1-1 0,-1 1 0,0 0 0,1 0 0,-1 0 0,0 0 0,0 0 0,1 0 0,-1 0 0,0 0 0,1 1 0,-1-1 0,0 0 0,1 0 0,-2 1 0,-2 0 0,1 1 0,-1 0 0,1 0 0,-1 0 0,1 0 0,0 0 0,-5 5 0,-41 44 0,22-24 0,15-14 0,-1-1 0,-23 17 0,21-19-110,-53 39 354,60-43-458,1 1 0,0 0-1,0 0 1,1 1 0,0 0 0,-7 10 0,8-7-6612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2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24575,'6'0'0,"-1"1"0,1 0 0,-1 0 0,0 0 0,1 1 0,-1 0 0,0 0 0,7 4 0,2 1 0,21 16 0,106 71 0,6 4 0,-59-33 0,4-4 0,130 64 0,-194-112-119,2 1-296,0 1-1,51 34 1,-68-39-6411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3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 24575,'2'-2'0,"-1"1"0,0 0 0,1 1 0,-1-1 0,1 0 0,-1 0 0,1 1 0,0-1 0,-1 0 0,1 1 0,0 0 0,-1-1 0,1 1 0,0 0 0,0 0 0,-1 0 0,1 0 0,0 0 0,0 1 0,-1-1 0,1 0 0,0 1 0,-1-1 0,3 2 0,5 1 0,-1 1 0,0 0 0,10 7 0,-13-8 0,187 133 0,-58-36 0,201 94 0,-171-104 0,-10-14 0,-54-29 0,-88-41-227,0-1-1,1 0 1,-1 0-1,1-1 1,23 4-1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2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84 24575,'24'-28'0,"-20"25"0,-1-1 0,1 1 0,-1-1 0,0 0 0,0 0 0,0 0 0,-1-1 0,0 1 0,1-1 0,-2 1 0,3-7 0,-13 32 0,7-14 0,1 0 0,1 1 0,0-1 0,0 0 0,0 1 0,3 13 0,15 42 0,-12-46 0,-2 0 0,6 32 0,6 48 0,-20-113 0,-1 0 0,-11-26 0,2 2 0,-2 2 0,11 28 0,1-1 0,0 1 0,0-1 0,1 0 0,1 0 0,-3-16 0,5 27 0,0 0 0,0 0 0,0-1 0,0 1 0,0 0 0,0 0 0,0 0 0,0 0 0,0-1 0,0 1 0,0 0 0,0 0 0,0 0 0,0 0 0,0 0 0,0-1 0,0 1 0,0 0 0,0 0 0,0 0 0,0 0 0,0 0 0,0-1 0,0 1 0,0 0 0,0 0 0,0 0 0,1 0 0,-1 0 0,0-1 0,0 1 0,0 0 0,0 0 0,0 0 0,0 0 0,0 0 0,1 0 0,-1 0 0,0 0 0,0 0 0,0 0 0,0-1 0,0 1 0,1 0 0,-1 0 0,0 0 0,0 0 0,0 0 0,1 0 0,6 8 0,6 12 0,50 104 0,-50-101 0,-1 0 0,13 37 0,-20-45 0,-1-1 0,-1 0 0,0 1 0,-1-1 0,1 30 0,-3-30-1365,-1-1-5461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5.7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24575,'7'-3'0,"0"0"0,1 1 0,-1 0 0,0 0 0,1 1 0,-1 0 0,1 0 0,12 0 0,7 3 0,28 4 0,-37-4 0,189 27 0,157 17 0,-310-41 0,75 9 0,-113-9 0,-13-1 0,-10 0 0,-11-1-1,0-1 0,0-1 0,0-1 0,-23-2 0,-2 1-1359,26 1-5466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6.3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139 246 24575,'-25'-6'0,"13"4"0,1-1 0,0 0 0,0-1 0,-17-7 0,27 11 0,1-1 0,-1 1 0,0 0 0,0-1 0,1 1 0,-1 0 0,0-1 0,1 1 0,-1-1 0,1 1 0,-1-1 0,1 1 0,-1-1 0,0 1 0,1-1 0,0 0 0,-1 1 0,1-1 0,-1 0 0,1 1 0,0-1 0,0 0 0,-1 0 0,1 1 0,0-1 0,0 0 0,0 0 0,0 1 0,0-1 0,0 0 0,0 0 0,0 0 0,0 1 0,0-1 0,0 0 0,0 0 0,1 1 0,-1-1 0,0 0 0,0 0 0,1 1 0,-1-1 0,1 0 0,-1 1 0,1-1 0,-1 1 0,1-1 0,-1 0 0,1 1 0,-1-1 0,2 0 0,3-3 0,0 0 0,0 1 0,0 0 0,1-1 0,6-1 0,12-5 0,36-9 0,15-6 0,-39 11 0,3-1 0,54-30 0,-90 43 0,-1 1 0,1 0 0,-1-1 0,0 1 0,1-1 0,-1 1 0,0-1 0,0 0 0,0 0 0,0 0 0,0 0 0,-1 0 0,1 0 0,1-3 0,-3 5 0,0 0 0,0 0 0,0 0 0,0-1 0,0 1 0,0 0 0,0 0 0,0 0 0,0 0 0,0 0 0,0 0 0,0 0 0,0 0 0,0 0 0,0 0 0,0 0 0,0-1 0,0 1 0,0 0 0,0 0 0,0 0 0,0 0 0,0 0 0,0 0 0,0 0 0,0 0 0,0 0 0,0 0 0,0 0 0,0 0 0,0 0 0,0-1 0,0 1 0,0 0 0,0 0 0,0 0 0,0 0 0,-1 0 0,1 0 0,0 0 0,0 0 0,0 0 0,0 0 0,0 0 0,0 0 0,0 0 0,0 0 0,0 0 0,0 0 0,0 0 0,0 0 0,-1 0 0,1 0 0,0 0 0,-7 2 0,-5 5 0,1 3 0,1 0 0,-1 1 0,2-1 0,-1 2 0,-10 17 0,-3 4 0,19-28 0,0-1 0,-1 1 0,1-1 0,-1 0 0,0 0 0,0-1 0,0 1 0,-1-1 0,1 0 0,-1 0 0,1-1 0,-1 0 0,-8 2 0,-6 1 0,-1-2 0,-32 2 0,51-5 0,-47 7 0,30-4 0,-23 1 0,38-4 0,0 0 0,0 1 0,1-1 0,-1 1 0,-4 1 0,8-1 0,-1-1 0,1 0 0,-1 0 0,1 0 0,0 0 0,-1 1 0,1-1 0,0 0 0,-1 0 0,1 0 0,0 1 0,-1-1 0,1 0 0,0 1 0,0-1 0,-1 0 0,1 1 0,0-1 0,0 0 0,0 1 0,-1-1 0,1 0 0,0 1 0,0 0 0,0 0 0,1-1 0,-1 1 0,0-1 0,0 1 0,1 0 0,-1-1 0,0 1 0,1-1 0,-1 1 0,0-1 0,1 1 0,-1-1 0,1 1 0,-1-1 0,1 1 0,-1-1 0,1 1 0,1-1 0,17 13 0,1-1 0,1-2 0,24 10 0,-17-8 0,29 17 0,-42-20-108,4 2-520,20 16-1,-26-17-6197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7.1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1 24575,'-33'-1'0,"0"3"0,0 0 0,-39 9 0,68-10 0,0 0 0,0 0 0,0 1 0,0-1 0,1 1 0,-1-1 0,1 1 0,-1 1 0,1-1 0,-1 0 0,1 1 0,0 0 0,-3 3 0,3-2 0,1-1 0,0 0 0,1 0 0,-1 1 0,1-1 0,-1 1 0,1-1 0,0 1 0,1 0 0,-1-1 0,0 1 0,1 0 0,0-1 0,0 6 0,0-2 0,1-1 0,-1 1 0,1-1 0,0 0 0,1 1 0,-1-1 0,1 0 0,1 0 0,2 6 0,-2-8 0,-1 0 0,1 0 0,0 0 0,0-1 0,1 1 0,-1-1 0,1 0 0,0 0 0,0 0 0,0 0 0,0-1 0,8 4 0,7 2 0,0-2 0,0 0 0,0-2 0,1 0 0,0-1 0,0 0 0,0-2 0,30-2 0,-30-1-1365,-3-1-5461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7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46 24575,'-2'-1'0,"-43"-2"0,41 3 0,0 0 0,1 0 0,-1 1 0,1 0 0,-1-1 0,1 1 0,-1 0 0,1 1 0,0-1 0,-4 2 0,6-2 0,0-1 0,0 1 0,1-1 0,-1 1 0,0 0 0,0 0 0,0-1 0,1 1 0,-1 0 0,0 0 0,1 0 0,-1 0 0,1 0 0,-1 0 0,1 0 0,-1 0 0,1 0 0,0 0 0,0 0 0,-1 0 0,1 0 0,0 0 0,0 0 0,0 0 0,0 0 0,0 0 0,0 0 0,0 0 0,1 0 0,-1 0 0,0 0 0,1 0 0,-1 0 0,0 0 0,1 0 0,-1 0 0,1 0 0,0 0 0,-1 0 0,2 1 0,2 3 0,0 1 0,1-1 0,0 0 0,8 7 0,-5-5 0,0-1 0,0-1 0,0 1 0,0-1 0,1-1 0,0 0 0,0 0 0,0 0 0,1-1 0,-1-1 0,1 0 0,-1 0 0,1-1 0,0 0 0,0 0 0,15-2 0,-24 1 0,0 0 0,1-1 0,-1 1 0,1 0 0,-1-1 0,0 1 0,1-1 0,-1 1 0,0-1 0,0 0 0,1 1 0,-1-1 0,0 0 0,0 0 0,0 0 0,0 0 0,0 0 0,0 0 0,1-2 0,-1 1 0,0 0 0,0 0 0,0-1 0,-1 1 0,1 0 0,-1 0 0,1 0 0,-1-1 0,0 1 0,0 0 0,0-4 0,0 1 0,-1 0 0,0-1 0,0 1 0,-1 0 0,1-1 0,-1 1 0,0 0 0,0 0 0,-6-7 0,3 4 0,-2 0 0,1 1 0,-1 0 0,0 1 0,-11-9 0,14 12 0,-1 0 0,1 0 0,0 1 0,-1-1 0,0 1 0,0 0 0,1 1 0,-1-1 0,0 1 0,0 0 0,-10-1 0,12 3-85,1-1 0,0 0-1,0 1 1,-1-1 0,1 1-1,0 0 1,0 0 0,0-1-1,0 2 1,0-1 0,0 0-1,0 0 1,0 1 0,0-1-1,-2 3 1,-6 6-6741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8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 24575,'9'12'0,"0"0"0,1-1 0,0 0 0,1-1 0,0 0 0,0-1 0,1 0 0,1 0 0,13 6 0,-24-14 0,0 0 0,1 0 0,-1 0 0,0 0 0,0-1 0,0 1 0,0 0 0,1-1 0,-1 0 0,0 0 0,1 0 0,-1 0 0,0 0 0,0 0 0,1 0 0,-1-1 0,4-1 0,-4 1 0,0 0 0,-1 0 0,1 0 0,0 0 0,-1 0 0,1-1 0,-1 1 0,0-1 0,1 1 0,-1-1 0,0 0 0,0 1 0,0-1 0,0 0 0,0 0 0,0 0 0,-1 0 0,1 0 0,-1 0 0,1-2 0,1-30 0,-2 28 0,0 1 0,0 0 0,1-1 0,-1 1 0,3-8 0,-3 12 0,0 1 0,1-1 0,-1 0 0,0 0 0,1 1 0,-1-1 0,0 1 0,1-1 0,-1 0 0,1 1 0,-1-1 0,1 1 0,-1-1 0,1 1 0,0-1 0,-1 1 0,1-1 0,0 1 0,-1 0 0,1-1 0,0 1 0,-1 0 0,1 0 0,0 0 0,0-1 0,-1 1 0,1 0 0,0 0 0,0 0 0,-1 0 0,1 0 0,0 0 0,0 0 0,-1 1 0,1-1 0,0 0 0,0 1 0,5 0 0,-1 2 0,1-1 0,-1 0 0,6 5 0,1-1 0,7 3 0,0-1 0,0-2 0,1 0 0,-1 0 0,2-2 0,-1-1 0,0 0 0,27-1 0,-23-1 0,-17 0 0,1-1 0,0 0 0,-1 0 0,1-1 0,0 1 0,13-5 0,-20 4 0,1 0 0,-1 0 0,0 0 0,1 0 0,-1 0 0,0 0 0,0 0 0,0-1 0,0 1 0,0 0 0,0-1 0,0 1 0,-1-1 0,1 1 0,0-1 0,-1 1 0,1-4 0,0 3 0,-1 0 0,1 1 0,0-1 0,0 0 0,0 0 0,0 0 0,2-2 0,-2 3 0,-1 1 0,1-1 0,0 1 0,0-1 0,-1 1 0,1-1 0,0 1 0,0 0 0,-1 0 0,1-1 0,0 1 0,0 0 0,0 0 0,-1 0 0,1 0 0,0 0 0,0 0 0,0 0 0,0 0 0,-1 0 0,1 0 0,0 0 0,0 1 0,0-1 0,10 4 5,-1 1 0,0-1 0,-1 2 0,1-1-1,-1 1 1,16 14 0,10 6-1404,-24-18-5427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8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138 340 24575,'27'103'0,"21"90"0,-52-211 0,-1 1 0,-1 0 0,0 0 0,-12-24 0,-43-63 0,-5-11 0,58 98 0,1 1 0,0-1 0,2-1 0,0 1 0,-3-22 0,5 22 0,1 0 0,1 1 0,1-1 0,1-22 0,0 35 0,0-1 0,0 1 0,0-1 0,1 1 0,-1 0 0,1-1 0,0 1 0,5-8 0,-5 10 0,-1 0 0,1 0 0,0 0 0,1 0 0,-1 0 0,0 0 0,1 0 0,-1 1 0,1-1 0,-1 1 0,1 0 0,0-1 0,-1 1 0,1 1 0,4-2 0,3 0 0,0 1 0,0 1 0,1 0 0,-1 0 0,0 1 0,18 3 0,58 19 0,-55-13 0,-1 1 0,37 19 0,-58-25 0,1 0 0,-1 1 0,0 0 0,-1 0 0,1 1 0,-1 1 0,-1-1 0,1 1 0,-1 0 0,9 15 0,-14-20-54,-1-1-1,0 1 0,0-1 1,0 1-1,0 0 1,-1-1-1,1 1 0,-1 0 1,0 0-1,1-1 1,-1 1-1,0 0 0,-1 0 1,1-1-1,0 1 0,-1 0 1,0-1-1,1 1 1,-1 0-1,0-1 0,-1 1 1,1-1-1,0 1 1,-3 2-1,-4 8-6771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9.4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0 24575,'-15'3'0,"-8"0"0,-2 3 0,1 0 0,4-1-8191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0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1 692 24575,'9'-6'0,"12"-7"0,0-2 0,25-24 0,-40 34 0,-1-1 0,0 1 0,0-1 0,-1 0 0,0-1 0,0 1 0,0-1 0,-1 0 0,0 0 0,0 0 0,-1 0 0,3-12 0,-2-7 0,-2-1 0,0 1 0,-2-1 0,-1 0 0,-1 1 0,-10-40 0,1 19 0,-2 0 0,-3 0 0,-1 2 0,-32-58 0,50 102 0,0 1 0,0-1 0,-1 1 0,1-1 0,0 1 0,0-1 0,0 1 0,0 0 0,-1-1 0,1 1 0,0-1 0,-1 1 0,1 0 0,0-1 0,-1 1 0,1 0 0,0-1 0,-1 1 0,1 0 0,0 0 0,-1-1 0,1 1 0,-1 0 0,1 0 0,-1 0 0,1-1 0,-1 1 0,0 1 0,1-1 0,0 1 0,-1 0 0,1 0 0,0-1 0,-1 1 0,1 0 0,0 0 0,0-1 0,0 1 0,0 0 0,0 0 0,0-1 0,0 2 0,3 33 0,6 30 0,3 0 0,35 110 0,-37-149 0,1 0 0,2-1 0,23 37 0,-24-46 0,-1 0 0,2-1 0,0-1 0,1 0 0,1-1 0,15 12 0,-17-17 0,-1 1 0,2-2 0,-1 0 0,1-1 0,15 5 0,-24-8 0,1-2 0,0 1 0,0-1 0,0 0 0,1 0 0,-1 0 0,0-1 0,0 0 0,0 0 0,0-1 0,1 0 0,-1 0 0,0 0 0,11-5 0,-12 4 0,-1 0 0,1-1 0,-1 0 0,0 0 0,0-1 0,0 1 0,0-1 0,-1 1 0,1-1 0,-1 0 0,0-1 0,4-6 0,-4 4 0,0 0 0,0 0 0,0 0 0,-1 0 0,0-1 0,-1 1 0,0-1 0,1-8 0,-1 8 0,-1 0 0,0 0 0,-1 1 0,0-1 0,0 0 0,-1 1 0,1-1 0,-2 1 0,1-1 0,-1 1 0,0 0 0,0 0 0,-1 0 0,0 0 0,-1 1 0,1 0 0,-10-11 0,12 16 0,0-1 0,0 0 0,-1 1 0,1-1 0,0 1 0,0 0 0,-1-1 0,1 1 0,-1 0 0,1 1 0,-1-1 0,1 0 0,-1 1 0,0-1 0,1 1 0,-1 0 0,0 0 0,1 0 0,-4 1 0,4-1 0,0 1 0,1-1 0,-1 1 0,0 0 0,0 0 0,1 0 0,-1 0 0,1 0 0,-1 0 0,1 0 0,-1 0 0,1 1 0,0-1 0,-1 0 0,1 1 0,0-1 0,0 1 0,0 0 0,0-1 0,0 1 0,1 0 0,-1 0 0,0-1 0,1 1 0,-1 0 0,1 4 0,-1 2 0,1 0 0,0 0 0,0 0 0,1 0 0,0 0 0,0 0 0,1 0 0,0 0 0,0-1 0,1 1 0,0 0 0,0-1 0,1 0 0,0 0 0,0 0 0,9 10 0,3 2 0,0-2 0,0 0 0,2 0 0,26 19 0,-27-24 0,0 0 0,1-1 0,0-1 0,1-1 0,-1 0 0,2-2 0,-1 0 0,1-1 0,0-1 0,26 3 0,-43-7-80,0-1 0,0 0-1,0 1 1,0-1 0,0-1-1,-1 1 1,1 0 0,0-1-1,0 1 1,0-1 0,-1 0 0,1 0-1,0 0 1,-1 0 0,1-1-1,2-1 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0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24575,'31'10'0,"14"9"0,5 3 0,-2 0 0,-3 2 0,-4-1 0,-7-1 0,-4-3 0,-3-2 0,-2-3 0,-4-2 0,-2-1 0,-3-1 0,-1-4 0,-3-1-8191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172 1 24575,'-22'27'0,"-11"12"0,1 2 0,3-3 0,4-7 0,7-5 0,5-7-8191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2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24575,'0'0'-8191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1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21 24575,'-6'-2'0,"-16"-4"0,-34-5 0,51 11 0,0-1 0,0 1 0,-1-1 0,1 2 0,0-1 0,0 0 0,0 1 0,0 0 0,-1 1 0,1-1 0,1 1 0,-9 3 0,11-4 0,1 0 0,-1 0 0,0 1 0,1-1 0,-1 1 0,1-1 0,-1 1 0,1 0 0,0-1 0,0 1 0,0 0 0,0 0 0,0 0 0,0 0 0,0 0 0,0 0 0,1 0 0,-1 0 0,1 0 0,0 0 0,-1 0 0,1 0 0,0 0 0,0 0 0,0 0 0,1 1 0,-1-1 0,0 0 0,1 0 0,0 0 0,-1 0 0,3 3 0,1 5 0,0-1 0,1 0 0,0 0 0,1 0 0,9 10 0,-3-4 0,1-1 0,1-1 0,0 0 0,1-1 0,0 0 0,1-1 0,0-1 0,21 10 0,-31-18-227,0 0-1,0 0 1,0 0-1,0-1 1,10 2-1,-4-3-6598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1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0 24575,'-2'2'0,"-6"5"0,0 2 0,1-1 0,-1 1 0,-6 12 0,12-19 0,1 1 0,0-1 0,0 0 0,0 0 0,0 1 0,0-1 0,1 1 0,-1-1 0,1 0 0,-1 1 0,1-1 0,0 1 0,0-1 0,0 1 0,0-1 0,1 1 0,-1-1 0,1 1 0,-1-1 0,1 1 0,0-1 0,0 0 0,0 1 0,0-1 0,2 3 0,3 2 0,-1-1 0,1 0 0,0 0 0,1 0 0,-1-1 0,1 0 0,0 0 0,11 5 0,-7-5 0,0 0 0,0 0 0,1-1 0,0 0 0,14 2 0,-22-6 0,0 1 0,0-1 0,1 0 0,-1 0 0,0-1 0,0 1 0,0-1 0,0 0 0,0 0 0,0 0 0,0 0 0,-1-1 0,1 1 0,0-1 0,-1 0 0,1 0 0,-1-1 0,7-4 0,-8 5 0,0 0 0,-1-1 0,1 1 0,0 0 0,-1 0 0,1-1 0,-1 1 0,0-1 0,1 0 0,-1 1 0,0-1 0,-1 0 0,1 1 0,-1-1 0,1 0 0,-1 0 0,0 0 0,0 1 0,0-1 0,0 0 0,0 0 0,-1 0 0,1 1 0,-1-1 0,0 0 0,0 0 0,-2-4 0,0 1 9,0 0 1,-1 1-1,0-1 0,0 1 0,0 0 1,-1 0-1,0 1 0,1-1 0,-2 1 0,1 0 1,0 0-1,-8-3 0,6 3-174,-1 0 0,0 1 0,0 0 0,0 0 0,0 1 0,-1 0 0,1 0 0,-17 0 0,12 2-6661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2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24575,'69'85'0,"-55"-70"0,0-1 0,1 0 0,22 16 0,-33-28 0,0 1 0,0-1 0,0 0 0,0 0 0,1 0 0,-1-1 0,0 1 0,6 0 0,-8-2 0,0 1 0,-1-1 0,1 0 0,0 0 0,-1 0 0,1 0 0,0-1 0,-1 1 0,1 0 0,-1-1 0,1 1 0,0-1 0,-1 1 0,1-1 0,-1 0 0,1 0 0,-1 1 0,0-1 0,1 0 0,-1 0 0,0-1 0,0 1 0,0 0 0,0 0 0,0 0 0,1-3 0,2-2 0,-1-1 0,-1 1 0,1-1 0,-1 0 0,0 0 0,-1 0 0,0 0 0,0 0 0,0-13 0,0 2 0,-1 17-6,0 0-1,0 0 0,1 0 0,-1 0 1,0 0-1,0-1 0,1 1 1,-1 0-1,1 0 0,-1 0 1,2-1-1,-2 1 16,0 1 0,1 0 0,-1 0 0,0-1 0,1 1 0,-1 0 1,0 0-1,1-1 0,-1 1 0,0 0 0,1 0 0,-1 0 0,1 0 0,-1 0 0,0-1 0,1 1 0,-1 0 1,1 0-1,-1 0 0,1 0 0,0 0 0,0 1-115,1-1 0,0 1 0,-1 0 0,1-1 0,-1 1 0,1 0-1,-1 0 1,1 0 0,-1 0 0,0 0 0,0 0 0,1 1 0,0 0 0,7 9-6720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2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17 24575,'-1'-2'0,"0"0"0,0 1 0,0-1 0,-1 1 0,1 0 0,0-1 0,-1 1 0,1 0 0,-3-2 0,4 3 0,0 0 0,0 0 0,0 0 0,0 0 0,-1 0 0,1 0 0,0 0 0,0 0 0,0 0 0,0 0 0,0 0 0,-1 0 0,1 0 0,0 0 0,0 0 0,0 0 0,0 0 0,0 0 0,-1 0 0,1 0 0,0 0 0,0 0 0,0 0 0,0 0 0,0 0 0,0 1 0,-1-1 0,1 0 0,0 0 0,0 0 0,0 0 0,0 0 0,0 0 0,0 0 0,0 0 0,0 1 0,0-1 0,0 0 0,-1 0 0,1 0 0,1 13 0,8 25 0,2-1 0,18 41 0,-21-56 0,39 87 0,14 37 0,-49-109 0,2 1 0,-2 1 0,10 60 0,-22-96 0,1 0 0,-1 0 0,0-1 0,0 1 0,0 0 0,0 0 0,-1 0 0,1 0 0,-1 0 0,1 0 0,-1-1 0,-2 5 0,2-6 0,1 0 0,-1 0 0,0 0 0,0 0 0,-1 0 0,1 0 0,0 0 0,0 0 0,0 0 0,-1 0 0,1 0 0,0-1 0,-1 1 0,1-1 0,-1 1 0,1-1 0,-1 1 0,1-1 0,-1 0 0,1 0 0,-1 0 0,1 0 0,-1 0 0,1 0 0,-3 0 0,-3-1 0,0-1 0,0 1 0,0-1 0,0 0 0,1-1 0,-1 0 0,1 0 0,-10-6 0,-46-35 0,58 41 0,0 0 0,0-1 0,0 0 0,1 1 0,-1-2 0,1 1 0,0 0 0,0-1 0,0 1 0,1-1 0,-1 0 0,1 0 0,0 0 0,1 0 0,-1 0 0,1 0 0,0 0 0,0-1 0,1 1 0,0 0 0,0-1 0,0 1 0,0 0 0,1-1 0,2-7 0,-2 6 0,1 1 0,0-1 0,1 1 0,-1-1 0,1 1 0,1 0 0,-1 0 0,1 0 0,0 0 0,1 1 0,-1-1 0,1 1 0,0 0 0,0 1 0,1-1 0,-1 1 0,1 0 0,8-4 0,2 1-341,1 0 0,-1 2-1,32-7 1,-29 9-6485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3.6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24575,'7'5'0,"6"4"0,2 1 0,0 1 0,-2-2 0,-2 1 0,0-2 0,0 1 0,0 1 0,0 1 0,-1-1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24575,'10'-10'0,"1"0"0,0 1 0,1 0 0,0 1 0,1 0 0,-1 1 0,16-6 0,-21 10 0,0 0 0,0 1 0,0 0 0,0 0 0,0 1 0,0 0 0,0 0 0,1 1 0,-1 0 0,0 0 0,0 1 0,1 0 0,-1 0 0,0 1 0,0-1 0,7 4 0,-1 0 0,-7-2 0,1-1 0,-1 1 0,1 1 0,7 4 0,-12-6 0,0-1 0,-1 1 0,1-1 0,0 1 0,-1 0 0,0 0 0,1 0 0,-1 0 0,0 0 0,0 0 0,0 0 0,0 0 0,0 0 0,-1 0 0,1 0 0,0 1 0,-1 3 0,2 27 0,-3 48 0,-1-18 0,3-41 0,5 31 0,1 5 0,-6-53 0,-1 0 0,-1 0 0,1-1 0,-1 1 0,1 0 0,-1 0 0,-1-1 0,1 1 0,-1-1 0,0 1 0,0-1 0,0 1 0,0-1 0,-1 0 0,-2 4 0,4-8 0,1 0 0,0 0 0,0 1 0,-1-1 0,1 0 0,0 0 0,0 1 0,0-1 0,-1 0 0,1 0 0,0 1 0,0-1 0,0 0 0,0 1 0,0-1 0,0 0 0,0 1 0,0-1 0,0 0 0,0 0 0,0 1 0,0-1 0,0 0 0,0 1 0,0-1 0,0 0 0,0 1 0,0-1 0,0 0 0,0 1 0,1-1 0,9 4 0,22-4 0,-25 0 0,235-2 0,-212-1-1365,-21 0-5461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24575,'1'-2'0,"0"0"0,1 1 0,-1-1 0,1 0 0,-1 0 0,1 1 0,0-1 0,0 1 0,0-1 0,0 1 0,0 0 0,0 0 0,0 0 0,0 0 0,0 0 0,3-1 0,5 0 0,1-1 0,13-1 0,-8 2 0,16-2 0,41-1 0,-44 5 0,0-2 0,33-7 0,-57 8 0,7-1 0,0-1 0,0-1 0,0 1 0,15-9 0,-25 11 0,0 0 0,0 0 0,0 0 0,0 0 0,0 0 0,-1-1 0,1 1 0,0-1 0,-1 1 0,1-1 0,-1 1 0,0-1 0,1 0 0,-1 0 0,0 0 0,0 0 0,0 0 0,0 0 0,-1 0 0,1 0 0,0 0 0,-1 0 0,1 0 0,-1 0 0,0 0 0,0-1 0,0 1 0,0 0 0,0 0 0,0 0 0,-1 0 0,1 0 0,-1-3 0,-1 2 0,0-1 0,1 1 0,-1-1 0,0 1 0,0 0 0,-1 0 0,1 0 0,-1 0 0,1 0 0,-7-4 0,0-1 0,-1 1 0,-13-6 0,22 12 0,0 0 0,0 1 0,0-1 0,0 0 0,-1 1 0,1-1 0,0 1 0,0-1 0,-1 1 0,1 0 0,0-1 0,-1 1 0,1 0 0,0 0 0,-1 0 0,1 0 0,0 0 0,-1 0 0,1 1 0,0-1 0,-1 0 0,1 1 0,0-1 0,-1 1 0,-1 0 0,2 1 0,-1-1 0,1 1 0,0-1 0,0 1 0,0 0 0,0-1 0,0 1 0,0 0 0,0 0 0,1 0 0,-1 0 0,1 0 0,-1 0 0,1 0 0,0 0 0,-1-1 0,1 4 0,-1 16 0,0 0 0,2 0 0,5 37 0,-6-55 0,0 0 0,1 0 0,0 0 0,-1-1 0,1 1 0,0 0 0,0 0 0,1-1 0,-1 1 0,1-1 0,-1 1 0,1-1 0,0 0 0,0 0 0,0 0 0,0 0 0,0 0 0,0 0 0,0 0 0,1-1 0,-1 1 0,1-1 0,-1 1 0,1-1 0,0 0 0,-1 0 0,1 0 0,0-1 0,0 1 0,0-1 0,0 1 0,-1-1 0,6 0 0,138 12 0,-100-8 0,77 15 0,-74-10 0,93 13 0,-140-21 0,0-1 0,0 0 0,1 1 0,-1-1 0,0 0 0,0-1 0,0 1 0,1 0 0,-1-1 0,0 1 0,4-2 0,-6 2 0,1 0 0,-1-1 0,1 1 0,-1 0 0,1-1 0,-1 1 0,0 0 0,1-1 0,-1 1 0,1-1 0,-1 1 0,0 0 0,0-1 0,1 1 0,-1-1 0,0 1 0,0-1 0,1 1 0,-1-1 0,0 0 0,0 0 0,0 0 0,0 0 0,0 0 0,0 0 0,-1 0 0,1 0 0,0-1 0,0 1 0,-1 0 0,1 1 0,-1-1 0,1 0 0,-1 0 0,0-1 0,-5-6 0,-1 1 0,0 0 0,0 0 0,0 1 0,-1 0 0,0 0 0,0 1 0,-15-8 0,9 5 0,2 0 0,-18-13 0,22 14 0,-33-32 0,38 36 0,1 0 0,-1 0 0,1 0 0,0 0 0,-1 0 0,2-1 0,-1 1 0,0-1 0,1 1 0,0-1 0,-2-5 0,3 7 0,0 0 0,0 1 0,0-1 0,0 0 0,0 0 0,0 0 0,0 1 0,1-1 0,-1 0 0,0 0 0,1 1 0,0-1 0,-1 0 0,1 1 0,0-1 0,0 1 0,0-1 0,2-1 0,-1 1 0,0 0 0,0 0 0,0 1 0,1-1 0,-1 1 0,0-1 0,1 1 0,0 0 0,-1 0 0,6-1 0,4-1 0,-1 2 0,1-1 0,1 2 0,14 0 0,-24 0 0,11 0-106,-1 0-313,0 0-1,18 4 0,-17-1-6406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18 24575,'20'4'0,"1"1"0,19 7 0,-35-10 0,-1 0 0,1 0 0,0 0 0,-1 1 0,0-1 0,0 1 0,0 0 0,0 0 0,0 0 0,0 1 0,-1 0 0,1-1 0,-1 1 0,3 6 0,-5-9 0,0 1 0,-1-1 0,1 0 0,0 1 0,-1-1 0,0 0 0,1 1 0,-1-1 0,0 1 0,0-1 0,0 1 0,1-1 0,-2 0 0,1 1 0,0-1 0,0 1 0,0-1 0,-1 1 0,1-1 0,-1 0 0,1 1 0,-1-1 0,1 1 0,-1-1 0,0 0 0,0 0 0,1 0 0,-1 1 0,0-1 0,0 0 0,0 0 0,-1 0 0,1 0 0,0-1 0,0 1 0,0 0 0,-2 1 0,-2 0 0,0 0 0,1 0 0,-1 0 0,0 0 0,-1-1 0,1 0 0,0 0 0,-10 0 0,6-1 0,0 0 0,0-1 0,0-1 0,0 1 0,0-1 0,0-1 0,1 0 0,-1 0 0,1-1 0,0 0 0,0 0 0,0-1 0,0 0 0,1 0 0,0-1 0,0 0 0,1 0 0,-8-10 0,12 15 0,1-1 0,-1 0 0,1 0 0,0 0 0,0 0 0,0-1 0,0 1 0,0 0 0,0 0 0,0-1 0,1 1 0,-1 0 0,1-1 0,0 1 0,0 0 0,0-1 0,0 1 0,1-5 0,-1 6 0,1-1 0,0 0 0,-1 1 0,1-1 0,0 1 0,0-1 0,0 1 0,1-1 0,-1 1 0,0 0 0,0-1 0,1 1 0,-1 0 0,0 0 0,1 0 0,-1 0 0,1 0 0,0 1 0,-1-1 0,1 0 0,0 1 0,-1-1 0,1 1 0,0 0 0,2-1 0,7 0-455,-1 0 0,15 2 0,-11-1-6371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24575,'0'12'0,"3"8"0,3 1 0,3 1 0,0-1 0,1-2 0,1-1 0,2-2 0,0-1 0,2 0 0,-3-3-8191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3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84 24575,'-44'-25'0,"30"15"0,0 2 0,-1 0 0,0 0 0,-1 1 0,0 1 0,-17-4 0,33 10 0,-1-1 0,0 1 0,0 0 0,0 0 0,1 0 0,-1 0 0,0 0 0,0 0 0,0 0 0,0 0 0,1 0 0,-1 0 0,0 0 0,0 0 0,0 1 0,1-1 0,-1 0 0,0 1 0,0-1 0,1 0 0,-1 1 0,-1 0 0,2 0 0,0 0 0,-1-1 0,1 1 0,0 0 0,0-1 0,0 1 0,-1 0 0,1 0 0,0-1 0,0 1 0,0 0 0,0 0 0,0 0 0,0-1 0,0 1 0,1 0 0,-1 0 0,1 1 0,1 3 0,0 1 0,1-1 0,0 1 0,5 7 0,6 5 0,1 1 0,33 29 0,42 29 0,-18-17 0,-58-48 0,2 1 0,-2 0 0,0 1 0,-1 1 0,13 16 0,-25-30 0,-1 0 0,1 0 0,0 1 0,0-1 0,0 0 0,-1 1 0,1-1 0,-1 0 0,1 1 0,-1-1 0,0 0 0,1 1 0,-1-1 0,0 1 0,0-1 0,0 1 0,0-1 0,0 1 0,0-1 0,0 1 0,-1-1 0,1 0 0,-1 1 0,1-1 0,-1 1 0,1-1 0,-1 0 0,-1 3 0,0-2 0,0 0 0,0-1 0,0 1 0,-1 0 0,1-1 0,0 1 0,-1-1 0,1 0 0,-1 0 0,1 0 0,-1 0 0,0 0 0,0-1 0,-4 1 0,-11 1 0,-1-1 0,1-2 0,-1 1 0,-30-7 0,-20 0 0,-41 6-1365,94 1-5461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87 24575,'-51'-19'0,"-147"-45"0,195 63 0,1 0 0,-1 0 0,0 1 0,0 0 0,0-1 0,0 1 0,0 0 0,0 1 0,0-1 0,0 0 0,0 1 0,0-1 0,0 1 0,1 0 0,-1 0 0,0 0 0,-4 3 0,5-2 0,0-1 0,1 1 0,-1 0 0,0 0 0,1 0 0,-1 0 0,1 1 0,-1-1 0,1 0 0,0 1 0,0-1 0,0 0 0,1 1 0,-1-1 0,0 1 0,1-1 0,0 1 0,-1 0 0,1-1 0,1 4 0,-1 3 0,1 0 0,0-1 0,1 1 0,0 0 0,0-1 0,1 1 0,0-1 0,1 0 0,-1 0 0,2 0 0,-1 0 0,1-1 0,0 0 0,9 10 0,6 4 0,0-1 0,1-1 0,27 18 0,-34-27 0,0-1 0,0 0 0,21 8 0,-27-13 0,1-1 0,0 0 0,0 0 0,0-1 0,0 0 0,1-1 0,13 1 0,-21-2 0,0 0 0,1 0 0,-1 0 0,0-1 0,1 1 0,-1 0 0,0-1 0,0 0 0,1 0 0,-1 1 0,0-1 0,0 0 0,0-1 0,0 1 0,0 0 0,0-1 0,-1 1 0,1-1 0,0 1 0,-1-1 0,1 0 0,-1 0 0,1 0 0,-1 0 0,0 0 0,0 0 0,0 0 0,0 0 0,0 0 0,0 0 0,-1-1 0,1 1 0,-1 0 0,1-5 0,-1 0 0,0 0 0,0 0 0,0-1 0,-1 1 0,0 0 0,-1 0 0,1 0 0,-1 1 0,-1-1 0,-3-8 0,-11-15 0,13 22 0,-1 1 0,1-1 0,0-1 0,0 1 0,-4-16 0,8 24 0,0 0 0,0 0 0,0 0 0,0 0 0,0 0 0,0 0 0,0-1 0,0 1 0,0 0 0,0 0 0,0 0 0,0 0 0,0 0 0,0-1 0,0 1 0,0 0 0,0 0 0,0 0 0,0 0 0,0 0 0,0-1 0,0 1 0,0 0 0,0 0 0,0 0 0,0 0 0,1 0 0,-1 0 0,0-1 0,0 1 0,0 0 0,0 0 0,0 0 0,0 0 0,0 0 0,0 0 0,1 0 0,4 2 0,6 8 0,61 81 0,4 5 0,-56-72-1365,-13-13-5461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141 218 24575,'0'17'0,"1"0"0,1 0 0,0-1 0,7 24 0,-7-33 0,1 1 0,-1-1 0,1 0 0,0 0 0,1-1 0,-1 1 0,1-1 0,1 0 0,-1 0 0,1 0 0,0 0 0,7 5 0,-6-9 0,-6-7 0,-7-10 0,-105-140 0,35 55 0,70 92 0,6 6 0,-1 1 0,1-1 0,0 0 0,0 0 0,-1 1 0,1-1 0,0 0 0,0 0 0,0-3 0,20 19 0,4 5 0,0-2 0,1 0 0,34 17 0,-46-28 0,1-1 0,-1 0 0,1-1 0,-1 0 0,1-1 0,0 0 0,1-1 0,-1 0 0,21-1 0,-30-1 0,-1-1 0,0 1 0,1-1 0,-1 1 0,0-1 0,0 0 0,1 0 0,-1 0 0,0-1 0,0 1 0,0-1 0,0 0 0,-1 0 0,1 0 0,0 0 0,-1 0 0,4-4 0,-3 1 0,0 1 0,0 0 0,0-1 0,-1 1 0,0-1 0,0 0 0,0 0 0,-1 0 0,0 0 0,2-9 0,-2 5 0,-1 1 0,1-1 0,-1 0 0,-1 0 0,0 0 0,0 1 0,-1-1 0,0 0 0,0 1 0,-1 0 0,0-1 0,0 1 0,-7-11 0,8 17 0,0-1 0,1 1 0,-1 0 0,0 0 0,-1 0 0,1 0 0,0 0 0,0 0 0,-1 1 0,1-1 0,-1 1 0,1-1 0,-1 1 0,0 0 0,-5-1 0,7 2 0,-1 0 0,1 0 0,0 0 0,-1 0 0,1 0 0,0 0 0,-1 0 0,1 1 0,0-1 0,-1 1 0,1-1 0,0 1 0,-1-1 0,1 1 0,0 0 0,0-1 0,0 1 0,0 0 0,0 0 0,0 0 0,0 0 0,0 0 0,0 0 0,0 0 0,0 0 0,1 0 0,-1 1 0,0-1 0,1 0 0,-1 0 0,1 1 0,0-1 0,-1 0 0,1 3 0,-3 5 0,2 0 0,-1-1 0,1 1 0,1 0 0,-1-1 0,1 1 0,1 0 0,0 0 0,0 0 0,4 13 0,-1-11 0,0 0 0,0 0 0,2 0 0,-1 0 0,1-1 0,1 0 0,8 11 0,-2-6 0,1-1 0,0 0 0,1-1 0,1 0 0,0-1 0,0-1 0,1-1 0,1 0 0,22 8 0,-27-13 0,0-1 0,0-1 0,1 0 0,-1 0 0,1-2 0,0 1 0,-1-2 0,1 0 0,0-1 0,-1 0 0,1-1 0,18-5 0,-18 2-1365,-3-2-5461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 24575,'-7'-2'0,"0"1"0,0 0 0,-1 0 0,1 1 0,0 0 0,0 0 0,0 0 0,-11 3 0,16-3 0,0 1 0,0-1 0,0 1 0,0-1 0,0 1 0,0 0 0,1 0 0,-1 0 0,0 0 0,0 0 0,1 1 0,-1-1 0,1 0 0,-1 1 0,1-1 0,-1 1 0,1-1 0,0 1 0,0 0 0,0-1 0,0 1 0,0 0 0,0 0 0,0 0 0,1 0 0,-1 0 0,1 0 0,-1 0 0,1 0 0,0 0 0,0 0 0,0 0 0,0 3 0,1 4 0,1-1 0,-1 0 0,2 0 0,-1 0 0,1 0 0,0 0 0,1 0 0,-1-1 0,2 0 0,-1 0 0,1 0 0,0 0 0,0-1 0,1 1 0,8 6 0,-3-3 0,1-1 0,0 0 0,1 0 0,0-1 0,0-1 0,1 0 0,21 7 0,-18-8 0,0-2 0,0 0 0,28 2 0,-34-5 0,0-1 0,0 0 0,0 0 0,0-1 0,0-1 0,19-5 0,-26 6 0,0-1 0,-1 1 0,1-1 0,-1 0 0,0-1 0,0 1 0,1-1 0,-1 1 0,-1-1 0,1 0 0,0 0 0,-1 0 0,1 0 0,-1-1 0,0 1 0,0-1 0,0 1 0,-1-1 0,1 0 0,-1 1 0,0-1 0,0 0 0,0 0 0,0-8 0,0 6 0,-1 0 0,0 0 0,0-1 0,-1 1 0,1 0 0,-1 0 0,0 0 0,-1 0 0,0 0 0,0 0 0,0 0 0,-1 0 0,1 1 0,-1-1 0,-5-6 0,8 12 0,-1-1 0,1 1 0,0 0 0,-1-1 0,1 1 0,0-1 0,-1 1 0,1-1 0,-1 1 0,1 0 0,-1-1 0,1 1 0,-1 0 0,1 0 0,-1-1 0,1 1 0,-1 0 0,1 0 0,-1 0 0,1 0 0,-2-1 0,2 2 0,0-1 0,-1 0 0,1 0 0,0 0 0,-1 1 0,1-1 0,0 0 0,-1 0 0,1 1 0,0-1 0,0 0 0,-1 1 0,1-1 0,0 0 0,0 1 0,0-1 0,-1 0 0,1 1 0,0-1 0,0 0 0,0 1 0,0 0 0,-1 2 0,1 0 0,-1 0 0,1 0 0,0 0 0,0 0 0,0 4 0,2 1 0,0 0 0,0 1 0,1-1 0,0 0 0,0 0 0,1 0 0,0 0 0,0-1 0,1 0 0,0 0 0,1 0 0,9 9 0,-5-5 0,1-1 0,1 0 0,0-1 0,0-1 0,1 0 0,21 10 0,-20-13-1365,-1-1-5461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24575,'-3'0'0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92 123 24575,'8'71'0,"2"-1"0,22 78 0,-30-141 0,1 3 0,0 0 0,0 0 0,1 0 0,5 10 0,-3-14 0,-3-9 0,-4-12 0,-11-23 0,-1 1 0,-35-64 0,-2-6 0,46 97 0,0-1 0,1 1 0,0-1 0,0 1 0,2-1 0,-1 0 0,1 0 0,1 0 0,0 0 0,0 0 0,4-16 0,-4 25 0,1 0 0,-1 0 0,1 0 0,0 0 0,0 1 0,0-1 0,0 0 0,0 0 0,0 0 0,0 1 0,0-1 0,1 1 0,-1-1 0,1 1 0,-1-1 0,1 1 0,0 0 0,2-2 0,-1 2 0,0 0 0,0 0 0,0 0 0,-1 1 0,1-1 0,0 1 0,0 0 0,0 0 0,0 0 0,0 0 0,5 1 0,2 1 0,0 0 0,-1 1 0,1 1 0,-1 0 0,0 0 0,14 8 0,-11-4 0,0 0 0,16 14 0,-24-19 0,-1 1 0,1-1 0,-1 1 0,0 0 0,0 0 0,0 0 0,0 1 0,-1-1 0,0 1 0,4 8 0,-6-12 0,0 1 0,0 0 0,1-1 0,-1 1 0,0-1 0,0 1 0,-1 0 0,1-1 0,0 1 0,0-1 0,-1 1 0,1-1 0,-1 1 0,0-1 0,1 1 0,-1-1 0,0 1 0,0-1 0,0 0 0,0 1 0,0-1 0,0 0 0,0 0 0,0 0 0,0 0 0,-1 0 0,1 0 0,0 0 0,-1 0 0,1 0 0,-1-1 0,1 1 0,-2 0 0,-5 2 0,0 0 0,0-1 0,0 0 0,0 0 0,-9 0 0,-12 0-341,1-1 0,-1-1-1,-43-7 1,47 3-6485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62 192 24575,'2'15'0,"1"-1"0,0 0 0,1 1 0,1-1 0,0 0 0,1-1 0,0 1 0,1-1 0,14 19 0,-20-30 0,-1-1 0,1 0 0,1 0 0,-1 0 0,0 0 0,0 0 0,0 0 0,0 0 0,1-1 0,-1 1 0,0 0 0,1-1 0,-1 1 0,0-1 0,1 1 0,-1-1 0,3 1 0,-3-1 0,-1 0 0,0 0 0,1 0 0,-1 0 0,0 0 0,1 0 0,-1-1 0,0 1 0,1 0 0,-1 0 0,0 0 0,1 0 0,-1 0 0,0-1 0,0 1 0,1 0 0,-1 0 0,0-1 0,0 1 0,1 0 0,-1 0 0,0-1 0,0 1 0,0 0 0,0 0 0,1-1 0,-1 0 0,0 0 0,0 0 0,0 0 0,0 0 0,0-1 0,0 1 0,0 0 0,0 0 0,0 0 0,-1 0 0,1-1 0,0 1 0,-1-2 0,-7-13 0,-1-1 0,0 1 0,-13-17 0,-5-10 0,13 21 0,-30-59 0,40 73 0,1 0 0,0 0 0,0 0 0,1-1 0,0 1 0,1-1 0,0 1 0,0-12 0,1 19 0,0-1 0,0 1 0,0 0 0,0 0 0,0 0 0,0-1 0,1 1 0,-1 0 0,0 0 0,1 0 0,-1-1 0,1 1 0,-1 0 0,1 0 0,0 0 0,0 0 0,-1 0 0,1 0 0,1-1 0,-1 1 0,0 1 0,0 0 0,0-1 0,0 1 0,1-1 0,-1 1 0,0 0 0,0 0 0,0 0 0,0 0 0,0 0 0,0 0 0,0 0 0,1 0 0,-1 0 0,0 0 0,1 1 0,3 1 0,0 0 0,0 0 0,0 0 0,0 1 0,-1-1 0,1 1 0,5 5 0,5 6-1365,-1-1-5461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68 24575,'-14'-9'0,"3"1"0,0 1 0,-1 0 0,1 1 0,-1 0 0,0 1 0,-1 0 0,-17-4 0,29 9 0,0 0 0,-1-1 0,1 1 0,0 0 0,0 0 0,-1 0 0,1 0 0,0 0 0,0 0 0,0 1 0,-1-1 0,1 0 0,0 1 0,0-1 0,0 0 0,0 1 0,0-1 0,-1 1 0,-1 1 0,3-1 0,-1 0 0,1 0 0,-1 0 0,1 0 0,-1 0 0,1 0 0,-1 0 0,1 0 0,0 0 0,0 0 0,-1 0 0,1 0 0,0 0 0,0 0 0,0 0 0,0 0 0,1 2 0,0 4 0,0-1 0,1 1 0,1 0 0,-1-1 0,5 9 0,5 8 0,1-1 0,1-1 0,1 0 0,1 0 0,1-2 0,37 34 0,-49-48 0,0-2 0,1 1 0,0-1 0,-1 0 0,1 0 0,0 0 0,1-1 0,-1 0 0,0 0 0,8 1 0,-11-2 0,-1-1 0,1 0 0,-1 0 0,1 1 0,0-2 0,-1 1 0,1 0 0,0 0 0,-1-1 0,1 1 0,-1-1 0,1 0 0,-1 0 0,1 0 0,-1 0 0,0 0 0,0-1 0,1 1 0,-1-1 0,0 1 0,0-1 0,0 0 0,0 0 0,-1 0 0,1 0 0,-1 0 0,1 0 0,1-3 0,-2 1 0,1-1 0,-1 1 0,0-1 0,0 0 0,0 1 0,-1-1 0,0 0 0,1 1 0,-2-1 0,1 0 0,-1 1 0,1-1 0,-1 0 0,0 1 0,-3-7 0,-2-6 0,-1 0 0,-15-25 0,16 30 0,-1 0 0,-1 1 0,0 0 0,0 0 0,-16-13 0,21 21 0,0 1 0,0-1 0,0 1 0,-1 0 0,1 0 0,-1 0 0,1 0 0,-1 1 0,0 0 0,-4-2 0,6 3 0,-1 0 0,0 0 0,0-1 0,1 2 0,-1-1 0,0 0 0,0 0 0,1 1 0,-1 0 0,0-1 0,1 1 0,-1 0 0,1 0 0,-1 1 0,1-1 0,-3 2 0,-9 8-1365,1 0-5461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24575,'-4'1'0,"-1"1"0,1 0 0,0 0 0,0 0 0,0 0 0,0 1 0,0-1 0,1 1 0,-5 4 0,7-5 0,-1-1 0,1 1 0,0 0 0,0-1 0,-1 1 0,1 0 0,1 0 0,-1 0 0,0 0 0,0 0 0,1 0 0,-1 0 0,1 0 0,0 0 0,-1 0 0,1 0 0,0 0 0,0 0 0,1 0 0,-1 0 0,0 1 0,1 2 0,2 2 0,0 0 0,0 0 0,0 0 0,1-1 0,0 1 0,0-1 0,0 0 0,1 0 0,7 7 0,8 7 0,25 18 0,-34-29 0,4 3 40,0-1 0,22 12 0,-30-19-226,0 0 1,1-1-1,-1 0 0,1-1 1,0 1-1,0-2 1,15 3-1,-10-3-6640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68 661 24575,'-5'-5'0,"-20"-18"0,24 22 0,-1 0 0,1 0 0,-1 0 0,1 0 0,-1 0 0,0 0 0,0 0 0,1 0 0,-1 1 0,0-1 0,0 1 0,0 0 0,-3-1 0,4 1 0,1 0 0,-1 1 0,1-1 0,-1 0 0,1 0 0,-1 1 0,1-1 0,-1 1 0,1-1 0,-1 0 0,1 1 0,-1-1 0,1 1 0,0-1 0,-1 1 0,1-1 0,0 1 0,-1-1 0,1 1 0,0-1 0,0 1 0,-1 0 0,1-1 0,0 1 0,0-1 0,0 1 0,0 0 0,0-1 0,0 1 0,0 0 0,0-1 0,0 1 0,0-1 0,0 1 0,0 0 0,0-1 0,1 1 0,5 27 0,-5-26 0,5 12 0,0 0 0,1 0 0,1-1 0,0 0 0,0 0 0,2-1 0,-1 0 0,23 20 0,-28-28 0,0-1 0,0 0 0,0 0 0,0-1 0,0 1 0,0-1 0,1 0 0,-1 0 0,7 2 0,-10-4 0,0 1 0,1-1 0,-1 0 0,0 0 0,0 0 0,0 0 0,1 0 0,-1 0 0,0 0 0,0 0 0,0 0 0,0-1 0,1 1 0,-1 0 0,0-1 0,0 1 0,0-1 0,0 1 0,0-1 0,0 0 0,0 1 0,0-1 0,0 0 0,0 0 0,0 0 0,-1 1 0,1-1 0,0 0 0,0 0 0,-1 0 0,1 0 0,-1 0 0,1-1 0,-1 1 0,1 0 0,-1 0 0,0 0 0,1 0 0,-1 0 0,0-1 0,0 1 0,0-2 0,1-5 0,-1 1 0,1-1 0,-2 0 0,1 0 0,-1 0 0,0 0 0,-1 0 0,-3-10 0,-3-5 0,-16-30 0,14 32 0,4 12 0,6 9 0,0 0 0,0 0 0,0 0 0,0 0 0,0 0 0,0 0 0,-1 0 0,1 0 0,0 0 0,0 0 0,0 0 0,0 0 0,0 0 0,0 0 0,0 0 0,0 0 0,0 0 0,0 0 0,0 0 0,-1 0 0,1 0 0,0 0 0,0 0 0,0 0 0,0 0 0,0 1 0,0-1 0,0 0 0,0 0 0,0 0 0,0 0 0,0 0 0,0 0 0,0 0 0,0 0 0,0 0 0,0 0 0,0 0 0,0 1 0,0-1 0,0 0 0,0 0 0,0 0 0,0 0 0,0 0 0,0 0 0,0 0 0,0 0 0,0 0 0,0 0 0,0 0 0,0 1 0,3 20 0,1-9 0,0 0 0,0-1 0,2 1 0,-1-1 0,2 0 0,-1 0 0,1 0 0,16 17 0,-17-22 0,-1-1 0,1 1 0,0-1 0,1 0 0,-1-1 0,1 1 0,0-1 0,0-1 0,0 1 0,1-1 0,-1-1 0,1 1 0,-1-1 0,1 0 0,9 0 0,-11-1 0,1-1 0,0 0 0,-1 0 0,1-1 0,0 1 0,-1-1 0,1-1 0,11-3 0,-15 3 0,0 1 0,0-1 0,0 1 0,-1-1 0,1 0 0,0 0 0,-1-1 0,1 1 0,-1 0 0,0-1 0,0 0 0,0 1 0,0-1 0,0 0 0,-1 0 0,1 0 0,-1 0 0,0 0 0,2-5 0,-1-4 0,0 0 0,0 1 0,-1-1 0,-1 0 0,0 0 0,0 0 0,-1 0 0,-3-12 0,-26-94 0,24 100 0,-26-100 0,11 39 0,-54-135 0,69 202 0,0 1 0,-1-1 0,-8-10 0,12 18 0,1 1 0,-1-1 0,0 1 0,0 0 0,-1 0 0,1 0 0,0 1 0,-1-1 0,0 1 0,1 0 0,-1 0 0,0 0 0,-5-1 0,8 2 0,1 1 0,-1 0 0,0 0 0,0 0 0,0 0 0,0 0 0,0 0 0,0 0 0,0 0 0,0 0 0,0 0 0,0 0 0,0 1 0,0-1 0,0 0 0,0 1 0,0-1 0,1 1 0,-1-1 0,0 1 0,0-1 0,0 1 0,1 0 0,-1-1 0,0 1 0,1 0 0,-1 0 0,1-1 0,-1 1 0,1 0 0,-1 0 0,1 0 0,-1 0 0,1 0 0,0-1 0,-1 1 0,1 0 0,0 0 0,0 2 0,-1 4 0,0 1 0,0-1 0,1 1 0,0 7 0,0-8 0,2 15 0,0 0 0,1-1 0,2 1 0,0-1 0,14 38 0,53 96 0,-46-108 0,1 0 0,59 74 0,-63-94 0,1 0 0,1-2 0,1-1 0,1-1 0,36 23 0,-54-41 30,0 1 0,0-2 0,10 5 0,-17-8-92,0 0 0,0-1 0,-1 1 0,1 0 1,0-1-1,0 0 0,0 1 0,0-1 0,0 0 0,0 0 0,0 0 0,-1 0 1,1 0-1,0 0 0,0-1 0,0 1 0,0-1 0,0 1 0,0-1 0,-1 0 1,1 0-1,0 0 0,2-1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292 841 24575,'4'-29'0,"-1"0"0,-2 0 0,-1-1 0,-1 1 0,-1-1 0,-2 1 0,-1 0 0,-1 1 0,-2-1 0,0 1 0,-19-39 0,-127-232 0,70 143 0,94 178 0,-1 1 0,11 44 0,7 56 0,-11-39 0,7 38 0,-17-96 0,2-1 0,17 41 0,-15-45 0,25 50 0,-29-62 0,0 1 0,0-2 0,1 1 0,0-1 0,11 10 0,-1-4 0,0 0 0,21 12 0,-31-22 0,0 0 0,0 0 0,1-1 0,-1 0 0,1 0 0,0-1 0,-1 0 0,1 0 0,9 0 0,-5-2-1365,-2-3-5461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140 181 24575,'-15'-10'0,"-9"-6"0,-2 1 0,-35-16 0,48 28 0,13 3 0,0 1 0,0-1 0,0 0 0,0 0 0,0 0 0,0 1 0,0-1 0,0 0 0,0 0 0,0 0 0,0 1 0,0-1 0,0 0 0,0 0 0,0 0 0,0 1 0,0-1 0,0 0 0,0 0 0,0 0 0,1 1 0,-1-1 0,0 0 0,0 0 0,0 0 0,0 0 0,0 0 0,1 1 0,-1-1 0,0 0 0,0 0 0,19 18 0,5 1 0,0 0 0,0-2 0,52 26 0,-69-40 0,0 0 0,0-1 0,0 0 0,0-1 0,0 0 0,0 0 0,0 0 0,1-1 0,-1 0 0,12-1 0,-17 0 0,0 1 0,0 0 0,0-1 0,0 1 0,0-1 0,0 0 0,0 0 0,0 0 0,0 0 0,0 0 0,0 0 0,0 0 0,-1-1 0,1 1 0,-1-1 0,1 1 0,-1-1 0,1 1 0,-1-1 0,0 0 0,0 0 0,0 0 0,0 0 0,0 0 0,0 0 0,0 0 0,-1 0 0,1 0 0,-1 0 0,0 0 0,1 0 0,-1 0 0,0 0 0,0-1 0,0 1 0,-1 0 0,1 0 0,0 0 0,-2-3 0,0-3 0,0 0 0,-1 1 0,0-1 0,-1 1 0,1-1 0,-2 1 0,1 0 0,-10-11 0,-3-2 0,-27-25 0,40 41 11,0 1 0,0 0 0,0 0 0,0 0 0,-1 0 0,1 1-1,-1 0 1,1 0 0,-1 0 0,-7-2 0,9 4-82,1-1 1,-1 1-1,0 0 0,1 0 0,-1 0 1,0 0-1,0 0 0,1 1 1,-1-1-1,0 1 0,1 0 0,-1 0 1,1 0-1,-1 0 0,1 0 1,0 0-1,-1 1 0,1-1 0,0 1 1,-4 3-1,-4 5-6755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4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40 24575,'-7'-4'0,"-12"-5"0,-27-10 0,41 17 0,0 0 0,0 1 0,1 0 0,-1 0 0,0 1 0,-1-1 0,1 1 0,0 0 0,0 0 0,0 1 0,-7 1 0,11-2 0,0 1 0,-1-1 0,1 1 0,0-1 0,-1 1 0,1 0 0,0 0 0,-1-1 0,1 1 0,0 0 0,0 0 0,0 0 0,0 0 0,0 0 0,0 1 0,0-1 0,0 0 0,1 0 0,-1 1 0,0-1 0,1 0 0,-1 1 0,1-1 0,-1 1 0,1-1 0,0 0 0,0 1 0,-1-1 0,1 1 0,0-1 0,0 1 0,1-1 0,-1 1 0,0-1 0,1 3 0,1 4 0,0 1 0,1 0 0,0-1 0,7 13 0,-7-15 0,3 6 0,0-1 0,1 0 0,1 0 0,0 0 0,0-1 0,1-1 0,0 1 0,1-2 0,0 1 0,0-1 0,17 9 0,-16-10 0,0-1 0,0-1 0,1 0 0,0 0 0,0-1 0,0-1 0,0 0 0,0-1 0,0 0 0,1-1 0,-1 0 0,14-1 0,-20-1-151,0 0-1,0-1 0,0 1 0,0-1 1,0 0-1,-1-1 0,1 1 1,5-5-1,-3 3-6674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30 24575,'-6'-3'0,"-6"-3"0,-26-10 0,35 15 0,1 0 0,-1 1 0,0-1 0,0 0 0,0 1 0,1 0 0,-1 0 0,0 0 0,0 0 0,0 0 0,0 0 0,1 1 0,-1-1 0,0 1 0,0 0 0,-2 1 0,3-1 0,1 0 0,0 1 0,-1-1 0,1 0 0,0 1 0,-1-1 0,1 1 0,0-1 0,0 1 0,0-1 0,1 1 0,-1 0 0,0 0 0,1-1 0,-1 1 0,1 0 0,-1 0 0,1 0 0,0-1 0,0 1 0,-1 0 0,2 0 0,-1 0 0,0 0 0,1 3 0,0 3 0,1 0 0,0 0 0,0 0 0,6 11 0,-4-10 0,0-1 0,0 0 0,1 0 0,9 11 0,-12-16 0,1 0 0,0 0 0,0 0 0,0 0 0,0-1 0,1 0 0,-1 1 0,1-1 0,-1 0 0,1 0 0,0-1 0,5 3 0,-8-4 0,0 0 0,0 0 0,1 0 0,-1 0 0,0 0 0,0 0 0,0 0 0,0 0 0,0 0 0,0 0 0,0 0 0,0-1 0,0 1 0,0 0 0,0-1 0,0 1 0,-1-1 0,1 1 0,0-1 0,0 1 0,0-1 0,0 0 0,-1 0 0,1 1 0,0-1 0,-1 0 0,1 0 0,0 0 0,-1 1 0,1-1 0,-1 0 0,0 0 0,1 0 0,-1 0 0,0 0 0,1 0 0,-1 0 0,0 0 0,0 0 0,0-2 0,1-5 0,0-1 0,0 0 0,-2-15 0,0 15 0,0-1 0,1 7 0,-1 1 0,1-1 0,0 0 0,0 0 0,0 0 0,0 1 0,0-1 0,0 0 0,1 0 0,0 1 0,0-4 0,0 6 0,-1 0 0,0 0 0,0 0 0,1 0 0,-1 0 0,0 0 0,1 0 0,-1 0 0,0 0 0,0 0 0,1 0 0,-1 0 0,0 0 0,0 0 0,1 0 0,-1 0 0,0 0 0,1 1 0,-1-1 0,0 0 0,0 0 0,0 0 0,1 0 0,-1 1 0,0-1 0,0 0 0,0 0 0,1 1 0,-1-1 0,8 10 0,-6-9 0,22 27-112,-9-9-139,1 0 1,1-2-1,1 0 1,28 21-1,-37-32-6575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24575,'6'2'0,"0"0"0,1 0 0,-1 0 0,0 1 0,0 0 0,0 0 0,0 1 0,-1-1 0,0 1 0,1 0 0,-1 1 0,-1-1 0,5 6 0,3 4 0,0 1 0,-2 0 0,14 23 0,-9-10 0,-1 0 0,-1 1 0,-2 1 0,0 0 0,-2 1 0,-2-1 0,0 2 0,2 42 0,-9-72 0,0 0 0,0 1 0,0-1 0,0 0 0,0 0 0,-1 0 0,1 0 0,-1 0 0,1 1 0,-1-1 0,0 0 0,0 0 0,0 0 0,-1 2 0,1-3 0,0-1 0,0 1 0,0 0 0,1-1 0,-1 1 0,0-1 0,0 1 0,0-1 0,0 0 0,0 1 0,0-1 0,0 0 0,0 0 0,0 0 0,0 0 0,0 0 0,0 0 0,0 0 0,0 0 0,0 0 0,0 0 0,0 0 0,0 0 0,0-1 0,0 1 0,0-1 0,0 1 0,0 0 0,0-1 0,0 1 0,1-1 0,-3-1 0,-4-3 0,1-1 0,0 0 0,0 0 0,0 0 0,0-1 0,1 1 0,0-1 0,1-1 0,0 1 0,0-1 0,0 0 0,1 1 0,0-1 0,0-1 0,1 1 0,0 0 0,0-12 0,2 19 0,0-1 0,0 0 0,0 1 0,0-1 0,0 0 0,1 1 0,-1-1 0,1 1 0,-1-1 0,1 0 0,0 1 0,-1-1 0,1 1 0,0 0 0,0-1 0,0 1 0,0 0 0,2-3 0,0 3 0,-1-1 0,0 1 0,1-1 0,-1 1 0,0 0 0,1 0 0,-1 0 0,1 0 0,0 1 0,4-1 0,2 0 0,0 0 0,0 1 0,0 1 0,0-1 0,16 4 0,14 5 0,51 9 0,-51-12 0,49 14 0,-86-19 0,1 0 0,-1 0 0,1 0 0,-1 0 0,1 1 0,-1-1 0,0 1 0,0-1 0,0 1 0,0 0 0,0-1 0,0 1 0,0 0 0,-1 1 0,1-1 0,0 0 0,-1 0 0,0 1 0,1 2 0,2 5 0,0 1 0,-1-1 0,2 17 0,3 8 0,-7-33-170,0 1-1,-1-1 0,1 0 1,-1 1-1,1-1 0,-1 0 1,0 3-1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5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24575,'8'0'0,"4"2"0,1 4 0,-2 3 0,-3 3 0,-3 1 0,-2 4 0,-2 2 0,0-3-8191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24575,'65'179'0,"-64"-175"0,0-1 0,0 0 0,0 0 0,0 1 0,-1-1 0,1 0 0,-1 1 0,0-1 0,0 0 0,0 1 0,-1-1 0,0 4 0,0-5 0,0 0 0,1-1 0,-1 1 0,0-1 0,0 1 0,0-1 0,0 0 0,-1 1 0,1-1 0,0 0 0,0 0 0,-1 0 0,1 0 0,-1 0 0,1 0 0,-1 0 0,1 0 0,-1 0 0,0-1 0,1 1 0,-1-1 0,0 1 0,1-1 0,-4 0 0,0 1 0,0-1 0,0 0 0,0 0 0,0-1 0,0 0 0,1 1 0,-1-2 0,0 1 0,0 0 0,1-1 0,-1 0 0,1 0 0,-7-5 0,-5-3 0,0-2 0,-15-13 0,21 17 0,-1-2 0,-4-2 0,-24-25 0,36 34 0,0-1 0,0 0 0,0 1 0,1-1 0,0 0 0,-1 0 0,1 0 0,0-1 0,1 1 0,-1 0 0,1-1 0,-1-8 0,1 11 0,1 0 0,0 0 0,1 1 0,-1-1 0,0 0 0,0 0 0,1 0 0,-1 1 0,1-1 0,0 0 0,-1 0 0,1 1 0,0-1 0,0 1 0,0-1 0,0 1 0,2-3 0,-1 2 0,1 0 0,0 0 0,-1 0 0,1 0 0,0 0 0,0 1 0,0-1 0,0 1 0,4-1 0,2-1 0,0 1 0,1 1 0,-1-1 0,1 2 0,17 0 0,-15 1-273,-1 1 0,1 1 0,-1-1 0,20 9 0,-19-6-6553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24575,'3'1'0,"1"-1"0,0 1 0,0 0 0,0 0 0,-1 0 0,1 0 0,0 0 0,-1 1 0,1 0 0,-1 0 0,0 0 0,1 0 0,-1 0 0,0 1 0,3 2 0,5 7 0,1 1 0,11 16 0,-6-7 0,2 4 0,-13-17 0,0-1 0,1 0 0,13 13 0,-19-20 0,-1-1 0,1 1 0,-1 0 0,1-1 0,0 1 0,-1-1 0,1 0 0,0 1 0,-1-1 0,1 0 0,0 1 0,0-1 0,-1 0 0,1 0 0,0 1 0,0-1 0,0 0 0,-1 0 0,1 0 0,0 0 0,0 0 0,0 0 0,-1-1 0,1 1 0,0 0 0,1-1 0,-1 1 0,0-1 0,0 0 0,0 0 0,0 0 0,0 0 0,0-1 0,0 1 0,0 0 0,-1 0 0,1 0 0,0-1 0,-1 1 0,2-3 0,0-4 0,0-1 0,-1 1 0,2-16 0,-2 0 0,3-38 0,-3 56 0,0 1 0,0 0 0,1 0 0,-1-1 0,1 1 0,0 0 0,1 0 0,5-8 0,-7 11 0,1 0 0,-1 1 0,1-1 0,0 1 0,0-1 0,0 1 0,0 0 0,0 0 0,0 0 0,0 0 0,0 0 0,1 0 0,-1 0 0,0 1 0,0-1 0,1 1 0,-1 0 0,0-1 0,1 1 0,-1 0 0,0 1 0,1-1 0,2 1 0,5 1 0,-1 0 0,0 0 0,0 1 0,12 6 0,9 6 0,0 1 0,31 23 0,53 45 0,-93-68 0,-5-3-682,26 26-1,-30-26-6143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54 24575,'2'-6'0,"1"0"0,0 1 0,0-1 0,0 1 0,7-9 0,-9 13 0,0 0 0,-1 0 0,1 0 0,0 0 0,0 1 0,0-1 0,-1 0 0,1 1 0,0-1 0,0 1 0,0-1 0,0 1 0,0-1 0,0 1 0,0-1 0,0 1 0,0 0 0,0 0 0,1 0 0,-1 0 0,0 0 0,0 0 0,0 0 0,0 0 0,0 0 0,0 0 0,0 0 0,0 1 0,0-1 0,0 0 0,0 1 0,0-1 0,0 1 0,0-1 0,0 1 0,0-1 0,0 1 0,0 0 0,0 0 0,1 1 0,8 9 0,0 2 0,-1-1 0,0 1 0,-1 0 0,9 19 0,-14-25 0,0-1 0,0 1 0,-1-1 0,0 1 0,2 9 0,-4-15 0,1 0 0,-1 0 0,0 1 0,0-1 0,0 0 0,0 0 0,0 1 0,0-1 0,-1 0 0,1 0 0,0 0 0,-1 1 0,1-1 0,0 0 0,-1 0 0,0 0 0,1 0 0,-1 0 0,0 0 0,1 0 0,-1 0 0,0 0 0,0 0 0,0 0 0,0 0 0,0-1 0,0 1 0,0 0 0,0-1 0,0 1 0,0-1 0,0 1 0,0-1 0,0 1 0,-1-1 0,1 0 0,0 1 0,-2-1 0,-10 1 0,0 1 0,0-2 0,0 0 0,0-1 0,0 0 0,-25-5 0,12-1 0,-1-1 0,-31-14 0,9-2 0,44 21 0,0 0 0,0 0 0,1 0 0,0-1 0,0 0 0,0 0 0,-6-8 0,9 11 0,0 1 0,1-1 0,-1 0 0,1 0 0,-1 0 0,1 0 0,0 0 0,-1 0 0,1 1 0,0-1 0,0 0 0,-1 0 0,1 0 0,0 0 0,0 0 0,0 0 0,0 0 0,0 0 0,0 0 0,1 0 0,-1 0 0,0 0 0,1-1 0,0 0 0,0 1 0,0 0 0,0 0 0,0 0 0,0 0 0,0-1 0,0 2 0,0-1 0,1 0 0,-1 0 0,0 0 0,1 1 0,1-2 0,4 0 0,-1 0 0,1 0 0,0 1 0,0-1 0,10 1 0,38 1-1365,-39 0-5461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213 118 24575,'-28'-21'0,"2"1"0,-1 1 0,-1 1 0,-35-16 0,61 33 0,1 0 0,-1 0 0,0 1 0,1-1 0,-1 1 0,0-1 0,1 1 0,-1 0 0,0 0 0,1 0 0,-1 0 0,0 0 0,-2 0 0,3 1 0,0-1 0,0 1 0,1-1 0,-1 1 0,0-1 0,0 1 0,1-1 0,-1 1 0,0 0 0,1-1 0,-1 1 0,1 0 0,-1 0 0,1 0 0,-1-1 0,1 1 0,-1 0 0,1 0 0,0 0 0,0 0 0,-1 0 0,1 0 0,0-1 0,0 1 0,0 2 0,-1 6 0,1 0 0,0-1 0,1 1 0,0 0 0,3 14 0,15 46 0,-11-42 0,244 750-2225,-236-732 2237,-2-4 303,36 71-1,-44-102 328,-6-10-649,0 0-1,1 0 1,-1 0-1,0 0 1,0 0-1,0 0 1,0 0-1,0 0 1,0 0 0,0 1-1,0-1 1,1 0-1,-1 0 1,0 0-1,0 0 1,0 0-1,0 0 1,0 0-1,0 0 1,1 0-1,-1 0 1,0 0-1,0 0 1,0 0-1,0 0 1,0 0 0,0 0-1,1 0 1,-1 0-1,0 0 1,0 0-1,0 0 1,0 0-1,0-1 1,0 1-1,1 0 1,-1 0-1,0 0 1,0 0-1,0 0 1,0 0-1,0 0 1,0 0 0,0 0-1,0-1 1,0 1-1,0 0 1,0 0-1,1 0 1,-1 0-1,0 0 1,0 0-1,0 0 1,0-1-1,0 1 1,0 0-1,0 0 1,0 0-1,0 0 1,0 0 0,0-1-1,0 1 1,0 0-1,0 0 1,0 0-1,0 0 1,-1 0-1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92 24575,'-30'-12'0,"-15"-5"0,-2-1 0,1 1 0,4 5 0,7 4 0,6 3 0,9 3-8191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3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133 134 24575,'-5'25'0,"1"0"0,1 0 0,2 1 0,0-1 0,2 0 0,0 1 0,2-1 0,1 0 0,1 0 0,1-1 0,1 1 0,1-1 0,1 0 0,1-1 0,14 22 0,-14-31 0,-8-14 0,-7-8 0,-41-68 0,18 32 0,1-2 0,-26-64 0,44 89 0,1-2 0,2 1 0,-5-29 0,9 43 0,1 0 0,1 1 0,-1-1 0,1 1 0,1-1 0,0 0 0,0 1 0,0-1 0,1 1 0,0-1 0,0 1 0,1 0 0,6-13 0,-7 16 0,0 1 0,1 0 0,0-1 0,-1 1 0,1 1 0,0-1 0,1 0 0,-1 1 0,0-1 0,1 1 0,-1 0 0,1 0 0,0 1 0,-1-1 0,1 1 0,0-1 0,0 1 0,0 0 0,0 1 0,0-1 0,0 1 0,0 0 0,1 0 0,3 0 0,0 1 0,-1 0 0,1 1 0,-1 0 0,0 0 0,0 0 0,0 1 0,0 0 0,0 0 0,-1 1 0,1 0 0,-1 0 0,7 6 0,-7-4 0,0-1 0,-1 1 0,0-1 0,0 2 0,-1-1 0,1 0 0,-1 1 0,-1 0 0,1 0 0,3 11 0,-6-16 0,-1 1 0,1-1 0,-1 1 0,1-1 0,-1 1 0,0-1 0,0 1 0,0-1 0,0 1 0,0-1 0,-1 1 0,1-1 0,-1 1 0,0-1 0,0 1 0,0-1 0,0 0 0,0 0 0,0 1 0,0-1 0,-1 0 0,1 0 0,-1 0 0,0 0 0,1 0 0,-1-1 0,0 1 0,0-1 0,0 1 0,0-1 0,-1 1 0,1-1 0,0 0 0,0 0 0,-5 1 0,-1 1 0,-1 0 0,1-1 0,-1 0 0,0-1 0,-12 1 0,-48-2 0,47 0 0,7-1-455,0 0 0,-20-4 0,19 1-6371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3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182 103 24575,'-59'-55'0,"49"47"0,1 1 0,-1 0 0,0 1 0,-18-8 0,26 13 0,0 0 0,0 1 0,0-1 0,0 0 0,0 1 0,0-1 0,0 1 0,0 0 0,0 0 0,-1 0 0,1 0 0,0 0 0,0 0 0,0 1 0,0-1 0,-3 1 0,4 0 0,0 0 0,0-1 0,0 1 0,-1 0 0,1 0 0,0 0 0,0 0 0,0 0 0,0 0 0,1 1 0,-1-1 0,0 0 0,0 0 0,1 1 0,-1-1 0,0 0 0,1 1 0,0-1 0,-1 0 0,1 1 0,0-1 0,0 1 0,-1 2 0,1 3 0,1 1 0,-1 0 0,1 0 0,0 0 0,1-1 0,0 1 0,5 14 0,0-5 0,1 0 0,12 19 0,-11-21 0,1-1 0,0 0 0,1-1 0,20 18 0,-26-26 0,0-1 0,0 0 0,0 0 0,1 0 0,-1-1 0,1 1 0,0-1 0,0-1 0,0 1 0,1-1 0,-1 0 0,0-1 0,1 1 0,11 0 0,-15-2 0,-1 0 0,1 0 0,-1 0 0,1-1 0,0 1 0,-1-1 0,1 1 0,-1-1 0,1 0 0,-1 0 0,1 0 0,-1 0 0,0 0 0,0-1 0,1 1 0,-1-1 0,0 0 0,0 1 0,0-1 0,-1 0 0,1 0 0,0 0 0,-1 0 0,1 0 0,-1-1 0,0 1 0,0 0 0,0-1 0,0 1 0,0-1 0,0-2 0,0 0 0,0-1 0,0 0 0,-1 0 0,0 1 0,0-1 0,-1 0 0,0 1 0,0-1 0,0 0 0,0 1 0,-1-1 0,0 1 0,-4-8 0,-1 0-97,-1 0-1,0 1 1,-1 0-1,0 0 1,-1 1-1,0 0 1,-1 1-1,0 0 1,0 1-1,-1 0 1,-1 0-1,1 2 0,-27-13 1,22 14-6729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3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115 773 24575,'13'-27'0,"67"-141"0,-77 158 0,0 1 0,0-1 0,-1 0 0,-1 0 0,0 0 0,0-18 0,-7-60 0,3 64 0,-2 0 0,-1 1 0,0 0 0,-18-41 0,0 15 0,-30-47 0,5 8 0,41 78 0,7 10 0,1 0 0,0-1 0,0 1 0,-1 0 0,1 0 0,0 0 0,0 0 0,-1 0 0,1 0 0,0 0 0,0 0 0,-1 0 0,1 0 0,0 0 0,-1 0 0,1 0 0,0 0 0,0 0 0,-1 0 0,1 0 0,0 0 0,0 0 0,-1 0 0,1 1 0,0-1 0,-1 0 0,0 2 0,-1-1 0,1 1 0,-1 0 0,1 0 0,0 0 0,0 0 0,-2 3 0,0 3 0,0-3 0,1 0 0,0 0 0,0 0 0,1 1 0,0-1 0,0 1 0,0-1 0,1 1 0,-1-1 0,2 10 0,1 5 0,7 31 0,-7-41 0,7 37 0,-4-17 0,1 0 0,2 0 0,18 46 0,-16-51 0,-7-17 0,0 0 0,0 0 0,1-1 0,0 0 0,0 1 0,1-1 0,9 9 0,0-2 0,1 0 0,1-2 0,0 0 0,1-1 0,0 0 0,1-2 0,0 0 0,20 7 0,-14-8 0,0-1 0,0-1 0,0-1 0,1-1 0,0-1 0,27-1 0,-50-2 0,12 0 0,0 0 0,0-1 0,22-4 0,-32 4 0,0 0 0,-1 0 0,1-1 0,0 1 0,-1-1 0,0 0 0,1 1 0,-1-2 0,0 1 0,0 0 0,0 0 0,0-1 0,-1 0 0,1 0 0,-1 0 0,1 0 0,-1 0 0,2-4 0,-1 1 0,0-1 0,0 1 0,-1 0 0,0-1 0,0 0 0,-1 1 0,1-1 0,-2 0 0,1 0 0,-1 0 0,0 0 0,0 1 0,-1-1 0,-1-9 0,-1 8 0,1 0 0,-1 1 0,0-1 0,-1 1 0,1 0 0,-1 0 0,-1 0 0,0 0 0,0 1 0,0 0 0,-11-11 0,8 10 0,4 3 0,0 0 0,-1 0 0,1 1 0,-1-1 0,-8-4 0,11 7 0,1 1 0,0 0 0,0-1 0,-1 1 0,1 0 0,0-1 0,0 1 0,-1 0 0,1 0 0,0 0 0,0 0 0,-1 0 0,1 1 0,0-1 0,-1 0 0,1 0 0,0 1 0,0-1 0,0 1 0,-1-1 0,1 1 0,0 0 0,0-1 0,0 1 0,0 0 0,0 0 0,0 0 0,0 0 0,0 0 0,1 0 0,-2 1 0,-7 9 0,1 0 0,0 0 0,1 1 0,1 1 0,0-1 0,-7 20 0,11-27 0,1 0 0,0 1 0,0-1 0,1 0 0,-1 0 0,1 1 0,0-1 0,1 10 0,0-12 0,0 0 0,0 1 0,0-1 0,0 0 0,1 0 0,-1 0 0,1 0 0,-1-1 0,1 1 0,0 0 0,0-1 0,1 1 0,-1-1 0,0 0 0,4 3 0,11 7 10,0-2-1,0 0 0,1 0 1,0-2-1,29 10 0,99 20-348,-80-23-743,-49-11-5744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70 182 24575,'0'32'0,"4"33"0,-2-51 0,1-1 0,0 1 0,1-1 0,0 0 0,8 15 0,105 184 0,-72-135 0,-72-135 0,5 10 0,-40-92 0,37 81 0,-82-220 0,87 209 0,26 81 0,1-1 0,0 0 0,1 0 0,16 16 0,2-1 0,1-1 0,1-1 0,1-1 0,1-1 0,0-2 0,42 19 0,-56-31 0,1 0 0,0-1 0,33 7 0,-49-13 0,1 1 0,-1-1 0,0 0 0,0 0 0,0 0 0,0 0 0,1 0 0,-1 0 0,0 0 0,0 0 0,0-1 0,0 1 0,0 0 0,0-1 0,1 1 0,-1-1 0,0 1 0,0-1 0,1-1 0,-1 1 0,-1 1 0,1-1 0,0 0 0,-1 0 0,1 0 0,-1 0 0,0 0 0,1 0 0,-1 0 0,0 0 0,1 0 0,-1 0 0,0-1 0,0 1 0,0 0 0,0-2 0,-1-3 0,0-1 0,-1 0 0,0 1 0,0-1 0,-3-6 0,-30-57 0,25 52 0,1 1 0,0-2 0,2 1 0,-9-30 0,16 47 0,0 0 0,-1 0 0,1 0 0,0 0 0,0 0 0,0 0 0,0 0 0,0 0 0,0 0 0,0 0 0,1-1 0,-1 1 0,0 1 0,1-1 0,-1 0 0,1-2 0,-1 3 0,0 0 0,1 0 0,-1 0 0,0 0 0,0-1 0,0 1 0,0 0 0,1 0 0,-1 0 0,0 0 0,0 0 0,0 0 0,1 0 0,-1 0 0,0 0 0,0 0 0,0-1 0,1 1 0,-1 0 0,0 0 0,0 0 0,0 1 0,1-1 0,-1 0 0,0 0 0,0 0 0,0 0 0,1 0 0,7 8 0,35 52 0,40 76 0,-54-81 0,17 32 0,16 4-1365,-56-80-5461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8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40 24575,'-8'-5'0,"-32"-18"0,36 21 0,0 0 0,0 1 0,0-1 0,0 1 0,0 0 0,0 0 0,0 1 0,-7-1 0,10 1 0,1 0 0,-1 0 0,0 0 0,0 0 0,1 0 0,-1 0 0,0 1 0,0-1 0,1 0 0,-1 0 0,0 1 0,1-1 0,-1 0 0,0 1 0,1-1 0,-1 1 0,0-1 0,1 1 0,-1-1 0,1 1 0,-1-1 0,1 1 0,-1-1 0,1 1 0,0 0 0,-1 0 0,0 1 0,1-1 0,0 1 0,-1 0 0,1-1 0,0 1 0,0 0 0,0-1 0,0 1 0,0 0 0,1-1 0,0 3 0,1 4 0,0-1 0,1 1 0,6 12 0,5 3 0,1 1 0,1-2 0,1 0 0,1-1 0,34 31 0,-50-50 0,1 0 0,-1 0 0,1 0 0,0 0 0,0-1 0,-1 1 0,1-1 0,0 0 0,0 0 0,0 0 0,1 0 0,-1 0 0,0-1 0,0 1 0,0-1 0,1 0 0,-1 0 0,4-1 0,-5 1 0,0 0 0,-1-1 0,1 1 0,-1-1 0,1 1 0,-1-1 0,0 0 0,1 0 0,-1 1 0,0-1 0,1 0 0,-1 0 0,0 0 0,0-1 0,2-1 0,-2 1 0,0 0 0,0 0 0,0 0 0,0 0 0,-1 0 0,1 0 0,0 0 0,-1 0 0,0-1 0,0 1 0,1 0 0,-1 0 0,0 0 0,-1-3 0,-2-11 0,0 0 0,-2 1 0,1 0 0,-11-20 0,4 8 0,1-1 0,13 34 0,-1 0 0,2-1 0,-1 1 0,1-1 0,6 8 0,31 29 0,2 5 0,-37-40-151,0 1-1,1-1 0,-1 0 0,2 0 1,-1-1-1,1 0 0,0 0 1,13 6-1,-9-7-6674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40 24575,'-7'-3'0,"-5"-3"0,0 0 0,-1 1 0,0 1 0,0 0 0,0 0 0,-1 1 0,-16-1 0,29 4 0,-1 0 0,0-1 0,1 2 0,-1-1 0,0 0 0,1 0 0,-1 0 0,1 1 0,-1-1 0,0 1 0,1-1 0,-1 1 0,1 0 0,-1 0 0,1-1 0,0 1 0,-1 0 0,1 0 0,0 1 0,0-1 0,-2 2 0,2-1 0,-1 0 0,1 0 0,1 0 0,-1 1 0,0-1 0,0 0 0,1 1 0,-1-1 0,1 0 0,0 1 0,0-1 0,0 0 0,0 4 0,1 3 0,1 0 0,0 0 0,0 0 0,1-1 0,0 1 0,7 13 0,1-3 0,16 24 0,-22-37 0,0 1 0,1-1 0,-1 0 0,1-1 0,0 1 0,13 7 0,-18-12 0,1 0 0,-1 0 0,0 0 0,1 0 0,-1-1 0,1 1 0,0-1 0,-1 1 0,1-1 0,-1 0 0,1 1 0,0-1 0,-1 0 0,1 0 0,-1 0 0,1 0 0,0 0 0,2-1 0,-3 0 0,0 0 0,1 1 0,-1-1 0,0 0 0,0 0 0,0 0 0,0 0 0,0 0 0,0 0 0,0 0 0,0 0 0,0 0 0,0 0 0,-1-1 0,1 1 0,1-3 0,0-3 0,0 0 0,-1 0 0,0 0 0,0 0 0,0-1 0,-1-12 0,-1 7 0,-1 0 0,5 22 0,89 387 0,-91-393 0,0 2 0,1 1 0,-1-1 0,-1 1 0,1-1 0,-1 8 0,0-12 0,0-1 0,0 1 0,0 0 0,0 0 0,0 0 0,-1 0 0,1 0 0,0-1 0,0 1 0,-1 0 0,1 0 0,-1 0 0,1-1 0,-1 1 0,1 0 0,-1-1 0,1 1 0,-1 0 0,0-1 0,1 1 0,-1-1 0,0 1 0,1-1 0,-1 1 0,0-1 0,0 0 0,0 1 0,1-1 0,-1 0 0,0 1 0,0-1 0,0 0 0,0 0 0,0 0 0,0 0 0,1 0 0,-1 0 0,0 0 0,0 0 0,-1-1 0,-4 0 0,0 0 0,0-1 0,0 0 0,0 0 0,1-1 0,-1 0 0,1 1 0,0-2 0,0 1 0,0-1 0,0 0 0,-5-5 0,-1-2 0,0-1 0,1 0 0,-15-21 0,21 25 0,-1 1 0,1-1 0,0 0 0,1 0 0,0-1 0,1 1 0,-1-1 0,1 1 0,-1-14 0,3 17 0,0 0 0,0-1 0,0 1 0,1 0 0,0 0 0,0 0 0,0 0 0,0 0 0,1 0 0,0 1 0,0-1 0,0 0 0,1 1 0,-1-1 0,1 1 0,0 0 0,6-6 0,-1 3 12,0 0 0,0 0 0,1 1 0,0 0 0,0 1 0,0-1 0,1 2 0,0 0 0,10-4 0,-5 4-260,-1 1 1,0 0-1,1 1 1,0 0-1,28 1 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9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24575,'-5'20'0,"-2"9"0,1 3 0,1-3 0,1-3 0,2-3 0,0-4 0,2-2 0,0-4-8191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24575,'0'14'0,"0"0"0,1 0 0,1 1 0,0-1 0,6 18 0,-7-29 0,0 1 0,0-1 0,0 0 0,1 0 0,-1 0 0,1 0 0,0 0 0,0 0 0,0 0 0,0-1 0,1 1 0,-1-1 0,1 1 0,0-1 0,-1 0 0,1 0 0,0 0 0,0 0 0,0-1 0,1 1 0,-1-1 0,0 0 0,0 0 0,1 0 0,-1 0 0,1-1 0,5 1 0,-6-1 0,0 0 0,-1 0 0,1 0 0,0 0 0,0-1 0,0 1 0,-1-1 0,1 0 0,0 1 0,-1-1 0,1-1 0,0 1 0,-1 0 0,0-1 0,1 1 0,-1-1 0,0 0 0,4-3 0,-3 1 0,0 1 0,-1-1 0,1 0 0,-1 0 0,0 0 0,0 0 0,-1 0 0,1-1 0,-1 1 0,0 0 0,1-5 0,0-4 0,-1 3 0,1 0 0,4-13 0,-6 23 0,0 0 0,0 0 0,0-1 0,0 1 0,0 0 0,1-1 0,-1 1 0,0 0 0,0 0 0,0-1 0,0 1 0,0 0 0,1 0 0,-1-1 0,0 1 0,0 0 0,0 0 0,1 0 0,-1-1 0,0 1 0,0 0 0,1 0 0,-1 0 0,0 0 0,0 0 0,1-1 0,-1 1 0,0 0 0,1 0 0,-1 0 0,0 0 0,1 0 0,6 7 0,4 13 0,19 41-1365,-22-47-5461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24575,'18'21'0,"8"8"0,2 2 0,-1-1 0,-5-7-8191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24575,'3'-5'0,"0"1"0,0 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24575,'116'369'120,"-88"-300"-491,2-1-1,3-2 1,50 74 0,-73-126-6455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63 24575,'-25'-15'0,"-11"-2"0,-1 1 0,4 6 0,7 5 0,7 6 0,4 2 0,5 4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24575,'0'0'0,"0"0"0,-1 0 0,1 0 0,0 0 0,0 0 0,-1 0 0,1 0 0,0 0 0,0 1 0,0-1 0,-1 0 0,1 0 0,0 0 0,0 0 0,-1 0 0,1 0 0,0 0 0,0 0 0,0 1 0,-1-1 0,1 0 0,0 0 0,0 0 0,0 0 0,0 1 0,0-1 0,-1 0 0,1 0 0,0 0 0,0 1 0,0-1 0,0 0 0,0 1 0,2 8 0,8 8 0,-7-13 0,0-1 0,1 1 0,0-1 0,-1 0 0,1 0 0,0 0 0,0-1 0,0 1 0,1-1 0,-1 0 0,1 0 0,-1-1 0,10 3 0,-12-4 0,0 1 0,0-1 0,0 0 0,1 0 0,-1 0 0,0-1 0,0 1 0,0 0 0,0-1 0,0 1 0,1-1 0,-1 0 0,0 0 0,0 0 0,-1 0 0,1 0 0,0 0 0,0 0 0,0-1 0,-1 1 0,1-1 0,-1 1 0,1-1 0,-1 0 0,1 1 0,-1-1 0,0 0 0,0 0 0,0 0 0,0 0 0,0 0 0,0-3 0,3-12 0,-3 13 0,-1 0 0,1 0 0,0-1 0,1 1 0,1-5 0,-2 9 0,-1-1 0,0 0 0,1 1 0,-1-1 0,1 1 0,-1-1 0,1 0 0,-1 1 0,1 0 0,-1-1 0,1 1 0,0-1 0,-1 1 0,1 0 0,-1-1 0,1 1 0,0 0 0,-1-1 0,1 1 0,0 0 0,0 0 0,-1 0 0,1 0 0,0 0 0,-1 0 0,1 0 0,0 0 0,0 0 0,-1 0 0,1 0 0,0 0 0,-1 1 0,1-1 0,0 0 0,-1 0 0,2 1 0,7 4 0,1 1 0,-1 0 0,0 0 0,0 1 0,10 11 0,3 1 0,17 12-1365,-29-24-5461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165 524 24575,'-2'0'0,"-13"-4"0,-30-2 0,41 6 0,0-1 0,0 1 0,0 0 0,0 1 0,0-1 0,0 1 0,1 0 0,-1 0 0,0 0 0,0 0 0,1 1 0,-1 0 0,-4 2 0,7-3 0,0 0 0,-1 0 0,1 0 0,0 1 0,-1-1 0,1 0 0,0 1 0,0-1 0,0 1 0,0-1 0,0 1 0,1 0 0,-1-1 0,0 1 0,1 0 0,-1-1 0,0 4 0,1-2 0,0 0 0,0 0 0,0 0 0,1 0 0,-1 1 0,1-1 0,-1 0 0,1 0 0,2 4 0,2 4 0,1 0 0,1 0 0,14 19 0,-18-27 0,0 2 0,0-1 0,1-1 0,0 1 0,0 0 0,0-1 0,0 0 0,0 0 0,1 0 0,-1 0 0,1-1 0,6 3 0,-9-4 0,1-1 0,-1 1 0,0 0 0,1-1 0,-1 0 0,1 1 0,-1-1 0,0 0 0,1 0 0,-1-1 0,1 1 0,-1 0 0,0-1 0,1 0 0,-1 1 0,0-1 0,0 0 0,1 0 0,-1 0 0,0 0 0,0-1 0,0 1 0,0-1 0,-1 1 0,1-1 0,3-2 0,-1-2 0,-1 1 0,1-1 0,-1 0 0,0 0 0,0 0 0,0 0 0,-1 0 0,0-1 0,0 1 0,-1-1 0,0 0 0,0 1 0,0-1 0,-1-10 0,-1 0 0,0-1 0,-1 1 0,-1-1 0,-8-23 0,-32-90 0,-70-146 0,107 258 0,5 16 0,0-1 0,0 0 0,0 1 0,-1-1 0,1 1 0,-1 0 0,0 0 0,0-1 0,0 1 0,-4-4 0,6 7 0,-1 0 0,1 0 0,0 0 0,-1 0 0,1 0 0,0 0 0,-1 0 0,1 0 0,0 0 0,0 1 0,-1-1 0,1 0 0,0 0 0,-1 0 0,1 0 0,0 0 0,-1 0 0,1 1 0,0-1 0,0 0 0,-1 0 0,1 0 0,0 1 0,0-1 0,0 0 0,-1 0 0,1 1 0,0-1 0,0 0 0,0 1 0,0-1 0,-1 0 0,1 1 0,0-1 0,0 0 0,0 1 0,-5 12 0,5-13 0,-3 15 0,0-1 0,1 1 0,1 0 0,0-1 0,1 1 0,3 26 0,0-21 0,1 1 0,0-1 0,2 0 0,10 24 0,-6-21 0,1 0 0,1-2 0,1 1 0,1-1 0,28 32 0,-31-41 0,0 0 0,1-2 0,0 1 0,1-1 0,0-1 0,0 0 0,1-1 0,0-1 0,0 0 0,17 5 0,-21-9 0,1 0 0,-1-1 0,1 0 0,-1-1 0,1 0 0,-1-1 0,1 0 0,0 0 0,19-4 0,-26 3 0,1 0 0,-1-1 0,0 1 0,0-1 0,1 0 0,-1 0 0,-1 0 0,1 0 0,0-1 0,0 0 0,-1 1 0,0-1 0,1-1 0,-1 1 0,0 0 0,-1-1 0,1 1 0,-1-1 0,1 0 0,-1 0 0,0 0 0,-1 0 0,1 0 0,-1-1 0,2-5 0,-2 2 0,0 0 0,0-1 0,-1 1 0,0 0 0,0 0 0,-1 0 0,0 0 0,0 0 0,-3-8 0,3 13 0,0-1 0,0 1 0,-1 0 0,1-1 0,-1 1 0,1 0 0,-1 0 0,0 0 0,0 1 0,0-1 0,0 0 0,-1 1 0,1-1 0,-1 1 0,0 0 0,0 0 0,1 0 0,-1 0 0,0 0 0,-1 1 0,1-1 0,0 1 0,-5-2 0,6 3 0,0 0 0,0 0 0,1 0 0,-1 0 0,0 1 0,0-1 0,0 0 0,1 1 0,-1-1 0,0 1 0,1-1 0,-1 1 0,0 0 0,1 0 0,-1 0 0,1 0 0,-1 0 0,1 0 0,0 0 0,-1 0 0,1 0 0,0 1 0,0-1 0,0 1 0,0-1 0,0 1 0,0-1 0,0 1 0,1-1 0,-2 3 0,0 0 0,1 1 0,-1-1 0,1 0 0,0 1 0,0-1 0,1 1 0,-1-1 0,1 1 0,0 0 0,0-1 0,1 5 0,1 0 0,1 1 0,1-1 0,-1-1 0,1 1 0,1 0 0,-1-1 0,1 0 0,1 0 0,0-1 0,0 1 0,8 6 0,8 7 0,1-1 0,28 19 0,-29-24-341,-1-1 0,2 0-1,28 11 1,-35-19-6485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4 24575,'1'0'0,"-1"0"0,0-1 0,1 1 0,-1 0 0,1-1 0,-1 1 0,0 0 0,1 0 0,-1 0 0,1-1 0,-1 1 0,0 0 0,1 0 0,-1 0 0,1 0 0,-1 0 0,1 0 0,-1 0 0,1 0 0,-1 0 0,1 0 0,-1 0 0,0 0 0,1 0 0,0 1 0,12 8 0,5 15 0,-14-17 0,16 25 0,21 47 0,-40-77 0,0 0 0,-1 0 0,1 0 0,0 1 0,-1-1 0,0 0 0,1 0 0,-1 1 0,0-1 0,0 0 0,0 0 0,0 1 0,-1-1 0,1 0 0,-2 4 0,2-5 0,-1 0 0,0 1 0,0-1 0,1 0 0,-1 0 0,0 0 0,0 0 0,0 0 0,0 0 0,0 0 0,0-1 0,0 1 0,0 0 0,-1-1 0,1 1 0,0 0 0,0-1 0,-1 0 0,1 1 0,0-1 0,-1 0 0,1 1 0,0-1 0,-1 0 0,1 0 0,0 0 0,-3-1 0,-6 0 0,1 0 0,-1-1 0,1 0 0,0-1 0,-1 0 0,-15-7 0,-52-34 0,49 27 0,21 13 0,-2-1 0,0-1 0,-10-7 0,18 12 0,-1 0 0,1-1 0,-1 1 0,1 0 0,-1-1 0,1 0 0,0 1 0,0-1 0,0 0 0,0 1 0,0-1 0,0 0 0,0 0 0,0 0 0,1 0 0,-1 0 0,0-3 0,1 3 0,1 1 0,-1 0 0,0-1 0,1 1 0,-1 0 0,1-1 0,-1 1 0,1 0 0,0 0 0,-1 0 0,1-1 0,0 1 0,0 0 0,0 0 0,0 0 0,0 0 0,0 1 0,0-1 0,0 0 0,0 0 0,0 0 0,0 1 0,1-1 0,-1 1 0,0-1 0,1 1 0,-1-1 0,0 1 0,3 0 0,4-2 0,1 1 0,-1 0 0,13 0 0,-19 1 0,8-1-109,6 1-205,0 0 0,0 0 0,25 5 0,-29-2-6512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361 286 24575,'-80'-81'-804,"-118"-91"0,192 167 918,-24-15 170,28 19-263,0 0 0,1 0 0,-1 0 1,0 0-1,0 0 0,0 1 0,0-1 0,0 1 0,0 0 0,0-1 0,0 1 0,0 0 0,-4 0 0,5 1-19,1-1 0,-1 0 0,0 1-1,0-1 1,1 1 0,-1-1 0,0 1 0,0-1-1,1 1 1,-1-1 0,1 1 0,-1 0 0,0-1-1,1 1 1,0 0 0,-1 0 0,1-1 0,-1 1-1,1 0 1,0 0 0,-1 0 0,1-1 0,0 1-1,0 2 1,-2 23 73,2-21-3,1 30 90,1 0 0,2-1 1,1 1-1,16 51 0,54 131-529,52 78-1290,-97-236 1581,4-1 1,72 96 0,-98-144 71,9 12 435,0-2 1,2 1-1,22 18 0,-37-38-61,-7-9-258,-11-15-189,9 14 113,-134-226-36,134 225 0,-1 0 0,0 1 0,-1-1 0,0 1 0,-1 0 0,0 1 0,0 0 0,-1 0 0,0 1 0,0 0 0,-17-10 0,18 13 17,-1 0 0,0 1 1,0 0-1,0 0 0,0 1 0,-18-3 0,1 3-760,-31 3 1,44-1-6084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24575,'0'-44'0,"2"41"0,1 8 0,1 8 0,10 41 0,31 115 0,-12-67 74,9 32-1513,-39-122-5387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24575,'3'-7'0,"0"-1"0,0 5 0,0 4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24575,'0'0'0,"0"-1"0,0 1 0,0 0 0,0 0 0,0 0 0,0 0 0,0 0 0,-1 0 0,1 0 0,0 0 0,0-1 0,0 1 0,0 0 0,0 0 0,0 0 0,0 0 0,0 0 0,0 0 0,0 0 0,0 0 0,0 0 0,0 0 0,-1 0 0,1 0 0,0 0 0,0-1 0,0 1 0,0 0 0,0 0 0,0 0 0,0 0 0,0 0 0,-1 0 0,1 0 0,0 0 0,0 0 0,0 0 0,0 0 0,0 0 0,0 0 0,0 0 0,0 0 0,-1 1 0,1-1 0,0 0 0,0 0 0,0 0 0,0 0 0,0 0 0,0 0 0,0 0 0,0 0 0,0 0 0,0 0 0,-1 0 0,1 0 0,0 0 0,0 0 0,0 1 0,0-1 0,1 9 0,6 14 0,-7-23 0,82 187 0,-34-84 0,-23-48 0,84 207 0,-103-238 120,-6-23-151,0-1 0,0 1 0,0-1 0,0 1 0,0-1 0,0 1 0,0-1 0,0 0 1,0 1-1,0-1 0,0 1 0,-1-1 0,1 1 0,0-1 0,0 1 0,0-1 0,-1 0 0,1 1 0,0-1 0,-1 1 0,1-1 0,0 0 0,-1 1 0,1-1 1,0 0-1,-1 1 0,1-1 0,0 0 0,-1 0 0,1 0 0,-1 1 0,1-1 0,-1 0 0,1 0 0,-1 0 0,1 0 0,0 0 0,-1 0 0,1 0 0,-1 0 1,1 0-1,-1 0 0,1 0 0,-1 0 0,1 0 0,-1 0 0,0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24575,'28'-3'0,"11"0"0,2 0 0,-4 0 0,-5-1 0,-6 0 0,-5 0 0,-3-2 0,-3 1 0,-3-1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42 24575,'-9'-14'0,"7"11"0,0-1 0,0 1 0,0-1 0,-1 1 0,1 0 0,-5-3 0,7 5 0,0 1 0,0 0 0,0 0 0,0 0 0,0 0 0,0 0 0,0 0 0,0 0 0,0 0 0,0 0 0,0 0 0,-1 0 0,1-1 0,0 1 0,0 0 0,0 0 0,0 0 0,0 0 0,0 0 0,0 0 0,0 0 0,0 0 0,0 0 0,-1 0 0,1 0 0,0 0 0,0 0 0,0 0 0,0 0 0,0 0 0,0 0 0,0 0 0,0 0 0,-1 0 0,1 0 0,0 0 0,0 0 0,0 0 0,0 0 0,0 0 0,0 0 0,0 1 0,0-1 0,0 0 0,0 0 0,-1 0 0,1 0 0,0 0 0,0 0 0,0 0 0,0 0 0,0 0 0,0 0 0,0 0 0,0 1 0,0 7 0,5 11 0,8 18 0,32 63 0,27 31 0,-53-98 0,40 59-1365,-53-83-5461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9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283 130 24575,'-14'-8'0,"-188"-103"0,198 110 0,1-1 0,-1 0 0,0 1 0,1 0 0,-1 0 0,0 0 0,-7 0 0,10 1 0,0 0 0,-1 0 0,1 0 0,0 0 0,0 0 0,0 1 0,0-1 0,0 0 0,0 1 0,0-1 0,0 1 0,0 0 0,0-1 0,0 1 0,0 0 0,0-1 0,0 1 0,0 0 0,1 0 0,-1 0 0,0 0 0,0 0 0,1 0 0,-1 0 0,1 0 0,-1 0 0,1 0 0,-1 0 0,1 0 0,-1 2 0,1 2 0,-1-1 0,0 1 0,1 0 0,0 0 0,0 0 0,0 0 0,1 0 0,0 0 0,0 0 0,0 0 0,0-1 0,1 1 0,0 0 0,0-1 0,0 1 0,0-1 0,1 0 0,2 4 0,3 3 0,1 0 0,0 0 0,0-1 0,1-1 0,15 12 0,-14-13 0,-1 0 0,22 10 0,-28-16 0,-1 0 0,1-1 0,-1 1 0,1-1 0,-1 0 0,1 0 0,0-1 0,-1 1 0,1-1 0,0 0 0,0 1 0,-1-2 0,1 1 0,6-1 0,-8 0 0,0 0 0,0 0 0,0 0 0,0 0 0,-1 0 0,1 0 0,0 0 0,-1-1 0,1 1 0,-1 0 0,1-1 0,-1 1 0,0-1 0,1 0 0,-1 1 0,0-1 0,0 0 0,0 0 0,-1 0 0,1 0 0,0 0 0,-1 0 0,1 0 0,-1 0 0,0 0 0,1 0 0,-1-4 0,0-5 0,-1 0 0,0 0 0,-1-1 0,-3-10 0,1 4 0,0-21 0,5 45 0,1-1 0,0 0 0,0 0 0,0-1 0,1 1 0,4 7 0,24 33 0,-14-27 0,0 0 0,2-1 0,-1-1 0,2-1 0,31 20 0,-47-34-100,-3 0 10,-1-1-1,1 1 1,0-1 0,0 1-1,-1-1 1,1 1 0,0-1-1,0 1 1,-1-1-1,1 1 1,-1 0 0,1-1-1,0 2 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106 285 24575,'24'78'0,"4"-2"0,48 93 0,-74-164 0,1 1 0,1 1 0,-1-1 0,3 14 0,-5-20 0,-1 0 0,0 0 0,0 0 0,0 0 0,0 1 0,0-1 0,0 0 0,0 0 0,0 0 0,0 0 0,0 0 0,0 0 0,0 0 0,0 0 0,0 0 0,0 0 0,0 0 0,0 1 0,0-1 0,0 0 0,0 0 0,0 0 0,0 0 0,0 0 0,0 0 0,0 0 0,0 0 0,0 0 0,0 0 0,0 0 0,0 1 0,0-1 0,0 0 0,0 0 0,0 0 0,0 0 0,0 0 0,0 0 0,0 0 0,0 0 0,0 0 0,-1 0 0,1 0 0,0 0 0,0 0 0,0 0 0,0 0 0,0 0 0,0 0 0,0 1 0,0-1 0,0 0 0,0 0 0,0 0 0,-1 0 0,1 0 0,0 0 0,0 0 0,0 0 0,-6-5 0,-6-8 0,-18-25 0,2 0 0,2-2 0,1-2 0,-23-54 0,33 62 0,2-1 0,1-1 0,2 0 0,1 0 0,-7-74 0,16 104 0,-1 0 0,1 0 0,0 0 0,1 0 0,0 0 0,0 0 0,0 0 0,0 1 0,4-8 0,-4 11 0,0 0 0,0 0 0,0 0 0,0 1 0,1-1 0,-1 0 0,1 0 0,0 1 0,-1-1 0,1 1 0,0-1 0,0 1 0,0 0 0,0 0 0,0 0 0,0 0 0,0 0 0,1 0 0,-1 1 0,0-1 0,0 1 0,1-1 0,-1 1 0,0 0 0,0 0 0,4 0 0,3 1 0,1 0 0,0 0 0,-1 1 0,1 1 0,-1-1 0,1 2 0,-1-1 0,0 1 0,-1 1 0,13 7 0,-5-2 0,-1 1 0,-1 1 0,0 0 0,20 23 0,-31-32 0,-1 0 0,1 0 0,-1 0 0,0 1 0,0-1 0,0 1 0,0-1 0,0 1 0,-1 0 0,0-1 0,0 1 0,0 0 0,1 5 0,-2-6 0,0 1 0,-1-1 0,1 0 0,-1 0 0,1 0 0,-1 0 0,0 0 0,0 0 0,-1-1 0,1 1 0,-1 0 0,1 0 0,-1-1 0,0 1 0,0-1 0,0 0 0,-4 4 0,0 0 10,-1-1 0,0 1 0,0-2 0,-1 1 0,1-1 0,-1 0 0,0-1 0,0 1 0,0-2 0,0 1 0,-12 1 0,-6 0-505,-1-1 0,-35 0 0,37-3-6331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24575,'-10'13'0,"0"0"0,1 1 0,0 0 0,1 0 0,1 1 0,0 0 0,2 0 0,-1 1 0,2 0 0,0 0 0,1 0 0,0 0 0,1 1 0,1-1 0,1 0 0,0 1 0,1-1 0,5 23 0,-1-14 0,1-1 0,1 0 0,1 0 0,1 0 0,1-1 0,1 0 0,1-1 0,2-1 0,0 0 0,0 0 0,24 23 0,-25-30-195,1 0 0,0 0 0,1-2 0,0 0 0,1-1 0,23 13 0,-25-17-6631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24575,'1'0'0,"10"-13"0,0 0 0,17-13 0,-25 23 0,-1 0 0,1 1 0,1 0 0,-1 0 0,0 0 0,0 0 0,1 0 0,-1 1 0,1-1 0,0 1 0,-1 0 0,1 0 0,0 1 0,-1-1 0,1 1 0,6 0 0,-7 0 0,0 1 0,1 0 0,-1 0 0,0 1 0,0-1 0,0 1 0,-1 0 0,1-1 0,0 1 0,-1 0 0,1 1 0,-1-1 0,1 0 0,-1 1 0,0-1 0,0 1 0,3 5 0,1 2 0,-1 0 0,0 1 0,6 17 0,-6-11 0,-2-1 0,0 2 0,-1-1 0,0 0 0,-2 0 0,-1 28 0,2 40 0,-1-82 0,0 0 0,1-1 0,0 1 0,-1 0 0,1 0 0,0-1 0,0 1 0,1-1 0,-1 1 0,1-1 0,-1 0 0,1 0 0,0 1 0,-1-1 0,1 0 0,0 0 0,1-1 0,-1 1 0,0 0 0,0-1 0,1 1 0,-1-1 0,1 0 0,-1 0 0,1 0 0,0 0 0,-1 0 0,1 0 0,4 0 0,6 1 0,-1-1 0,1 0 0,0-1 0,0-1 0,14-1 0,-21 1-151,0 0-1,0 0 0,0-1 0,0 0 1,-1 0-1,1 0 0,0-1 1,5-3-1,2-3-6674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24575,'-26'2'0,"-9"2"0,-6 1 0,3 1 0,3 2 0,4-1 0,5-2 0,5 2 0,6-1-8191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24575,'16'7'0,"1"0"0,-1 1 0,0 0 0,-1 2 0,0 0 0,0 0 0,-1 2 0,-1 0 0,14 15 0,-6-4 0,-1 1 0,-1 1 0,-2 1 0,21 40 0,-14-15 0,-3 0 0,-2 2 0,23 99 0,-38-133 0,-1-1 0,0 1 0,-2 0 0,0-1 0,-1 25 0,-1-36 0,0 1 0,-1-1 0,1 0 0,-1 1 0,0-1 0,-1 0 0,0 0 0,0-1 0,-1 1 0,1-1 0,-1 1 0,-1-1 0,1 0 0,-1-1 0,0 1 0,-6 4 0,1-2-455,-1 0 0,-19 10 0,8-7-6371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15 24575,'-13'-2'0,"-6"-2"0,-3 1 0,0 1 0,2 0 0,0 1 0,3 0 0,3 3 0,2 2 0,0-1 0,0 0 0,0-1 0,-2-1 0,0 0 0,0-1 0,2 0-8191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7 24575,'-30'-2'0,"-12"-2"0,-5 4 0,4 1 0,6 0 0,10 0-8191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24575,'18'-9'0,"1"2"0,0 0 0,1 1 0,31-5 0,-45 10 0,0 1 0,0 0 0,0 0 0,0 0 0,0 1 0,0 0 0,0 0 0,9 3 0,-11-2 0,0 0 0,0 0 0,0 0 0,-1 0 0,1 1 0,0-1 0,-1 1 0,0 0 0,0 0 0,0 0 0,0 1 0,0-1 0,2 5 0,-2-3 0,-1-1 0,0 1 0,0 0 0,-1 0 0,0-1 0,1 1 0,-2 0 0,1 0 0,0 0 0,-1 0 0,0 0 0,0 0 0,-2 7 0,-1 8 0,-12 39 0,10-43 0,3-6 0,-1 1 0,1 0 0,1 0 0,0 1 0,0 16 0,1-25 0,1 1 0,-1 0 0,0-1 0,1 1 0,0 0 0,0-1 0,0 1 0,0-1 0,1 1 0,-1-1 0,1 0 0,0 1 0,0-1 0,0 0 0,0 0 0,1-1 0,-1 1 0,1 0 0,-1-1 0,5 4 0,-3-4 11,0-1 0,0 1 0,0-1 0,1 1 0,-1-1 0,0 0-1,1-1 1,-1 1 0,1-1 0,5 0 0,-2 0-259,0-1 1,-1 0-1,1 0 1,0 0-1,7-4 1,-5 2-6579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7:4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340 444 24575,'-5'0'0,"-4"0"0,-4 0 0,-1 0 0,2 2 0,-3 1 0,-1 1 0,-1-2 0,1 0 0,-2-1 0,-1-3 0,3-1-8191</inkml:trace>
  <inkml:trace contextRef="#ctx0" brushRef="#br0" timeOffset="1">236 370 24575,'-11'31'0,"8"-10"0,0 23 0,2-22 0,-4 23 0,2-35 0,0 0 0,0 0 0,-6 11 0,2-3 0,6-17 0,1-1 0,0 0 0,0 1 0,0-1 0,0 1 0,-1-1 0,1 1 0,0-1 0,0 1 0,0-1 0,0 1 0,0-1 0,0 1 0,0-1 0,0 1 0,1-1 0,-1 1 0,0-1 0,0 1 0,0-1 0,0 0 0,1 1 0,-1-1 0,0 1 0,0-1 0,1 1 0,0 0 0,0-1 0,0 1 0,0 0 0,0-1 0,0 1 0,1 0 0,-1-1 0,0 0 0,0 1 0,1-1 0,1 1 0,5 0 0,1-1 0,14 0 0,-17-1 0,216 0-1365,-209 1-5461</inkml:trace>
  <inkml:trace contextRef="#ctx0" brushRef="#br0" timeOffset="2">296 488 24575,'0'-6'0,"-2"-22"0,2 27 0,0 0 0,0 0 0,0 0 0,0 0 0,0 1 0,-1-1 0,1 0 0,0 0 0,-1 0 0,1 1 0,0-1 0,-1 0 0,1 0 0,-1 1 0,1-1 0,-1 0 0,0 1 0,1-1 0,-1 1 0,0-1 0,1 1 0,-1-1 0,0 1 0,0-1 0,1 1 0,-2-1 0,1 1 0,0 0 0,0 0 0,1 0 0,-1 0 0,0 1 0,0-1 0,1 0 0,-1 0 0,0 1 0,1-1 0,-1 0 0,0 1 0,1-1 0,-1 0 0,0 1 0,1-1 0,-1 1 0,1-1 0,-1 1 0,1 0 0,-1-1 0,1 1 0,-1 0 0,-10 19 0,8-14 0,0 2 0,-1 0 0,2 0 0,-1 1 0,2-1 0,-1 1 0,1 0 0,0-1 0,1 1 0,0 10 0,0-6 0,0-1 0,-1 1 0,-5 20 0,2-21 0,3-9 0,-1-1 0,2 0 0,-1 0 0,0 1 0,0-1 0,1 1 0,-1-1 0,1 0 0,0 1 0,0-1 0,0 1 0,0 4 0,1-7 0,-1 1 0,0-1 0,1 0 0,-1 1 0,1-1 0,-1 0 0,1 1 0,-1-1 0,1 0 0,-1 0 0,1 0 0,-1 1 0,1-1 0,0 0 0,-1 0 0,1 0 0,-1 0 0,1 0 0,-1 0 0,1 0 0,0 0 0,-1 0 0,1 0 0,-1-1 0,2 1 0,15-5 0,-15 4 0,14-3 0,0 0 0,1 0 0,-1 2 0,21-1 0,69 3 0,-45 1 0,-57-1-151,0 0-1,1 1 0,-1-1 0,1 1 1,-1 0-1,0 0 0,0 0 1,5 3-1,4 2-6674</inkml:trace>
  <inkml:trace contextRef="#ctx0" brushRef="#br0" timeOffset="3">281 399 24575,'-3'14'0,"-1"0"0,-5 13 0,4-15 0,-2 7 0,-6 19 0,12-35 0,0 0 0,1-1 0,-1 1 0,1 0 0,0 0 0,0 0 0,0 0 0,0 0 0,1 0 0,0 4 0,0-6 0,-1 0 0,1 0 0,-1 0 0,1 0 0,0 0 0,-1 0 0,1 0 0,0 0 0,0 0 0,0 0 0,0 0 0,0 0 0,0-1 0,0 1 0,0 0 0,0-1 0,0 1 0,0-1 0,1 1 0,-1-1 0,1 1 0,30 3 0,-19-3 0,43 6 0,131 22 0,-186-28-58,0-1 6,0 0 0,0 0-1,0 0 1,0 0 0,0 1-1,0-1 1,0 0 0,0 1 0,0-1-1,0 1 1,0-1 0,-1 1-1,1-1 1,0 1 0,0 0 0,0-1-1,-1 1 1,1 0 0,0 0-1,-1-1 1,1 1 0,0 0 0,-1 0-1,1 1 1</inkml:trace>
  <inkml:trace contextRef="#ctx0" brushRef="#br0" timeOffset="4">679 133 24575,'-25'-2'0,"-13"-1"0,-3-1 0,3 2 0,6 0 0,5-2 0,5 0 0,4 1 0,2 0 0,2 2 0,3 2 0</inkml:trace>
  <inkml:trace contextRef="#ctx0" brushRef="#br0" timeOffset="5">753 1 24575,'-2'0'0,"-2"2"0,4 4 0,1 3 0,2 5 0,5 5 0,2 5 0,2 0 0,2 2 0,1 0 0,-2 0 0,-1-1 0,-2-1 0,-3-3 0,-3-5-8191</inkml:trace>
  <inkml:trace contextRef="#ctx0" brushRef="#br0" timeOffset="6">310 503 24575,'-1'-9'0,"0"0"0,-1 0 0,0 0 0,0 0 0,-1 0 0,0 1 0,-5-9 0,-9-29 0,17 45 0,-1-2 0,0 0 0,0 1 0,1-1 0,-1 1 0,-1-1 0,-1-2 0,3 4 0,0 1 0,0 0 0,0 0 0,-1 0 0,1-1 0,0 1 0,0 0 0,-1 0 0,1 0 0,0 0 0,0-1 0,0 1 0,-1 0 0,1 0 0,0 0 0,-1 0 0,1 0 0,0 0 0,0 0 0,-1 0 0,1 0 0,0 0 0,0 0 0,-1 0 0,1 0 0,-1 0 0,1 0 0,-1 1 0,0-1 0,0 1 0,0-1 0,1 1 0,-1-1 0,0 1 0,1 0 0,-1-1 0,1 1 0,-1 0 0,0 1 0,-5 8 0,0 1 0,1 0 0,1 1 0,0-1 0,0 1 0,1-1 0,1 1 0,0 0 0,-1 12 0,3-22 0,0 0 0,0 0 0,0 1 0,0-1 0,0 0 0,0 0 0,1 0 0,-1 0 0,1 0 0,-1-1 0,1 1 0,1 3 0,-2-5 0,0 0 0,0 0 0,0 1 0,1-1 0,-1 0 0,0 0 0,0 0 0,0 0 0,1 0 0,-1 1 0,0-1 0,0 0 0,0 0 0,1 0 0,-1 0 0,0 0 0,0 0 0,1 0 0,-1 0 0,0 0 0,0 0 0,1 0 0,-1 0 0,0 0 0,0 0 0,1 0 0,-1 0 0,0 0 0,0 0 0,1 0 0,-1 0 0,1-1 0,0 1 0,0-1 0,0 0 0,0 0 0,0 0 0,1 0 0,-1-1 0,-1 1 0,1 0 0,1-3 0,4-4 0,-1-1 0,-1 0 0,0-1 0,0 1 0,-1-1 0,0 0 0,-1 0 0,0 0 0,1-20 0,-4 36 0,-1 0 0,0 0 0,-4 9 0,-6 17 0,-31 99 0,42-129 0,1-1 0,-1 1 0,1-1 0,-1 1 0,1 0 0,0-1 0,-1 1 0,1 0 0,0 1 0,1-2 0,-1-1 0,0 1 0,0-1 0,0 1 0,1-1 0,-1 1 0,0-1 0,0 0 0,1 1 0,-1-1 0,0 1 0,1-1 0,-1 0 0,0 0 0,1 1 0,-1-1 0,1 0 0,-1 1 0,1-1 0,-1 0 0,1 0 0,-1 0 0,0 0 0,1 1 0,-1-1 0,1 0 0,-1 0 0,1 0 0,-1 0 0,1 0 0,-1 0 0,1 0 0,-1 0 0,1 0 0,0-1 0,239-5-1144,-233 6 923,5 0-6605</inkml:trace>
  <inkml:trace contextRef="#ctx0" brushRef="#br0" timeOffset="7">0 325 24575,'1'0'0,"-1"-1"0,1 0 0,-1 1 0,1-1 0,0 0 0,-1 1 0,1-1 0,0 1 0,0-1 0,-1 1 0,1-1 0,0 1 0,0 0 0,0 0 0,0-1 0,-1 1 0,1 0 0,0 0 0,0 0 0,0 0 0,0-1 0,0 2 0,1-1 0,14-15 0,-9 12 0,0-1 0,0 1 0,0 0 0,0 1 0,0-1 0,0 1 0,1 1 0,-1-1 0,1 2 0,11-1 0,-6 0 0,0 2 0,1 0 0,-1 1 0,-1 0 0,18 5 0,-28-6 0,0 0 0,0 0 0,-1-1 0,1 1 0,0 0 0,-1 0 0,1 1 0,-1-1 0,1 0 0,-1 0 0,1 1 0,-1-1 0,0 1 0,0-1 0,0 1 0,0 0 0,0-1 0,0 1 0,0 0 0,0 0 0,-1-1 0,1 1 0,-1 0 0,1 3 0,0 3 0,0 1 0,-1 0 0,0 0 0,-1 10 0,0-2 0,0-10 0,0 0 0,0 0 0,0 0 0,-1 0 0,0 0 0,0-1 0,-6 12 0,-2 0 0,-15 22 0,14-25 0,2 0 0,-12 24 0,20-38 0,1 1 0,-1-1 0,0 1 0,1-1 0,0 1 0,-1-1 0,1 1 0,0 0 0,0-1 0,-1 1 0,1-1 0,1 1 0,-1 0 0,0-1 0,0 1 0,1-1 0,-1 1 0,0-1 0,2 3 0,-1-3 0,0 0 0,-1 0 0,1 0 0,0 0 0,0-1 0,0 1 0,0 0 0,0-1 0,1 1 0,-1 0 0,0-1 0,0 1 0,0-1 0,0 0 0,1 1 0,-1-1 0,0 0 0,0 0 0,1 0 0,-1 0 0,0 0 0,0 0 0,1 0 0,-1 0 0,2-1 0,28-3 0,-2-1 0,45-1 0,-23 6 0,52-8 0,-67 5 48,-22 2-755,26-5 1</inkml:trace>
  <inkml:trace contextRef="#ctx0" brushRef="#br0" timeOffset="8">133 399 24575,'8'-4'0,"-1"-1"0,1 1 0,0 1 0,0-1 0,11-2 0,-16 6 0,0-1 0,0 1 0,0-1 0,0 1 0,0 0 0,0 0 0,0 0 0,0 1 0,0-1 0,0 1 0,0 0 0,0 0 0,-1 0 0,1 0 0,0 0 0,0 0 0,-1 1 0,5 2 0,1 2 0,-1-1 0,-1 1 0,1 1 0,-1-1 0,0 1 0,0 0 0,-1 0 0,0 1 0,4 8 0,-7-13 0,-1 0 0,0 1 0,0-1 0,0 0 0,0 1 0,0-1 0,-1 1 0,1-1 0,-1 1 0,0-1 0,0 1 0,-1-1 0,1 1 0,-1-1 0,1 0 0,-1 1 0,0-1 0,-1 0 0,1 1 0,0-1 0,-1 0 0,0 0 0,0 0 0,0 0 0,0-1 0,-3 4 0,-5 5 0,-25 20 0,27-25 0,1 0 0,0 0 0,0 0 0,0 1 0,1 0 0,0 0 0,1 1 0,-7 11 0,12-19 0,-1 1 0,1-1 0,0 0 0,0 0 0,0 1 0,0-1 0,0 0 0,0 1 0,-1-1 0,1 0 0,0 1 0,0-1 0,0 0 0,0 1 0,0-1 0,0 0 0,0 1 0,0-1 0,1 1 0,-1-1 0,0 0 0,0 0 0,0 1 0,0-1 0,0 0 0,0 1 0,1-1 0,-1 0 0,0 1 0,0-1 0,1 0 0,-1 0 0,0 1 0,0-1 0,1 0 0,-1 0 0,0 0 0,0 1 0,1-1 0,-1 0 0,0 0 0,1 0 0,-1 0 0,0 0 0,1 0 0,-1 0 0,0 0 0,1 1 0,-1-1 0,0 0 0,1 0 0,-1-1 0,0 1 0,1 0 0,-1 0 0,0 0 0,1 0 0,0 0 0,28-5 0,-19 3 0,35-2 0,1 1 0,52 5 0,-97-2-34,43 5 192,-41-5-282,0 1 0,0 0 0,0 0 0,0 0 0,0 0 0,0 0 0,-1 0-1,1 1 1,0 0 0,-1-1 0,4 4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24575,'7'-7'0,"0"1"0,0 1 0,1-1 0,0 1 0,0 1 0,0 0 0,0 0 0,1 0 0,0 1 0,-1 0 0,1 1 0,14-2 0,-11 2 0,0 1 0,0 1 0,1 0 0,-1 0 0,0 1 0,0 1 0,0 0 0,0 1 0,12 4 0,-13-4 0,-9-3 0,1 1 0,0-1 0,-1 1 0,1 0 0,-1 0 0,1 0 0,-1 0 0,0 0 0,1 1 0,-1-1 0,0 1 0,0-1 0,3 3 0,-5-3 0,0-1 0,0 1 0,0-1 0,0 1 0,0-1 0,0 1 0,0-1 0,0 1 0,0-1 0,0 1 0,0-1 0,0 1 0,0-1 0,0 1 0,0-1 0,-1 1 0,1-1 0,0 1 0,0-1 0,-1 1 0,1-1 0,0 0 0,-1 1 0,1-1 0,0 0 0,-1 1 0,1-1 0,0 0 0,-1 1 0,1-1 0,-1 0 0,1 0 0,-1 1 0,1-1 0,0 0 0,-2 0 0,-18 7 0,6-5 0,0-1 0,-1 0 0,1-1 0,0-1 0,0 0 0,-22-5 0,-11-1 0,-25 5-1292,71 2 1219,-12 0-6753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47 24575,'9'-1'0,"-5"0"0,0 1 0,0-1 0,0 1 0,0-1 0,0-1 0,0 1 0,-1 0 0,1-1 0,0 0 0,5-3 0,-9 5 0,0 0 0,0-1 0,0 1 0,1 0 0,-1 0 0,0 0 0,0 0 0,0 0 0,0-1 0,0 1 0,0 0 0,1 0 0,-1 0 0,0 0 0,0-1 0,0 1 0,0 0 0,0 0 0,0 0 0,0-1 0,0 1 0,0 0 0,0 0 0,0 0 0,0-1 0,0 1 0,0 0 0,0 0 0,0 0 0,0-1 0,0 1 0,0 0 0,-1 0 0,1 0 0,0-1 0,-7-4 0,-12-2 0,19 7 0,-20-4 0,1 1 0,-1 1 0,0 1 0,0 0 0,-32 4 0,49-3 0,1 0 0,0 0 0,0 1 0,0-1 0,0 1 0,1-1 0,-1 1 0,0 0 0,0 0 0,0-1 0,0 1 0,1 1 0,-1-1 0,0 0 0,1 0 0,-1 1 0,1-1 0,-1 1 0,1-1 0,0 1 0,0-1 0,-1 1 0,1 0 0,1 0 0,-1 0 0,0-1 0,0 1 0,1 0 0,-1 0 0,1 0 0,-1 0 0,1 0 0,0 0 0,0 0 0,0 0 0,0 0 0,0 0 0,1 3 0,-1 1 0,1 0 0,1 0 0,-1 1 0,1-1 0,1 0 0,-1-1 0,1 1 0,0 0 0,0-1 0,0 1 0,6 6 0,-3-6 0,0 1 0,0-1 0,1 0 0,0 0 0,0 0 0,1-1 0,-1-1 0,1 1 0,0-1 0,0 0 0,1-1 0,-1 0 0,1 0 0,-1-1 0,1 0 0,0-1 0,0 0 0,0 0 0,0-1 0,11 0 0,-18 0 0,0-1 0,0 1 0,0 0 0,0-1 0,0 1 0,0-1 0,0 1 0,0-1 0,-1 0 0,1 0 0,0 0 0,-1 0 0,1 0 0,0 0 0,-1 0 0,1-1 0,-1 1 0,0-1 0,1 1 0,-1-1 0,0 1 0,0-1 0,0 0 0,0 1 0,0-1 0,0 0 0,-1 0 0,1 0 0,-1 0 0,1 0 0,-1 0 0,0 0 0,1-1 0,-1-7 0,0 0 0,-1 0 0,0 0 0,-1 0 0,-3-12 0,2 9 0,3 13 0,0 0 0,0 0 0,0 0 0,0 0 0,0 0 0,0 0 0,0 0 0,0 0 0,0 0 0,0 0 0,0-1 0,0 1 0,0 0 0,0 0 0,0 0 0,0 0 0,1 0 0,-1 0 0,0 0 0,0 0 0,0 0 0,0 0 0,0 0 0,0 0 0,0 0 0,0 0 0,0 0 0,0 0 0,0 0 0,0 0 0,0 0 0,0 0 0,0 0 0,0 0 0,0 0 0,1 0 0,-1 0 0,0 0 0,0 0 0,0 0 0,0 0 0,0 0 0,0 0 0,0 0 0,0 0 0,0 0 0,0 0 0,0 0 0,0 0 0,0 0 0,0 0 0,0 0 0,0 0 0,1 0 0,-1 0 0,0 0 0,0 0 0,0 0 0,0 0 0,0 0 0,7 4 0,7 7 0,120 87-1365,-120-90-5461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24575,'1'-2'0,"-1"1"0,1 0 0,0 0 0,0 0 0,0 0 0,0 0 0,0 0 0,0 0 0,0 1 0,0-1 0,0 0 0,0 0 0,1 1 0,-1-1 0,0 1 0,0-1 0,1 1 0,-1-1 0,0 1 0,1 0 0,-1 0 0,0 0 0,1 0 0,-1 0 0,0 0 0,1 0 0,-1 0 0,0 0 0,1 0 0,-1 1 0,0-1 0,1 1 0,1 0 0,5 3 0,1-1 0,-1 1 0,14 10 0,-17-12 0,147 111 0,-111-85 30,-30-21-309,-1-1 0,0 2 0,-1-1 0,15 15 0,-18-13-6547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24575,'-2'7'0,"-4"6"0,-1 2 0,1 2 0,2 0 0,-1 0 0,0 2 0,0 0 0,3 0 0,0-2 0,1 0 0,1-1 0,0-1 0,2 0 0,2 0 0,-1-1 0,0 1 0,-1-3-8191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3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24575,'-23'0'0,"-9"0"0,-3 2 0,3 2 0,4 1 0,4 1 0,4 2 0,3-1 0,2 1 0,-2-1 0,-3-1 0,-1 0 0,-1 0 0,0-2 0,4-1-8191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2849 54 24575,'-18'4'0,"0"-1"0,0-1 0,-29 0 0,-56-8 0,10 1 0,-197 5 0,-55 0 0,14-17 0,117 5 0,145 9 0,-336-10 0,-24 14 0,384 1 0,-63 11 0,64-7 0,-68 3 0,94-11-172,0 0-1,-1-1 1,2-1-1,-1 0 1,-33-14-1,45 16-157,-7-3-6496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24575,'0'-1'0,"0"1"0,0-1 0,0 1 0,0-1 0,0 1 0,0-1 0,0 1 0,0-1 0,0 1 0,0-1 0,0 1 0,0-1 0,1 1 0,-1-1 0,0 1 0,0-1 0,0 1 0,1-1 0,-1 1 0,0-1 0,0 1 0,1-1 0,-1 1 0,1 0 0,-1-1 0,1 1 0,-1 0 0,1 0 0,-1 1 0,1-1 0,0 0 0,-1 0 0,1 1 0,-1-1 0,0 0 0,1 1 0,-1-1 0,1 0 0,-1 1 0,1-1 0,-1 1 0,0-1 0,1 1 0,-1 0 0,18 29 0,-16-27 0,13 29 0,-1 2 0,10 38 0,11 30 0,-26-83 0,99 211 0,-68-157 0,-39-72-3,-1-1-1,0 1 1,1-1-1,-1 1 1,0-1-1,1 1 1,-1-1-1,0 1 1,0-1-1,0 1 1,1-1-1,-1 1 1,0-1-1,0 1 1,0-1-1,0 1 1,0 0-1,0-1 1,0 1-1,0-1 1,0 1-1,0 0 1,-1 0 12,1-1 0,-1 0 0,1 0 0,0 0 0,-1 0 0,1 0 1,-1 0-1,1 1 0,-1-1 0,1 0 0,-1 0 0,1 0 0,0 0 0,-1 0 0,1-1 0,-1 1 1,1 0-1,-1 0 0,1 0 0,0 0 0,-1-1 0,-25-11-1494,17 7-5341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24575,'23'-8'0,"12"-2"0,3 1 0,0 1 0,-4 3 0,-3-1 0,-4 1 0,-4 1 0,-6-1 0,-6 0-8191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24575,'0'-3'0,"0"1"0,1 0 0,-1-1 0,0 1 0,1 0 0,1-4 0,-2 5 0,0 1 0,0 0 0,1-1 0,-1 1 0,0 0 0,0 0 0,0-1 0,0 1 0,1 0 0,-1 0 0,0-1 0,0 1 0,0 0 0,1 0 0,-1 0 0,0 0 0,0-1 0,1 1 0,-1 0 0,0 0 0,1 0 0,-1 0 0,0 0 0,0 0 0,1 0 0,-1-1 0,0 1 0,1 0 0,-1 0 0,0 0 0,1 0 0,-1 0 0,0 1 0,1-1 0,-1 0 0,0 0 0,0 0 0,1 0 0,-1 0 0,0 0 0,1 0 0,-1 1 0,0-1 0,0 0 0,1 0 0,-1 0 0,0 1 0,0-1 0,0 0 0,1 0 0,-1 0 0,0 1 0,0-1 0,0 0 0,0 1 0,0-1 0,1 0 0,-1 0 0,0 1 0,10 15 0,0 1 0,-1 0 0,-1 0 0,7 20 0,5 10 0,19 33 0,-20-44 0,-1 1 0,-2 1 0,15 54 0,-30-90-151,-1 0-1,0-1 0,1 1 0,-1 0 1,0 0-1,0-1 0,0 1 1,-1 3-1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42 24575,'-16'-9'0,"-29"-14"0,40 21 0,1 1 0,-1-1 0,1 1 0,-1 0 0,0 0 0,1 0 0,-1 1 0,0 0 0,0 0 0,1 0 0,-1 0 0,-5 2 0,8-2 0,0 1 0,0 0 0,0 0 0,0 0 0,0 1 0,0-1 0,0 0 0,0 1 0,1-1 0,-1 1 0,0-1 0,1 1 0,0 0 0,-1 0 0,1 0 0,0 0 0,0 0 0,0 0 0,0 0 0,0 0 0,0 0 0,1 1 0,-1-1 0,1 0 0,-1 3 0,0 7 0,0 1 0,0-1 0,2 18 0,0-15 0,-1-13 0,0 0 0,0 0 0,0 1 0,1-1 0,-1 0 0,0 0 0,1 0 0,0 1 0,0-1 0,-1 0 0,1 0 0,0 0 0,1 0 0,0 2 0,0-3 0,-1 0 0,1 1 0,0-1 0,-1 0 0,1 0 0,0 0 0,0-1 0,-1 1 0,1 0 0,0-1 0,0 1 0,0-1 0,0 1 0,0-1 0,0 0 0,3 0 0,-1 0 0,1 0 0,-1 0 0,1 0 0,-1-1 0,1 0 0,-1 0 0,0 0 0,1-1 0,-1 1 0,0-1 0,0 0 0,0 0 0,0 0 0,-1-1 0,1 0 0,0 1 0,-1-1 0,0 0 0,6-7 0,-5 4 0,0 0 0,0 0 0,0 0 0,-1 0 0,0 0 0,0-1 0,-1 1 0,0-1 0,0 0 0,0 0 0,0-14 0,-2 34 30,0-1 0,1 0 0,4 24 0,-3-30-179,-1 1 1,1 0-1,0-1 1,1 0-1,-1 1 1,1-1-1,1 0 1,-1 0-1,9 10 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15 119 24575,'52'141'0,"-11"-26"0,-35-98 0,-2-8 0,-1-1 0,1 1 0,8 12 0,-37-59 0,3-1 0,1-1 0,-29-77 0,46 104 0,0 0 0,1 0 0,0 0 0,1 0 0,0-1 0,1 1 0,1-17 0,0 27 0,1-1 0,-1 0 0,0 1 0,1-1 0,0 1 0,0-1 0,0 1 0,0 0 0,1-1 0,-1 1 0,1 0 0,0 0 0,0 0 0,0 0 0,0 0 0,1 1 0,-1-1 0,1 0 0,0 1 0,-1 0 0,1 0 0,0 0 0,0 0 0,0 0 0,1 1 0,-1-1 0,0 1 0,1 0 0,-1 0 0,1 0 0,4-1 0,-2 2 0,-1 0 0,1 0 0,-1 0 0,0 0 0,1 1 0,-1 0 0,0 0 0,0 0 0,1 1 0,-1 0 0,0 0 0,5 3 0,-4-2 0,1 1 0,-2 0 0,1 0 0,0 0 0,-1 1 0,0 0 0,0 0 0,8 10 0,-12-13 0,0-1 0,0 1 0,0-1 0,0 1 0,0 0 0,-1-1 0,1 1 0,0 0 0,-1-1 0,0 1 0,1 0 0,-1 0 0,0 0 0,0-1 0,0 1 0,0 0 0,0 0 0,0 0 0,-1 3 0,0-3 0,0 1 0,-1 0 0,1-1 0,-1 0 0,1 1 0,-1-1 0,0 0 0,0 0 0,0 0 0,0 0 0,-3 3 0,-4 1 0,0-1 0,0 0 0,0 0 0,0-1 0,-1 0 0,-10 2 0,-63 12-1365,68-15-5461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24575,'-3'10'0,"-18"81"0,2 63 0,16-121 0,2 0 0,5 55 0,-2-76 0,-1 0 0,2 0 0,0 0 0,0-1 0,1 1 0,0-1 0,1 0 0,1 0 0,-1 0 0,2-1 0,0 1 0,0-2 0,0 1 0,1-1 0,1 0 0,0-1 0,0 0 0,20 14 0,-7-6-98,-15-11-29,0 0 1,0 0-1,0 0 0,1 0 0,0-1 1,0-1-1,0 1 0,0-1 1,11 2-1,-8-4-6699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2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19 24575,'3'0'0,"23"1"0,-24-1 0,-1 0 0,1 0 0,0 1 0,-1-1 0,1 1 0,-1-1 0,1 1 0,0-1 0,-1 1 0,1 0 0,-1 0 0,2 1 0,-3-2 0,0 0 0,0 0 0,0 1 0,0-1 0,0 0 0,-1 0 0,1 0 0,0 1 0,0-1 0,0 0 0,0 0 0,0 0 0,0 0 0,-1 1 0,1-1 0,0 0 0,0 0 0,0 0 0,-1 0 0,1 0 0,0 0 0,0 1 0,0-1 0,-1 0 0,1 0 0,0 0 0,0 0 0,0 0 0,-1 0 0,1 0 0,0 0 0,0 0 0,0 0 0,-1 0 0,1 0 0,0 0 0,-1 0 0,-10 1 0,-111 0 0,62-1 0,47-1-170,0 0-1,0-1 0,-1 0 1,1-1-1,1-1 0,-1 0 1,-13-6-1,13 4-6655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46 24575,'-20'-5'0,"-12"-1"0,-3-3 0,0 0 0,3 2 0,2 3 0,4 1 0,3 1 0,1 1 0,2 4 0,1 0 0,2 1 0,1-1 0,1 2 0,3-1-8191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47 150 24575,'48'0'0,"52"-1"0,-97 1 0,-1 0 0,1 0 0,-1-1 0,1 1 0,-1-1 0,1 0 0,-1 0 0,1 0 0,-1 0 0,0 0 0,0 0 0,0-1 0,1 1 0,-1-1 0,0 1 0,-1-1 0,1 0 0,0 0 0,0 0 0,2-3 0,-4 3 0,1 0 0,0 0 0,0-1 0,-1 1 0,1 0 0,-1 0 0,0 0 0,1-1 0,-1 1 0,0 0 0,-1 0 0,1 0 0,0-1 0,-1 1 0,1 0 0,-1 0 0,1 0 0,-1 0 0,0 0 0,0 0 0,0 0 0,0 0 0,-2-3 0,-1 0 0,0-1 0,0 1 0,0 0 0,-1 0 0,0 1 0,0-1 0,0 1 0,0 0 0,-1 1 0,1-1 0,-1 1 0,0 0 0,0 1 0,-13-5 0,15 6 0,0 1 0,0-1 0,-1 1 0,1-1 0,0 1 0,-1 0 0,1 1 0,0-1 0,0 1 0,-1 0 0,1 0 0,0 0 0,0 1 0,0 0 0,0-1 0,0 1 0,1 0 0,-1 1 0,0-1 0,1 1 0,0 0 0,-1-1 0,-4 8 0,3-5 0,0 0 0,1 1 0,0-1 0,0 1 0,0 0 0,1 0 0,-1 1 0,2-1 0,-1 1 0,1-1 0,0 1 0,0 0 0,1 0 0,-1 0 0,1 13 0,1-8 0,1 0 0,0 0 0,0-1 0,2 1 0,-1 0 0,1-1 0,8 19 0,-8-24 0,-1-1 0,1 0 0,0 0 0,0-1 0,0 1 0,1-1 0,0 1 0,0-1 0,0 0 0,0-1 0,1 1 0,-1-1 0,1 1 0,0-2 0,0 1 0,0 0 0,0-1 0,6 2 0,12 2 0,-1-2 0,0 0 0,25 1 0,68-4 0,-76-2 0,-35 2-118,-3-1 56,1 0 0,-1 0-1,1 0 1,-1 0 0,1 0-1,-1 0 1,1 0-1,-1-1 1,1 1 0,-1 0-1,1-1 1,-1 1 0,0-1-1,1 1 1,-1-1-1,0 0 1,1 0 0,-1 0-1,2-1 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24575,'21'23'0,"32"47"0,-23-29 0,6 6 0,-2 1 0,52 102 0,-82-141 0,0 1 0,-1-1 0,0 1 0,-1-1 0,0 1 0,0 0 0,-1 0 0,0 0 0,-1 0 0,-1 11 0,1-17 0,-1 0 0,1-1 0,-1 1 0,0-1 0,0 1 0,0-1 0,-1 1 0,1-1 0,-1 0 0,0 1 0,0-1 0,0 0 0,0 0 0,-1-1 0,1 1 0,-1 0 0,1-1 0,-1 0 0,0 1 0,0-1 0,0 0 0,0 0 0,0-1 0,-1 1 0,1-1 0,-1 1 0,1-1 0,-1 0 0,1-1 0,-6 2 0,1-2 0,0 0 0,-1 0 0,1 0 0,0-1 0,0 0 0,0-1 0,0 0 0,0 0 0,0-1 0,0 0 0,1 0 0,-1-1 0,1 0 0,-7-5 0,1 1 0,0-2 0,1 0 0,0 0 0,1-1 0,0-1 0,-13-18 0,18 24 0,2-1 0,-1-1 0,1 1 0,0-1 0,1 1 0,0-1 0,0 0 0,-2-11 0,4 16 0,1 1 0,0-1 0,0 1 0,0-1 0,0 1 0,0-1 0,0 1 0,0-1 0,1 1 0,0-1 0,-1 1 0,1 0 0,0-1 0,0 1 0,0 0 0,0-1 0,1 1 0,-1 0 0,1 0 0,-1 0 0,1 0 0,0 0 0,0 1 0,-1-1 0,1 0 0,1 1 0,-1-1 0,0 1 0,0 0 0,0 0 0,4-1 0,3-1 14,1 0 1,-1 0-1,1 1 0,0 1 0,0 0 0,14 0 1,-16 1-162,1 0 1,-1 0-1,0-1 1,1-1-1,-1 1 1,0-1-1,0-1 1,0 1-1,11-6 1,-8 0-6680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81 24575,'-5'-20'0,"-1"-4"0,-1 4 0,2 9 0,-1 5 0,0 7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17 122 24575,'-13'-23'0,"9"17"0,13 18 0,11 17 0,35 38 0,-45-57 0,0 0 0,1 0 0,0-1 0,1-1 0,0 1 0,18 8 0,-25-15 0,0 0 0,0 0 0,0-1 0,1 0 0,-1 1 0,0-2 0,1 1 0,-1 0 0,1-1 0,6-1 0,-11 1 0,1 0 0,-1 0 0,1 0 0,0-1 0,-1 1 0,1-1 0,-1 1 0,1-1 0,-1 0 0,1 1 0,-1-1 0,1 0 0,-1 0 0,0 0 0,1 0 0,-1 0 0,0 0 0,0 0 0,0-1 0,0 1 0,0 0 0,0-1 0,0 1 0,0-1 0,0 1 0,-1-1 0,1 1 0,-1-1 0,1 1 0,-1-1 0,0 0 0,1 1 0,-1-1 0,0 1 0,0-1 0,0-3 0,-1-1 0,-1 0 0,1 0 0,-1 0 0,0 0 0,0 0 0,-1 0 0,1 0 0,-7-9 0,4 7 0,1 0 0,-6-13 0,10 21 0,0-1 0,0 1 0,0 0 0,0 0 0,0-1 0,0 1 0,0 0 0,0 0 0,0 0 0,0-1 0,0 1 0,0 0 0,0 0 0,0 0 0,0-1 0,0 1 0,1 0 0,-1 0 0,0 0 0,0-1 0,0 1 0,0 0 0,0 0 0,0 0 0,0 0 0,1-1 0,-1 1 0,0 0 0,0 0 0,0 0 0,1 0 0,-1 0 0,0 0 0,0-1 0,0 1 0,1 0 0,-1 0 0,0 0 0,0 0 0,0 0 0,1 0 0,-1 0 0,0 0 0,0 0 0,0 0 0,1 0 0,-1 0 0,0 0 0,0 0 0,0 0 0,1 0 0,-1 0 0,0 1 0,0-1 0,0 0 0,1 0 0,-1 0 0,0 0 0,0 0 0,1 1 0,16 5 0,-14-5 0,92 34 0,-78-31 0,-1 0 0,0-1 0,1 0 0,17 0 0,-30-3 0,-1 0 0,1-1 0,0 1 0,-1-1 0,1 1 0,0-1 0,-1 0 0,1 0 0,-1-1 0,1 1 0,-1-1 0,0 0 0,0 1 0,0-1 0,0-1 0,0 1 0,5-5 0,-6 4 0,0 1 0,0-1 0,-1 1 0,1-1 0,-1 0 0,1 1 0,-1-1 0,0 0 0,0 0 0,-1 0 0,1 0 0,-1 0 0,1 0 0,-1 0 0,0 0 0,0 0 0,0 0 0,0 0 0,-1 0 0,1 0 0,-3-6 0,2 3-50,-1 1-1,0-1 1,-1 1-1,1 0 0,-1 0 1,0 0-1,0 0 1,-1 0-1,1 1 1,-1-1-1,0 1 0,0 0 1,-1 0-1,1 1 1,-1-1-1,0 1 1,0 0-1,0 0 0,0 1 1,0-1-1,-1 1 1,1 0-1,-1 1 1,0-1-1,1 1 1,-13-1-1,-1 2-6775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24575,'-3'-5'0,"8"7"0,9 6 0,2 8 0,-1 0 0,-1 1 0,23 34 0,28 64 0,-55-98 0,13 26 0,-3 1 0,-1 1 0,22 76 0,-35-93 0,0 1 0,-1-1 0,-2 1 0,-1 0 0,-1 0 0,-2 0 0,-6 42 0,5-58 0,-1 0 0,0 0 0,-1-1 0,-1 1 0,-11 21 0,12-25 0,-1-2 0,-1 1 0,1 0 0,-1-1 0,-1 0 0,1-1 0,-1 1 0,0-1 0,-9 5 0,-5 3-1365,12-9-5461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1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24575,'110'-11'0,"-57"7"0,-34 2 0,23-6 0,-36 7 0,-1 0 0,0-1 0,0 0 0,0 0 0,0 0 0,0-1 0,0 1 0,-1-1 0,6-4 0,-9 6 0,1-1 0,-1 1 0,0 0 0,0-1 0,0 1 0,0-1 0,0 1 0,0-1 0,0 1 0,0-1 0,0 0 0,-1 0 0,1 1 0,-1-1 0,1 0 0,-1 0 0,0 0 0,0 1 0,0-4 0,0 2 0,0 1 0,-1-1 0,0 1 0,0-1 0,0 1 0,0-1 0,0 1 0,0-1 0,-1 1 0,1 0 0,-1 0 0,-2-3 0,-3-2 0,0 1 0,-1-1 0,1 1 0,-2 0 0,1 1 0,-10-6 0,14 10 0,0-1 0,1 1 0,-1-1 0,0 1 0,0 0 0,0 0 0,0 1 0,-1-1 0,1 1 0,0 0 0,0 0 0,0 1 0,-8 0 0,6 1 0,0 0 0,0 0 0,0 0 0,0 1 0,0 0 0,1 0 0,-1 0 0,-8 7 0,9-6 0,0 0 0,1 1 0,-1-1 0,1 1 0,-1 0 0,2 0 0,-1 0 0,0 1 0,1-1 0,0 1 0,1 0 0,-1 0 0,1 0 0,0 0 0,0 0 0,1 1 0,0-1 0,-1 13 0,3-15 0,-1 1 0,1 0 0,0-1 0,1 1 0,-1-1 0,1 1 0,0-1 0,0 0 0,0 0 0,1 0 0,-1 0 0,1 0 0,0 0 0,0-1 0,0 0 0,1 1 0,-1-1 0,1 0 0,0-1 0,6 5 0,8 3 0,0-1 0,0-1 0,31 8 0,-25-7 0,3 1 0,1-2 0,0 0 0,48 6 0,-72-14-227,-1 1-1,1-1 1,-1-1-1,0 1 1,7-1-1,-1-3-6598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24575,'-26'-2'0,"-9"-2"0,-3 1 0,3 1 0,5 0 0,5 1 0,5 0 0,2 1 0,3 0 0,1 0 0,0 0 0,0 0 0,2 0-8191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24575,'-2'2'0,"1"0"0,-1 0 0,1 0 0,0 1 0,0-1 0,0 0 0,0 1 0,0-1 0,0 0 0,1 1 0,0-1 0,-1 1 0,1-1 0,0 1 0,0-1 0,0 1 0,1 2 0,0 6 0,0-1 0,5 17 0,7 11 0,1 0 0,30 53 0,-38-79 0,84 158 0,-89-167 0,0-1 0,0 1 0,0-1 0,0 1 0,0 0 0,-1-1 0,1 1 0,-1 0 0,0 0 0,1-1 0,-1 1 0,-1 0 0,1 4 0,-1-6 0,1 0 0,-1 0 0,1 0 0,-1 0 0,1 0 0,-1 0 0,0 0 0,0 0 0,1 0 0,-1 0 0,0 0 0,0 0 0,0-1 0,0 1 0,0 0 0,0-1 0,0 1 0,0-1 0,0 1 0,0-1 0,-1 1 0,1-1 0,0 0 0,0 1 0,0-1 0,0 0 0,-1 0 0,1 0 0,0 0 0,0 0 0,-1 0 0,1-1 0,-1 1 0,-5-1 0,0 0 0,0-1 0,0 0 0,0 0 0,0-1 0,1 0 0,-1 0 0,1 0 0,0-1 0,-9-6 0,8 4 0,0 1 0,1-1 0,-1-1 0,1 1 0,1-1 0,0 0 0,-1 0 0,-4-11 0,9 16 0,0 1 0,0-1 0,0 0 0,1 0 0,-1 0 0,0 0 0,1 0 0,0 0 0,-1 0 0,1 0 0,0 0 0,0 0 0,0-1 0,0 1 0,1 0 0,-1 0 0,0 0 0,1 0 0,-1 0 0,1 0 0,0 0 0,0 1 0,0-1 0,0 0 0,0 0 0,0 0 0,0 1 0,1-1 0,-1 1 0,0-1 0,1 1 0,0-1 0,-1 1 0,1 0 0,0 0 0,-1 0 0,4-1 0,3-2 0,-1 0 0,1 1 0,0 1 0,1-1 0,-1 1 0,0 0 0,17 0 0,36 1-1365,-45 2-5461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 24575,'-3'-7'0,"0"-1"0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86 24575,'0'0'0,"0"0"0,0-1 0,-1 1 0,1 0 0,0 0 0,0 0 0,0 0 0,0-1 0,0 1 0,0 0 0,0 0 0,-1 0 0,1 0 0,0 0 0,0 0 0,0-1 0,0 1 0,-1 0 0,1 0 0,0 0 0,0 0 0,0 0 0,-1 0 0,1 0 0,0 0 0,0 0 0,0 0 0,0 0 0,-1 0 0,1 0 0,0 0 0,0 0 0,0 0 0,-1 0 0,1 0 0,0 0 0,0 0 0,0 0 0,-1 0 0,1 1 0,-1 8 0,6 12 0,-1-15 0,-1 0 0,1 0 0,0-1 0,1 1 0,-1-1 0,1 0 0,0-1 0,11 8 0,49 30 0,-59-39 0,5 3 0,-1-1 0,1 0 0,12 3 0,-19-6 0,1-1 0,-1 0 0,1 0 0,-1 0 0,1-1 0,-1 0 0,1 1 0,-1-2 0,1 1 0,7-2 0,-11 2 0,0 0 0,0 0 0,0-1 0,0 1 0,0 0 0,0-1 0,0 1 0,0 0 0,0-1 0,-1 0 0,1 1 0,0-1 0,0 1 0,-1-1 0,1 0 0,0 1 0,-1-1 0,1 0 0,-1 0 0,1 0 0,-1 1 0,1-1 0,-1 0 0,0 0 0,1 0 0,-1 0 0,0 0 0,0 0 0,1 0 0,-1 0 0,0 0 0,0 0 0,0 0 0,0 0 0,0 0 0,-1 0 0,1 0 0,0 0 0,-1 0 0,-1-5 0,0 0 0,-1 0 0,0 1 0,0-1 0,-5-5 0,-2-6 0,10 17 0,1 0 0,-1-1 0,0 1 0,0 0 0,1 0 0,-1 0 0,0 0 0,0 0 0,1 0 0,-1 0 0,0 0 0,1 0 0,-1 0 0,0 0 0,1 0 0,-1 0 0,0 0 0,0 0 0,1 0 0,-1 0 0,0 0 0,1 0 0,-1 0 0,0 0 0,0 0 0,1 0 0,-1 1 0,0-1 0,0 0 0,1 0 0,-1 1 0,19 5 0,-13-3 0,18 5 0,1 0 0,-1-1 0,27 3 0,-44-9 0,1-1 0,-1 1 0,1-1 0,0-1 0,-1 1 0,1-1 0,-1-1 0,1 1 0,-1-1 0,0-1 0,1 1 0,-1-1 0,0 0 0,10-7 0,-15 8 0,0 1 0,0-1 0,0 0 0,0 0 0,-1 0 0,1 1 0,0-1 0,-1-1 0,0 1 0,1 0 0,-1 0 0,0 0 0,0-1 0,0 1 0,-1-1 0,1 1 0,-1-1 0,1 1 0,-1-1 0,0 1 0,0-1 0,0 1 0,0-1 0,0 1 0,0-1 0,-1 1 0,1-1 0,-1 1 0,-1-4 0,0 1 0,0-1 0,-1 1 0,1 0 0,-1 0 0,0 0 0,0 1 0,-1-1 0,0 1 0,1-1 0,-2 1 0,-8-7 0,2 4-273,0 1 0,0 1 0,-1-1 0,-12-2 0,9 3-6553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28 24575,'-22'-5'0,"-11"-2"0,-1 1 0,2 1 0,4 1 0,4 4 0,4 2 0,3 1 0,4 2 0,2 0 0,0 0 0,-1 1 0,0 0 0,-1-2 0,2-1-8191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304 164 24575,'-4'-5'0,"-18"-23"0,-40-40 0,55 61 0,0 0 0,0 1 0,-1 0 0,0 1 0,0 0 0,-1 0 0,1 1 0,-1 0 0,0 0 0,-18-4 0,24 7 0,1 1 0,-1 0 0,1 0 0,-1 0 0,1 0 0,-1 0 0,1 1 0,-1-1 0,1 1 0,-1-1 0,1 1 0,-1 0 0,1 0 0,0 0 0,0 0 0,0 1 0,-1-1 0,1 1 0,0-1 0,1 1 0,-4 3 0,-2 3 0,0 1 0,1 0 0,-10 17 0,5-7 0,10-18 0,0 0 0,0 0 0,1 1 0,-1-1 0,0 1 0,1-1 0,-1 0 0,1 1 0,-1-1 0,1 1 0,0-1 0,0 1 0,0 0 0,-1-1 0,1 1 0,1-1 0,-1 1 0,0-1 0,0 1 0,1-1 0,-1 1 0,0-1 0,2 3 0,0-2 0,-1 0 0,1 0 0,0 1 0,0-1 0,0-1 0,0 1 0,0 0 0,0 0 0,1-1 0,-1 0 0,1 1 0,3 1 0,24 9 0,1 0 0,33 8 0,-48-16 0,0-1 0,1-1 0,-1 0 0,0-1 0,34-2 0,-49 1 0,0 0 0,1-1 0,-1 1 0,0 0 0,1-1 0,-1 1 0,0-1 0,0 1 0,1-1 0,-1 0 0,0 0 0,0 1 0,0-1 0,0 0 0,0 0 0,0 0 0,0 0 0,0 0 0,0 0 0,1-2 0,-1 0 0,0 0 0,0 0 0,0 0 0,0 0 0,0 0 0,-1 0 0,1 0 0,-1 0 0,0-4 0,0 1 0,0 1 0,-1-1 0,1 0 0,-1 0 0,-1 1 0,1-1 0,-1 0 0,0 1 0,-4-9 0,-2 6 0,5 14 0,3-4 0,0 0 0,0 1 0,1-1 0,-1 0 0,0 0 0,1 1 0,0 2 0,5 5-105,-1 0 0,1 0 0,1-1 0,0 0 0,0 0 0,1 0 0,0-1 0,0-1 0,1 1 0,0-1 0,0 0 0,12 5 0,-10-6-6721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24575,'3'0'0,"2"3"0,4 3 0,3 3 0,1 2 0,2 3 0,3 0 0,0 2 0,1-1 0,-1 0 0,-1 1 0,-1-4 0,0 0 0,-1-3 0,-1 0 0,1 1 0,-3-2-8191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24575,'-6'10'0,"0"6"0,-1 3 0,2 0 0,2 0 0,0-1 0,2-1 0,1-1 0,0 0 0,0-1 0,0-1 0,0-2-8191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47 24575,'-27'-8'0,"-13"-2"0,-3 0 0,0 3 0,5 1 0,6 3 0,4 1 0,4 1 0,3 4 0,4 0 0,1 4 0,1 1 0,1 4 0,0-2 0,0 1 0,2-2-8191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3066 61 24575,'3'-1'0,"14"-9"0,-17 10 0,1 0 0,-1 0 0,1-1 0,-1 1 0,1 0 0,-1-1 0,1 1 0,-1 0 0,1-1 0,-1 1 0,0-1 0,1 1 0,-1-1 0,0 1 0,1-1 0,-1 1 0,0-1 0,0 1 0,1-1 0,-1 1 0,0-1 0,0 1 0,0-1 0,0 0 0,0 0 0,0 0 0,0 1 0,-1 0 0,1-1 0,-1 1 0,1-1 0,-1 1 0,1-1 0,-1 1 0,1 0 0,-1-1 0,1 1 0,-1 0 0,0 0 0,1-1 0,-1 1 0,1 0 0,-1 0 0,0 0 0,1 0 0,-2 0 0,-15-1 0,13 1 0,-194 7 0,49 2 0,113-9 0,-388-1 0,295-6 0,-40-1 0,-123-1 0,96 3 0,-35-3 0,-244 3 0,294 7 0,-381-1-1365,543 0-5461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24575,'0'20'0,"2"60"0,-1-68 0,1-1 0,0 1 0,1-1 0,7 21 0,41 75 0,-7-15 0,-15-11-18,-20-51-1329,-4-17-5479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12 24575,'0'-3'0,"-3"0"0,-3 0 0,-3 0 0,-2 4 0,-3 1 0,0 0 0,-1 1 0,-1-1 0,-2-1 0,0 2 0,-1 1 0,2-1 0,0 0 0,3-2-8191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89 24575,'-18'-15'0,"6"4"0,0 0 0,-1 1 0,0 1 0,-1 0 0,-22-10 0,33 18 0,0 0 0,-1 0 0,1 1 0,0-1 0,0 1 0,-1-1 0,1 1 0,0 0 0,-1 1 0,1-1 0,0 1 0,-1-1 0,1 1 0,0 0 0,0 0 0,0 0 0,0 1 0,0-1 0,0 1 0,0-1 0,0 1 0,0 0 0,-4 5 0,-4 3 0,1 1 0,0 1 0,-17 24 0,20-26 0,6-8 0,0-1 0,0 0 0,0 1 0,1-1 0,-1 1 0,0-1 0,1 1 0,-1-1 0,1 1 0,-1-1 0,1 1 0,0 0 0,0-1 0,-1 1 0,1 0 0,0-1 0,1 1 0,-1 0 0,0-1 0,0 1 0,1-1 0,-1 1 0,1-1 0,-1 1 0,1-1 0,0 1 0,0-1 0,0 1 0,-1-1 0,1 0 0,0 1 0,1-1 0,-1 0 0,0 0 0,0 0 0,0 0 0,2 1 0,6 5 0,1-2 0,-1 1 0,1-1 0,15 6 0,-12-6 0,5 3 0,-1 0 0,29 10 0,-42-17 0,0 0 0,0 0 0,0 0 0,0 0 0,0-1 0,0 0 0,0 0 0,0 0 0,0 0 0,1 0 0,-1-1 0,0 0 0,5-2 0,-7 3 0,-1-1 0,0 0 0,1 0 0,-1 1 0,0-1 0,0 0 0,0 0 0,1 0 0,-1-1 0,0 1 0,0 0 0,-1 0 0,1-1 0,0 1 0,0 0 0,0-3 0,0 0 0,0 1 0,0 0 0,0-1 0,-1 1 0,1 0 0,-1-1 0,0-4 0,-1 0 0,0-1 0,-1 1 0,0-1 0,0 1 0,-4-11 0,2 12 0,3 3 0,-1 1 0,1-1 0,-1 0 0,1 0 0,0 0 0,0-5 0,1 9 0,0 1 0,0-1 0,0 0 0,0 0 0,0 0 0,0 0 0,0 0 0,0 0 0,0 0 0,0 0 0,1 0 0,-1 1 0,0-1 0,0 0 0,0 0 0,0 0 0,0 0 0,0 0 0,0 0 0,0 0 0,0 0 0,0 0 0,0 0 0,1 0 0,-1 0 0,0 0 0,0 0 0,0 0 0,0 0 0,0 0 0,0 0 0,0 0 0,0 0 0,1 0 0,-1 0 0,0 0 0,0 0 0,0 0 0,0 0 0,0 0 0,0 0 0,0 0 0,0 0 0,1 0 0,-1 0 0,0 0 0,0 0 0,0 0 0,0 0 0,0 0 0,0 0 0,0-1 0,0 1 0,0 0 0,0 0 0,0 0 0,0 0 0,0 0 0,1 0 0,-1 0 0,0 0 0,0 0 0,0-1 0,0 1 0,0 0 0,0 0 0,0 0 0,0 0 0,0 0 0,7 7 0,-6-6 0,29 32 0,54 46 0,-39-40-1365,-33-28-5461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19 106 24575,'40'4'0,"61"5"0,-85-9 0,0 0 0,-1-1 0,1-1 0,21-5 0,-35 7 0,0-1 0,0 1 0,-1-1 0,1 0 0,0 1 0,0-1 0,0 0 0,0 0 0,-1-1 0,1 1 0,0 0 0,-1 0 0,1-1 0,-1 1 0,0-1 0,1 1 0,-1-1 0,0 0 0,0 1 0,0-1 0,0 0 0,0 0 0,1-3 0,-2 3 0,0 0 0,0 0 0,0 0 0,0 0 0,0 0 0,0-1 0,-1 1 0,1 0 0,0 0 0,-1 0 0,0 1 0,0-1 0,1 0 0,-1 0 0,0 0 0,0 0 0,-1 1 0,1-1 0,0 1 0,-1-1 0,1 1 0,-1-1 0,-2-1 0,0-1 0,-1 1 0,-1 0 0,1 0 0,0 1 0,-1-1 0,1 1 0,-1 0 0,0 0 0,1 1 0,-1 0 0,-7-1 0,-10 1 0,-36 1 0,28 1 0,25-1 0,-1 0 0,1 0 0,0 1 0,0 0 0,0 0 0,-8 3 0,12-3 0,0 0 0,0 0 0,0 0 0,0 1 0,0-1 0,0 0 0,0 1 0,0 0 0,0-1 0,1 1 0,-1 0 0,1 0 0,-1 0 0,1 0 0,0 0 0,0 0 0,0 0 0,0 0 0,-1 4 0,0 0 0,1 0 0,-1 0 0,1 0 0,0 1 0,1-1 0,0 0 0,0 0 0,0 1 0,0-1 0,3 10 0,-2-12 0,0 0 0,1 0 0,-1 0 0,1 0 0,0-1 0,0 1 0,0-1 0,1 1 0,-1-1 0,1 0 0,0 0 0,0 0 0,0 0 0,0 0 0,0-1 0,7 5 0,6 1 14,-1-1 0,2 0 0,-1-1 1,1 0-1,0-2 0,0 0 0,21 2 0,16-2-641,54-2 0,-99-2 403,4 0-6602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58 24575,'-23'-10'0,"-9"-3"0,-3 0 0,3 3 0,4 3 0,4 2 0,4 5 0,3 3 0,2 2 0,0 2 0,4 1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24575,'-3'3'0,"1"1"0,-1-1 0,1 1 0,-1 0 0,1 0 0,0 0 0,1 0 0,-1 0 0,1 0 0,-1 1 0,1-1 0,1 1 0,-1-1 0,1 0 0,-1 1 0,1-1 0,1 1 0,0 8 0,2 6 0,1 0 0,13 37 0,-13-45 0,33 84 0,3 12 0,-39-104 0,0 0 0,0 0 0,-1 0 0,1-1 0,-1 1 0,0 0 0,0 0 0,0 0 0,0 0 0,-2 5 0,2-8 0,0 1 0,0 0 0,-1-1 0,1 1 0,0 0 0,-1-1 0,1 1 0,0 0 0,-1-1 0,1 1 0,-1-1 0,1 1 0,-1-1 0,1 1 0,-1-1 0,0 1 0,1-1 0,-2 1 0,1-1 0,0 0 0,-1 1 0,1-1 0,0 0 0,0 0 0,-1 0 0,1 0 0,0 0 0,0 0 0,0 0 0,-1-1 0,1 1 0,0 0 0,-2-2 0,-10-4 0,1-1 0,1 0 0,0-1 0,0 0 0,0 0 0,1-2 0,-18-19 0,25 25 0,-1 1 0,1-1 0,1 0 0,-1 0 0,0 0 0,1 0 0,0 0 0,0-1 0,0 1 0,-1-6 0,3 8 0,-1-1 0,1 1 0,0 0 0,0 0 0,0 0 0,1-1 0,-1 1 0,0 0 0,1 0 0,0 0 0,-1 0 0,1 0 0,0 0 0,0 0 0,0 0 0,0 0 0,0 0 0,1 1 0,-1-1 0,1 0 0,-1 1 0,1-1 0,-1 1 0,3-2 0,2-1-121,-1 0-1,1 1 0,0 0 1,10-4-1,-11 5-635,8-3-6069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19 24575,'-2'-8'0,"-4"1"0,-1 3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24575,'-2'1'0,"0"1"0,-1-1 0,1 1 0,0 0 0,0 0 0,0 0 0,0 0 0,1 0 0,-1 0 0,0 0 0,1 0 0,0 1 0,-1-1 0,1 1 0,0-1 0,0 1 0,1-1 0,-1 1 0,0 5 0,1-4 0,0 0 0,0-1 0,1 1 0,0 0 0,0 0 0,0-1 0,0 1 0,0-1 0,1 1 0,0-1 0,-1 1 0,1-1 0,5 6 0,3 4 0,0-1 0,1 0 0,1 0 0,15 11 0,-20-17 0,1-1 0,0 1 0,0-2 0,0 1 0,1-1 0,0 0 0,0-1 0,15 4 0,-22-7 0,0 1 0,0-1 0,0 1 0,0-1 0,0 0 0,0 0 0,0 0 0,0-1 0,0 1 0,0 0 0,0-1 0,0 1 0,0-1 0,0 1 0,0-1 0,0 0 0,-1 0 0,1 0 0,0 0 0,0 0 0,2-3 0,-3 2 0,1 0 0,0-1 0,-1 1 0,1-1 0,-1 0 0,0 1 0,0-1 0,0 0 0,0 0 0,0 1 0,-1-1 0,1 0 0,-1 0 0,0-4 0,1 1 0,-1 0 0,-1-1 0,1 1 0,-1 0 0,0 0 0,0 0 0,-1 0 0,-3-8 0,5 14 0,0 0 0,0 0 0,0 0 0,0 0 0,0 0 0,0 0 0,0 0 0,0 0 0,0 0 0,0 0 0,0 0 0,0 0 0,0 0 0,0 0 0,0 0 0,0 0 0,0 0 0,0 0 0,0-1 0,0 1 0,0 0 0,0 0 0,0 0 0,0 0 0,0 0 0,0 0 0,0 0 0,0 0 0,0 0 0,0 0 0,0 0 0,0 0 0,0 0 0,0 0 0,1 0 0,-1 0 0,0 0 0,0 0 0,0 0 0,0 0 0,0 0 0,0 0 0,0 0 0,0 0 0,0 0 0,0 0 0,0 0 0,0 0 0,0 0 0,0 0 0,0 0 0,0 0 0,0 0 0,0 0 0,1 0 0,-1 0 0,0 0 0,0 0 0,0 0 0,0 0 0,0 0 0,0 0 0,0 0 0,0 0 0,0 0 0,7 3 0,6 4 0,-4-1 0,-1-1 0,1-1 0,1 1 0,-1-2 0,1 1 0,-1-1 0,1-1 0,0 1 0,0-2 0,0 1 0,0-2 0,19 0 0,-22 0 0,0 0 0,0 0 0,0-1 0,0 0 0,0 0 0,-1-1 0,8-3 0,-12 5 0,0-1 0,0-1 0,0 1 0,0 0 0,0 0 0,0-1 0,0 1 0,-1-1 0,1 1 0,0-1 0,-1 0 0,0 0 0,1 0 0,-1 0 0,0 0 0,0 0 0,0 0 0,0 0 0,0 0 0,-1 0 0,1-1 0,-1 1 0,1 0 0,-1 0 0,0-4 0,0 3 8,0 0 0,-1-1 0,1 1 0,-1 0 0,1 0 0,-1 0 0,0-1 0,-1 1 0,1 0 0,0 0 0,-1 1 0,0-1 0,1 0 0,-3-2 0,0 0-194,0 1 1,1 0-1,-1 0 0,-1 1 1,1-1-1,0 1 1,-8-4-1,-1 0-6640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24575,'7'0'0,"3"-3"0,0 3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24575,'26'0'0,"9"2"0,3 2 0,-6-1-8191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31 24575,'-49'-12'0,"27"6"0,0 2 0,-31-4 0,-67 7 72,61 2-1509,46-1-5389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39 24575,'-23'-10'0,"-9"-3"0,-3 3 0,3 5 0,2 4 0,0 5 0,3 4 0,4 0 0,6 0-8191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53 24575,'-2'-15'0,"-2"-2"0,-1 3 0,-1 8 0,1 9 0,1 7 0,1 4 0,2 0-8191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4 222 24575,'38'5'0,"-17"-2"0,0 0 0,0-2 0,0 0 0,0-1 0,23-4 0,-37 3 0,1-2 0,-1 1 0,0-1 0,0 0 0,0 0 0,0-1 0,-1 0 0,9-7 0,-6 4 0,-1 0 0,0 0 0,-1-1 0,1 0 0,7-12 0,-13 17 0,-1 1 0,1-1 0,-1 0 0,1 1 0,-1-1 0,0 0 0,0 0 0,0 0 0,-1 0 0,1 0 0,-1 0 0,0 0 0,1 0 0,-1 0 0,-1 0 0,1 0 0,0 0 0,-1 0 0,1 0 0,-1 0 0,-2-4 0,1 3 0,1 1 0,-2-1 0,1 1 0,0-1 0,-1 1 0,0 0 0,1 0 0,-1 0 0,-1 0 0,1 0 0,0 1 0,0 0 0,-1-1 0,0 1 0,-4-1 0,-2-2 0,-1 1 0,0 0 0,0 1 0,-17-4 0,22 7 0,-1-1 0,0 1 0,1 0 0,-1 1 0,0-1 0,1 1 0,-1 1 0,1-1 0,-9 4 0,-3 1 0,0 0 0,-18 9 0,31-13 0,0 1 0,1-1 0,0 1 0,0 0 0,0 0 0,0 0 0,0 1 0,0-1 0,-3 5 0,6-4 0,-1-1 0,0 0 0,1 1 0,-1-1 0,1 1 0,0-1 0,0 1 0,0-1 0,1 1 0,-1 0 0,1 0 0,0-1 0,0 1 0,1 0 0,-1-1 0,0 1 0,1 0 0,2 5 0,2 7 0,1-1 0,14 27 0,-17-36 0,2 2 0,0 0 0,0 0 0,1 0 0,1-1 0,-1 0 0,1 0 0,1 0 0,-1-1 0,17 10 0,-12-8 0,1-1 0,0-1 0,1 0 0,0-1 0,27 8 0,-9-7 0,-1 0 0,1-2 0,0-2 0,33-1 0,-52-2-273,-1 0 0,0-2 0,0 1 0,12-5 0,-10 2-6553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47 24575,'-25'-8'0,"-11"-2"0,-4 1 0,2 1 0,5 3 0,6 1 0,4 2 0,4 2 0,3 0 0,2 0 0,0 0 0,0 1 0,0 2 0,3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24575,'0'15'0,"2"0"0,0 0 0,0 0 0,1 0 0,8 19 0,32 72 0,-19-52 0,13 25 0,-24-53 0,0 1 0,-2 0 0,-1 0 0,10 47 0,-19-72 0,-1 1 0,1 0 0,-1 0 0,0 0 0,0-1 0,0 1 0,0 0 0,-1 0 0,1-1 0,-1 1 0,1 0 0,-1-1 0,0 1 0,0 0 0,-2 2 0,2-4 0,0 1 0,-1-1 0,1 1 0,-1-1 0,1 0 0,-1 0 0,0 1 0,0-1 0,1 0 0,-1 0 0,0-1 0,0 1 0,0 0 0,0-1 0,0 1 0,0-1 0,0 1 0,0-1 0,0 0 0,0 0 0,-2 0 0,-7-1 0,1 0 0,0 0 0,-1-1 0,1 0 0,0-1 0,0 0 0,0-1 0,0 0 0,1-1 0,0 1 0,0-2 0,0 1 0,0-2 0,1 1 0,0-1 0,-8-9 0,13 13 0,0-1 0,1 0 0,-1 0 0,1 0 0,0 0 0,1 0 0,-1 0 0,1-1 0,-1 1 0,1 0 0,1-1 0,-1 1 0,0-1 0,1 1 0,0-1 0,0 1 0,1-1 0,-1 1 0,1-1 0,0 1 0,0-1 0,0 1 0,4-8 0,-2 6 0,0 0 0,0 1 0,1 0 0,0-1 0,0 1 0,0 1 0,0-1 0,1 1 0,0-1 0,0 1 0,0 1 0,0-1 0,1 1 0,-1 0 0,1 0 0,8-3 0,40-12-1365,-39 12-5461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24575,'1'5'0,"1"-1"0,-1 1 0,1-1 0,0 1 0,0-1 0,0 1 0,1-1 0,-1 0 0,1 0 0,6 7 0,-7-9 0,12 15 0,1 0 0,0-1 0,1-1 0,21 15 0,-27-23 0,0 0 0,1 0 0,0-1 0,0-1 0,1 0 0,-1-1 0,1 0 0,23 5 0,-32-9 0,-1 0 0,1 1 0,-1-1 0,1 0 0,0 0 0,-1-1 0,1 1 0,-1 0 0,1-1 0,-1 0 0,0 1 0,1-1 0,-1 0 0,0 0 0,1 0 0,-1-1 0,3-1 0,-4 2 0,0-1 0,1 1 0,-1 0 0,0-1 0,0 1 0,0-1 0,0 0 0,0 1 0,0-1 0,-1 0 0,1 1 0,-1-1 0,1 0 0,-1 0 0,1 0 0,-1 0 0,0 1 0,0-1 0,0 0 0,0 0 0,0 0 0,0 0 0,-1 1 0,0-4 0,0 2 0,0 0 0,-1 0 0,1 0 0,-1 0 0,0 0 0,-2-3 0,3 4 0,4 7 0,1 0 0,0-1 0,0 0 0,0 1 0,0-1 0,1-1 0,0 1 0,0-1 0,0 1 0,0-2 0,0 1 0,1 0 0,-1-1 0,7 2 0,-5-2 0,-1 0 0,1-1 0,-1 1 0,1-2 0,0 1 0,0-1 0,-1 1 0,1-2 0,0 1 0,0-1 0,-1 0 0,10-3 0,-10 2 0,-1-1 0,1 0 0,0 0 0,-1 0 0,1-1 0,-1 0 0,0 0 0,0 0 0,-1 0 0,1-1 0,-1 0 0,0 0 0,0 0 0,-1 0 0,1-1 0,3-9 0,-5 10 0,0 1 0,0-1 0,-1 0 0,0 0 0,0-1 0,0 1 0,0 0 0,-1 0 0,0 0 0,0-1 0,0 1 0,-1 0 0,0 0 0,0 0 0,0 0 0,-1 0 0,1 0 0,-1 0 0,0 0 0,-5-7 0,1 3-72,0 1 1,0 0-1,-1 0 0,0 1 0,0 0 0,-1 0 0,0 1 0,0 0 1,0 0-1,-1 1 0,0 0 0,0 0 0,0 1 0,-1 0 0,0 1 1,1 0-1,-1 1 0,-17-3 0,12 4-6754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45 133 24575,'-2'0'0,"-3"-1"0,0 1 0,0 1 0,1-1 0,-1 1 0,0-1 0,-9 4 0,28-9 0,0 1 0,0 1 0,0 0 0,1 1 0,15-1 0,81 3 0,-68 1 0,52-5 0,90-8 0,-157 11 0,140-13 0,-108 8 0,36-2 0,15 0 0,18 0 0,13 9 0,112-2 0,-169-6 0,22 0 0,45-2 0,14-6 0,-132 12 0,47 1 0,-49 2 0,58-6 0,-63 2 0,0 1 0,0 2 0,0 1 0,0 1 0,36 5 0,96 10 0,-86-10 0,102-5 0,-81-3 0,-54 2 0,18 0 0,85 9 0,-9 6 0,-90-12-64,-25-2 148,25 4 0,-39-5-218,0 1 1,-1 1-1,1-1 1,-1 1-1,1-1 1,-1 1-1,0 0 1,0 1-1,0-1 0,6 5 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 24575,'-2'-2'0,"-6"-10"0,7 11 0,5 8 0,64 91 0,9 15 0,-68-97 0,-1 0 0,0 1 0,-1 0 0,-1 0 0,6 24 0,-11-38-195,-1 0 0,1 0 0,-1 0 0,0 0 0,0 0 0,-1 5 0,-1 1-6631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 24575,'0'-2'0,"0"1"0,-2 1 0,-4 3 0,-3 1 0,-3 0 0,-1 2 0,-2-1 0,-2 0 0,-5-2 0,0 2 0,-1-1 0,-3 0 0,-1-2 0,2 0 0,4-1-8191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301 117 24575,'-53'-27'0,"-123"-55"0,172 81 0,0 0 0,0-1 0,1 1 0,-1 0 0,0 1 0,0-1 0,-8 1 0,11 0 0,-1 0 0,1 0 0,0 1 0,0-1 0,-1 0 0,1 1 0,0-1 0,0 1 0,0 0 0,0-1 0,-1 1 0,1 0 0,0 0 0,0-1 0,1 1 0,-1 0 0,0 0 0,0 0 0,0 0 0,0 0 0,1 0 0,-1 1 0,1-1 0,-1 0 0,1 0 0,-1 0 0,1 1 0,-1 0 0,0 4 0,-1 1 0,1-1 0,0 0 0,1 1 0,0-1 0,0 1 0,0-1 0,1 1 0,0-1 0,3 12 0,-1-8 0,0-1 0,1 0 0,0 0 0,1 0 0,0-1 0,9 12 0,4 1 0,1 0 0,1-1 0,44 33 0,-54-46 0,22 14 0,-29-19 0,0-1 0,0 1 0,0-1 0,1 0 0,-1 0 0,0 0 0,0 0 0,1 0 0,-1-1 0,0 0 0,1 1 0,5-2 0,-8 1 0,0-1 0,0 1 0,0-1 0,0 1 0,0-1 0,0 0 0,0 0 0,0 0 0,0 0 0,0 0 0,0 0 0,0 0 0,0 0 0,-1 0 0,1 0 0,0 0 0,-1 0 0,1 0 0,-1-1 0,1 1 0,-1 0 0,0 0 0,1-1 0,-1 1 0,0 0 0,0-1 0,0 0 0,0-7 0,1 0 0,-3-15 0,2 21 0,-3-15 0,0 0 0,-1 1 0,-1-1 0,-1 1 0,0 0 0,-11-18 0,22 45 0,5 10 0,21 33 0,-23-42-114,27 40-1137,-28-38-5575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8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24575,'18'-4'0,"16"-4"0,1 2 0,51-4 0,-84 10 0,0 0 0,0 0 0,1 0 0,-1 0 0,0 1 0,0-1 0,0 1 0,0-1 0,0 1 0,0 0 0,0 0 0,0 0 0,0 0 0,0 0 0,0 0 0,0 1 0,-1-1 0,1 1 0,0-1 0,-1 1 0,1-1 0,-1 1 0,0 0 0,0 0 0,2 4 0,1 2 0,-1 1 0,0 0 0,-1 0 0,3 18 0,0-2 0,-1 3 0,0 1 0,-2 0 0,-1-1 0,-5 51 0,3-73 0,0 0 0,-1 0 0,0 0 0,-2 5 0,2-7 0,1 0 0,-1 0 0,1 0 0,0 1 0,0-1 0,1 0 0,-1 0 0,1 1 0,0 4 0,0-8 0,0 1 0,1-1 0,-1 0 0,1 0 0,-1 0 0,1 0 0,0 0 0,-1 0 0,1 0 0,0 0 0,0 0 0,0 0 0,-1 0 0,1 0 0,0-1 0,0 1 0,0 0 0,1-1 0,-1 1 0,0-1 0,0 1 0,0-1 0,0 1 0,0-1 0,1 0 0,-1 0 0,0 1 0,2-1 0,5 1 0,1-1 0,-1 0 0,10 0 0,-8-1 0,18 2 0,-19-1 0,0 1 0,0-1 0,0-1 0,0 0 0,0 0 0,-1 0 0,14-5 0,-21 5-105,1 1 0,-1-1 0,0 0 0,0 0 0,0 1 0,0-1 0,0 0 0,0 0 0,0 0 0,0 0 0,0-1 0,1-1 0,2-5-6721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44 24575,'-30'-8'0,"-13"-2"0,-1 1 0,4 1 0,7 3 0,3 1 0,5 5 0,7 1-8191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35 24575,'-25'-8'0,"-11"-2"0,-2 0 0,4 5 0,4 3 0,2 4 0,4 3 0,6-1-8191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24575,'36'77'0,"8"18"0,-43-93 0,0 0 0,0 0 0,0 0 0,0-1 0,0 1 0,0 0 0,1-1 0,-1 1 0,1-1 0,-1 0 0,1 1 0,-1-1 0,1 0 0,3 2 0,-5-3 0,0 0 0,0 0 0,1 0 0,-1 0 0,0 0 0,0 0 0,0 0 0,0 0 0,1 0 0,-1 0 0,0 0 0,0 0 0,0 0 0,0 0 0,0 0 0,1 0 0,-1 0 0,0 0 0,0 0 0,0 0 0,0 0 0,0 0 0,1 0 0,-1 0 0,0-1 0,0 1 0,0 0 0,0 0 0,0 0 0,0 0 0,0 0 0,0 0 0,0 0 0,1-1 0,-1 1 0,0 0 0,0 0 0,0 0 0,0 0 0,0 0 0,0-1 0,-1-9 0,-5-8 0,-49-114 0,54 138 0,0-1 0,1 0 0,0 1 0,0 7 0,3 2-170,0 0-1,1-1 0,1 1 1,0-1-1,1 0 0,0 0 1,16 23-1,-14-24-6655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50 24575,'-11'-12'0,"-13"-12"0,22 23 0,0-1 0,0 1 0,0-1 0,0 1 0,-1 0 0,1 0 0,0-1 0,0 2 0,-1-1 0,-3-1 0,6 2 0,0 0 0,0 0 0,0 0 0,-1 0 0,1 0 0,0 1 0,0-1 0,0 0 0,0 0 0,-1 0 0,1 0 0,0 0 0,0 0 0,0 0 0,0 0 0,-1 1 0,1-1 0,0 0 0,0 0 0,0 0 0,0 0 0,0 1 0,0-1 0,-1 0 0,1 0 0,0 0 0,0 1 0,0-1 0,0 0 0,0 0 0,0 0 0,0 1 0,0-1 0,0 0 0,0 0 0,0 0 0,0 1 0,0-1 0,0 0 0,0 0 0,0 0 0,0 1 0,0-1 0,1 0 0,-1 0 0,3 11 0,-3-10 0,14 32 0,1 0 0,30 44 0,-24-41 0,25 54 0,-23-20-1365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29 24575,'0'0'0,"0"-1"0,0 1 0,0-1 0,-1 1 0,1-1 0,0 1 0,0-1 0,-1 1 0,1-1 0,0 1 0,0 0 0,-1-1 0,1 1 0,0 0 0,-1-1 0,1 1 0,-1 0 0,1-1 0,0 1 0,-1 0 0,1 0 0,-1-1 0,1 1 0,-1 0 0,1 0 0,-1 0 0,1 0 0,-1 0 0,1 0 0,-1-1 0,1 1 0,-1 0 0,1 0 0,-1 1 0,1-1 0,-1 0 0,-23 3 0,19-3 0,-18 3 11,0-1 0,0-2 0,-25-2 0,-68-13-243,54 6-945,46 7-5649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77 24575,'-15'-16'0,"6"7"0,0 0 0,-18-14 0,23 21 0,0-1 0,0 1 0,-1 0 0,1 0 0,-1 0 0,1 0 0,-1 1 0,0 0 0,0 0 0,-8 0 0,-68 2 0,28 0 0,47-1 0,-1 1 0,0-1 0,1 1 0,-1 0 0,0 1 0,1-1 0,-1 1 0,1 1 0,0-1 0,-6 4 0,7-3 0,1 0 0,0 0 0,0 0 0,0 0 0,0 1 0,1 0 0,0 0 0,-1 0 0,1 0 0,1 0 0,-1 1 0,1-1 0,-4 8 0,4-6 0,0 0 0,0 0 0,0-1 0,0 1 0,0 11 0,2-14 0,0-1 0,0 1 0,0-1 0,1 1 0,-1-1 0,1 0 0,0 1 0,-1-1 0,1 0 0,0 0 0,1 1 0,-1-1 0,0 0 0,1 0 0,-1 0 0,1 0 0,2 2 0,2 2 0,1 0 0,0-1 0,0 0 0,1 0 0,-1-1 0,1 1 0,13 4 0,-5-4 0,0 0 0,0 0 0,19 2 0,-26-6 0,0 0 0,1 0 0,-1 0 0,1-1 0,-1-1 0,12-1 0,-18 1 0,0 0 0,0 0 0,1 0 0,-1 0 0,0 0 0,0-1 0,0 0 0,-1 1 0,1-1 0,0 0 0,-1 0 0,1-1 0,-1 1 0,1 0 0,-1-1 0,0 1 0,0-1 0,0 0 0,-1 0 0,3-5 0,-1 0 0,0-1 0,0 1 0,2-17 0,-5 29 0,0 1 0,1-1 0,-1 0 0,1 0 0,0 1 0,1-1 0,-1 0 0,1 0 0,0 0 0,0 0 0,4 6 0,2 3 0,1 0 0,14 16 0,-13-18-455,0 0 0,14 10 0,-11-12-6371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68 24575,'-10'-16'0,"6"10"0,0-1 0,0 1 0,1-1 0,-1 0 0,-1-9 0,5 16 0,0 0 0,0 0 0,0 0 0,-1 0 0,1 0 0,0 0 0,0 0 0,0 0 0,0 0 0,0-1 0,0 1 0,0 0 0,0 0 0,0 0 0,0 0 0,0 0 0,0 0 0,0 0 0,0 0 0,0 0 0,0 0 0,0 0 0,0 0 0,0 0 0,0 0 0,0-1 0,0 1 0,0 0 0,0 0 0,0 0 0,0 0 0,0 0 0,0 0 0,0 0 0,1 0 0,-1 0 0,0 0 0,0 0 0,0 0 0,0 0 0,0 0 0,0 0 0,0 0 0,0 0 0,0 0 0,0 0 0,0 0 0,0 0 0,0 0 0,0 0 0,0-1 0,0 1 0,1 0 0,-1 0 0,0 0 0,0 0 0,0 0 0,0 0 0,0 0 0,0 1 0,0-1 0,0 0 0,0 0 0,0 0 0,0 0 0,0 0 0,0 0 0,0 0 0,1 0 0,5 5 0,7 9 0,0 0 0,1 0 0,1-1 0,0 0 0,30 19 0,74 31 0,-116-61-227,1 0-1,0-1 1,-1 0-1,1 1 1,4-1-1,2 0-6598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 24575,'-3'-1'0,"0"1"0,-1-1 0,1 1 0,0-1 0,-1 1 0,1 0 0,-1 0 0,1 1 0,0-1 0,-1 1 0,1-1 0,0 1 0,0 0 0,-1 1 0,1-1 0,0 0 0,0 1 0,0 0 0,-5 3 0,5-2 0,0 0 0,0 0 0,0 0 0,1 1 0,-1-1 0,1 1 0,0-1 0,0 1 0,0 0 0,0 0 0,1 0 0,-1 0 0,1 0 0,0 0 0,0 6 0,-1 12 0,2-1 0,1 21 0,0-17 0,-2 25 0,-7-15-1365,5-26-5461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12 24575,'-30'-3'0,"-13"0"0,-1 0 0,4 0 0,9 4 0,7 1 0,6 1 0,5 2 0,3 0 0,0 2 0,-1 2 0,0 0 0,-2 0 0,0 0 0,-1-1 0,-1 0 0,0-2 0,3-3-8191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0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24575,'34'-19'0,"2"1"0,59-20 0,-90 36 0,0 0 0,1-1 0,-1 1 0,0-1 0,0 0 0,0 0 0,-1-1 0,1 1 0,-1-1 0,7-8 0,-9 10 0,-1 0 0,1-1 0,-1 1 0,1-1 0,-1 1 0,0-1 0,0 1 0,0-1 0,-1 0 0,1 1 0,-1-1 0,1 0 0,-1 0 0,0 1 0,0-1 0,0 0 0,0 0 0,-1 1 0,1-1 0,-1 0 0,1 0 0,-1 1 0,0-1 0,-2-3 0,1 2 0,-1 0 0,0 0 0,0 0 0,0 1 0,0-1 0,0 1 0,-1 0 0,0 0 0,1 0 0,-8-4 0,5 3 0,0 1 0,0 0 0,0 1 0,0-1 0,0 1 0,-1 0 0,-6-1 0,11 3 0,-1 0 0,1 0 0,0 0 0,-1 0 0,1 1 0,0-1 0,0 1 0,-1-1 0,1 1 0,0 0 0,0-1 0,0 1 0,0 1 0,0-1 0,0 0 0,0 0 0,0 1 0,0-1 0,1 1 0,-3 2 0,-2 3 0,0 1 0,1-1 0,-8 16 0,2-4 0,7-11 0,-1 1 0,1-1 0,1 1 0,0 0 0,0 0 0,0 0 0,1 0 0,-1 13 0,3-19 0,1 0 0,-1 0 0,1 0 0,0-1 0,0 1 0,0 0 0,0-1 0,0 1 0,0-1 0,1 1 0,-1-1 0,1 0 0,0 1 0,0-1 0,0 0 0,0 0 0,0 0 0,0 0 0,0-1 0,1 1 0,-1-1 0,3 2 0,8 4 0,0 0 0,25 9 0,-2-4 0,1-2 0,1-1 0,-1-2 0,1-2 0,41 1 0,-3-5-1365,-63-1-5461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1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20 24575,'-1'-1'0,"-19"-13"0,18 14 0,1-1 0,0 0 0,0 1 0,0-1 0,0 1 0,-1 0 0,1-1 0,0 1 0,0 0 0,-1 0 0,1-1 0,0 1 0,0 0 0,-1 0 0,-1 1 0,2-1 0,1 1 0,-1-1 0,1 1 0,-1 0 0,1-1 0,0 1 0,-1-1 0,1 1 0,0 0 0,0-1 0,-1 1 0,1 0 0,0-1 0,0 1 0,0 0 0,0-1 0,0 1 0,0 0 0,0-1 0,0 1 0,0 0 0,0 0 0,0-1 0,0 1 0,1 0 0,-1-1 0,0 1 0,0-1 0,1 2 0,9 21 0,4 4 0,1-1 0,23 31 0,42 44 0,8 11 0,-87-110 0,7 8 0,-1 0 0,-1 0 0,0 0 0,0 1 0,-1 0 0,5 14 0,-10-24 0,0-1 0,1 1 0,-1 0 0,0 0 0,0 0 0,0 0 0,1 0 0,-1 0 0,0 0 0,0 0 0,0 0 0,-1 0 0,1 0 0,0 0 0,0 0 0,0 0 0,-1 0 0,1-1 0,-1 1 0,1 0 0,0 0 0,-1 0 0,1 0 0,-1-1 0,0 1 0,1 0 0,-1 0 0,0-1 0,1 1 0,-1-1 0,0 1 0,0 0 0,0-1 0,1 1 0,-1-1 0,0 0 0,0 1 0,0-1 0,0 0 0,0 0 0,0 1 0,0-1 0,0 0 0,0 0 0,0 0 0,-1 0 0,-4-1 0,-1 1 0,1-1 0,0 0 0,1 0 0,-1-1 0,-6-2 0,-1-1 0,1 0 0,0-1 0,0-1 0,0 0 0,1 0 0,0-1 0,0-1 0,1 0 0,0 0 0,-13-17 0,21 24 5,1-1 0,-1 1 0,1-1 0,0 1 0,-1-1 0,1 0 0,0 0 0,1 0 0,-1 0 0,1 1 0,-1-1 0,1 0 0,0 0 0,0 0 0,0 0 0,0 0 0,1 0 0,-1 0 0,1 0 0,0 0 0,-1 0 0,1 1 0,3-6 0,-2 4-98,0 0 0,1 1 1,0-1-1,0 1 0,-1 0 0,2 0 0,-1 0 0,0 0 1,1 0-1,-1 1 0,1-1 0,0 1 0,0 0 1,0 0-1,5-2 0,2 1-6733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35 24575,'-3'-12'0,"0"-2"0,0 6 0,0 8 0,1 5 0,1 5 0,1 1-8191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21 100 24575,'-1'0'0,"0"0"0,1 0 0,-1 0 0,0 0 0,0 0 0,0 0 0,0 0 0,1 1 0,-1-1 0,0 0 0,0 0 0,1 1 0,-1-1 0,0 0 0,0 1 0,1-1 0,-1 1 0,0-1 0,1 1 0,-1-1 0,1 1 0,-1-1 0,1 1 0,-2 1 0,2-1 0,0 0 0,-1 0 0,1 1 0,0-1 0,0 0 0,0 0 0,0 0 0,0 1 0,0-1 0,0 0 0,0 0 0,0 0 0,0 1 0,2 1 0,-1 1 0,1 1 0,0 0 0,1-1 0,-1 0 0,1 1 0,0-1 0,3 4 0,8 6 0,0-1 0,29 23 0,-37-32 0,0 0 0,0-1 0,0 1 0,1-1 0,-1-1 0,1 1 0,0-1 0,-1 0 0,1 0 0,0-1 0,10 1 0,-15-2 0,0 0 0,-1 0 0,1 0 0,0 0 0,0 0 0,0 0 0,-1-1 0,1 1 0,0-1 0,0 0 0,-1 1 0,1-1 0,0 0 0,-1 0 0,1 0 0,-1 0 0,1 0 0,1-2 0,-2 1 0,0 1 0,0-1 0,0 1 0,0-1 0,-1 0 0,1 1 0,-1-1 0,1 0 0,-1 1 0,1-1 0,-1 0 0,0 0 0,0 0 0,0 1 0,0-4 0,-2-3 0,1 0 0,-1 0 0,-1 0 0,1 0 0,-1 1 0,-7-13 0,6 9 0,5 11 0,-1-1 0,0 1 0,0 0 0,0 0 0,0 0 0,0 0 0,0 0 0,0-1 0,0 1 0,1 0 0,-1 0 0,0 0 0,0 0 0,0 0 0,0 0 0,0 0 0,0 0 0,1 0 0,-1 0 0,0 0 0,0 0 0,0 0 0,0-1 0,1 1 0,-1 0 0,0 0 0,0 0 0,0 0 0,0 1 0,1-1 0,-1 0 0,0 0 0,0 0 0,0 0 0,0 0 0,1 0 0,19 10 0,-14-7 0,-4-2 0,40 22 0,57 23 0,-86-41 0,1-1 0,0 0 0,0 0 0,1-2 0,-1 1 0,1-2 0,-1 0 0,26-2 0,-36 1 0,-1-1 0,1 1 0,0-1 0,-1 0 0,1 0 0,0-1 0,-1 1 0,1-1 0,-1 1 0,0-1 0,0 0 0,0-1 0,0 1 0,6-5 0,-7 4 0,-1 1 0,1-1 0,0 1 0,-1-1 0,0 1 0,0-1 0,0 0 0,0 0 0,0 1 0,0-1 0,0 0 0,-1 0 0,0 0 0,0 0 0,1 0 0,-2 0 0,1 0 0,0 0 0,-2-5 0,0-2 0,-1 0 0,-1 0 0,0 0 0,0 0 0,-1 0 0,0 1 0,-1 0 0,0 0 0,-1 1 0,1-1 0,-2 1 0,1 1 0,-1-1 0,0 1 0,-10-6 0,7 6-1365,1 2-5461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24575,'4'-4'0,"0"1"0,0 0 0,1 0 0,-1 1 0,0-1 0,1 1 0,0 0 0,-1 0 0,1 1 0,0-1 0,0 1 0,10-1 0,5 0 0,40 2 0,-32 1 0,43 3 0,96 18 0,-125-16 0,33 5-1365,-59-9-5461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24575,'0'17'0,"2"0"0,0 0 0,1-1 0,1 1 0,0-1 0,8 18 0,48 98 0,-11-25 0,-12-5 0,-37-101-62,1 0 0,-1 1 0,0-1 0,1 0 0,-1 0 0,1 0 0,0 0 0,-1 1 0,1-1 0,0 0 0,0 0 0,0 0-1,0 0 1,-1 0 0,1-1 0,1 1 0,-1 0 0,0 0 0,0-1 0,0 1 0,2 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27 24575,'-10'-5'0,"-9"-1"0,-3-1 0,0 2 0,0 1 0,3 5 0,0 1 0,3 1 0,0 2 0,1 0 0,0 0 0,-2 1 0,0-1 0,-1 0 0,3-2-8191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6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59 24575,'-54'-20'0,"30"11"0,-1 0 0,0 2 0,-27-5 0,50 11 0,0 1 0,0 0 0,0-1 0,-1 1 0,1 0 0,0 1 0,0-1 0,0 0 0,-1 1 0,1-1 0,0 1 0,0-1 0,0 1 0,0 0 0,0 0 0,0 0 0,0 0 0,0 0 0,0 1 0,1-1 0,-1 1 0,0-1 0,1 1 0,-1-1 0,1 1 0,-2 3 0,0 0 0,0 1 0,1-1 0,0 1 0,0 0 0,1 0 0,-1-1 0,1 1 0,0 12 0,0-5 0,0-1 0,1 1 0,1 0 0,0 0 0,4 18 0,-3-26 0,-1 0 0,1 0 0,0-1 0,0 1 0,0 0 0,1-1 0,0 0 0,0 0 0,0 0 0,0 0 0,1 0 0,-1 0 0,1-1 0,0 0 0,0 1 0,7 3 0,10 5 0,29 11 0,-42-19 0,1-1 0,0 0 0,0-1 0,0 0 0,0 0 0,14 0 0,-20-2 0,1 0 0,-1-1 0,0 1 0,0-1 0,1 1 0,-1-1 0,0 0 0,0 0 0,0 0 0,0-1 0,0 1 0,0-1 0,0 0 0,0 0 0,3-3 0,-2 2 0,-1-1 0,0 1 0,-1-1 0,1 1 0,-1-1 0,1 0 0,-1 0 0,0-1 0,-1 1 0,3-6 0,-2 1 0,0 0 0,-1 1 0,0-1 0,0 0 0,-1 0 0,0 0 0,-1 0 0,0 0 0,0 0 0,-1 0 0,-3-8 0,2 9 0,5 13 0,4 15 0,3-1 7,1 0 0,1-1-1,24 30 1,-4-5-1399,-25-35-5434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7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24575,'60'0'0,"68"-1"0,-117 0 0,1 0 0,-1-1 0,1-1 0,-1 0 0,12-5 0,-19 7 0,-1 0 0,0-1 0,1 1 0,-1-1 0,0 0 0,0 0 0,0 0 0,-1 0 0,1-1 0,0 1 0,-1-1 0,1 1 0,-1-1 0,0 0 0,0 0 0,0 0 0,0 0 0,-1 0 0,1 0 0,1-6 0,-3 7 0,0 0 0,0 0 0,0 0 0,0 0 0,0 0 0,-1 0 0,1 0 0,-1 0 0,1 0 0,-1 1 0,0-1 0,0 0 0,0 0 0,0 0 0,0 1 0,0-1 0,0 1 0,0-1 0,-1 1 0,1-1 0,-1 1 0,1 0 0,-1 0 0,1 0 0,-1-1 0,0 2 0,1-1 0,-1 0 0,-3-1 0,1 0 0,0 1 0,0 0 0,0-1 0,1 1 0,-1 1 0,0-1 0,0 1 0,0-1 0,0 1 0,0 0 0,0 0 0,0 1 0,0 0 0,-5 0 0,3 2 0,-1 0 0,0 0 0,1 1 0,0-1 0,0 1 0,0 1 0,0-1 0,1 1 0,-1 0 0,1 0 0,0 1 0,1-1 0,0 1 0,-1 0 0,2 0 0,-1 1 0,1-1 0,0 1 0,0 0 0,1 0 0,0 0 0,0 0 0,1 0 0,-1 7 0,1-8 0,1 0 0,1 0 0,-1-1 0,1 1 0,0 0 0,2 7 0,-2-10 0,0 0 0,0-1 0,1 1 0,-1 0 0,1-1 0,-1 0 0,1 1 0,0-1 0,0 0 0,0 0 0,0 0 0,0 0 0,1 0 0,3 2 0,0-1 0,1 1 0,0-2 0,0 1 0,-1-1 0,1 0 0,1 0 0,-1-1 0,11 1 0,8-1 0,28-3 0,-10 1 0,-9 1 0,68-9 0,-72 4-1365,-18 4-5461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21 24575,'-20'-5'0,"-9"-2"0,-3 1 0,5 3 0,5 3 0,2 3 0,3 2 0,5 0-8191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24575,'1'3'0,"-1"0"0,2 1 0,-1-1 0,0 0 0,1 0 0,-1 0 0,1 0 0,4 5 0,1 4 0,24 47 0,-14-23 0,36 51 0,-51-84 0,43 64 0,-39-57 0,-1 0 0,0 0 0,-1 0 0,0 0 0,3 14 0,-6-23 0,-1 0 0,0 1 0,1-1 0,-1 0 0,0 1 0,0-1 0,0 0 0,0 1 0,0-1 0,0 0 0,0 1 0,0-1 0,0 0 0,-1 1 0,1-1 0,-1 0 0,1 0 0,-1 1 0,1-1 0,-1 0 0,0 0 0,1 0 0,-1 0 0,0 0 0,0 0 0,0 0 0,0 0 0,0 0 0,0 0 0,0 0 0,0 0 0,0-1 0,0 1 0,-1 0 0,1-1 0,0 1 0,0-1 0,-1 0 0,1 1 0,0-1 0,-1 0 0,1 0 0,0 0 0,-3 0 0,-3 0 0,-1 0 0,0-1 0,1 1 0,-1-2 0,1 1 0,-12-5 0,6 2 0,1-1 0,0 0 0,0-1 0,0 0 0,-20-15 0,29 18 0,0 1 0,0-1 0,0 0 0,1 0 0,-1 0 0,1 0 0,0 0 0,0 0 0,0-1 0,-3-6 0,5 7 0,-1 1 0,0-1 0,1 1 0,0-1 0,0 0 0,0 1 0,0-1 0,0 0 0,0 1 0,1-1 0,-1 1 0,1-1 0,0 0 0,0 1 0,0-1 0,0 1 0,2-4 0,-1 3 0,0 0 0,0 0 0,1 1 0,-1-1 0,0 1 0,1-1 0,0 1 0,-1 0 0,1 0 0,0 0 0,0 1 0,0-1 0,0 1 0,1-1 0,-1 1 0,4-1 0,7-1 0,0 1 0,24-2 0,0 0 0,-22 1-1365,-2 0-5461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9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24575,'0'-18'0,"3"-3"0,0 5 0,1 7 0,-2 8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19 127 24575,'-1'0'0,"1"-1"0,-1 0 0,0 1 0,0-1 0,1 0 0,-1 1 0,0-1 0,0 1 0,0-1 0,0 1 0,0-1 0,1 1 0,-3-1 0,3 1 0,-1 0 0,1 0 0,0 0 0,0 0 0,-1 0 0,1 1 0,0-1 0,0 0 0,0 0 0,-1 0 0,1 0 0,0 0 0,0 0 0,0 0 0,-1 1 0,1-1 0,0 0 0,0 0 0,0 0 0,0 1 0,-1-1 0,1 0 0,0 0 0,0 0 0,0 1 0,0-1 0,0 0 0,0 0 0,0 0 0,0 1 0,0-1 0,0 0 0,0 1 0,-1 1 0,1-1 0,1 1 0,-1 0 0,0-1 0,0 1 0,1 0 0,-1-1 0,1 1 0,-1 0 0,1-1 0,0 1 0,-1-1 0,1 1 0,2 2 0,13 13 0,1 1 0,33 26 0,-38-35 0,0-1 0,1 0 0,14 7 0,-21-12 0,1 0 0,0 0 0,0-1 0,1 0 0,-1 0 0,0 0 0,15 0 0,-20-2 0,0 0 0,0 0 0,-1 0 0,1 0 0,0 0 0,0-1 0,-1 1 0,1-1 0,0 1 0,-1-1 0,1 0 0,-1 1 0,1-1 0,-1 0 0,1 0 0,-1 0 0,1 0 0,-1-1 0,0 1 0,2-2 0,-1 1 0,-1-1 0,0 1 0,0-1 0,0 1 0,0-1 0,0 0 0,0 0 0,-1 1 0,1-1 0,-1 0 0,1-4 0,-2-3 0,1 0 0,-2 1 0,1 0 0,-1-1 0,0 1 0,-6-14 0,8 23 0,0 0 0,-1-1 0,1 1 0,0 0 0,0-1 0,0 1 0,0-1 0,-1 1 0,1-1 0,0 1 0,0-1 0,0 1 0,0 0 0,0-1 0,0 1 0,0-1 0,0 1 0,0-1 0,1 1 0,-1-1 0,0 1 0,0 0 0,0-2 0,1 2 0,-1 0 0,1 0 0,-1 0 0,0 0 0,1 0 0,-1-1 0,1 1 0,-1 0 0,0 0 0,1 0 0,-1 0 0,1 0 0,-1 0 0,1 0 0,-1 1 0,0-1 0,1 0 0,-1 0 0,1 0 0,-1 0 0,26 14 0,-20-11 0,4 2 0,1 1 0,0-2 0,0 1 0,1-1 0,-1-1 0,1 0 0,16 1 0,-24-3 0,-1-1 0,0 0 0,0 0 0,1 0 0,-1 0 0,0-1 0,1 1 0,-1-1 0,0 0 0,0 0 0,0 0 0,0 0 0,0-1 0,0 1 0,0-1 0,0 0 0,-1 0 0,1 0 0,0 0 0,-1 0 0,0 0 0,1-1 0,-1 1 0,0-1 0,0 0 0,-1 1 0,1-1 0,-1 0 0,1 0 0,-1 0 0,1-4 0,0 3 7,-1 0-1,0 0 0,0 0 0,-1 0 1,1 0-1,-1 0 0,0-1 1,0 1-1,0 0 0,0 0 1,-1 0-1,0 0 0,0 0 0,0 0 1,0 0-1,-1 0 0,1 1 1,-5-8-1,2 6-141,0-1 0,0 1 0,-1 0 0,0 1 0,0-1 0,0 1 0,0 0 0,-1 0 0,1 1 0,-12-6 0,0 2-6691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24575,'1'13'0,"0"1"0,1-1 0,0 0 0,5 16 0,21 51 0,-23-64 0,23 63 0,46 109 0,-55-150 0,-4-8 0,0 1 0,-2 1 0,14 53 0,-44-106-1365,8 9-5461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31 24575,'-28'-2'0,"-14"-2"0,-4 1 0,-1 1 0,4-3 0,4 1 0,3 0 0,6 1 0,2 1 0,4 1 0,3 1 0,3 0 0,2 0 0,1 0 0,1 0 0,0 0 0,3 1-8191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55 24575,'-16'-5'0,"-28"-10"0,-85-18 0,124 32 0,1 1 0,-1 0 0,0 0 0,0 0 0,1 0 0,-1 0 0,-7 3 0,11-3 0,0 0 0,0 0 0,0 1 0,0-1 0,0 1 0,0-1 0,0 1 0,0-1 0,0 1 0,0 0 0,0-1 0,0 1 0,0 0 0,1 0 0,-1 0 0,0-1 0,0 1 0,1 0 0,-1 0 0,1 0 0,-1 0 0,1 0 0,-1 0 0,1 1 0,0-1 0,-1 0 0,1 0 0,0 0 0,0 0 0,0 0 0,0 0 0,0 0 0,0 1 0,0-1 0,0 0 0,1 1 0,1 5 0,0-1 0,0 0 0,0 0 0,1-1 0,0 1 0,0-1 0,1 1 0,0-1 0,0 0 0,0 0 0,0 0 0,1-1 0,-1 0 0,10 7 0,4 1 0,0 0 0,40 17 0,-43-22 0,1-1 0,22 7 0,-34-12 0,1 0 0,0 0 0,-1 0 0,1-1 0,0 0 0,0 0 0,-1 0 0,1 0 0,0-1 0,0 1 0,-1-1 0,1-1 0,5-1 0,-8 2 0,-1 1 0,0-1 0,1 0 0,-1 0 0,0 0 0,0 0 0,0 0 0,1 0 0,-1-1 0,0 1 0,0 0 0,-1 0 0,1-1 0,0 1 0,0-1 0,-1 1 0,1 0 0,-1-1 0,1 1 0,0-4 0,-1-2 0,1 0 0,-1 1 0,-1-13 0,0 14 0,1 0 0,0 1 0,0-1 0,0 1 0,1-1 0,1-7 0,-2 12 0,0-1 0,0 1 0,0 0 0,0 0 0,0 0 0,0 0 0,0 0 0,0-1 0,0 1 0,0 0 0,0 0 0,0 0 0,0 0 0,1 0 0,-1 0 0,0 0 0,0-1 0,0 1 0,0 0 0,0 0 0,0 0 0,0 0 0,1 0 0,-1 0 0,0 0 0,0 0 0,0 0 0,0 0 0,0 0 0,1 0 0,-1 0 0,0 0 0,0 0 0,0 0 0,0 0 0,0 0 0,1 0 0,5 4 0,4 12 0,-9-14 0,62 90-1365,-55-78-5461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24575,'-2'22'0,"1"0"0,1 0 0,1 0 0,1-1 0,0 1 0,11 38 0,-3-27 0,1-1 0,2 0 0,26 49 0,-11-35 0,40 49 0,-28-41 0,-31-42-1365,-1-3-5461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61 24575,'-15'7'0,"-13"7"0,26-13 0,1 0 0,-1 0 0,1 1 0,-1-1 0,1 0 0,-1 1 0,1-1 0,0 1 0,-1-1 0,1 1 0,0 0 0,-1 2 0,2-3 0,0 0 0,-1 0 0,1 0 0,0 0 0,0 0 0,0 0 0,0 0 0,0 0 0,0 0 0,1 0 0,-1 0 0,0 0 0,0 0 0,1 0 0,-1 0 0,1 0 0,-1 0 0,1 0 0,-1-1 0,1 1 0,-1 0 0,1 0 0,0 0 0,-1-1 0,1 1 0,0 0 0,0-1 0,-1 1 0,1-1 0,1 1 0,4 3 0,0-1 0,0 0 0,8 3 0,-10-5 0,8 4 0,1-1 0,0-1 0,0 0 0,0-1 0,16 1 0,0-2 0,39-4 0,-62 3 0,-1-1 0,1 0 0,0 0 0,-1 0 0,1-1 0,-1 0 0,0 0 0,1-1 0,-1 1 0,8-7 0,-11 8 0,0-1 0,0 1 0,0-1 0,-1 0 0,1 1 0,-1-1 0,1 0 0,-1 0 0,0 0 0,0 0 0,0-1 0,0 1 0,0 0 0,0 0 0,-1-1 0,1 1 0,-1 0 0,0-1 0,1 1 0,-1 0 0,0-1 0,0 1 0,-1-1 0,1 1 0,0 0 0,-1-1 0,1 1 0,-2-3 0,0 0 0,0 0 0,0 0 0,-1 0 0,0 1 0,0-1 0,0 1 0,0 0 0,0 0 0,-1 0 0,0 0 0,0 0 0,0 1 0,-5-3 0,7 4 0,-1 0 0,0 0 0,0 1 0,0-1 0,0 1 0,0 0 0,0 0 0,0 0 0,-1 1 0,1-1 0,0 1 0,0-1 0,-1 1 0,1 0 0,0 0 0,-1 1 0,1-1 0,0 1 0,0-1 0,-1 1 0,1 0 0,-3 2 0,4-2 0,0 0 0,0 0 0,1 0 0,-1 1 0,1-1 0,-1 0 0,1 1 0,0-1 0,-1 1 0,1 0 0,0-1 0,0 1 0,0 0 0,0 0 0,0 0 0,1 0 0,-1 0 0,1 0 0,-1 0 0,1 0 0,0 0 0,-1 0 0,1 0 0,0 0 0,0 0 0,0 0 0,1 0 0,-1 0 0,1 3 0,0 0 0,1 1 0,0 0 0,0-1 0,0 1 0,0-1 0,1 0 0,0 1 0,0-1 0,4 5 0,2 0 9,1 0-1,0-1 1,0 0-1,1-1 1,0 0 0,1 0-1,0-1 1,0-1-1,0 0 1,1 0-1,0-2 1,0 1-1,18 2 1,7 0-380,0-3-1,0 0 1,58-4 0,-82 0-6455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24575,'8'13'0,"0"0"0,0-1 0,1 0 0,0-1 0,1 0 0,21 18 0,-2-6 0,49 31 0,-65-45 0,1-1 0,0-1 0,1 0 0,-1 0 0,24 5 0,-37-11 0,0-1 0,1 1 0,-1-1 0,0 0 0,1 0 0,-1 0 0,0 0 0,1 0 0,-1 0 0,0 0 0,1 0 0,-1 0 0,0-1 0,0 1 0,1 0 0,-1-1 0,0 1 0,0-1 0,1 0 0,-1 1 0,2-2 0,-2 1 0,0-1 0,-1 1 0,1 0 0,0 0 0,-1-1 0,1 1 0,-1 0 0,1-1 0,-1 1 0,1-1 0,-1 1 0,0-1 0,0 1 0,0 0 0,0-1 0,0-2 0,-1-3 0,0 0 0,-1 0 0,1 0 0,-2 0 0,1 0 0,-6-11 0,-9-10 0,13 21 0,0 0 0,0 0 0,0 0 0,-5-14 0,9 21 0,0 0 0,0 0 0,0 0 0,0 0 0,0-1 0,0 1 0,0 0 0,0 0 0,0 0 0,0 0 0,0 0 0,0 0 0,0 0 0,0 0 0,0-1 0,0 1 0,0 0 0,0 0 0,0 0 0,0 0 0,0 0 0,0 0 0,0 0 0,0-1 0,0 1 0,0 0 0,0 0 0,0 0 0,0 0 0,0 0 0,0 0 0,0 0 0,0 0 0,0 0 0,1-1 0,-1 1 0,0 0 0,0 0 0,0 0 0,0 0 0,0 0 0,0 0 0,0 0 0,0 0 0,0 0 0,1 0 0,6 3 0,12 11 0,-13-10 0,9 7 0,77 52 0,-81-56 0,1-1 0,-1-1 0,1 0 0,0 0 0,0-2 0,21 5 0,-31-8 0,1 1 0,-1-1 0,1 0 0,-1 0 0,0 0 0,1 0 0,-1 0 0,1-1 0,-1 1 0,0-1 0,1 0 0,-1 1 0,0-1 0,0 0 0,1 0 0,3-3 0,-5 3 0,0 0 0,0-1 0,0 1 0,0 0 0,0-1 0,0 1 0,0-1 0,-1 1 0,1-1 0,0 1 0,-1-1 0,1 1 0,-1-1 0,0 0 0,1 1 0,-1-1 0,0 0 0,0 1 0,0-1 0,0 0 0,0 1 0,-1-1 0,1 0 0,0 1 0,-1-3 0,-21-45 0,22 49 0,-1 0 0,1 0 0,0 0 0,0 0 0,0 0 0,0-1 0,0 1 0,0 0 0,0 0 0,0 0 0,0 0 0,0 0 0,0 0 0,0 0 0,0 0 0,0 0 0,0 0 0,0-1 0,0 1 0,0 0 0,0 0 0,0 0 0,0 0 0,1 0 0,-1 0 0,0 0 0,0 0 0,0 0 0,0 0 0,0 0 0,0 0 0,0 0 0,0-1 0,0 1 0,0 0 0,0 0 0,0 0 0,0 0 0,0 0 0,1 0 0,-1 0 0,0 0 0,0 0 0,0 0 0,0 0 0,0 0 0,0 0 0,0 0 0,0 0 0,0 0 0,0 0 0,0 0 0,1 0 0,6 2 0,8 6 0,114 74 0,-114-73-1365,-3-1-5461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1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11 24575,'-36'-4'0,"18"1"0,1 1 0,-1 1 0,1 1 0,-1 0 0,-31 5 0,47-5 0,0 1 0,1-1 0,-1 1 0,0-1 0,0 1 0,1 0 0,-1-1 0,1 1 0,-1 0 0,1 0 0,-1 0 0,1 0 0,-1 1 0,1-1 0,0 0 0,-1 0 0,1 1 0,0-1 0,0 1 0,0-1 0,0 1 0,0 1 0,1-1 0,-1 0 0,1-1 0,0 1 0,0-1 0,0 1 0,1 0 0,-1-1 0,0 1 0,1-1 0,-1 1 0,1-1 0,-1 1 0,1-1 0,0 1 0,-1-1 0,1 0 0,0 1 0,0-1 0,0 0 0,0 0 0,0 1 0,0-1 0,1 0 0,1 1 0,2 2 0,-1 0 0,1-1 0,0 0 0,0 0 0,1-1 0,-1 1 0,0-1 0,1 0 0,0-1 0,-1 1 0,1-1 0,6 0 0,-10-1 0,0 1 0,0-1 0,1-1 0,-1 1 0,0 0 0,0 0 0,0-1 0,0 1 0,0-1 0,0 0 0,0 1 0,0-1 0,0 0 0,0 0 0,0-1 0,0 1 0,-1 0 0,1 0 0,0-1 0,-1 1 0,1-1 0,-1 0 0,0 1 0,1-1 0,-1 0 0,0 0 0,0 0 0,0 0 0,0 0 0,-1 0 0,1 0 0,0 0 0,-1 0 0,1-4 0,-1 2 0,1 1 0,0-1 0,0 1 0,0 0 0,0-1 0,3-5 0,-3 9 0,-1-1 0,0 1 0,0-1 0,1 1 0,-1 0 0,1-1 0,-1 1 0,0-1 0,1 1 0,-1 0 0,1 0 0,-1-1 0,1 1 0,-1 0 0,1 0 0,-1 0 0,1-1 0,-1 1 0,1 0 0,-1 0 0,1 0 0,0 0 0,1 1 0,-1-1 0,0 0 0,0 1 0,0-1 0,0 0 0,0 1 0,0-1 0,0 1 0,-1 0 0,1-1 0,0 1 0,0 0 0,1 1 0,16 17 0,19 27 0,-9-10 0,6 4-1365,-27-30-5461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277 103 24575,'-103'-60'0,"85"51"0,0 1 0,-1 1 0,-37-10 0,54 17 0,0-1 0,1 1 0,-1 0 0,0 0 0,1-1 0,-1 1 0,0 0 0,1 1 0,-1-1 0,0 0 0,1 0 0,-1 1 0,0-1 0,1 1 0,-1-1 0,1 1 0,-1 0 0,-2 1 0,3-1 0,0 1 0,0-1 0,0 0 0,0 0 0,0 1 0,1-1 0,-1 0 0,0 1 0,1-1 0,-1 1 0,1-1 0,0 1 0,-1-1 0,1 1 0,0-1 0,0 1 0,0-1 0,0 1 0,0 0 0,1 2 0,0 3 0,1 0 0,0 0 0,0 0 0,0 0 0,1 0 0,0 0 0,1 0 0,0-1 0,4 7 0,6 5 0,26 28 0,-35-41 0,0-1 0,0 0 0,1 0 0,-1 0 0,1 0 0,0-1 0,0 0 0,0 0 0,9 3 0,-13-6 0,-1 1 0,1 0 0,0-1 0,0 1 0,0-1 0,0 0 0,0 0 0,0 0 0,0 0 0,0 0 0,0 0 0,0 0 0,0-1 0,0 1 0,0-1 0,0 1 0,0-1 0,0 0 0,-1 0 0,1 0 0,0 0 0,0 0 0,-1 0 0,1 0 0,-1 0 0,1-1 0,-1 1 0,0-1 0,1 1 0,-1-1 0,0 1 0,0-1 0,0 0 0,1-2 0,3-4 0,-5 17 0,0 2 0,4 27 0,2-1 0,17 66 0,-5-31 0,-11-45 0,-3-12 0,-1-1 0,0 1 0,0 21 0,-2-35 0,-1-1 0,0 1 0,0 0 0,0 0 0,0 0 0,0 0 0,0-1 0,0 1 0,0 0 0,0 0 0,-1 0 0,1-1 0,0 1 0,0 0 0,-1 0 0,1-1 0,-1 1 0,1 0 0,0 0 0,-1-1 0,1 1 0,-1 0 0,0-1 0,1 1 0,-1-1 0,1 1 0,-1-1 0,0 1 0,1-1 0,-1 0 0,0 1 0,0-1 0,1 0 0,-1 1 0,0-1 0,0 0 0,0 0 0,1 0 0,-1 1 0,0-1 0,0 0 0,0 0 0,0 0 0,1-1 0,-3 1 0,-3-2 0,0 1 0,1-1 0,-1-1 0,0 1 0,-5-4 0,7 4 0,-148-85 0,143 81-151,1 0-1,-1 0 0,1-1 0,1-1 1,-1 1-1,1-1 0,0-1 1,-10-17-1,10 14-6674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24575,'1'4'0,"-1"0"0,1 0 0,0 1 0,0-1 0,0 0 0,1 0 0,-1 0 0,1 0 0,0-1 0,3 5 0,26 36 0,-22-34 0,-5-4 0,0-1 0,1 1 0,0-1 0,0-1 0,0 1 0,0-1 0,1 1 0,0-2 0,0 1 0,10 4 0,-15-7 0,0-1 0,-1 0 0,1 0 0,0 0 0,-1 0 0,1 0 0,0 1 0,-1-1 0,1-1 0,0 1 0,-1 0 0,1 0 0,0 0 0,-1 0 0,1 0 0,0-1 0,-1 1 0,1 0 0,0 0 0,-1-1 0,1 1 0,-1-1 0,2 0 0,-2 0 0,1 0 0,0 0 0,0 0 0,0 0 0,-1 0 0,1-1 0,-1 1 0,1 0 0,-1 0 0,1-1 0,-1-1 0,1-4 0,0-1 0,0 0 0,-2-11 0,1 14 0,0 2 0,0-5 0,0 1 0,0-1 0,3-12 0,-3 19 0,0 1 0,0-1 0,0 0 0,1 0 0,-1 0 0,0 0 0,1 0 0,-1 1 0,1-1 0,-1 0 0,1 0 0,-1 0 0,1 1 0,0-1 0,-1 0 0,2 0 0,-1 1 0,0-1 0,-1 1 0,1 0 0,0 0 0,0 0 0,-1 0 0,1 0 0,0 0 0,0 0 0,-1 1 0,1-1 0,0 0 0,-1 0 0,1 0 0,0 1 0,-1-1 0,1 0 0,0 1 0,-1-1 0,1 1 0,-1-1 0,1 0 0,0 1 0,-1 0 0,1 0 0,5 4 12,-1 1 1,0 1-1,-1-1 0,1 1 0,-1-1 1,-1 1-1,5 10 0,10 18-1475,-12-27-5363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24575,'2'5'0,"4"4"0,3 3 0,0 3 0,2 0 0,0 3 0,2 1 0,-2 0 0,0-1 0,-2-1 0,-3-1 0,-2-3-8191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24575,'3'-5'0,"0"1"0,0 3 0,0 7 0,-1 6 0,-1 2 0,-1 2 0,1 0 0,-1-1-8191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24575,'45'82'0,"43"106"0,-31-71 86,11 31-1537,-64-135-5375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206 162 24575,'-17'-28'0,"-9"-8"0,-2 1 0,1 6 0,2 9 0,6 10 0,4 7 0,4 6 0,1 5 0,1 4 0,0 3 0,4 0 0,1-1-8191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24575,'92'96'0,"-91"-94"0,0-1 0,0 1 0,0-1 0,0 0 0,1 0 0,-1 1 0,0-1 0,1 0 0,-1 0 0,1-1 0,0 1 0,-1 0 0,1 0 0,0-1 0,-1 1 0,1-1 0,0 1 0,0-1 0,-1 0 0,1 0 0,0 0 0,0 0 0,-1 0 0,5 0 0,-4-1 0,-1 0 0,1 0 0,0 0 0,-1 0 0,1 0 0,-1-1 0,1 1 0,-1 0 0,1-1 0,-1 1 0,0-1 0,0 0 0,0 1 0,0-1 0,0 0 0,0 0 0,0 1 0,0-1 0,-1 0 0,1 0 0,-1 0 0,1-2 0,1-27 0,-3 27 0,1 1 0,0-1 0,0 1 0,0-1 0,0 0 0,1 1 0,-1-1 0,1 1 0,0-1 0,0 1 0,0 0 0,1-1 0,1-2 0,-3 5 0,1 1 0,-1 0 0,0-1 0,1 1 0,-1 0 0,0 0 0,1-1 0,-1 1 0,1 0 0,-1 0 0,1 0 0,-1-1 0,0 1 0,1 0 0,-1 0 0,1 0 0,-1 0 0,1 0 0,-1 0 0,1 0 0,-1 0 0,0 0 0,1 0 0,-1 0 0,1 0 0,-1 0 0,1 1 0,-1-1 0,1 0 0,-1 0 0,0 0 0,1 1 0,-1-1 0,0 0 0,1 0 0,-1 1 0,1-1 0,-1 0 0,0 1 0,1 0 0,11 16 0,-11-15 0,71 115-1365,-62-102-5461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5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0 511 24575,'6'6'0,"-2"0"0,1 0 0,0 1 0,-1 0 0,-1 0 0,1 0 0,-1 0 0,2 9 0,16 63 0,-18-68 0,6 33 0,-6-26 0,0 0 0,1 0 0,1-1 0,1 1 0,1-1 0,8 16 0,-14-31 0,0-1 0,0 1 0,0 0 0,0-1 0,0 1 0,1-1 0,-1 0 0,0 1 0,1-1 0,-1 0 0,1 0 0,-1 0 0,1 0 0,0 0 0,-1 0 0,1 0 0,0-1 0,-1 1 0,1-1 0,0 1 0,0-1 0,0 0 0,3 1 0,-2-2 0,-1 1 0,1-1 0,-1 0 0,1 0 0,-1 1 0,1-2 0,-1 1 0,0 0 0,1 0 0,-1-1 0,0 1 0,0-1 0,0 0 0,0 0 0,-1 1 0,4-5 0,2-4 0,-1 0 0,0 0 0,0-1 0,-1 1 0,0-1 0,-1-1 0,0 1 0,-1 0 0,-1-1 0,3-17 0,-1-13 0,-3-67 0,-1 83 0,-1-20 0,-9-159 0,8 188 0,0-8 0,-2 1 0,-1 1 0,-12-41 0,6 39 0,0-3 0,-16-54 0,27 82 0,0 0 0,0 0 0,0 0 0,0 0 0,0 0 0,0 0 0,0 0 0,0 0 0,0 0 0,0 1 0,0-1 0,0 0 0,0 0 0,0 0 0,0 0 0,0 0 0,0 0 0,0 0 0,0 0 0,0 0 0,0 0 0,0 0 0,0 0 0,0 0 0,0 0 0,0 0 0,0 0 0,-1 0 0,1 0 0,0 0 0,0 0 0,0 0 0,0 0 0,0 0 0,0 0 0,0 0 0,0 0 0,0 0 0,0 0 0,0 0 0,0 0 0,0 0 0,0 0 0,0 0 0,0 0 0,0 0 0,0 0 0,0 0 0,0 0 0,0 0 0,-1 0 0,1 0 0,0 0 0,0 0 0,0 0 0,0 0 0,0-1 0,0 1 0,0 0 0,0 0 0,0 0 0,0 0 0,-3 8 0,-2 9 0,3 0 0,1 0 0,0 0 0,2-1 0,0 1 0,1 0 0,7 32 0,4-2 0,21 50 0,119 239 0,-149-328 0,0-1 0,1 0 0,0 1 0,0-2 0,1 1 0,-1-1 0,2 0 0,-1 0 0,1 0 0,-1-1 0,2 0 0,-1 0 0,15 6 0,-15-8 0,0 0 0,0-1 0,1 0 0,-1-1 0,1 1 0,0-1 0,-1-1 0,1 0 0,0 0 0,-1 0 0,1-1 0,0 0 0,-1 0 0,1-1 0,12-4 0,-9 1 0,1 0 0,-1 0 0,0-1 0,-1-1 0,0 0 0,0 0 0,0-1 0,-1 0 0,0-1 0,0 0 0,9-13 0,-14 17 0,0-1 0,-1 1 0,0-1 0,0 0 0,0 0 0,-1 0 0,0 0 0,0-1 0,0 1 0,-1-1 0,0 1 0,0-1 0,-1 1 0,0-1 0,0 1 0,0-1 0,-1 1 0,0-1 0,0 1 0,-1-1 0,0 1 0,-5-12 0,3 10 0,0 0 0,-1 0 0,0 0 0,0 1 0,-1-1 0,0 1 0,0 0 0,0 1 0,-1 0 0,0 0 0,-1 0 0,1 1 0,-12-6 0,18 10 0,0 1 0,-1-1 0,1 1 0,0-1 0,-1 1 0,1 0 0,0 0 0,-1-1 0,1 1 0,-1 0 0,1 0 0,0 0 0,-1 0 0,1 1 0,-1-1 0,1 0 0,0 1 0,-1-1 0,1 1 0,0-1 0,0 1 0,-2 0 0,1 1 0,0-1 0,1 1 0,-1 0 0,1-1 0,0 1 0,-1 0 0,1 0 0,0 0 0,0 0 0,0 0 0,1 0 0,-2 4 0,0 4 0,0 0 0,1 0 0,0 0 0,1 0 0,0 12 0,1-10 0,1 0 0,0 0 0,1 0 0,0 0 0,1 0 0,0 0 0,1-1 0,9 17 0,-5-13 0,1-1 0,0 0 0,1-1 0,0 0 0,22 19 0,-13-17 0,0 0 0,0-1 0,1-1 0,1-1 0,0-1 0,1-1 0,0-1 0,40 11 0,59-1-567,-106-17-231,3 0-6028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7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24575,'-5'-2'0,"5"8"0,6 11 0,-6-16 0,20 44 0,2-1 0,31 44 0,-41-68 0,18 28 0,-4-6 0,-1 1 0,27 64 0,-43-77-1365,-7-17-5461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24575,'27'-7'0,"12"-6"0,2 1 0,-6-2 0,-9 0 0,-9 0 0,-8-1 0,-7 1 0,-4-1 0,-5 0 0,-3 0 0,0 3-8191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24575,'41'52'0,"65"110"0,15 69 0,-59-84 0,-54-133-1365,-1-5-5461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24575,'-4'0'0,"-22"0"0,-28 3 0,47-2 0,0 0 0,0 1 0,0-1 0,0 1 0,0 1 0,1-1 0,-1 1 0,1 1 0,-7 3 0,12-6 0,-1 0 0,1 0 0,-1 0 0,1 1 0,0-1 0,0 0 0,-1 1 0,1-1 0,0 0 0,0 1 0,0-1 0,1 1 0,-1 0 0,0-1 0,1 1 0,-1 0 0,1-1 0,-1 1 0,1 0 0,-1 3 0,2-2 0,-1-1 0,0 1 0,1 0 0,0-1 0,0 1 0,0 0 0,0-1 0,0 1 0,0-1 0,0 1 0,1-1 0,1 3 0,4 2 0,-1 1 0,1-1 0,0-1 0,1 1 0,0-1 0,13 8 0,-8-7 0,0 0 0,1-1 0,16 5 0,-24-9 0,0-1 0,0 1 0,0-1 0,0 0 0,0-1 0,0 1 0,0-1 0,0 0 0,0-1 0,10-1 0,-14 1 0,1 1 0,-1-1 0,0 0 0,0 0 0,0 0 0,1 0 0,-1-1 0,0 1 0,-1 0 0,1-1 0,0 0 0,0 1 0,-1-1 0,1 0 0,-1 0 0,1 0 0,1-3 0,-1 2 0,-1-1 0,0 1 0,0 0 0,-1 0 0,1-1 0,-1 1 0,1 0 0,-1-1 0,0 1 0,0 0 0,-1-5 0,-1 0 0,1 0 0,-2 0 0,1 1 0,-1-1 0,0 1 0,0 0 0,-1 0 0,0 0 0,-10-12 0,6 12 0,7 14 0,10 15 0,12 17 0,2-1 0,37 47 0,-52-76-1365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86 106 24575,'1'28'0,"1"-1"0,1 1 0,1-1 0,11 38 0,-3-27 0,2 0 0,26 50 0,-4-17 0,-36-71 0,1 0 0,-1 0 0,0 0 0,0 0 0,0 0 0,0 1 0,0-1 0,0 0 0,0 0 0,0 0 0,0 0 0,1 0 0,-1 0 0,0 0 0,0 0 0,0 0 0,0 1 0,0-1 0,0 0 0,0 0 0,0 0 0,0 0 0,0 0 0,0 0 0,0 0 0,0 1 0,0-1 0,0 0 0,0 0 0,0 0 0,0 0 0,0 0 0,0 0 0,0 1 0,0-1 0,0 0 0,0 0 0,0 0 0,0 0 0,0 0 0,-1 0 0,1 0 0,0 0 0,0 0 0,0 1 0,0-1 0,0 0 0,0 0 0,0 0 0,0 0 0,-1 0 0,-5-5 0,-10-10 0,-10-13 0,0-2 0,2-1 0,-23-41 0,36 55 0,2-2 0,0 1 0,1-1 0,1-1 0,1 1 0,0-1 0,-4-39 0,9 52 0,0-1 0,1 1 0,1-1 0,-1 1 0,1 0 0,0-1 0,1 1 0,0 0 0,0-1 0,6-12 0,-6 17 0,0-1 0,0 0 0,0 1 0,1 0 0,0-1 0,-1 1 0,1 0 0,1 0 0,-1 1 0,0-1 0,0 1 0,1-1 0,0 1 0,-1 0 0,1 1 0,0-1 0,0 1 0,0-1 0,0 1 0,7-1 0,-3 1 0,0 1 0,0 0 0,0 0 0,0 0 0,-1 1 0,1 0 0,0 1 0,0 0 0,12 4 0,-16-4 0,0-1 0,0 1 0,0 0 0,0 0 0,-1 1 0,1-1 0,-1 1 0,0-1 0,1 1 0,-1 0 0,0 1 0,-1-1 0,1 0 0,0 1 0,-1-1 0,0 1 0,0 0 0,0 0 0,1 5 0,-2-7 0,-1 0 0,0 0 0,0 0 0,0 0 0,0 0 0,0 0 0,-1 1 0,1-1 0,-1 0 0,1 0 0,-1 0 0,0 0 0,1 0 0,-1-1 0,0 1 0,0 0 0,-1 0 0,1-1 0,0 1 0,-1 0 0,1-1 0,-1 1 0,1-1 0,-1 0 0,0 1 0,-2 0 0,-4 4 0,-1-1 0,0 0 0,0-1 0,-11 4 0,-3 0-66,-34 6-1,33-8-1165,2-1-5594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 24575,'0'0'0,"0"0"0,0 0 0,0 0 0,0 0 0,0 0 0,0 0 0,0 0 0,0-1 0,0 1 0,0 0 0,0 0 0,0 0 0,0 0 0,0 0 0,0 0 0,0 0 0,0 0 0,0 0 0,0 0 0,0 0 0,0 0 0,0 0 0,0 0 0,0 0 0,0-1 0,0 1 0,0 0 0,0 0 0,0 0 0,0 0 0,0 0 0,0 0 0,0 0 0,0 0 0,0 0 0,0 0 0,0 0 0,0 0 0,0 0 0,0 0 0,0 0 0,0 0 0,0 0 0,0 0 0,-1 0 0,1 0 0,0 0 0,0 0 0,0 0 0,0 0 0,0 0 0,0 0 0,0 0 0,0 0 0,0 0 0,0 0 0,0 0 0,0 0 0,0 0 0,0 0 0,0 0 0,-1 0 0,1 0 0,0 0 0,-3 5 0,-4 9 0,4 8 0,1 1 0,1 0 0,3 28 0,-1-7 0,0-13 0,1 1 0,2-1 0,1 0 0,1 0 0,2 0 0,1-1 0,18 41 0,-19-53 0,0-2 0,1 1 0,1-1 0,1-1 0,0 0 0,1 0 0,1-1 0,0-1 0,22 17 0,-13-13-455,1-2 0,46 23 0,-54-31-6371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24575,'60'-8'0,"-33"4"0,31-6 0,-51 8 0,0 0 0,0-1 0,0 1 0,0-1 0,0-1 0,-1 1 0,1-1 0,-1-1 0,6-4 0,-11 8 0,1 0 0,-1-1 0,1 1 0,-1-1 0,0 1 0,1-1 0,-1 1 0,0-1 0,0 0 0,0 0 0,0 1 0,-1-1 0,1 0 0,0 0 0,-1 0 0,1 0 0,-1 0 0,0 0 0,0 0 0,0 0 0,0 0 0,0 0 0,0 0 0,0 0 0,0 0 0,-1 0 0,1 0 0,-1 0 0,0 0 0,1 1 0,-1-1 0,0 0 0,0 0 0,0 1 0,0-1 0,-1 0 0,1 1 0,0-1 0,-2 0 0,-2-3 0,0 0 0,0 1 0,-1 0 0,1 0 0,-1 0 0,0 1 0,0 0 0,0 0 0,0 0 0,-10-2 0,11 4 0,0 0 0,1 0 0,-1 0 0,0 1 0,0 0 0,0 0 0,0 0 0,0 1 0,0-1 0,1 1 0,-1 0 0,0 1 0,1-1 0,-1 1 0,-7 4 0,9-4 0,0 0 0,0 0 0,1 0 0,-1 0 0,1 1 0,0-1 0,-1 1 0,1 0 0,0 0 0,0-1 0,1 1 0,-1 0 0,1 1 0,-1-1 0,1 0 0,0 0 0,0 1 0,1-1 0,-1 0 0,1 1 0,-1-1 0,1 0 0,0 5 0,1-1 0,0 0 0,1 0 0,-1 0 0,1-1 0,0 1 0,1-1 0,-1 1 0,2-1 0,-1 0 0,0 0 0,1 0 0,5 5 0,-1 0 0,1-1 0,1 0 0,0-1 0,0 0 0,14 9 0,-4-6 0,0 0 0,0-2 0,1 0 0,32 10 0,-37-15 0,1-1 0,0-1 0,0 0 0,0-1 0,0 0 0,28-2 0,-42-1-151,-1 1-1,1 0 0,0-1 0,-1 0 1,1 1-1,-1-1 0,1 0 1,4-3-1,2-3-6674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24575,'0'20'0,"0"0"0,2 0 0,0 0 0,1 0 0,1 0 0,1-1 0,1 1 0,0-1 0,10 18 0,0-6 0,1-2 0,1 0 0,44 51 0,-61-79 0,0 0 0,0 0 0,0 1 0,0-1 0,0 0 0,-1 0 0,1 0 0,0 1 0,-1-1 0,1 0 0,-1 1 0,1 2 0,-1-4 0,0 0 0,0 0 0,0 0 0,0 1 0,0-1 0,0 0 0,0 0 0,0 0 0,0 0 0,0 0 0,0 1 0,-1-1 0,1 0 0,0 0 0,0 0 0,0 0 0,0 0 0,0 0 0,0 1 0,-1-1 0,1 0 0,0 0 0,0 0 0,0 0 0,0 0 0,0 0 0,-1 0 0,1 0 0,0 0 0,0 0 0,0 0 0,0 0 0,-1 0 0,1 0 0,-13-3 0,-3-4 0,1-1 0,0-1 0,-22-16 0,-1-1 0,-6-5-1365,31 23-5461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30 24575,'-3'-10'0,"0"-1"0,0 4 0,0 6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72 24575,'0'0'0,"0"0"0,0 0 0,0 0 0,-1 0 0,1 0 0,0 0 0,0 0 0,0 0 0,0 0 0,0 0 0,0 0 0,0 0 0,0 0 0,0 0 0,0 0 0,0 0 0,0 0 0,0 0 0,0 0 0,-1 0 0,1 0 0,0 0 0,0 0 0,0 0 0,0 0 0,0 0 0,0 0 0,0 0 0,0 1 0,0-1 0,0 0 0,0 0 0,0 0 0,0 0 0,0 0 0,0 0 0,0 0 0,0 0 0,0 0 0,0 0 0,0 0 0,0 0 0,0 0 0,0 0 0,0 1 0,0-1 0,0 0 0,0 0 0,0 0 0,0 0 0,0 0 0,0 0 0,0 0 0,0 0 0,0 0 0,0 0 0,0 0 0,0 0 0,0 0 0,0 0 0,0 0 0,6 7 0,7 4 0,8 6 0,33 19 0,-47-32 0,1 0 0,0 0 0,0-1 0,0 1 0,1-2 0,-1 1 0,1-2 0,12 3 0,-19-4 0,-1 0 0,1 0 0,-1 0 0,1 0 0,0 0 0,-1 0 0,1 0 0,-1-1 0,1 1 0,-1 0 0,0-1 0,1 1 0,-1-1 0,1 0 0,-1 1 0,0-1 0,1 0 0,-1 0 0,0 0 0,0 0 0,0 0 0,0 0 0,0 0 0,0 0 0,0 0 0,0-1 0,0 1 0,0 0 0,-1-1 0,1 1 0,0-1 0,-1 1 0,0 0 0,1-4 0,0 2 0,-1 0 0,0-1 0,0 1 0,0 0 0,-1-1 0,1 1 0,-1 0 0,0 0 0,1 0 0,-1-1 0,-1 1 0,1 0 0,0 0 0,-1 1 0,-3-5 0,-2-4 0,7 7 0,15 11 0,-3 0 0,8 3 0,1-1 0,0-1 0,0-1 0,1-1 0,0-1 0,0-1 0,0 0 0,29 0 0,-43-5 0,1 1 0,-1-1 0,0 0 0,0-1 0,1 0 0,9-4 0,-15 5 0,-1 0 0,1 0 0,0 0 0,-1 0 0,1-1 0,-1 1 0,0-1 0,1 0 0,-1 0 0,0 0 0,0 0 0,0 0 0,0 0 0,0 0 0,-1-1 0,1 1 0,-1-1 0,0 1 0,1-1 0,-1 1 0,1-5 0,-2 5 0,0 0 0,0-1 0,0 1 0,-1 0 0,1 0 0,-1-1 0,1 1 0,-1 0 0,0 0 0,0 0 0,0 0 0,0 0 0,0 0 0,0 0 0,0 0 0,-1 1 0,1-1 0,-4-3 0,-1-1 0,-1 0 0,0 0 0,-10-6 0,2 4-1365,1 1-5461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24575,'25'17'0,"1"0"0,-2 2 0,-1 1 0,0 1 0,27 33 0,-37-38 0,-1 1 0,-1 1 0,0 0 0,-1 0 0,-1 1 0,-1 0 0,-1 0 0,10 38 0,-13-33 0,0 0 0,-1-1 0,-2 1 0,0 0 0,-1 0 0,-5 29 0,3-38 0,-1-1 0,-1 0 0,0 0 0,0 0 0,-1 0 0,-1-1 0,-1 0 0,0 0 0,0 0 0,-1-1 0,-14 15 0,-47 41-1365,56-57-5461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18 24575,'-1'-2'0,"-7"-12"0,6 13 0,1 8 0,34 171 0,-7-45 0,-22-107 0,9 53 0,26 95 0,9-20-1365,-42-137-5461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17 24575,'-1'-2'0,"0"1"0,0 0 0,1 0 0,-1-1 0,-1 1 0,1 0 0,0 0 0,0 0 0,0 0 0,0 0 0,-1 1 0,1-1 0,-1 0 0,-1 0 0,3 1 0,-1-1 0,0 1 0,0 0 0,0 0 0,0 0 0,0 0 0,1 0 0,-1 0 0,0 0 0,0 1 0,0-1 0,0 0 0,1 0 0,-1 1 0,0-1 0,0 0 0,0 1 0,-1 0 0,0 1 0,0 0 0,0 0 0,1 0 0,-1 0 0,0 0 0,1 1 0,-1-1 0,1 1 0,0-1 0,0 1 0,0-1 0,0 1 0,0-1 0,0 5 0,-2 17 0,1 1 0,1-1 0,3 32 0,0-2 0,-2-16 0,2 1 0,1-1 0,3 0 0,1 0 0,21 66 0,-7-48 0,15 49 0,-31-89 0,-1 1 0,-1-1 0,-1 1 0,1 25 0,-3-25-1365,-1-1-5461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 24575,'-77'1'0,"-84"-3"0,109-6-1365,37 5-5461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21 24575,'-10'-5'0,"-6"-1"0,-2-1 0,-1 5 0,0 1 0,1 2 0,-2 1 0,1-1 0,-2 0 0,0 0 0,-2-1 0,-1 1 0,1-1 0,4 0-8191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48 159 24575,'192'-29'0,"-188"28"0,-1 1 0,0-1 0,0 0 0,0 0 0,1 0 0,-1 0 0,0-1 0,0 0 0,-1 1 0,1-1 0,0 0 0,0 0 0,3-5 0,-5 6 0,0-1 0,0 1 0,0-1 0,0 1 0,0-1 0,0 0 0,-1 1 0,1-1 0,-1 0 0,0 0 0,1 0 0,-1 1 0,0-1 0,0 0 0,0 0 0,0 0 0,0 0 0,-1 1 0,1-1 0,0 0 0,-1 0 0,0 1 0,1-1 0,-1 0 0,-1-2 0,0 0 0,0 0 0,0 1 0,0-1 0,-1 1 0,1-1 0,-1 1 0,0 0 0,1 0 0,-2 0 0,1 0 0,0 1 0,0-1 0,-1 1 0,1 0 0,-1 0 0,0 0 0,0 1 0,0-1 0,0 1 0,0 0 0,0 0 0,0 0 0,0 1 0,0-1 0,0 1 0,0 0 0,-1 0 0,1 0 0,0 1 0,0 0 0,-4 0 0,-10 6 0,0-2 0,-29 5 0,41-9 0,0 0 0,0 1 0,1-1 0,-1 1 0,0 0 0,1 1 0,0-1 0,-9 6 0,12-6 0,-1 0 0,1 0 0,0 0 0,-1 0 0,1 0 0,0 0 0,1 1 0,-1-1 0,0 1 0,1 0 0,-1-1 0,1 1 0,0 0 0,0 0 0,0 0 0,0 0 0,0 0 0,0 4 0,0 4 0,1 0 0,0 0 0,0 0 0,1 0 0,0 0 0,5 17 0,-5-23 0,1 0 0,0 0 0,0 0 0,0 0 0,1-1 0,0 1 0,0-1 0,0 1 0,0-1 0,1 0 0,0 0 0,-1-1 0,2 1 0,-1-1 0,7 5 0,20 8 0,0-2 0,1-1 0,1-2 0,41 10 0,-63-18-115,3 1-135,-1-1 0,1 0 0,0-1 0,26 2 0,-26-6-6576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16 24575,'-5'-3'0,"-4"0"0,-3 0 0,-2 0 0,-1 1 0,-1 1 0,0 1 0,-2 2 0,-1 1 0,1 0 0,0 0 0,2 2 0,0-1 0,0 0 0,1-1 0,1-1 0,1-1-8191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24575,'8'5'0,"0"1"0,-1 0 0,0 0 0,0 0 0,0 1 0,-1 0 0,0 1 0,0 0 0,-1-1 0,6 12 0,3 11 0,18 52 0,-6-13 0,-23-63 0,12 28 0,-1-1 0,-2 2 0,14 64 0,-25-98 0,-1 1 0,0 0 0,0 0 0,1 0 0,-1 0 0,0 0 0,0 0 0,-1-1 0,1 1 0,0 0 0,-1 0 0,1 0 0,-1 0 0,0-1 0,1 1 0,-1 0 0,-2 2 0,2-2 0,-1-1 0,1 0 0,-1 0 0,0 0 0,1 0 0,-1 0 0,0 0 0,0-1 0,0 1 0,0 0 0,1-1 0,-1 1 0,0-1 0,0 0 0,0 0 0,0 0 0,-2 0 0,-5 0 0,1 0 0,-1-1 0,1 0 0,0 0 0,-1-1 0,1 0 0,0-1 0,0 1 0,0-2 0,1 1 0,-1-1 0,1 0 0,0 0 0,0-1 0,0 0 0,0-1 0,-9-9 0,15 13 0,0 1 0,0-1 0,0 1 0,0-1 0,0 1 0,0-1 0,0 1 0,0-1 0,1 0 0,-1 1 0,0-1 0,1 0 0,0 0 0,-1 0 0,1 1 0,0-1 0,0 0 0,0 0 0,0 0 0,1-2 0,0 1 0,0 1 0,0 0 0,0 0 0,0 0 0,0 1 0,1-1 0,-1 0 0,1 0 0,-1 1 0,1-1 0,0 1 0,-1-1 0,1 1 0,3-2 0,2-1 0,0 0 0,1 1 0,-1 0 0,1 1 0,0-1 0,0 1 0,0 1 0,9-1 0,-4 1-120,60-7-1125,-60 6-5581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24575,'0'-8'0,"0"0"0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 24575,'0'0'0,"0"0"0,0 0 0,0 0 0,0-1 0,0 1 0,0 0 0,-1 0 0,1 0 0,0 0 0,0 0 0,0-1 0,0 1 0,0 0 0,-1 0 0,1 0 0,0 0 0,0 0 0,0 0 0,0 0 0,-1 0 0,1-1 0,0 1 0,0 0 0,0 0 0,-1 0 0,1 0 0,0 0 0,0 0 0,0 0 0,-1 0 0,1 0 0,0 0 0,0 0 0,0 0 0,0 1 0,-1-1 0,1 0 0,0 0 0,0 0 0,-1 0 0,1 9 0,5 12 0,3-5 0,1-1 0,0 0 0,2 0 0,0-1 0,0-1 0,21 19 0,-23-24 0,0-2 0,0 1 0,0-2 0,1 1 0,0-1 0,0 0 0,0-1 0,17 4 0,-26-7 0,1-1 0,-1 0 0,1 1 0,-1-1 0,1 0 0,-1 0 0,0 0 0,1 0 0,-1 0 0,1-1 0,-1 1 0,1 0 0,-1-1 0,0 1 0,1-1 0,-1 1 0,0-1 0,1 0 0,-1 1 0,2-3 0,-2 2 0,1-1 0,-1 1 0,0-1 0,0 0 0,0 1 0,0-1 0,-1 0 0,1 0 0,0 0 0,-1 1 0,1-1 0,-1 0 0,1-3 0,-1-4 0,0 0 0,0 0 0,-1 0 0,0 0 0,-3-11 0,3 13 0,-4-25 0,5 32 0,0-1 0,0 1 0,0 0 0,0 0 0,0 0 0,0 0 0,0-1 0,0 1 0,0 0 0,0 0 0,0 0 0,0 0 0,0-1 0,0 1 0,0 0 0,1 0 0,-1 0 0,0 0 0,0 0 0,0 0 0,0-1 0,0 1 0,0 0 0,0 0 0,1 0 0,-1 0 0,0 0 0,0 0 0,0 0 0,0 0 0,1 0 0,-1 0 0,0 0 0,0 0 0,0 0 0,0 0 0,1 0 0,-1 0 0,0 0 0,0 0 0,0 0 0,0 0 0,0 0 0,1 0 0,-1 0 0,0 0 0,0 0 0,0 0 0,0 0 0,1 0 0,-1 0 0,0 0 0,0 0 0,0 1 0,0-1 0,0 0 0,0 0 0,1 0 0,-1 0 0,0 0 0,9 8 0,28 28 0,59 54 0,-84-81 0,-1-1 0,1 0 0,1-1 0,-1 0 0,1-1 0,1 0 0,13 4 0,-25-10 0,-1 1 0,1-1 0,-1 1 0,0-1 0,1 0 0,-1 0 0,1 0 0,-1 1 0,1-2 0,-1 1 0,1 0 0,-1 0 0,0 0 0,1-1 0,-1 1 0,1 0 0,-1-1 0,0 0 0,1 1 0,-1-1 0,0 0 0,0 1 0,1-1 0,-1 0 0,1-2 0,0 2 0,-2-1 0,1 0 0,0 0 0,0 1 0,0-1 0,-1 0 0,1 0 0,-1 0 0,1 0 0,-1 0 0,0 0 0,0 0 0,0 1 0,0-1 0,0 0 0,0 0 0,-1 0 0,0-4 0,-6-15-151,-1 1-1,0-1 0,-2 2 0,0-1 1,-1 1-1,-1 1 0,-1 0 1,-17-18-1,20 25-6674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24575,'7'195'0,"-2"-153"0,1-1 0,20 67 0,33 59 0,-14-45 0,-41-108-227,0 0-1,-1 0 1,-1 1-1,0-1 1,-1 22-1,-1-21-6598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24575,'3'34'0,"1"0"0,8 33 0,-2-16 0,56 317 0,-32-211-1365,-30-135-5461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28 24575,'-1'-6'0,"1"3"0,-1 1 0,0-1 0,1 1 0,-1-1 0,0 1 0,-3-4 0,9 43 0,4 7 0,2-1 0,1-1 0,21 47 0,5 14 0,-33-87 0,0 2 0,1 1 0,1-2 0,10 19 0,-11-27-1365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6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24575,'5'0'0,"0"0"0,-5 0 0,-4 0 0,-4 0 0,-3 0 0,-2 0 0,-2 2 0,0 1 0,-3 1 0,-1-2 0,0 0 0,-1-1 0,-1 0 0,2-1 0,4 0-8191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94 24575,'-3'-2'0,"-66"-49"0,58 44 0,-1 0 0,0 0 0,-1 1 0,-13-4 0,23 9 0,0 0 0,0 1 0,0-1 0,0 1 0,0 0 0,-1-1 0,1 2 0,0-1 0,0 0 0,0 1 0,0-1 0,0 1 0,0 0 0,0 0 0,0 0 0,0 0 0,0 0 0,1 1 0,-1 0 0,0-1 0,1 1 0,-1 0 0,-3 4 0,3-3 0,0 1 0,0-1 0,0 1 0,0 0 0,1 0 0,-1 0 0,1 1 0,0-1 0,1 0 0,-1 1 0,1-1 0,-1 1 0,1 0 0,0 8 0,0-8 0,1 0 0,0 0 0,1 0 0,-1 0 0,1 0 0,0 0 0,0-1 0,2 7 0,-2-10 0,0 1 0,0 0 0,0-1 0,0 1 0,0-1 0,1 1 0,-1-1 0,0 1 0,1-1 0,-1 0 0,1 0 0,-1 0 0,1 0 0,0 0 0,-1 0 0,1 0 0,0 0 0,0-1 0,-1 1 0,1-1 0,0 1 0,0-1 0,3 1 0,-1-1 0,1 0 0,-1 0 0,1 0 0,-1-1 0,0 1 0,1-1 0,-1 0 0,0 0 0,0-1 0,0 1 0,0-1 0,0 0 0,0 0 0,6-4 0,-5 2 0,0 0 0,-1 0 0,1 0 0,-1 0 0,-1-1 0,1 0 0,0 0 0,-1 0 0,0 0 0,3-7 0,-6 11 0,1 0 0,-1 0 0,1 0 0,-1 0 0,1 0 0,0 0 0,-1 0 0,1 0 0,0 0 0,0 0 0,-1 0 0,1 0 0,0 0 0,0 0 0,0 1 0,0-1 0,0 0 0,2 0 0,-2 1 0,0 0 0,0 0 0,0 0 0,0 1 0,0-1 0,0 0 0,0 0 0,-1 0 0,1 1 0,0-1 0,0 1 0,0-1 0,0 0 0,0 1 0,0 0 0,-1-1 0,1 1 0,0-1 0,0 1 0,-1 0 0,1 0 0,0-1 0,0 3 0,27 31 0,-12-13 0,30 29 0,-23-27-1365,-15-13-5461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55 24575,'-3'-21'0,"3"21"0,0 0 0,0-1 0,1 1 0,-1 0 0,0-1 0,0 1 0,0 0 0,0 0 0,0-1 0,0 1 0,0 0 0,1 0 0,-1-1 0,0 1 0,0 0 0,0 0 0,1-1 0,-1 1 0,0 0 0,0 0 0,1 0 0,-1 0 0,1-1 0,-1 1 0,1 0 0,-1 0 0,1 0 0,0 0 0,-1 0 0,1 0 0,-1 0 0,1 1 0,0-1 0,-1 0 0,1 0 0,-1 0 0,1 1 0,-1-1 0,1 0 0,0 1 0,15 10 0,-1 1 0,25 25 0,1 1 0,19 21 0,-19-17 0,-39-41 0,-3-4 0,-4-11 0,-12-17 0,2 7 0,0-1 0,2 0 0,1 0 0,-15-49 0,25 64 0,3 12 0,6 17 0,-4-2 0,-1 0 0,-1 0 0,0 0 0,-1 1 0,-1-1 0,-1 0 0,-7 32 0,8-46-195,0 1 0,0-1 0,-1 0 0,1 0 0,-1 1 0,-2 2 0,-4 4-6631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47 24575,'-30'-8'0,"-12"-2"0,-2 1 0,4 1 0,6 3 0,7 1 0,3 2 0,3 2 0,2 0 0,0 2 0,0 2 0,4 0-8191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24575,'26'0'0,"57"-2"0,-72 1 0,-1 0 0,0-1 0,1 0 0,-1-1 0,17-7 0,-25 9 0,0 0 0,1 0 0,-1 0 0,0-1 0,0 1 0,0-1 0,-1 1 0,1-1 0,0 0 0,0 0 0,-1 0 0,1 0 0,-1 0 0,0 0 0,0 0 0,0-1 0,0 1 0,0 0 0,0-1 0,0 1 0,-1 0 0,1-1 0,-1 1 0,0-1 0,0-3 0,0 3 0,0 0 0,0-1 0,-1 1 0,0 0 0,0 0 0,0-1 0,0 1 0,0 0 0,0 0 0,-1 0 0,1 0 0,-1 0 0,0 1 0,0-1 0,0 0 0,-1 1 0,1 0 0,-4-4 0,0 1 0,0 0 0,-1 1 0,0-1 0,0 1 0,0 1 0,0-1 0,0 1 0,-1 1 0,1-1 0,-1 1 0,0 0 0,1 1 0,-1 0 0,0 0 0,0 1 0,-11 0 0,16 1 0,1 0 0,-1-1 0,0 1 0,1 0 0,-1 0 0,0 0 0,1 1 0,-1-1 0,1 0 0,0 1 0,-1 0 0,1 0 0,0-1 0,0 1 0,0 1 0,0-1 0,0 0 0,1 0 0,-1 1 0,1-1 0,0 1 0,-1-1 0,1 1 0,0-1 0,0 1 0,0 4 0,-1-2 0,1 0 0,1 0 0,-1 0 0,1 0 0,0 0 0,0 0 0,0 0 0,1 1 0,-1-1 0,1 0 0,0 0 0,1-1 0,3 10 0,0-6 6,-1 0-1,2 0 1,-1-1-1,1 0 1,0 0-1,0 0 1,1-1-1,0 0 1,0 0-1,1-1 1,-1 0-1,1 0 0,0-1 1,1 0-1,-1 0 1,1-1-1,-1 0 1,16 2-1,9 1-264,1-2-1,0-1 0,55-3 0,-67 0-170,-8 0-6396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24575,'11'45'0,"1"0"0,3-1 0,1 0 0,32 60 0,-14-44 0,2-1 0,59 72 0,-92-127 0,10 14 0,-13-17 0,1-1 0,-1 1 0,1 0 0,-1-1 0,0 1 0,1 0 0,-1 0 0,0-1 0,0 1 0,1 0 0,-1 0 0,0-1 0,0 1 0,0 0 0,0 0 0,0 0 0,0-1 0,0 1 0,0 0 0,-1 1 0,1-1 0,0-1 0,-1 0 0,1 1 0,0-1 0,-1 0 0,1 0 0,0 0 0,-1 1 0,1-1 0,0 0 0,-1 0 0,1 0 0,-1 0 0,1 0 0,0 0 0,-1 0 0,1 0 0,-1 0 0,1 0 0,0 0 0,-1 0 0,1 0 0,-1 0 0,1 0 0,0 0 0,-1 0 0,1 0 0,0 0 0,-1-1 0,1 1 0,-1 0 0,-14-8 0,12 6 0,-36-20 0,-45-27 0,74 42 0,0-1 0,0 0 0,1 0 0,0-1 0,-12-15 0,19 22 0,0 0 0,1-1 0,-1 1 0,1 0 0,0-1 0,0 1 0,0 0 0,0-1 0,0 0 0,0 1 0,1-1 0,-1 1 0,1-1 0,0 0 0,0 1 0,0-1 0,1-5 0,-1 6 0,1 0 0,0 0 0,0 0 0,0 0 0,0 0 0,0 1 0,0-1 0,1 0 0,-1 1 0,1-1 0,-1 1 0,1-1 0,-1 1 0,1-1 0,0 1 0,0 0 0,-1 0 0,1 0 0,0 0 0,0 0 0,0 1 0,4-2 0,39-10-1365,-32 9-5461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0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39 24575,'-2'-13'0,"-1"-1"0,-1 4 0,2 9 0,0 7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24575,'1'1'0,"-1"-1"0,0 1 0,0 0 0,1 0 0,-1 0 0,0-1 0,1 1 0,-1 0 0,1-1 0,-1 1 0,1 0 0,-1-1 0,1 1 0,-1-1 0,1 1 0,0-1 0,1 2 0,14 8 0,-12-8 0,11 7 0,1-1 0,0-1 0,29 10 0,-34-14 0,0-1 0,0 0 0,0-1 0,0 0 0,0 0 0,1-1 0,11-2 0,-22 2 0,0 0 0,1 0 0,-1 0 0,0 0 0,0 0 0,0-1 0,0 1 0,1 0 0,-1-1 0,0 1 0,0-1 0,0 1 0,0-1 0,0 0 0,0 1 0,0-1 0,0 0 0,0 0 0,0 0 0,-1 0 0,1 0 0,0 1 0,-1-2 0,1 1 0,0 0 0,-1 0 0,1 0 0,-1 0 0,0 0 0,1 0 0,-1 0 0,0-1 0,0 1 0,1 0 0,-1 0 0,0-2 0,-1-3 0,0 0 0,0 0 0,0 0 0,-1 1 0,-4-11 0,5 14 0,1 1 0,1 1 0,-1 0 0,0 0 0,1 0 0,-1 0 0,0 0 0,1 0 0,-1 0 0,0 0 0,1 0 0,-1 0 0,0 0 0,1 0 0,-1 0 0,0 0 0,1 0 0,-1 0 0,0 0 0,1 0 0,-1 0 0,0 0 0,1 0 0,-1 1 0,0-1 0,1 0 0,-1 0 0,0 0 0,0 1 0,1-1 0,-1 1 0,15 6 0,56 29 0,-62-32 0,0-1 0,1 0 0,-1-1 0,1 0 0,0-1 0,10 1 0,-15-1 0,0-1 0,1 0 0,-1-1 0,1 1 0,-1-1 0,1 0 0,7-2 0,-12 2 0,1 0 0,0 0 0,-1 0 0,1 0 0,-1 0 0,1 0 0,-1 0 0,1-1 0,-1 1 0,0 0 0,0-1 0,0 1 0,0-1 0,0 1 0,0-1 0,0 0 0,0 1 0,0-1 0,-1 0 0,1 0 0,-1 0 0,1 1 0,-1-1 0,0 0 0,0-2 0,2-12 60,-3-28 0,1 38-246,-1 0 1,1 0-1,-2 0 0,1 0 1,-1 0-1,0 0 1,-4-8-1,0 4-6640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2806 16 24575,'-2'-1'0,"0"-1"0,0 1 0,0 0 0,0-1 0,0 1 0,0 0 0,-1 0 0,1 1 0,0-1 0,-1 0 0,1 1 0,-4-1 0,-32-1 0,27 2 0,-15-1 0,-148 3 0,150 1 0,-32 8 0,35-6 0,-1-1 0,-29 2 0,-278-18 0,256 7 0,-174-8 0,74 22 0,35-2 0,-11 1 0,72-2 0,-104-5 0,82-2 0,-166 1 0,250 1 0,0 0 0,-16 5 0,15-3 0,-25 1 0,-35 3 0,49-3 0,-33 0 0,51-4 0,-48 0 0,-74 8 0,123-6-88,-21 1-337,1 2-1,-36 11 0,52-12-6400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24575,'0'-1'0,"0"1"0,0 0 0,0-1 0,0 1 0,0-1 0,-1 1 0,1-1 0,0 1 0,0 0 0,0-1 0,-1 1 0,1 0 0,0-1 0,-1 1 0,1 0 0,0-1 0,-1 1 0,1 0 0,0 0 0,-1-1 0,1 1 0,-1 0 0,1 0 0,0 0 0,-1 0 0,0-1 0,1 2 0,0-1 0,-1 0 0,1 1 0,-1-1 0,1 1 0,0-1 0,0 0 0,-1 1 0,1-1 0,0 1 0,0-1 0,-1 1 0,1-1 0,0 1 0,0-1 0,0 1 0,0 0 0,-3 28 0,3-29 0,1 21 0,0 0 0,1 0 0,1 0 0,1-1 0,7 24 0,41 98 0,-36-104 0,-11-24-62,-4-11-69,0 0 1,0 1 0,0-1 0,0 0-1,1 0 1,0 0 0,-1 0-1,1 0 1,3 4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24575,'-2'0'0,"-4"0"0,-3 0 0,-3 0 0,-1 2 0,-2 2 0,-2-1 0,-2 2 0,0 0 0,1-1 0,4 0-8191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54 24575,'-3'-4'0,"0"-1"0,0 1 0,-1-1 0,1 1 0,-1 0 0,0 1 0,-1-1 0,1 1 0,-1 0 0,-7-5 0,9 7 0,0 0 0,-1 0 0,1 0 0,0 0 0,-1 1 0,1-1 0,0 1 0,-1 0 0,1 0 0,-1 0 0,1 0 0,0 0 0,-1 1 0,1 0 0,0 0 0,-1 0 0,1 0 0,-4 2 0,-24 10 0,17-8 0,-24 13 0,36-16 0,-1-1 0,1 0 0,0 1 0,0 0 0,0-1 0,0 1 0,0 0 0,0 0 0,1 0 0,-1 0 0,1 1 0,-1-1 0,1 0 0,0 1 0,0-1 0,0 1 0,0-1 0,0 1 0,1-1 0,-1 1 0,1-1 0,-1 1 0,1 0 0,0-1 0,1 5 0,-1-4 0,1 1 0,0-1 0,0 0 0,0 1 0,0-1 0,0 0 0,1 0 0,0 0 0,0 0 0,-1 0 0,2 0 0,-1 0 0,0-1 0,1 1 0,-1-1 0,1 1 0,-1-1 0,6 3 0,8 5 0,1-1 0,29 12 0,-38-18 0,1 0 0,-1-1 0,1 0 0,0 0 0,0-1 0,0 0 0,17-1 0,-24-1 0,1 1 0,-1 0 0,1-1 0,-1 0 0,0 1 0,0-1 0,1 0 0,-1 0 0,0 0 0,0 0 0,0-1 0,0 1 0,0-1 0,0 1 0,0-1 0,0 0 0,-1 1 0,2-3 0,0 0 0,-1 0 0,1 0 0,-1-1 0,0 1 0,-1 0 0,1-1 0,-1 1 0,1-6 0,1 7 0,1 7 0,6 10 0,-7-9 0,11 13-273,1 0 0,0-1 0,1-1 0,30 23 0,-36-32-6553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87 24575,'11'-6'0,"1"1"0,0 1 0,-1 0 0,2 1 0,-1 0 0,0 1 0,1 0 0,-1 1 0,13 0 0,-21 1 0,0 0 0,-1 0 0,1-1 0,0 0 0,5-1 0,-8 2 0,-1 0 0,1-1 0,-1 1 0,0 0 0,1 0 0,-1 0 0,0 0 0,1-1 0,-1 1 0,0 0 0,1 0 0,-1-1 0,0 1 0,0 0 0,1-1 0,-1 1 0,0 0 0,0-1 0,0 1 0,1 0 0,-1-1 0,0 1 0,0 0 0,0-1 0,0 0 0,0 0 0,0 0 0,-1 1 0,1-1 0,0 0 0,-1 0 0,1 1 0,0-1 0,-1 0 0,1 1 0,-1-1 0,1 1 0,-1-1 0,0 0 0,1 1 0,-1-1 0,-1 0 0,-3-3 0,-1 0 0,0 1 0,0-1 0,-1 1 0,1 1 0,-1-1 0,1 1 0,-1 0 0,0 1 0,0-1 0,0 1 0,1 1 0,-1-1 0,0 1 0,0 0 0,-14 3 0,16-2 0,0 2 0,0-1 0,0 0 0,0 1 0,0 0 0,0 0 0,1 1 0,-1-1 0,1 1 0,0 0 0,0 0 0,0 0 0,1 1 0,-5 5 0,6-6 0,-1 0 0,1 0 0,0 0 0,0 1 0,0-1 0,1 0 0,-1 1 0,1-1 0,0 1 0,1-1 0,-1 1 0,1 0 0,0-1 0,0 1 0,0 0 0,0-1 0,3 9 0,-2-10 0,0 0 0,1 1 0,0-1 0,0 0 0,0 0 0,0 0 0,0 0 0,1 0 0,-1-1 0,1 1 0,0-1 0,0 1 0,0-1 0,0 0 0,4 2 0,7 3 0,-1-1 0,21 6 0,-24-8 0,18 4 0,0-2 0,0 0 0,1-2 0,0-1 0,49-1 0,-49-5-1365,-19-1-5461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10 24575,'-13'-3'0,"-6"0"0,-3-1 0,3 4 0,2 2 0,1 2 0,1 2 0,0-1 0,1 1 0,2 0-8191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24575,'-1'0'0,"-1"0"0,1 0 0,0 0 0,0 1 0,-1-1 0,1 0 0,0 1 0,0-1 0,0 1 0,0 0 0,-1-1 0,1 1 0,0 0 0,0 0 0,1 0 0,-1-1 0,0 1 0,0 0 0,0 0 0,0 0 0,1 1 0,-1-1 0,1 0 0,-1 0 0,1 0 0,-1 0 0,1 1 0,-1-1 0,1 0 0,0 0 0,0 1 0,0-1 0,0 2 0,-1 4 0,1-1 0,0 1 0,0-1 0,1 1 0,1 8 0,6 15 0,1 0 0,2-1 0,1-1 0,28 52 0,-32-66 0,-3-7 0,-1 1 0,1-1 0,-2 1 0,1 0 0,-1 0 0,0 0 0,2 16 0,-4-23 0,-1-1 0,0 1 0,0 0 0,0 0 0,0-1 0,-1 1 0,1 0 0,0-1 0,0 1 0,0 0 0,0-1 0,-1 1 0,1 0 0,0-1 0,-1 1 0,1 0 0,0-1 0,-1 1 0,1-1 0,-1 1 0,1-1 0,-1 1 0,1-1 0,-1 1 0,0-1 0,-1 1 0,1-1 0,0 1 0,0-1 0,0 0 0,-1 0 0,1 1 0,0-1 0,-1 0 0,1 0 0,0-1 0,0 1 0,-3 0 0,-1-2 0,1 1 0,0 0 0,0-1 0,-1 0 0,1 0 0,-6-4 0,5 1-85,0 0 0,1 0-1,0 0 1,0 0 0,0-1-1,1 0 1,0 0 0,0 0-1,0 0 1,1 0 0,0 0-1,0 0 1,1-1 0,-1 1-1,0-13 1,2 7-6741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24575,'2'-12'0,"2"-3"0,-1 5 0,2 4 0,0 5 0,-1 6 0,0 4 0,-2 0-8191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8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34 24575,'-1'-1'0,"1"1"0,-1-1 0,1 1 0,-1 0 0,1 0 0,-1-1 0,0 1 0,1 0 0,-1 0 0,1 0 0,-1-1 0,0 1 0,1 0 0,-1 0 0,0 0 0,1 0 0,-1 0 0,0 0 0,1 1 0,-1-1 0,1 0 0,-1 0 0,-1 1 0,2-1 0,0 1 0,-1-1 0,1 1 0,0-1 0,-1 1 0,1-1 0,0 1 0,0-1 0,0 1 0,0 0 0,-1-1 0,1 1 0,0-1 0,0 1 0,0 0 0,0-1 0,0 1 0,0-1 0,1 2 0,0 2 0,0 0 0,0 0 0,0 0 0,0 0 0,1-1 0,2 5 0,3 1 0,-1 1 0,1-2 0,1 1 0,0-1 0,0-1 0,0 1 0,1-1 0,12 7 0,-16-11 0,1 0 0,-1-1 0,1 0 0,0 0 0,0 0 0,-1-1 0,1 1 0,8-1 0,-12 0 0,0-1 0,-1 0 0,1 0 0,0-1 0,-1 1 0,1 0 0,0-1 0,-1 1 0,1-1 0,0 1 0,-1-1 0,1 0 0,-1 1 0,1-1 0,-1 0 0,0 0 0,1 0 0,-1 0 0,0-1 0,0 1 0,0 0 0,1 0 0,-1-1 0,0 1 0,-1-1 0,1 1 0,0-1 0,0 1 0,-1-1 0,1 1 0,-1-1 0,1 0 0,-1-1 0,1-1 0,-1 1 0,0-1 0,0 1 0,0-1 0,0 0 0,0 1 0,-2-4 0,0-10 0,2 17 0,0 0 0,0-1 0,0 1 0,0 0 0,0 0 0,0-1 0,0 1 0,0 0 0,0 0 0,1-1 0,-1 1 0,0 0 0,0 0 0,0 0 0,0-1 0,1 1 0,-1 0 0,0 0 0,0 0 0,0 0 0,0 0 0,1-1 0,-1 1 0,0 0 0,0 0 0,1 0 0,-1 0 0,0 0 0,0 0 0,1 0 0,-1 0 0,0 0 0,0 0 0,1 0 0,-1 0 0,0 0 0,0 0 0,1 0 0,-1 0 0,0 0 0,0 0 0,1 0 0,-1 0 0,0 0 0,0 0 0,0 1 0,1-1 0,-1 0 0,0 0 0,0 0 0,0 0 0,1 0 0,-1 1 0,18 9 0,-13-8 0,7 4 0,-1 0 0,1-1 0,1 0 0,-1-2 0,0 1 0,1-1 0,0-1 0,24 2 0,-35-5 4,0 1 0,1 0-1,-1-1 1,1 1 0,-1-1 0,0 1-1,1-1 1,-1 0 0,0 0 0,0 0-1,0-1 1,0 1 0,0 0 0,0-1-1,0 1 1,0-1 0,-1 0 0,1 0-1,0 0 1,-1 1 0,1-1 0,-1 0-1,0-1 1,0 1 0,0 0 0,0 0-1,0-1 1,0 1 0,-1 0 0,1-1-1,-1-2 1,1 1-97,0-1 0,-1 1 1,0-1-1,0 1 0,0-1 0,-1 1 0,0-1 0,1 1 1,-2-1-1,1 1 0,0 0 0,-1-1 0,0 1 1,0 0-1,-4-7 0,-2 2-6733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24575,'-2'-6'0,"-1"0"0,1 1 0,1-1 0,-2-10 0,1 5 0,9 66 0,6 9 0,25 69 0,4 20 0,-36-129 0,-2 1 0,-1 0 0,1 34 0,-4-24 0,-1-3 0,1-24 0,0-9 0,0-24 0,-2 0 0,-1 0 0,-1 0 0,-8-27 0,0 13 0,-31-68 0,39 98-67,-42-99 263,41 93-445,0 0 0,2 0 0,-1 0 0,2 0 0,-1-23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52 24575,'-1'-13'0,"1"9"0,-1 0 0,1 1 0,-1-1 0,0 0 0,0 0 0,0 1 0,0-1 0,-3-4 0,0 31 0,3 17 0,2 0 0,1 0 0,3-1 0,1 1 0,1-1 0,3 0 0,16 43 0,-20-62 0,-4-15 0,-1 1 0,1-1 0,0 0 0,0 0 0,0 0 0,1 0 0,5 8 0,-7-13 0,-1 0 0,0 0 0,0 0 0,0 0 0,0 0 0,0 0 0,1 0 0,-1 0 0,0 0 0,0 0 0,0 0 0,0 0 0,0 0 0,0 0 0,1 0 0,-1 0 0,0 0 0,0 0 0,0 0 0,0 0 0,0 0 0,1 0 0,-1 0 0,0 0 0,0 0 0,0 0 0,0 0 0,0 0 0,0 0 0,0-1 0,1 1 0,-1 0 0,0 0 0,0 0 0,0 0 0,0 0 0,0 0 0,0 0 0,0-1 0,0 1 0,0 0 0,0 0 0,0 0 0,0 0 0,0 0 0,0-1 0,0 1 0,0 0 0,0 0 0,0 0 0,0 0 0,0 0 0,0-1 0,0 1 0,0 0 0,0 0 0,0 0 0,1-10 0,-4-14 0,-9-38 0,2 15 0,-8-25-1365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3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149 132 24575,'0'-1'0,"-7"-26"0,7 26 0,-1-1 0,0 1 0,1-1 0,-1 1 0,0-1 0,1 1 0,-1 0 0,0-1 0,0 1 0,0 0 0,0 0 0,-1 0 0,-1-2 0,3 3 0,-1 0 0,1-1 0,-1 1 0,1 0 0,-1 0 0,1 0 0,-1 0 0,1 0 0,-1 0 0,1 0 0,-1 1 0,0-1 0,1 0 0,0 0 0,-1 0 0,1 0 0,-1 1 0,1-1 0,-1 0 0,1 0 0,-1 1 0,1-1 0,0 0 0,-1 1 0,1-1 0,-1 0 0,1 1 0,0-1 0,0 1 0,-1-1 0,1 1 0,0-1 0,0 1 0,-1-1 0,1 0 0,0 1 0,0-1 0,0 1 0,0 0 0,0 0 0,-6 23 0,3 12 0,2 72 0,2-58 0,1-30 0,0-1 0,1 0 0,8 29 0,-2-8 0,-4-28 0,-4-11 0,-1-1 0,0 0 0,0 0 0,0 0 0,0 0 0,0 0 0,1 0 0,-1 0 0,0 0 0,0 0 0,0 0 0,0 0 0,0 0 0,1 0 0,-1 0 0,0 0 0,0 0 0,0 0 0,0 0 0,1 0 0,-1 0 0,0-1 0,0 1 0,0 0 0,0 0 0,0 0 0,0 0 0,1 0 0,-1 0 0,0 0 0,0 0 0,0-1 0,0 1 0,0 0 0,0 0 0,0 0 0,0 0 0,0 0 0,0 0 0,1-1 0,0-1 0,0-1 0,0 1 0,0-1 0,-1 0 0,1 1 0,0-7 0,0-1 0,-1-1 0,-1 0 0,0 1 0,-5-22 0,-15-43 0,12 49 0,-72-200 0,78 218 0,-1-1 0,-7-12 0,6 16 0,1 8 0,2 12 0,5 40 0,2-1 0,15 67 0,-15-91 0,70 249 0,-68-253 0,-5-16 0,1-1 0,0 1 0,5 11 0,-10-29 0,-1 1 0,1-1 0,1 0 0,0 1 0,-1-13 0,-2-8 0,-13-80 0,-26-131 0,39 220 0,4 14 0,-1 1 0,0-1 0,0 0 0,0 1 0,0-1 0,-1 1 0,0-1 0,0 1 0,-5-8 0,7 12 0,0 0 0,0 0 0,-1 0 0,1 0 0,0 0 0,0 0 0,-1 0 0,1 0 0,0 0 0,0 1 0,-1-1 0,1 0 0,0 0 0,0 0 0,-1 0 0,1 0 0,0 0 0,0 1 0,0-1 0,-1 0 0,1 0 0,0 0 0,0 0 0,0 1 0,0-1 0,-1 0 0,1 0 0,0 1 0,0-1 0,0 0 0,0 0 0,0 1 0,0-1 0,0 0 0,0 0 0,0 1 0,0-1 0,0 1 0,-5 11 0,1 10 0,1 1 0,1 0 0,1 0 0,1 0 0,1 0 0,1 0 0,5 27 0,-1-24 0,1-1 0,1-1 0,2 1 0,14 28 0,58 87 0,-32-73 0,-31-43 0,20 34 0,-38-57-57,0 1 0,0-1 1,-1 0-1,1 0 0,0 1 0,-1-1 0,1 0 0,-1 1 0,1-1 0,-1 0 1,1 1-1,-1-1 0,0 1 0,0-1 0,0 1 0,0-1 0,0 0 0,0 1 0,0-1 1,-1 1-1,1-1 0,0 1 0,-1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63 24575,'-3'-12'0,"-6"-17"0,9 27 0,-1 1 0,1-1 0,-1 1 0,0-1 0,1 1 0,-1-1 0,0 1 0,0 0 0,0 0 0,0-1 0,0 1 0,-1 0 0,-1-2 0,3 3 0,0 0 0,-1 0 0,1 0 0,0 0 0,0 0 0,0 0 0,-1 0 0,1 0 0,0 0 0,0 0 0,-1 0 0,1 0 0,0 0 0,0 0 0,0 0 0,-1 0 0,1 0 0,0 0 0,0 0 0,-1 0 0,1 0 0,0 0 0,0 1 0,0-1 0,-1 0 0,1 0 0,0 0 0,0 0 0,0 0 0,0 1 0,-1-1 0,1 0 0,0 0 0,-5 11 0,1 13 0,4-23 0,-2 24 0,1 0 0,2 0 0,3 25 0,16 75 0,-12-85 0,2 0 0,1-1 0,2 0 0,2-1 0,2-1 0,35 60 0,-52-97 0,1 1 0,-1-1 0,0 1 0,1 0 0,-1-1 0,0 1 0,1-1 0,-1 0 0,1 1 0,-1-1 0,1 1 0,-1-1 0,1 0 0,-1 1 0,1-1 0,1 1 0,-2-1 0,0 0 0,1 0 0,-1-1 0,0 1 0,0 0 0,0 0 0,1 0 0,-1 0 0,0 0 0,0 0 0,0-1 0,1 1 0,-1 0 0,0 0 0,0 0 0,0-1 0,0 1 0,0 0 0,0 0 0,1-1 0,-1 1 0,0 0 0,0 0 0,0 0 0,0-1 0,0 1 0,0 0 0,0-1 0,1-23 0,-7-24 0,-1 0 0,-19-63 0,-38-91 0,37 123 0,23 69 0,1 13 0,3 18 0,0-18 0,2 48 0,3 1 0,2-1 0,2 0 0,2-1 0,21 58 0,-1-34 115,1 3-1595,-27-62-5346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24575,'0'2'0,"3"120"0,-1-92 0,2-1 0,9 40 0,99 299 0,-107-346 120,-5-22-125,0 0 0,0 1 0,1-1-1,-1 0 1,0 0 0,0 0 0,0 0 0,0 1 0,0-1-1,-1 0 1,1 0 0,0 0 0,0 0 0,0 0 0,0 1 0,0-1-1,0 0 1,0 0 0,0 0 0,0 0 0,0 0 0,0 0-1,0 1 1,0-1 0,-1 0 0,1 0 0,0 0 0,0 0 0,0 0-1,0 0 1,0 0 0,0 0 0,-1 0 0,1 0 0,0 1-1,0-1 1,0 0 0,-1 0 0,-9-7-1279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09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38 24575,'-8'0'0,"1"-1"0,-15-3 0,16 3 0,0 0 0,1 0 0,-1 0 0,0 1 0,0 0 0,-10 1 0,-73 10 0,78-10 0,1-1 0,-1 0 0,1-1 0,-1 0 0,1-1 0,-16-4 0,19 3 3,0 0 1,0 0-1,-6-6 0,0 2-1381,2 1-5448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10.4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46 24575,'1'-2'0,"0"-1"0,1 0 0,-1 1 0,1-1 0,-1 1 0,1 0 0,0-1 0,0 1 0,0 0 0,0 0 0,0 0 0,1 0 0,3-2 0,1-2 0,-7 6 0,0 0 0,1 0 0,-1 0 0,0 0 0,0 0 0,0 0 0,0 0 0,0 0 0,0 0 0,0 0 0,0 0 0,0 0 0,0 0 0,0 0 0,0 0 0,0 0 0,1 0 0,-1-1 0,0 1 0,0 0 0,0 0 0,0 0 0,0 0 0,0 0 0,0 0 0,0 0 0,0 0 0,0 0 0,0 0 0,0-1 0,0 1 0,0 0 0,0 0 0,0 0 0,0 0 0,0 0 0,0 0 0,0 0 0,0 0 0,0 0 0,-1 0 0,1-1 0,0 1 0,0 0 0,0 0 0,0 0 0,0 0 0,0 0 0,0 0 0,0 0 0,0 0 0,0 0 0,0 0 0,0 0 0,0 0 0,-1 0 0,1 0 0,0 0 0,0 0 0,0 0 0,0 0 0,0 0 0,-10-2 0,-12 2 0,-12 0 0,1 0 0,1 2 0,-37 6 0,58-6-151,0 0-1,0-1 0,-1 0 0,1-1 1,0 0-1,-1-1 0,1 0 1,-22-6-1,23 4-6674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11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16 146 24575,'-3'-10'0,"1"7"0,3 4 0,4 22 0,67 264 0,-38-163 0,-33-120 0,9 40 0,-9-40 0,-1 0 0,1 0 0,-1-1 0,0 1 0,0 0 0,0 0 0,-1-1 0,0 1 0,0 4 0,1-8 0,0 0 0,0 1 0,0-1 0,-1 0 0,1 0 0,0 0 0,0 0 0,0 0 0,0 0 0,0 1 0,0-1 0,0 0 0,0 0 0,0 0 0,0 0 0,0 0 0,0 0 0,0 0 0,0 0 0,-1 0 0,1 0 0,0 1 0,0-1 0,0 0 0,0 0 0,0 0 0,0 0 0,0 0 0,-1 0 0,1 0 0,0 0 0,0 0 0,0 0 0,0 0 0,0 0 0,0 0 0,-1 0 0,1 0 0,0 0 0,0 0 0,0 0 0,0 0 0,0 0 0,0 0 0,0 0 0,-1 0 0,1 0 0,0-1 0,-5-6 0,-3-11 0,-9-33 0,-15-89 0,4-58 0,15 99 0,11 87 0,-20-123 0,21 203 0,2-11 0,1 0 0,21 112 0,-19-148 0,3 13 0,2 0 0,1-1 0,15 34 0,-22-61 0,-1-7 0,1-11 0,-4-20 0,-45-258 0,24 169 0,20 96 0,-1 5 0,3 38 0,3 45 36,18 109 0,29 61-542,-31-153-425,-13-54-5895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28.8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746 0 24575,'-2'1'0,"0"0"0,0-1 0,0 1 0,0 0 0,0 0 0,0 1 0,0-1 0,0 0 0,0 1 0,-2 2 0,-3 1 0,-71 52 0,-89 59 0,-28 2 0,161-99 0,-1-1 0,-1-2 0,0-1 0,-62 15 0,68-26 0,25-4 0,23 2 0,41 4 0,24 1 0,75 1 0,52 0 0,-52-9-1365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29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27 24575,'-6'-26'0,"18"46"0,165 345 0,-158-327 0,18 57 0,-30-72 0,0 0 0,-2 0 0,4 49 0,-8-69 0,-1 1 0,0-1 0,-1 1 0,1 0 0,0-1 0,-1 1 0,-1 3 0,1-6 0,1 0 0,0 0 0,0-1 0,-1 1 0,1-1 0,-1 1 0,1 0 0,-1-1 0,1 1 0,-1-1 0,1 1 0,-1-1 0,1 1 0,-1-1 0,0 1 0,1-1 0,-1 0 0,1 1 0,-1-1 0,0 0 0,0 0 0,1 1 0,-1-1 0,0 0 0,1 0 0,-1 0 0,0 0 0,0 0 0,1 0 0,-1 0 0,0 0 0,0 0 0,1 0 0,-1-1 0,0 1 0,1 0 0,-1 0 0,0-1 0,0 1 0,1 0 0,-2-1 0,-3-2 0,0 0 0,1 0 0,-1-1 0,0 1 0,1-1 0,0 0 0,0 0 0,0-1 0,-6-9 0,-3-5 0,-10-23 0,22 41 0,-10-21-1365,1 3-5461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0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 24575,'28'13'0,"11"3"0,2 0 0,-4-3 0,-5-4 0,-6-3 0,-5-3 0,-5-4 0,-7-5 0,-4-4 0,-2-2 0,-6-2 0,-3-1 0,-2-1 0,1 3-8191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0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24575,'103'257'0,"-70"-186"0,66 102 0,-66-113-1365,-27-51-5461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0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35 24575,'-9'-3'0,"-74"-22"0,74 23 0,-1 0 0,0 1 0,0 0 0,1 1 0,-1 0 0,-14 1 0,21-1 0,1 1 0,0-1 0,0 0 0,-1 1 0,1 0 0,0-1 0,0 1 0,0 0 0,0 0 0,0 0 0,0 1 0,0-1 0,0 0 0,0 1 0,0-1 0,1 1 0,-1 0 0,1 0 0,-1-1 0,1 1 0,0 0 0,-1 0 0,1 0 0,-1 3 0,2-2 0,-1 0 0,0 0 0,1 0 0,0 1 0,0-1 0,0 0 0,0 0 0,0 1 0,1-1 0,0 0 0,-1 0 0,1 0 0,0 0 0,1 0 0,-1 0 0,3 4 0,3 5 0,1-1 0,0-1 0,1 0 0,0 0 0,0 0 0,1-2 0,1 1 0,-1-1 0,1 0 0,1-1 0,22 10 0,-27-14 0,0 0 0,0-1 0,0 0 0,0 0 0,0-1 0,0 0 0,1 0 0,-1 0 0,0-1 0,1-1 0,9 0 0,-14 0 0,-1 1 0,1 0 0,-1-1 0,0 0 0,1 0 0,-1 0 0,0 0 0,1 0 0,-1 0 0,0 0 0,0-1 0,0 1 0,0-1 0,0 1 0,0-1 0,-1 0 0,1 0 0,-1 0 0,1 0 0,-1 0 0,1 0 0,-1 0 0,0 0 0,0-1 0,0 1 0,0 0 0,-1-1 0,1 1 0,-1-1 0,1 1 0,-1-1 0,0 1 0,0-1 0,0 1 0,0-1 0,-1-2 0,0-3 0,-1 0 0,0 0 0,0 0 0,-1 0 0,0 0 0,0 1 0,-1-1 0,0 1 0,0 0 0,-1 0 0,0 0 0,-7-7 0,11 13 0,0 0 0,0 0 0,1 0 0,-1 1 0,0-1 0,0 0 0,0 1 0,0-1 0,0 1 0,0-1 0,0 1 0,0 0 0,0-1 0,0 1 0,0 0 0,-2-1 0,3 1 0,-1 1 0,0-1 0,1 0 0,-1 0 0,1 0 0,-1 1 0,1-1 0,-1 0 0,1 0 0,0 1 0,-1-1 0,1 0 0,-1 1 0,1-1 0,0 1 0,-1-1 0,1 0 0,0 1 0,-1-1 0,1 1 0,0-1 0,0 1 0,-1 0 0,0 2 0,0-1 0,1 1 0,-1 0 0,1 0 0,0-1 0,-1 1 0,1 0 0,1 0 0,-1 0 0,1 5 0,1-1-105,0 1 0,1-1 0,-1 0 0,2 0 0,-1 0 0,1 0 0,0 0 0,0-1 0,1 0 0,0 0 0,0 0 0,11 10 0,-7-9-6721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1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70 152 24575,'0'2'0,"3"102"0,-1-91 0,0 0 0,1 0 0,0 0 0,1 0 0,9 21 0,-11-30 0,6 13 0,14 21 0,-20-34 0,1 0 0,-1-1 0,1 1 0,0-1 0,0 0 0,1 0 0,-1 0 0,0 0 0,1 0 0,0-1 0,6 4 0,-10-6 0,1 1 0,-1-1 0,1 0 0,0 0 0,-1 1 0,1-1 0,-1 0 0,1 0 0,0 0 0,-1 0 0,1 0 0,0 0 0,-1 0 0,1 0 0,0 0 0,-1 0 0,1 0 0,-1 0 0,1 0 0,0 0 0,-1-1 0,1 1 0,-1 0 0,1 0 0,0-1 0,-1 1 0,2-1 0,-2 0 0,0 0 0,1 0 0,-1 0 0,1 0 0,-1 0 0,0 0 0,0 0 0,1 0 0,-1 0 0,0 0 0,0 0 0,0 0 0,0 0 0,0 0 0,-1-1 0,0-5 0,-1 0 0,0 0 0,-4-10 0,-10-17 0,-29-45 0,-7-13 0,46 79 0,0-1 0,1 0 0,0 0 0,1 0 0,-2-16 0,6 26 0,-1-1 0,1 1 0,0-1 0,0 1 0,0-1 0,1 1 0,-1 0 0,1-1 0,0 1 0,0-1 0,1 1 0,2-5 0,-3 7 0,0 0 0,1-1 0,0 1 0,-1 0 0,1 0 0,0 0 0,0 0 0,0 0 0,0 1 0,0-1 0,1 1 0,-1-1 0,0 1 0,1 0 0,-1 0 0,1 0 0,0 0 0,-1 0 0,1 0 0,0 1 0,2-1 0,5 0 0,0 1 0,0 0 0,-1 0 0,1 0 0,0 2 0,12 2 0,-18-3 0,0-1 0,-1 2 0,1-1 0,-1 0 0,1 1 0,-1 0 0,1-1 0,-1 1 0,0 1 0,0-1 0,0 0 0,0 1 0,0-1 0,-1 1 0,1 0 0,-1 0 0,0 0 0,1 0 0,1 5 0,-4-7 0,1 1 0,0 0 0,-1 0 0,1 0 0,-1 0 0,0 0 0,0 0 0,1 0 0,-1 0 0,-1 0 0,1 0 0,0 0 0,0 0 0,-1 0 0,1 0 0,-1 0 0,1 0 0,-1-1 0,0 1 0,0 0 0,0 0 0,0-1 0,0 1 0,0 0 0,-1-1 0,1 1 0,0-1 0,-1 0 0,1 1 0,-1-1 0,1 0 0,-1 0 0,-2 1 0,-6 4 0,0-1 0,-1 0 0,0-1 0,-15 5 0,24-9 0,-129 37-1365,111-30-5461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2.5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37 24575,'-1'-4'0,"-1"0"0,0 0 0,0 0 0,-1 0 0,1 0 0,-5-4 0,7 8 0,0-1 0,-1 1 0,1 0 0,0 0 0,-1-1 0,1 1 0,0 0 0,-1-1 0,1 1 0,-1 0 0,1 0 0,0 0 0,-1-1 0,1 1 0,-1 0 0,1 0 0,-1 0 0,1 0 0,-1 0 0,1 0 0,-1 0 0,1 0 0,0 0 0,-1 0 0,1 0 0,-1 0 0,0 1 0,0 0 0,0 0 0,0-1 0,1 1 0,-1 0 0,0 0 0,1 0 0,-1 0 0,1 0 0,-1 0 0,1 0 0,-1 0 0,1 0 0,0 0 0,-1 0 0,1 2 0,-4 22 0,2-1 0,0 1 0,2 0 0,2 28 0,0-29 0,1 22 0,2 1 0,2-1 0,2 0 0,2-1 0,2 0 0,2-1 0,2-1 0,42 79 0,-53-112 20,1 0 0,0 0 0,0 0 0,1-1 0,14 12 0,-19-18-91,0 0 1,0-1-1,0 1 0,1-1 0,-1 0 1,1 0-1,-1 0 0,1 0 1,0-1-1,0 0 0,-1 0 0,1 0 1,0 0-1,0 0 0,0-1 1,0 1-1,0-1 0,0 0 0,0-1 1,5 0-1,1-2-6755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3.0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70 206 24575,'12'0'0,"1"-1"0,-1 0 0,0-1 0,1-1 0,-1 0 0,0 0 0,15-7 0,-22 8 0,0-1 0,0 1 0,0-1 0,0 0 0,0 0 0,-1-1 0,1 1 0,-1-1 0,0 0 0,0 0 0,-1 0 0,1-1 0,-1 0 0,0 1 0,0-1 0,0 0 0,-1 0 0,3-6 0,-4 8 0,-1 0 0,1 1 0,-1-1 0,1 0 0,-1 0 0,0 1 0,0-1 0,0 0 0,0 1 0,-1-1 0,1 0 0,-1 0 0,0 1 0,1-1 0,-1 1 0,0-1 0,-1 1 0,0-3 0,-1 1 0,0 1 0,1 0 0,-1 0 0,0 0 0,0 0 0,-1 0 0,1 1 0,0-1 0,-1 1 0,-7-3 0,4 1 0,0 2 0,-1-1 0,1 1 0,-1 0 0,1 1 0,-1 0 0,1 0 0,-1 0 0,0 1 0,1 1 0,-1-1 0,-12 3 0,14-1 0,0 0 0,0 1 0,1-1 0,-1 1 0,1 1 0,-1-1 0,1 1 0,0-1 0,0 2 0,1-1 0,-1 0 0,1 1 0,0 0 0,0 0 0,1 0 0,-4 7 0,5-8 0,-1 1 0,1-1 0,1 1 0,-1-1 0,0 1 0,1 0 0,0 0 0,0 0 0,1 0 0,0 0 0,-1 0 0,1 0 0,1 0 0,-1-1 0,1 1 0,0 0 0,0 0 0,0 0 0,1 0 0,3 7 0,1-3 0,0 0 0,1 0 0,-1 0 0,2-1 0,-1 0 0,1-1 0,0 0 0,15 10 0,1-1 0,1-2 0,28 13 0,-38-20 20,0-1 0,1-1 0,-1-1 0,1 0 0,29 4 0,-37-8-126,0 1 0,0-1 0,1 0 0,-1-1 0,0 0 0,0 0-1,0-1 1,0 0 0,0 0 0,0-1 0,0 0 0,-1 0 0,9-6 0,-4 1-6720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3.5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24575,'43'47'0,"68"100"0,-91-115 0,-1 2 0,-1 0 0,-2 1 0,17 53 0,-28-73 0,-3-10 0,-1-1 0,1 0 0,-1 0 0,0 1 0,0-1 0,-1 1 0,1 5 0,-1-9 0,0-1 0,0 0 0,0 1 0,0-1 0,0 1 0,0-1 0,0 0 0,0 1 0,-1-1 0,1 0 0,0 1 0,0-1 0,0 0 0,-1 1 0,1-1 0,0 0 0,0 1 0,-1-1 0,1 0 0,0 1 0,0-1 0,-1 0 0,1 0 0,0 0 0,-1 1 0,1-1 0,-1 0 0,1 0 0,0 0 0,-1 0 0,1 1 0,0-1 0,-1 0 0,1 0 0,-1 0 0,1 0 0,0 0 0,-1 0 0,1 0 0,-1 0 0,1 0 0,0-1 0,-1 1 0,1 0 0,-1 0 0,1 0 0,0 0 0,-1 0 0,1-1 0,0 1 0,-1-1 0,-22-13 0,18 11 0,-147-100 0,145 99-136,1 1-1,0-1 1,1-1-1,-1 1 1,1-1-1,0 0 1,0-1-1,0 1 0,-6-10 1,7 5-6690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3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29 24575,'-3'-10'0,"0"-1"0,2 4 0,2 6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4.2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51 24575,'-2'2'0,"-1"0"0,1 0 0,-1 0 0,1 0 0,0 0 0,0 0 0,0 1 0,0-1 0,0 1 0,0-1 0,1 1 0,-1 0 0,1 0 0,0 0 0,0 0 0,0-1 0,0 1 0,1 1 0,-1-1 0,1 0 0,-1 6 0,2-5 0,-1 0 0,1 0 0,0 0 0,0 0 0,0-1 0,0 1 0,1 0 0,-1 0 0,1-1 0,0 1 0,0-1 0,1 1 0,-1-1 0,1 0 0,-1 0 0,6 4 0,-1-1 0,-1-1 0,2 1 0,-1-2 0,1 1 0,0-1 0,0 0 0,0 0 0,0-1 0,1-1 0,-1 1 0,1-1 0,0 0 0,-1-1 0,1 0 0,0-1 0,0 0 0,0 0 0,9-2 0,-16 2 0,0 0 0,0 0 0,0-1 0,-1 1 0,1-1 0,0 1 0,0-1 0,0 0 0,0 0 0,-1 0 0,1 0 0,0 0 0,-1 0 0,1 0 0,-1-1 0,1 1 0,-1 0 0,1-1 0,-1 0 0,0 1 0,0-1 0,0 0 0,0 1 0,0-1 0,0 0 0,-1 0 0,1 0 0,0 0 0,-1 1 0,0-1 0,1 0 0,-1 0 0,0 0 0,0 0 0,0 0 0,0 0 0,0 0 0,-1 0 0,1 0 0,0 0 0,-1 0 0,0 0 0,1 0 0,-2-2 0,1 4 0,1-1 0,0 1 0,-1-1 0,1 1 0,0-1 0,-1 0 0,1 1 0,0-1 0,0 0 0,0 1 0,-1-1 0,1 0 0,0 1 0,0-1 0,0 0 0,0 1 0,0-1 0,0 0 0,1 1 0,-1-1 0,0 0 0,0 1 0,0-1 0,1 1 0,-1-1 0,0 0 0,0 1 0,1-1 0,0 0 0,0 0 0,1 0 0,-1 1 0,1-1 0,-1 1 0,1-1 0,-1 1 0,1-1 0,-1 1 0,1 0 0,-1 0 0,4 0 0,41 1 0,-29 0 0,0 0 0,0-1 0,16-3 0,-29 3 0,0-1 0,0 0 0,0 0 0,0 0 0,0-1 0,0 1 0,-1-1 0,1 0 0,-1 0 0,1 0 0,-1 0 0,0-1 0,1 1 0,-1-1 0,0 0 0,-1 0 0,4-4 0,-5 5 5,0 0 0,0 0 0,0 0 0,0 0 0,0 0 0,-1 0 0,1 0 0,-1 0 0,1 0 0,-1 0 0,0 0 0,0 0 0,0 0 0,0 0 0,0 0 0,-1 0 0,1 0 0,-1 0 0,1 0 0,-1 0 0,0 0 0,1 0 0,-2-2 0,-1-1-191,0 0 1,0 1-1,-1-1 0,1 1 1,-1 0-1,0 0 1,-6-5-1,-2-1-6640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4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24575,'128'146'0,"-92"-99"0,41 67 0,-60-84 0,-1 1 0,-2 0 0,17 54 0,-24-61 0,-2 0 0,0 0 0,-2 1 0,0-1 0,-2 47 0,-2-63 0,1-1 0,-1 0 0,0 1 0,0-1 0,-1 0 0,0 0 0,0 0 0,-1 0 0,0-1 0,0 1 0,-1 0 0,1-1 0,-1 0 0,-1 0 0,1 0 0,-1-1 0,0 1 0,0-1 0,-1 0 0,-6 4 0,-2 0-341,0 0 0,0-1-1,-30 12 1,27-14-6485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6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294 0 24575,'-281'0'-1365,"268"0"-5461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6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338 78 24575,'-28'-10'0,"-11"-6"0,-4 0 0,2 2 0,6 4 0,4 4 0,5 2 0,4 3 0,3 1 0,3 3 0,1 1 0,3 2 0,2 3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1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24575,'50'156'0,"-6"-17"0,-31-104 0,33 63 0,-20-52-682,59 79-1,-76-113-6143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1.7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360 1 24575,'-28'0'0,"-14"0"0,-2 0 0,1 0 0,3 0 0,6 0 0,6 0 0,2 0 0,4 0 0,6 3 0,2 0 0,2 0 0,2 2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2.1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45 24575,'-95'-18'0,"55"9"0,1 2 0,-53-3 0,90 10 0,1 0 0,-1 0 0,1 0 0,-1 0 0,1 0 0,0 0 0,-1 1 0,1-1 0,-1 0 0,1 1 0,-1-1 0,1 1 0,0 0 0,0-1 0,-1 1 0,1 0 0,-1 1 0,1-2 0,1 1 0,0-1 0,0 0 0,-1 1 0,1-1 0,0 1 0,0-1 0,0 0 0,0 1 0,0-1 0,0 1 0,0-1 0,-1 0 0,1 1 0,0-1 0,0 1 0,0-1 0,1 0 0,-1 1 0,0-1 0,0 1 0,0 0 0,1 0 0,-1 0 0,1 0 0,0 0 0,-1 0 0,1 0 0,0 0 0,0 0 0,0 0 0,0 0 0,2 1 0,10 8 0,1-1 0,1 0 0,0-2 0,18 8 0,67 20 0,21-6 0,-74-18 0,-44-11 0,0 1 0,-1-1 0,1 1 0,0-1 0,0 0 0,-1 0 0,1 0 0,0-1 0,4 0 0,-7 1 0,1 0 0,-1 0 0,0-1 0,1 1 0,-1 0 0,1 0 0,-1-1 0,1 1 0,-1 0 0,0-1 0,1 1 0,-1 0 0,0-1 0,1 1 0,-1 0 0,0-1 0,0 1 0,1-1 0,-1 1 0,0-1 0,0 1 0,1-1 0,-1 0 0,0 0 0,0-1 0,0 1 0,-1 0 0,1 0 0,0 0 0,0 0 0,-1 0 0,1 0 0,0 0 0,-1 0 0,1 0 0,-1 0 0,0-1 0,-6-8 0,-1 1 0,0 0 0,0 1 0,-1 0 0,0 1 0,0-1 0,-12-6 0,-22-19 0,38 29-77,7 4 208,8 6-635,-7-4-411,8 3-5911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2.5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24575,'12'9'0,"0"1"0,0-1 0,19 9 0,-28-16 0,0 0 0,0-1 0,1 0 0,-1 1 0,0-1 0,0-1 0,1 1 0,-1 0 0,1-1 0,-1 0 0,1 1 0,-1-2 0,0 1 0,1 0 0,-1 0 0,5-2 0,-7 2 0,0-1 0,0 1 0,0-1 0,0 1 0,0-1 0,0 1 0,0-1 0,0 0 0,0 1 0,0-1 0,-1 0 0,1 0 0,0 0 0,0 0 0,-1 0 0,1 0 0,0 1 0,-1-2 0,1 0 0,3-22 0,-4 21 0,0 1 0,0 0 0,0-1 0,0 1 0,0 0 0,1 0 0,-1-1 0,1 1 0,0 0 0,0 0 0,0 0 0,1-3 0,-1 5 0,-1 0 0,0-1 0,1 1 0,-1 0 0,1 0 0,-1-1 0,1 1 0,-1 0 0,1 0 0,-1 0 0,1 0 0,-1 0 0,1 0 0,-1 0 0,1 0 0,-1 0 0,1 0 0,-1 0 0,1 0 0,-1 0 0,1 0 0,-1 0 0,1 0 0,-1 1 0,1-1 0,-1 0 0,1 0 0,-1 1 0,0-1 0,1 0 0,0 1 0,17 13 0,-14-10 0,12 9-136,0-1-1,0-1 1,2-1-1,-1 0 1,1-1-1,0-1 1,1-1-1,0-1 0,21 5 1,-24-8-6690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2.9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314 15 24575,'-28'-3'0,"-11"0"0,-4 0 0,2 0 0,4 1 0,5 1 0,6 3 0,4 1 0,4 3 0,3 0 0,3-1-8191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3.2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24575,'20'23'0,"9"9"0,3 3 0,-3-3 0,-5-2 0,-5-3 0,-5-3 0,-6-5 0,-3-1 0,-3-5-8191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8.3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87 173 24575,'-1'-3'0,"1"0"0,-1 0 0,0 1 0,-1-1 0,1 1 0,0-1 0,-1 1 0,1-1 0,-1 1 0,0 0 0,-3-3 0,-3-5 0,-4-12 0,0 0 0,1 0 0,-13-41 0,23 63 0,19 71 0,-9-41 0,37 98 0,-45-126-117,-1-1 48,0 0-1,0 0 1,1 0 0,-1 0-1,1 0 1,-1 0 0,1 0-1,-1 0 1,1 0 0,-1-1-1,1 1 1,0 0 0,-1 0-1,1-1 1,0 1 0,0 0-1,1 0 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8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285 104 24575,'-27'-17'0,"-12"-7"0,-2 2 0,3 4 0,7 5 0,5 5 0,7 7 0,5 2 0,4 5 0,1 1 0,1 1 0,0 3 0,0-2 0,1 2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8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369 16 24575,'-30'-3'0,"-15"0"0,-2 0 0,4 0 0,4 1 0,7 1 0,6 0 0,5 1 0,3 0 0,3 3 0,1 0 0,0 1 0,0-2 0,3 0-8191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9.7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 24575,'19'20'0,"2"1"0,30 25 0,-44-41 0,0 0 0,0 0 0,1 0 0,-1-1 0,1-1 0,0 1 0,0-1 0,1 0 0,8 1 0,-16-4 0,0 1 0,0-1 0,0 0 0,0 0 0,0 0 0,0 0 0,0 0 0,0 0 0,0 0 0,0 0 0,0-1 0,0 1 0,0 0 0,0-1 0,0 1 0,0-1 0,0 1 0,0-1 0,0 1 0,0-1 0,0 1 0,1-2 0,-1 0 0,0 1 0,0-1 0,-1 1 0,1-1 0,0 1 0,-1-1 0,1 0 0,0 1 0,-1-1 0,0 0 0,1 1 0,-1-3 0,0-3 0,0 1 0,0-1 0,-1 1 0,0-1 0,0 1 0,-3-9 0,-17-40 0,21 55 0,0 0 0,0 0 0,0 0 0,0 0 0,0 0 0,0-1 0,0 1 0,0 0 0,0 0 0,0 0 0,-1 0 0,1 0 0,0 0 0,0 0 0,0 0 0,0 0 0,0 0 0,0 0 0,0 0 0,0 0 0,0 0 0,0-1 0,0 1 0,0 0 0,0 0 0,1 0 0,-1 0 0,0 0 0,0 0 0,0 0 0,0 0 0,0 0 0,0 0 0,0 0 0,0 0 0,0 0 0,0 0 0,0 0 0,0 0 0,0-1 0,0 1 0,0 0 0,0 0 0,0 0 0,0 0 0,0 0 0,0 0 0,1 0 0,-1 0 0,0 0 0,0 0 0,0 0 0,0 0 0,0 0 0,0 0 0,0 0 0,0 0 0,0 0 0,0 0 0,0 0 0,0 0 0,0 0 0,1 0 0,-1 0 0,0 0 0,0 0 0,7 5 0,12 12 0,-14-12 0,3 2 0,1-1 0,-1 0 0,1 0 0,1-1 0,-1 0 0,1 0 0,0-1 0,0-1 0,0 1 0,0-2 0,1 1 0,-1-1 0,1-1 0,0 0 0,13-1 0,-23 0 0,0 0 0,1 0 0,-1 0 0,0 0 0,0-1 0,0 1 0,0 0 0,1-1 0,-1 1 0,0-1 0,0 1 0,0-1 0,0 1 0,0-1 0,0 0 0,0 0 0,0 1 0,-1-1 0,1 0 0,1-1 0,-1 0 0,0-1 0,0 1 0,-1 0 0,1 0 0,0-1 0,-1 1 0,1-4 0,-1 3 0,0 1 0,1 0 0,-1-1 0,1 1 0,-1 0 0,1 0 0,0-1 0,0 1 0,0 0 0,2-3 0,-3 5 0,1-1 0,-1 1 0,1 0 0,-1 0 0,0-1 0,1 1 0,-1 0 0,1 0 0,-1 0 0,1 0 0,-1-1 0,1 1 0,-1 0 0,1 0 0,-1 0 0,1 0 0,-1 0 0,1 0 0,-1 1 0,1-1 0,-1 0 0,1 0 0,-1 0 0,1 0 0,-1 1 0,1-1 0,-1 0 0,1 0 0,-1 1 0,1-1 0,0 1 0,16 13 0,-13-10 0,17 11-455,0 0 0,33 17 0,-44-27-6371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4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253 2 24575,'-57'-1'0,"-62"2"0,115-1 0,-1 1 0,1-1 0,-1 1 0,1 0 0,0 0 0,-1 0 0,1 1 0,0 0 0,0 0 0,0 0 0,-6 4 0,8-5 0,1 1 0,-1-1 0,1 1 0,-1 0 0,1 0 0,-1-1 0,1 1 0,0 0 0,0 0 0,0 0 0,0 0 0,1 1 0,-1-1 0,0 0 0,1 0 0,-1 0 0,1 1 0,0-1 0,0 0 0,0 0 0,0 1 0,0-1 0,0 0 0,2 4 0,1 5 0,0 0 0,1 0 0,1-1 0,0 1 0,1-1 0,8 13 0,-6-11 0,0 1 0,-1 0 0,7 20 0,-6 0 0,0 1 0,-3 0 0,3 59 0,-5-46 0,10 49 0,-9-73 0,-3-15 0,1 0 0,-1 0 0,1 0 0,1 0 0,4 10 0,-6-16 0,0 0 0,1 0 0,-1 0 0,1 0 0,-1 0 0,1 0 0,0 0 0,0 0 0,0-1 0,0 1 0,0-1 0,0 1 0,1-1 0,-1 0 0,0 0 0,1 0 0,-1 0 0,1 0 0,-1-1 0,1 1 0,3-1 0,8 2-1365,-1-2-5461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4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45 24575,'1'4'0,"0"0"0,0 0 0,0 0 0,1 0 0,0 0 0,0 0 0,0-1 0,0 1 0,4 5 0,-1-2 0,1 0 0,0-1 0,0 1 0,8 6 0,-13-12 0,-1 0 0,1-1 0,0 1 0,0-1 0,-1 1 0,1-1 0,0 1 0,0-1 0,-1 1 0,1-1 0,0 0 0,0 1 0,0-1 0,0 0 0,0 0 0,0 0 0,-1 0 0,1 0 0,0 0 0,0 0 0,0 0 0,0 0 0,0 0 0,0 0 0,1-1 0,-1 0 0,0 1 0,-1-1 0,1 0 0,0 0 0,0 0 0,-1 0 0,1 0 0,0 0 0,-1 0 0,1 0 0,-1 0 0,0 0 0,1 0 0,-1 0 0,0 0 0,1-3 0,0-2 0,-1 0 0,0 0 0,0 0 0,0 0 0,-1 0 0,-1-9 0,-1 6 0,2 4 0,-1 1 0,1 0 0,0-1 0,1 1 0,-1 0 0,1-6 0,0 10 0,0-1 0,0 0 0,0 0 0,0 0 0,1 0 0,-1 0 0,0 0 0,1 0 0,-1 1 0,1-1 0,-1 0 0,1 0 0,-1 0 0,1 1 0,-1-1 0,1 0 0,0 1 0,-1-1 0,1 1 0,0-1 0,0 1 0,-1-1 0,1 1 0,0-1 0,0 1 0,0 0 0,0-1 0,0 1 0,-1 0 0,1 0 0,0-1 0,0 1 0,0 0 0,2 0 0,0 1 0,0-1 0,0 0 0,0 1 0,0 0 0,0-1 0,-1 1 0,1 1 0,0-1 0,0 0 0,-1 0 0,1 1 0,4 3 0,27 25 0,-26-22 0,-2-3 0,0 0 0,-1 1 0,0 0 0,0 0 0,0 0 0,-1 0 0,6 11 0,-10-16-26,1-1 1,-1 1-1,0-1 0,0 1 0,0-1 1,0 1-1,0 0 0,0-1 0,0 1 1,0-1-1,0 1 0,0-1 0,0 1 1,0-1-1,0 1 0,0-1 0,-1 1 1,1-1-1,0 1 0,0-1 0,0 1 1,-1-1-1,1 1 0,0-1 0,-1 1 0,1-1 1,0 0-1,-1 1 0,1-1 0,-1 1 1,1-1-1,-1 0 0,1 0 0,-1 1 1,1-1-1,-1 0 0,1 0 0,-1 1 1,1-1-1,-1 0 0,1 0 0,-1 0 1,1 0-1,-1 0 0,1 0 0,-1 0 0,1 0 1,-1 0-1,0 0 0,1 0 0,-1 0 1,0-1-1,-7-1-6800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5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1 24575,'-1'0'0,"0"0"0,0 0 0,0 0 0,-1 0 0,1 0 0,0 0 0,0 1 0,0-1 0,0 0 0,0 1 0,0-1 0,0 1 0,0-1 0,1 1 0,-1 0 0,0-1 0,0 1 0,0 0 0,0-1 0,1 1 0,-1 0 0,0 0 0,1 0 0,-1 0 0,1 0 0,-1 0 0,1 0 0,-1 0 0,1 0 0,0 0 0,0 0 0,-1 0 0,1 0 0,0 0 0,0 0 0,0 0 0,0 0 0,0 0 0,0 2 0,0 0 0,1 1 0,-1 0 0,1 0 0,0 0 0,0-1 0,0 1 0,0 0 0,1-1 0,3 7 0,-1-4 0,1 0 0,0 0 0,1 0 0,-1-1 0,1 0 0,0 0 0,0 0 0,1-1 0,-1 0 0,1 0 0,0 0 0,0-1 0,0 0 0,1-1 0,-1 1 0,1-2 0,-1 1 0,1-1 0,0 0 0,8 0 0,-10-1 0,-1 0 0,0-1 0,1 1 0,-1-1 0,0 0 0,0-1 0,0 1 0,0-1 0,0 0 0,8-4 0,-11 4 0,0 1 0,0 0 0,0-1 0,-1 0 0,1 1 0,-1-1 0,1 0 0,-1 0 0,0 0 0,1 0 0,-1 0 0,0 0 0,0 0 0,0 0 0,-1-1 0,1 1 0,-1 0 0,1 0 0,-1-1 0,1 1 0,-1 0 0,0-1 0,0 1 0,-1 0 0,1-1 0,-1-3 0,-7-22 0,5 15 0,2 11 0,2 2 0,11 20 0,22 30 0,-29-44 0,0 0 0,0-1 0,1 1 0,-1-1 0,1 0 0,0-1 0,1 1 0,12 6 0,-18-11-25,-1 0 0,1 0-1,-1 0 1,1 1 0,-1-1 0,1 0-1,-1 0 1,1 0 0,-1 0-1,1 0 1,0 0 0,-1 0 0,1 0-1,-1 0 1,1-1 0,-1 1-1,1 0 1,-1 0 0,1 0 0,-1-1-1,1 1 1,-1 0 0,1 0-1,-1-1 1,1 1 0,-1 0 0,1-1-1,-1 1 1,0-1 0,1 1-1,-1-1 1,0 1 0,1 0 0,-1-1-1,0 1 1,0-1 0,1 0 0,-1 1-1,0-1 1,0 1 0,0-1-1,0 1 1,0-1 0,0 1 0,1-1-1,-2 1 1,1-1 0,0 0-1,0 1 1,0-1 0,0 1 0,0-1-1,0 0 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5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24575,'0'8'0,"0"1"0,1-1 0,0 1 0,0-1 0,3 12 0,-3-17 0,1 0 0,-1 1 0,1-1 0,0 0 0,0 0 0,0 0 0,0 0 0,1 0 0,-1 0 0,1-1 0,-1 1 0,1-1 0,0 0 0,0 0 0,4 2 0,0 0 0,0 0 0,0 0 0,0-1 0,1-1 0,14 5 0,-20-7 0,0 0 0,0 1 0,0-1 0,0 0 0,0 0 0,0 0 0,0-1 0,0 1 0,0 0 0,0-1 0,0 1 0,2-2 0,-3 1 0,0 0 0,0 1 0,1-1 0,-1 0 0,0 0 0,0 0 0,0 0 0,-1 0 0,1 0 0,0 0 0,0 0 0,0-1 0,-1 1 0,1 0 0,-1 0 0,1-1 0,-1 1 0,0 0 0,1-1 0,-1-1 0,1-2 0,-1-1 0,0 1 0,0 0 0,-1-1 0,1 1 0,-1-1 0,0 1 0,-1-1 0,1 1 0,-4-6 0,-2-12 0,7 23 0,0 0 0,0 0 0,0 0 0,0-1 0,0 1 0,0 0 0,-1 0 0,1 0 0,0 0 0,0 0 0,0-1 0,0 1 0,0 0 0,0 0 0,0 0 0,0 0 0,0 0 0,0-1 0,0 1 0,0 0 0,0 0 0,0 0 0,1 0 0,-1 0 0,0-1 0,0 1 0,0 0 0,0 0 0,0 0 0,0 0 0,0 0 0,0 0 0,0-1 0,0 1 0,1 0 0,-1 0 0,0 0 0,0 0 0,0 0 0,0 0 0,8 2 0,10 12 0,-14-11 0,5 3 0,1 0 0,-1 0 0,1-1 0,0 0 0,1 0 0,16 4 0,-23-8 0,0 0 0,0 0 0,1 0 0,-1-1 0,0 0 0,1 0 0,-1 0 0,1 0 0,-1-1 0,0 1 0,1-1 0,-1 0 0,0 0 0,0-1 0,0 1 0,0-1 0,0 0 0,0 0 0,5-4 0,-7 5 0,-1-1 0,1 1 0,0 0 0,-1 0 0,1 0 0,0 0 0,0 0 0,0 0 0,0 1 0,0-1 0,0 1 0,0-1 0,0 1 0,0 0 0,0 0 0,0 0 0,4 0 0,-3 1 0,1 0 0,-1 0 0,1 1 0,-1-1 0,0 1 0,0 0 0,0 0 0,0 0 0,4 3 0,13 13-1365,-13-9-5461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6.3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24575,'6'1'0,"108"22"0,-101-19 0,-1 0 0,0 0 0,0 1 0,-1 1 0,1 0 0,20 15 0,-29-19 0,0 1 0,-1 0 0,1-1 0,0 1 0,-1 0 0,0 1 0,0-1 0,0 0 0,0 0 0,0 1 0,-1-1 0,0 1 0,1 0 0,-1-1 0,-1 1 0,1 0 0,0 0 0,-1 5 0,0 6 0,-1-1 0,-1 0 0,-6 25 0,5-23 0,-3 25 0,5-29 0,1 0 0,0 0 0,3 13 0,-2-19 0,0 0 0,0-1 0,1 1 0,0-1 0,1 1 0,-1-1 0,1 0 0,5 7 0,-4-6 0,0 0 0,0 1 0,0-1 0,-1 1 0,0 0 0,0 0 0,3 10 0,-6-15 0,0 0 0,1 1 0,-1-1 0,0 1 0,0-1 0,0 1 0,-1-1 0,1 0 0,0 1 0,-1-1 0,0 0 0,1 1 0,-1-1 0,0 0 0,0 0 0,-1 0 0,1 0 0,0 0 0,-1 0 0,1 0 0,-1 0 0,1 0 0,-1 0 0,0-1 0,0 1 0,-3 1 0,-38 21-1365,30-17-5461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53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1077 1 24575,'-133'12'0,"-130"6"0,54-26 0,24 0 0,150 8-119,-83 1 372,93 1-753,0 1 1,-40 9-1,47-7-6326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54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137 190 24575,'-5'8'0,"-1"0"0,2 0 0,-1 1 0,1-1 0,0 1 0,1 0 0,0 0 0,1 0 0,0 0 0,0 1 0,1-1 0,0 1 0,0 13 0,2-12 0,0 0 0,1 1 0,0-1 0,0 0 0,1-1 0,1 1 0,0-1 0,0 1 0,1-1 0,0 0 0,8 10 0,-6-13 0,-8-13 0,-7-15 0,-25-38 0,16 30 0,-23-52 0,33 63 0,-3-7 0,1-1 0,-7-30 0,14 48 0,1 1 0,0 0 0,0-1 0,1 1 0,0-1 0,0 1 0,1-1 0,0 1 0,0 0 0,1-1 0,0 1 0,5-13 0,-6 17 0,0 1 0,1-1 0,0 1 0,-1-1 0,1 1 0,0-1 0,0 1 0,0 0 0,1 0 0,-1 0 0,0 0 0,1 1 0,-1-1 0,1 0 0,4-1 0,-3 2 0,1-1 0,-1 1 0,1 0 0,0 0 0,-1 1 0,1 0 0,0-1 0,-1 2 0,7-1 0,1 3 0,1-1 0,-1 1 0,1 1 0,-1 0 0,0 1 0,15 8 0,-15-6 0,0 0 0,0 1 0,11 9 0,-21-16 0,0 1 0,1 0 0,-1 0 0,0 0 0,0 1 0,0-1 0,-1 0 0,1 1 0,0-1 0,-1 1 0,1-1 0,-1 1 0,0 0 0,0 0 0,0-1 0,-1 1 0,1 0 0,-1 0 0,1 0 0,-1 6 0,-1-6 0,0 0 0,0 0 0,0 0 0,-1-1 0,1 1 0,-1 0 0,0 0 0,0-1 0,0 1 0,0-1 0,0 0 0,0 1 0,-1-1 0,1 0 0,-1 0 0,0-1 0,1 1 0,-5 1 0,-7 4 0,0 0 0,-19 5 0,20-7 0,3-2 0,1 0 0,0 0 0,0 1 0,0 0 0,-10 8 0,18-12 0,1 0 0,-1 1 0,1-1 0,0 0 0,-1 1 0,1-1 0,0 0 0,-1 1 0,1-1 0,0 1 0,-1-1 0,1 1 0,0-1 0,-1 1 0,1-1 0,0 0 0,0 1 0,0 0 0,0-1 0,0 1 0,-1-1 0,1 1 0,0-1 0,0 1 0,0-1 0,0 1 0,1-1 0,-1 1 0,0 0 0,1 1 0,-1-1 0,1 0 0,0 0 0,-1 0 0,1-1 0,0 1 0,0 0 0,0 0 0,0 0 0,-1 0 0,2 0 0,5 3 0,-1-1 0,0 1 0,8 2 0,-13-6 0,29 12 0,0-2 0,1 0 0,0-2 0,1-2 0,-1-1 0,1-1 0,1-2 0,59-3 0,-79-1-1365,-3-2-5461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55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122 225 24575,'6'-21'0,"11"-51"0,-15 62 0,0-1 0,-1 1 0,-1-1 0,0-18 0,-1 26 0,1 0 0,-1 0 0,1 1 0,-1-1 0,0 0 0,0 0 0,0 1 0,0-1 0,-1 1 0,1-1 0,-1 1 0,1 0 0,-1-1 0,0 1 0,0 0 0,0 0 0,0 0 0,0 0 0,-1 1 0,1-1 0,0 1 0,-1-1 0,1 1 0,-1 0 0,0 0 0,1 0 0,-1 0 0,0 0 0,1 1 0,-1-1 0,-4 1 0,4-1 0,-1 1 0,1 0 0,0 1 0,0-1 0,-1 1 0,1-1 0,0 1 0,0 0 0,0 0 0,0 0 0,0 1 0,0-1 0,0 1 0,0-1 0,0 1 0,1 0 0,-1 0 0,1 0 0,-1 1 0,1-1 0,0 0 0,0 1 0,0 0 0,0-1 0,0 1 0,-2 6 0,2-4 0,0 1 0,0-1 0,1 1 0,0-1 0,0 1 0,0 0 0,1 0 0,0-1 0,0 1 0,0 0 0,1 0 0,-1-1 0,2 1 0,-1 0 0,0-1 0,1 1 0,0-1 0,1 1 0,-1-1 0,1 0 0,0 0 0,0 0 0,0-1 0,1 1 0,0-1 0,0 0 0,0 1 0,0-2 0,1 1 0,4 3 0,8 3 0,1 0 0,0-1 0,0 0 0,0-2 0,1 0 0,1-1 0,-1-1 0,1-1 0,39 3 0,-53-7-124,0 0 0,0 0 0,-1 0 0,1-1 0,0 1 0,0-1-1,-1-1 1,1 1 0,0-1 0,9-5 0,-8 2-6702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7.3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48 24575,'-9'-4'0,"-11"-5"0,0 1 0,-1 1 0,1 1 0,-1 1 0,-30-3 0,48 7 0,1 1 0,-1 0 0,1 0 0,-1 0 0,0 1 0,1-1 0,-1 1 0,1-1 0,-1 1 0,1 0 0,-1 0 0,1 0 0,0 0 0,-1 0 0,1 1 0,0-1 0,0 1 0,0-1 0,0 1 0,-2 2 0,2-1 0,1-1 0,-1 1 0,1-1 0,0 1 0,0-1 0,0 1 0,0 0 0,1-1 0,-1 1 0,1 0 0,-1 0 0,1-1 0,0 1 0,0 0 0,0 0 0,1 0 0,-1-1 0,2 5 0,1 5 0,1-1 0,0 0 0,11 20 0,5 10 0,-13-24 0,-2 1 0,0-1 0,-1 1 0,0 0 0,-2 0 0,0 0 0,-1 21 0,-1-21 0,-1-5 0,1-1 0,3 22 0,-2-29 0,0-1 0,0 0 0,0 0 0,1 0 0,-1 0 0,1 0 0,0 0 0,0 0 0,1-1 0,-1 1 0,6 5 0,-2-3 12,0-1 0,1 0 0,0 0 0,0 0 0,0-1 0,0 0 0,1-1 0,-1 1 0,14 3 0,-6-3-309,-1-1 0,1 0 0,0-1 0,21 0 0,-23-2-6529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7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16 24575,'-3'1'0,"1"0"0,0 0 0,-1 0 0,1 0 0,0 1 0,0-1 0,0 1 0,0-1 0,0 1 0,0 0 0,0 0 0,1 0 0,-1 0 0,1 0 0,-3 4 0,4-5 0,-1 0 0,0 1 0,1-1 0,0 0 0,-1 1 0,1-1 0,0 1 0,-1-1 0,1 1 0,0-1 0,0 0 0,0 1 0,1-1 0,-1 1 0,0-1 0,0 1 0,1-1 0,-1 0 0,1 1 0,-1-1 0,1 0 0,0 1 0,-1-1 0,1 0 0,0 0 0,0 0 0,0 0 0,0 1 0,1 0 0,2 1 0,0 0 0,0 0 0,1 0 0,-1 0 0,1 0 0,0-1 0,-1 0 0,1 0 0,0 0 0,0-1 0,0 0 0,6 1 0,-9-1 0,0-1 0,-1 0 0,1 0 0,0 0 0,0 0 0,0 0 0,0-1 0,-1 1 0,1 0 0,0-1 0,0 1 0,-1-1 0,1 0 0,0 0 0,-1 1 0,1-1 0,-1 0 0,1 0 0,-1-1 0,1 1 0,-1 0 0,0 0 0,1-1 0,-1 1 0,0-1 0,0 1 0,0-1 0,0 1 0,0-1 0,-1 0 0,1 1 0,0-1 0,-1 0 0,1 0 0,-1 1 0,1-4 0,-1-4 0,1 1 0,-2-16 0,1-6 0,0 29 0,0 1 0,0 0 0,0 0 0,0-1 0,0 1 0,0 0 0,0 0 0,0 0 0,0-1 0,0 1 0,0 0 0,1 0 0,-1 0 0,0-1 0,0 1 0,0 0 0,0 0 0,0 0 0,0-1 0,1 1 0,-1 0 0,0 0 0,0 0 0,0 0 0,0 0 0,1-1 0,-1 1 0,0 0 0,0 0 0,0 0 0,1 0 0,-1 0 0,8 3 0,9 12 0,-14-13 0,10 10-120,-4-3-57,0 0-1,1 0 0,0-1 0,0-1 0,1 0 0,22 11 0,-23-14-6648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8.3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54 24575,'1'-2'0,"3"6"0,4 10 0,-7-13 0,3 6 0,1-1 0,-1 0 0,1 1 0,0-2 0,1 1 0,-1-1 0,1 0 0,0 0 0,1 0 0,-1-1 0,1 0 0,0 0 0,0-1 0,0 0 0,0 0 0,0 0 0,1-1 0,-1-1 0,1 1 0,0-1 0,0 0 0,-1-1 0,9 0 0,-13 0 0,-1 0 0,0-1 0,0 1 0,0-1 0,1 0 0,-1 0 0,0 0 0,0 0 0,0 0 0,0 0 0,0 0 0,-1-1 0,1 1 0,0-1 0,1-1 0,0 0 0,0-1 0,-1 1 0,0-1 0,0 1 0,0-1 0,0 0 0,-1 1 0,2-5 0,-1 0 0,-1 1 0,1-1 0,-1 1 0,-1-1 0,1 0 0,-1 1 0,-1-1 0,-1-13 0,-7-2 0,18 39 0,0 1 0,1-1 0,1-1 0,13 15 0,-16-21 0,0 0 0,11 8 0,-17-15 0,1 0 0,0 0 0,0 0 0,0 0 0,0 0 0,0-1 0,0 1 0,0-1 0,0 0 0,0 0 0,7 1 0,-1-4-1365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8.8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0 24575,'-1'2'0,"0"-1"0,1 0 0,-1 0 0,0 0 0,1 0 0,-1 0 0,1 0 0,-1 1 0,1-1 0,0 0 0,0 0 0,-1 1 0,1-1 0,0 0 0,0 1 0,0-1 0,1 0 0,-1 0 0,0 1 0,0-1 0,1 0 0,-1 0 0,0 1 0,1-1 0,-1 0 0,1 0 0,0 0 0,-1 0 0,2 2 0,2 2 0,-1 0 0,1 0 0,1 0 0,6 7 0,-5-7 0,1 1 0,-1-2 0,1 1 0,0-1 0,0 0 0,1 0 0,14 5 0,-20-8 0,0-1 0,0 1 0,0-1 0,-1 1 0,1-1 0,0 0 0,0 0 0,0 0 0,0 0 0,0 0 0,0 0 0,-1 0 0,1-1 0,0 1 0,0-1 0,0 1 0,0-1 0,-1 0 0,1 1 0,0-1 0,-1 0 0,1 0 0,-1 0 0,1-1 0,-1 1 0,1 0 0,-1-1 0,0 1 0,1 0 0,-1-1 0,0 1 0,0-1 0,0 0 0,-1 1 0,1-1 0,0 0 0,0 0 0,-1 0 0,1-2 0,0-1 0,-1 1 0,1 0 0,-1-1 0,0 1 0,0-1 0,-1 1 0,1 0 0,-1-1 0,0 1 0,0 0 0,0-1 0,-1 1 0,0 0 0,0 0 0,0 0 0,-3-5 0,16 35 0,23 15 0,-30-37 0,1 0 0,-1 0 0,1 0 0,0 0 0,-1-1 0,12 6 0,-15-8 0,0-1 0,1 1 0,-1-1 0,0 0 0,1 1 0,-1-1 0,1 0 0,-1 0 0,1 0 0,-1 0 0,1 0 0,-1 0 0,0 0 0,1-1 0,-1 1 0,1 0 0,1-2 0,1 0 0,-1 0 0,0 0 0,1 0 0,-1-1 0,2-2 0,-3 3 0,0 0 0,0 0 0,0 1 0,-1-1 0,1 0 0,1 1 0,-1 0 0,0-1 0,0 1 0,0 0 0,1 0 0,-1 0 0,1 1 0,-1-1 0,1 1 0,-1-1 0,1 1 0,4 0 0,7 2 0,1 1 0,-1 1 0,18 7 0,-19-6 0,1 0 0,-1-2 0,1 1 0,14 0 0,-11-2-1365,-2-2-5461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9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24575,'26'2'0,"-7"0"0,33 6 0,-47-7 0,-1 0 0,1 0 0,-1 1 0,1 0 0,-1 0 0,0 0 0,0 0 0,0 1 0,0 0 0,0-1 0,0 1 0,3 5 0,-5-6 0,0 1 0,0 0 0,-1 0 0,1 0 0,-1 0 0,0 0 0,0 0 0,0 0 0,0 0 0,0 1 0,-1-1 0,1 0 0,-1 5 0,0 7 0,-4 25 0,1-10 0,0 26 0,5 67 0,1-109-58,-3-13 1,0 1 0,1-1 1,-1 0-1,0 1 0,1-1 0,-1 0 0,0 1 0,0-1 1,0 1-1,0-1 0,0 0 0,-1 1 0,1-1 0,0 0 1,-1 1-1,1-1 0,-1 0 0,1 1 0,-1-1 0,1 0 1,-1 0-1,-1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0.7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46 24575,'27'0'0,"40"0"0,126-14 0,116-15 35,3 26-292,-213 4-150,307 15 251,104-2 186,-458-16-649,101-19-1,-137 17-5577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1.4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290 59 24575,'-28'-10'0,"-11"-3"0,-2 0 0,4 3 0,5 2 0,6 4 0,5 4 0,3 2 0,3 1 0,3 3 0,2 0 0,-1 1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2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24575,'-2'5'0,"1"0"0,0 0 0,1 0 0,-1 0 0,1 0 0,0 0 0,0 0 0,1 0 0,-1 0 0,3 8 0,2 5 0,11 27 0,-8-26 0,79 193 0,-76-186 0,-3-8 0,22 55 0,-27-63 0,0 0 0,-1 0 0,0 0 0,0 1 0,0 13 0,-6-6 120,1-10-321,3-8 175,0 0 1,0 0-1,0 0 0,-1 0 1,1 0-1,0 0 0,0 0 1,0 0-1,0 0 0,0 0 0,0 0 1,0 0-1,-1 0 0,1 0 1,0 0-1,0 0 0,0 0 1,0 0-1,0 0 0,0 0 1,-1 0-1,1 0 0,0 0 1,0 0-1,0 0 0,0 0 1,0 0-1,0 0 0,0 0 1,0-1-1,-1 1 0,1 0 1,0 0-1,0 0 0,0 0 0,0 0 1,0 0-1,0 0 0,0 0 1,0 0-1,0-1 0,0 1 1,0 0-1,0 0 0,0 0 1,0 0-1,0 0 0,0 0 1,0-1-1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2.7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383 46 24575,'-28'-5'0,"-16"-2"0,-6 1 0,3 1 0,5-1 0,4 0 0,6 2 0,6 1 0,5 1 0,3 1 0,6 3 0,1 2 0,3 1 0,3 4 0,5 0 0,4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3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87 24575,'-36'-17'0,"6"3"0,0 0 0,-1 2 0,-1 1 0,-32-6 0,61 16 0,1 1 0,0-1 0,-1 1 0,1 0 0,-1 0 0,1 0 0,0 0 0,-1 1 0,1-1 0,0 1 0,-1-1 0,1 1 0,0 0 0,-3 1 0,4-2 0,1 1 0,-1 0 0,0 0 0,0 0 0,0 0 0,0 0 0,1 0 0,-1 0 0,0 0 0,1 0 0,-1 0 0,1 0 0,-1 0 0,1 0 0,0 0 0,-1 1 0,1-1 0,0 0 0,0 0 0,0 1 0,0-1 0,0 0 0,0 0 0,0 0 0,0 1 0,1-1 0,-1 0 0,1 1 0,1 6 0,0 0 0,1-1 0,0 0 0,1 0 0,0 0 0,0 0 0,0 0 0,1-1 0,6 8 0,3 1 0,1 0 0,22 16 0,-28-24 0,1 0 0,-1-1 0,1 0 0,0-1 0,1 0 0,-1-1 0,1 0 0,0 0 0,0-1 0,1-1 0,21 3 0,-32-5 0,1 0 0,-1 0 0,0 0 0,1 0 0,-1-1 0,0 1 0,0 0 0,1-1 0,-1 1 0,0 0 0,0-1 0,0 0 0,1 1 0,-1-1 0,0 0 0,0 0 0,0 1 0,0-1 0,0 0 0,1-1 0,-1 0 0,0 0 0,0 0 0,0 0 0,-1 0 0,1 0 0,0 0 0,-1 0 0,1 0 0,-1 0 0,0 0 0,1-3 0,-1-2 0,-1 0 0,1 0 0,-1 0 0,-1 0 0,1 0 0,-4-10 0,-39-78 0,64 111 0,63 61 0,-69-66 0,1-1 0,0 0 0,0 0 0,22 8 0,-23-12-1365,-1-3-5461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4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24575,'0'12'0,"0"1"0,0-1 0,1 1 0,3 19 0,-3-28 0,0 0 0,1-1 0,-1 1 0,0-1 0,1 1 0,0-1 0,0 0 0,0 1 0,0-1 0,0 0 0,1 0 0,0-1 0,-1 1 0,1 0 0,0-1 0,4 3 0,-3-2 0,0-1 0,1 1 0,-1-1 0,0 0 0,8 2 0,-12-4 0,1 0 0,0 0 0,-1 0 0,1 0 0,0 0 0,-1 0 0,1 0 0,0 0 0,-1 0 0,1 0 0,0 0 0,-1 0 0,1 0 0,0-1 0,-1 1 0,1 0 0,0-1 0,0 0 0,0 1 0,-1-1 0,1 0 0,-1 1 0,1-1 0,-1 0 0,1 0 0,-1 0 0,0 1 0,1-1 0,-1 0 0,0 0 0,0 0 0,1 0 0,-1 0 0,0 0 0,0 0 0,0 0 0,0-1 0,-3-24 0,2 15 0,0 0 0,0 0 0,1 0 0,2-15 0,-2 24 0,0 1 0,1-1 0,-1 0 0,1 0 0,-1 0 0,1 1 0,0-1 0,-1 0 0,1 1 0,0-1 0,0 0 0,0 1 0,0-1 0,0 1 0,1 0 0,-1-1 0,0 1 0,1 0 0,-1 0 0,1 0 0,-1 0 0,1 0 0,0 0 0,-1 0 0,1 1 0,0-1 0,0 0 0,-1 1 0,1-1 0,0 1 0,3 0 0,-2 0 0,1 0 0,0 0 0,-1 1 0,1-1 0,-1 1 0,1 0 0,-1 0 0,1 1 0,-1-1 0,0 0 0,0 1 0,1 0 0,2 2 0,6 5 0,20 19 0,-23-19 0,92 86-1365,-92-85-5461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4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30 24575,'-27'-5'0,"-13"-2"0,-1 1 0,4 0 0,3 3 0,5 0 0,4 5 0,5 1 0,3 2 0,4 1-8191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4.8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24575,'3'5'0,"2"6"0,2 5 0,1 1 0,2 1 0,0 0 0,0-1 0,1-1 0,-1-1 0,-3 1 0,1-4 0,-2-1 0,-2 1 0,-1-3-8191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 24575,'0'0'0,"0"0"0,0 0 0,0-1 0,0 1 0,0 0 0,0 0 0,-1 0 0,1-1 0,0 1 0,0 0 0,0 0 0,1 0 0,-1-1 0,0 1 0,0 0 0,0 0 0,0 0 0,0-1 0,0 1 0,0 0 0,0 0 0,0 0 0,0 0 0,0-1 0,1 1 0,-1 0 0,0 0 0,0 0 0,0 0 0,0 0 0,0-1 0,1 1 0,-1 0 0,5 5 0,4 12 0,2 16 0,2 0 0,1 0 0,20 32 0,-27-52 0,16 24 0,45 58 0,-58-79 120,-10-16-123,0 0 0,0 0-1,0 0 1,0 0 0,0 0 0,0 0-1,0 0 1,0 0 0,0 0 0,0 0-1,0 0 1,0 0 0,0 0 0,0 0-1,0 0 1,0 0 0,0 1 0,0-1-1,0 0 1,0 0 0,0 0 0,0 0-1,0 0 1,0 0 0,0 0 0,0 0-1,0 0 1,0 0 0,0 0 0,0 0-1,0 0 1,-1 0 0,1 0 0,0 0 0,0 0-1,0 0 1,0 0 0,0 1 0,0-1-1,0 0 1,0 0 0,0 0 0,0 0-1,0 0 1,0 0 0,0 0 0,0 0-1,0 0 1,0 0 0,0 0 0,-1 0-1,1 0 1,0 0 0,0 0 0,0 0-1,0 0 1,0 0 0,0 0 0,0 0-1,0 0 1,0-1 0,-8-5-1281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6.6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356 117 24575,'-30'-15'0,"-15"-5"0,-5-2 0,4 4 0,4 4 0,7 2 0,7 3 0,6 3 0,6 5 0,4 3 0,4 4 0,0 3 0,2 2 0,2 2 0,2 2 0,1 0 0,0-2-8191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6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209 0 24575,'-20'0'0,"-9"0"0,-3 0 0,3 0 0,3 0 0,3 0 0,4 0 0,2 0 0,4 0-8191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7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24575,'-1'2'0,"0"0"0,0 0 0,0 0 0,1 0 0,-1 0 0,1 0 0,-1 0 0,1 0 0,0 0 0,0 1 0,0-1 0,0 0 0,0 0 0,0 0 0,1 0 0,0 3 0,0-1 0,1-1 0,0 1 0,-1-1 0,1 0 0,0 0 0,0 0 0,1 0 0,4 5 0,3 0 0,1 0 0,0 0 0,0-1 0,15 8 0,-15-9 0,1-1 0,-1 0 0,1 0 0,15 2 0,-23-6 0,0 0 0,0 0 0,0-1 0,0 1 0,0-1 0,0 0 0,0 0 0,0-1 0,0 1 0,0-1 0,0 0 0,0 0 0,0 0 0,0-1 0,-1 1 0,8-5 0,-10 5 0,1 0 0,-1-1 0,1 0 0,-1 1 0,1-1 0,-1 0 0,0 1 0,0-1 0,0 0 0,0 0 0,0 0 0,-1 0 0,1 0 0,0 0 0,-1 0 0,0 0 0,1-1 0,-1 1 0,0 0 0,0 0 0,0 0 0,0 0 0,-1 0 0,0-4 0,0 1 0,0-1 0,-1 1 0,1 0 0,-1 0 0,-1 1 0,1-1 0,-1 0 0,-5-7 0,0 5 0,3 8 0,5 0 0,0-1 0,0 1 0,0 0 0,0-1 0,0 1 0,-1 0 0,1-1 0,0 1 0,1 0 0,-1 0 0,0-1 0,0 1 0,0 0 0,0-1 0,0 1 0,1 0 0,-1-1 0,0 1 0,1-1 0,-1 1 0,1 1 0,2 1 0,-1 1 0,1 0 0,1-1 0,-1 0 0,0 0 0,1 0 0,0 0 0,-1 0 0,1-1 0,0 0 0,1 1 0,-1-1 0,0-1 0,0 1 0,8 1 0,-7-2 0,0 0 0,0 0 0,1 0 0,-1-1 0,1 1 0,-1-1 0,0-1 0,1 1 0,-1-1 0,0 0 0,1 0 0,-1 0 0,6-3 0,-9 2 0,0 1 0,0 0 0,0-1 0,0 1 0,0-1 0,0 0 0,0 0 0,2-2 0,-3 2 0,-1 1 0,2 0 0,-1-1 0,0 1 0,0 0 0,0 0 0,0 0 0,1 0 0,-1 0 0,1 0 0,-1 0 0,1 1 0,-1-1 0,1 0 0,-1 1 0,1-1 0,-1 1 0,1-1 0,0 1 0,-1 0 0,3 0 0,6 1 26,0 0-1,0 1 0,0 1 1,10 3-1,-9-3-398,-1 0 0,1 0 0,13 1 0,-11-4-6453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8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152 14 24575,'0'-6'0,"-1"-2"0,-8 10 0,3 0 0,-96 20 0,100-22 0,0 1 0,1 0 0,-1-1 0,0 1 0,0 0 0,1 0 0,-1 0 0,1 0 0,-1 0 0,1 0 0,-1 0 0,1 1 0,-1-1 0,1 0 0,0 1 0,0-1 0,0 1 0,0-1 0,0 1 0,0 0 0,0 0 0,1-1 0,-1 1 0,1 0 0,-1 0 0,1 0 0,-1-1 0,1 1 0,0 0 0,0 0 0,0 0 0,0 0 0,1 2 0,0 7 0,1 0 0,0 1 0,1-1 0,6 14 0,-4-9 0,44 173 0,-33-117 0,7 22 0,-22-89 0,1 0 0,-1-1 0,1 1 0,0-1 0,1 1 0,-1-1 0,1 0 0,0 0 0,0 0 0,0 0 0,0-1 0,1 1 0,-1-1 0,1 0 0,0 0 0,0 0 0,0 0 0,0-1 0,1 0 0,-1 0 0,1 0 0,7 2 0,-4-2 0,-1 0 0,1-1 0,0 0 0,0-1 0,-1 1 0,1-1 0,0-1 0,0 0 0,-1 0 0,1 0 0,0-1 0,-1 0 0,14-6 0,11-7-1365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9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206 361 24575,'-9'-5'0,"-53"-28"0,56 30 0,0 1 0,-1 0 0,1 0 0,0 1 0,0-1 0,-1 1 0,1 1 0,-10-1 0,12 2 0,1-1 0,0 1 0,0 0 0,0 0 0,0 0 0,0 1 0,0-1 0,0 1 0,0 0 0,1-1 0,-1 1 0,1 0 0,-1 1 0,1-1 0,0 0 0,-1 1 0,1-1 0,1 1 0,-1 0 0,0-1 0,1 1 0,-3 4 0,3-4 0,0 0 0,-1 1 0,1-1 0,0 0 0,0 1 0,1-1 0,-1 0 0,1 1 0,-1-1 0,1 1 0,0-1 0,1 1 0,-1-1 0,1 0 0,-1 1 0,1-1 0,0 0 0,0 1 0,0-1 0,3 5 0,0-3 0,0 0 0,1-1 0,-1 0 0,1 0 0,-1 0 0,1-1 0,0 1 0,1-1 0,-1 0 0,10 3 0,-6-2 0,-1-1 0,1 0 0,-1-1 0,1 0 0,0-1 0,14 1 0,-21-2 0,0 0 0,0 0 0,0 0 0,0 0 0,0-1 0,-1 1 0,1 0 0,0-1 0,0 0 0,0 1 0,-1-1 0,1 0 0,0 0 0,-1 0 0,1 0 0,-1 0 0,1-1 0,-1 1 0,0 0 0,1-1 0,-1 1 0,0-1 0,0 1 0,0-1 0,0 1 0,0-1 0,0 0 0,0 1 0,-1-1 0,1 0 0,-1 0 0,1 0 0,-1 0 0,0 0 0,1-2 0,-1-6 0,0 0 0,0 0 0,-1 0 0,0 0 0,-4-14 0,-10-33 0,-2 2 0,-38-85 0,38 106 0,-25-38 0,28 57 0,14 14 0,0 1 0,0 0 0,-1 0 0,1 0 0,0 0 0,0-1 0,-1 1 0,1 0 0,0 0 0,-1 0 0,1 0 0,0 0 0,-1 0 0,1 0 0,0 0 0,-1 0 0,1 0 0,0 0 0,-1 0 0,1 0 0,0 0 0,0 0 0,-1 0 0,1 0 0,0 0 0,-1 1 0,1-1 0,0 0 0,0 0 0,-1 0 0,1 0 0,0 1 0,0-1 0,-1 0 0,1 0 0,0 0 0,0 1 0,0-1 0,-1 0 0,1 1 0,0-1 0,0 0 0,0 0 0,0 1 0,0-1 0,0 0 0,-1 1 0,1-1 0,0 0 0,0 1 0,0-1 0,0 0 0,0 0 0,0 1 0,0-1 0,1 1 0,-3 7 0,1 1 0,1 0 0,0-1 0,0 1 0,0-1 0,1 1 0,1 0 0,2 8 0,1 3 0,1-1 0,12 26 0,-9-25 0,2-1 0,0-1 0,1 1 0,1-2 0,0 0 0,2 0 0,0-1 0,22 18 0,-26-25 0,0-1 0,0 0 0,1 0 0,1-1 0,-1-1 0,1 0 0,0-1 0,0 0 0,1-1 0,-1-1 0,1 0 0,0 0 0,27 0 0,-36-3 0,0-1 0,0 1 0,0-1 0,-1 0 0,1 0 0,0 0 0,0-1 0,-1 0 0,1 0 0,-1 0 0,1 0 0,-1-1 0,0 0 0,0 0 0,0 0 0,-1 0 0,1 0 0,-1-1 0,1 0 0,-1 1 0,0-1 0,-1 0 0,1-1 0,-1 1 0,0 0 0,0-1 0,0 0 0,0 1 0,-1-1 0,0 0 0,0 0 0,0 1 0,0-1 0,-1 0 0,0 0 0,0 0 0,0 0 0,-2-6 0,1 5 0,-1-1 0,0 1 0,0-1 0,-1 1 0,0 0 0,0 0 0,0 0 0,-1 1 0,-4-7 0,7 11 0,-1-1 0,1 0 0,-1 0 0,0 1 0,1-1 0,-1 1 0,0-1 0,0 1 0,0 0 0,0 0 0,0 0 0,0 0 0,0 0 0,-1 0 0,1 1 0,0-1 0,0 1 0,-1-1 0,1 1 0,0 0 0,-1 0 0,1 0 0,0 0 0,0 0 0,-1 1 0,1-1 0,0 1 0,0 0 0,-4 1 0,4-1 0,1 0 0,-1 0 0,1 0 0,-1 0 0,1 0 0,-1 1 0,1-1 0,0 1 0,-1-1 0,1 1 0,0-1 0,0 1 0,0 0 0,1-1 0,-1 1 0,0 0 0,0 0 0,1 0 0,-1-1 0,1 1 0,0 0 0,0 0 0,0 0 0,-1 0 0,2 0 0,-1 0 0,0 0 0,1 3 0,0 3 0,1-1 0,0 0 0,0 0 0,0 0 0,1 0 0,4 8 0,0-4 0,-1-1 0,2 0 0,-1-1 0,1 0 0,1 0 0,13 12 0,-15-16 0,0 1 0,1-1 0,-1-1 0,1 1 0,0-1 0,0-1 0,0 1 0,1-1 0,14 3 0,-20-6-170,0 0-1,-1 1 0,1-1 1,0 0-1,0 0 0,0-1 1,3 0-1,4-2-6655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0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58 24575,'-5'-1'0,"4"3"0,8 10 0,14 14 0,-13-17 0,0-1 0,1 0 0,15 9 0,-20-14 0,0-1 0,0 0 0,0 1 0,0-2 0,0 1 0,0 0 0,1-1 0,-1 0 0,0 0 0,1 0 0,-1 0 0,6-1 0,-8 0 0,-1 0 0,1-1 0,0 1 0,-1-1 0,1 1 0,-1-1 0,1 0 0,-1 1 0,1-1 0,-1 0 0,0 0 0,1 0 0,-1 0 0,0 0 0,0 0 0,0 0 0,0-1 0,0 1 0,0 0 0,0-1 0,0 1 0,0-1 0,0 1 0,-1-1 0,1 1 0,-1-1 0,1 1 0,-1-1 0,0 1 0,1-4 0,0-6 0,0 1 0,-1-1 0,-2-19 0,1 12 0,1 16 0,0 0 0,0-1 0,0 1 0,0 0 0,0-1 0,1 1 0,-1 0 0,1 0 0,0-1 0,-1 1 0,1 0 0,0 0 0,2-3 0,-2 4 0,0 0 0,0 0 0,0 1 0,0-1 0,0 0 0,0 1 0,0-1 0,0 1 0,0-1 0,0 1 0,0 0 0,0-1 0,0 1 0,0 0 0,0 0 0,1 0 0,-1 0 0,0 0 0,0 0 0,0 0 0,0 0 0,0 0 0,0 1 0,1-1 0,-1 0 0,0 1 0,0-1 0,0 1 0,0-1 0,1 1 0,13 7 0,0 1 0,0 0 0,13 12 0,3 2 0,-24-19-195,-1 1 0,0 0 0,0 0 0,-1 0 0,1 1 0,5 8 0,-4-3-6631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1.0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27 24575,'5'-2'0,"77"-17"0,-70 17 0,0 0 0,0 1 0,1 1 0,20 1 0,-31-1 0,0 0 0,0 1 0,1-1 0,-1 0 0,0 1 0,0 0 0,-1-1 0,1 1 0,0 0 0,0 0 0,0 0 0,0 0 0,-1 1 0,1-1 0,-1 0 0,3 3 0,-2-2 0,-1 1 0,0-1 0,1 1 0,-1-1 0,-1 1 0,1-1 0,0 1 0,0 0 0,-1-1 0,0 1 0,1 5 0,1 20 0,1 0 0,1-1 0,1 1 0,2-1 0,20 51 0,54 103 0,-79-179 0,-1 0 0,0 1 0,0-1 0,0 1 0,0 0 0,0-1 0,-1 1 0,1-1 0,-1 1 0,0 0 0,1 0 0,-1-1 0,0 1 0,-1 0 0,1-1 0,0 1 0,-2 4 0,1-4 0,0-1 0,-1 0 0,1 0 0,-1 1 0,1-1 0,-1 0 0,0-1 0,0 1 0,0 0 0,0 0 0,0-1 0,0 1 0,0-1 0,0 0 0,-1 1 0,1-1 0,0 0 0,-4 1 0,-77 24-1365,67-21-5461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2.2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3006 15 24575,'-160'-14'0,"129"14"0,-1 1 0,1 2 0,-36 7 0,1 2 0,-100 7 0,83-13 0,-76 2 0,-78 1 0,132-1 0,-182 17 0,263-22 0,-124 11 0,78-8 0,-105 3 0,143-9 0,-45 1 0,-83-11 0,96 4 0,-91 5 0,76 2 0,51 0 0,1 2 0,-35 7 0,-33 4 0,18-6 0,-37 1 0,-61-10-1365,156 1-5461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3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91 210 24575,'9'57'0,"21"65"0,-20-97 0,-43-94 0,9 30 0,4 8 0,-16-38 0,31 58 0,1-1 0,0 0 0,0 0 0,1-1 0,1 1 0,0-1 0,0-12 0,1 19 0,1 0 0,0 0 0,1 0 0,-1 0 0,1 0 0,0 1 0,3-9 0,-3 12 0,0 0 0,0 0 0,1-1 0,-1 1 0,1 0 0,-1 0 0,1 1 0,-1-1 0,1 0 0,0 0 0,0 1 0,0-1 0,0 1 0,0 0 0,0-1 0,0 1 0,1 0 0,-1 0 0,5-1 0,3 0 0,-1 0 0,1 1 0,-1 0 0,1 0 0,0 1 0,-1 0 0,1 1 0,0 0 0,-1 1 0,1 0 0,9 3 0,-9-2 0,0 1 0,0 0 0,0 1 0,0 0 0,-1 1 0,1-1 0,-1 2 0,-1-1 0,13 13 0,-20-18 0,1 1 0,0-1 0,-1 1 0,0 0 0,1 0 0,-1 0 0,0 0 0,0 0 0,0 0 0,0 0 0,0 0 0,-1 0 0,1 0 0,-1 1 0,1-1 0,-1 0 0,0 0 0,0 1 0,0 3 0,-1-3 0,1 0 0,-1-1 0,0 1 0,-1 0 0,1 0 0,0-1 0,-1 1 0,1-1 0,-1 1 0,0-1 0,0 0 0,0 1 0,-3 1 0,-5 4 0,0 0 0,0-1 0,-1-1 0,0 1 0,-22 7 0,-60 17 0,92-31 0,1 0 0,0 0 0,0 0 0,-1 0 0,1 0 0,0 0 0,-1 1 0,1-1 0,0 0 0,0 0 0,0 0 0,-1 0 0,1 1 0,0-1 0,0 0 0,0 0 0,-1 0 0,1 1 0,0-1 0,0 0 0,0 0 0,0 1 0,0-1 0,-1 0 0,1 0 0,0 1 0,0-1 0,0 0 0,0 1 0,0-1 0,0 0 0,0 0 0,0 1 0,0-1 0,8 8 0,14 4 0,-22-12 0,52 20 0,0-3 0,1-2 0,0-2 0,1-2 0,90 5 0,-137-15-119,-1-1-89,0 1 0,0-1 1,0 0-1,-1-1 1,11-1-1,-7-2-6618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4.2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72 250 24575,'73'-40'0,"-65"34"0,0 1 0,-1-1 0,0 0 0,0 0 0,-1-1 0,11-13 0,-16 18 0,1 0 0,-1 0 0,0 0 0,0 0 0,0 0 0,0-1 0,-1 1 0,1 0 0,-1-1 0,1 1 0,-1-1 0,0 1 0,0 0 0,0-1 0,0 1 0,0-1 0,-1-1 0,0 0 0,0 0 0,-1 0 0,1 0 0,-1 0 0,0 0 0,0 1 0,0-1 0,-1 1 0,-2-4 0,-3-2 0,0 1 0,-1 1 0,1 0 0,-1 0 0,-1 1 0,-13-8 0,20 12 0,-1 0 0,1 1 0,0 0 0,0-1 0,-1 1 0,1 0 0,-1 1 0,1-1 0,-1 1 0,1-1 0,-1 1 0,0 0 0,1 0 0,-1 1 0,1-1 0,-1 1 0,-5 1 0,6 0 0,0-1 0,0 1 0,0 0 0,0 0 0,1 0 0,-1 0 0,1 0 0,-1 1 0,1-1 0,0 1 0,0 0 0,0-1 0,0 1 0,0 0 0,1 0 0,-1 0 0,1 1 0,-2 4 0,2-3 0,-1 0 0,1 0 0,0 1 0,1-1 0,-1 0 0,1 0 0,0 1 0,0-1 0,1 0 0,0 0 0,1 7 0,0-4 0,1-1 0,0 1 0,0-1 0,1 0 0,0 0 0,8 12 0,-1-6 0,0-1 0,0 0 0,2-1 0,-1 0 0,1 0 0,23 12 0,-18-12 0,0-1 0,33 12 0,-40-19 0,-1 0 0,1 0 0,-1-1 0,1 0 0,0 0 0,20-1 0,-27-1-195,-1-1 0,1 0 0,-1 1 0,0-1 0,1 0 0,6-3 0,2-3-6631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5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0 24575,'-5'1'0,"0"1"0,1-1 0,-1 1 0,0 0 0,1 0 0,-1 1 0,1-1 0,0 1 0,0 0 0,0 0 0,0 1 0,1-1 0,-1 1 0,1-1 0,0 1 0,0 0 0,0 1 0,0-1 0,1 0 0,0 1 0,0-1 0,0 1 0,0 0 0,1 0 0,0-1 0,0 1 0,0 0 0,0 0 0,1 0 0,0 0 0,0 0 0,0 0 0,1 0 0,0 0 0,0 0 0,0 0 0,0 0 0,1 0 0,3 6 0,12 21 0,-8-17 0,-2 0 0,11 27 0,-13-26 0,-2 1 0,0 0 0,1 22 0,3 19 0,-4-34 0,-1-13 0,-1-1 0,2 1 0,4 12 0,-6-19 0,0-1 0,1 0 0,0 1 0,0-1 0,0 0 0,0 0 0,1 0 0,-1 0 0,1 0 0,0-1 0,0 1 0,0-1 0,4 3 0,0-1 0,0-1 0,1 1 0,-1-1 0,1 0 0,0-1 0,0 0 0,0 0 0,8 0 0,0-1 0,0 0 0,0-1 0,19-3 0,-33 3-59,-1 0 0,0 0-1,1 0 1,-1-1-1,0 1 1,1 0 0,-1-1-1,0 1 1,0-1 0,1 0-1,-1 1 1,0-1 0,0 0-1,0 0 1,0 0-1,0 0 1,0 0 0,0 0-1,0 0 1,0 0 0,-1 0-1,2-2 1,2-6-6767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5.6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241 374 24575,'-31'-10'0,"6"0"0,-1 2 0,0 1 0,0 1 0,-28-3 0,50 9 0,1 0 0,0 0 0,0 0 0,0 0 0,-1 1 0,1 0 0,0-1 0,0 1 0,0 0 0,-4 2 0,6-2 0,0-1 0,0 1 0,0 0 0,0-1 0,0 1 0,1 0 0,-1-1 0,0 1 0,1 0 0,-1 0 0,0 0 0,1 0 0,-1 0 0,1 0 0,-1-1 0,1 1 0,0 0 0,-1 0 0,1 0 0,0 1 0,0-1 0,0 0 0,0 0 0,0 0 0,0 0 0,0 0 0,0 0 0,0 0 0,0 0 0,0 0 0,1 0 0,-1 0 0,0 0 0,2 1 0,0 4 0,1-1 0,0-1 0,0 1 0,1 0 0,-1-1 0,1 1 0,0-1 0,0 0 0,0-1 0,6 4 0,0 1 0,0-1 0,1-1 0,19 9 0,-23-12 0,1-1 0,0 1 0,1-1 0,-1-1 0,0 0 0,1 0 0,-1 0 0,16-2 0,-21 1 0,0 0 0,1-1 0,-1 1 0,0-1 0,0 0 0,0 0 0,0 0 0,0 0 0,0 0 0,0 0 0,0-1 0,-1 0 0,1 1 0,0-1 0,-1 0 0,0 0 0,1-1 0,-1 1 0,0 0 0,0-1 0,0 0 0,0 1 0,-1-1 0,1 0 0,1-5 0,0-4 0,-1 1 0,0 0 0,-1-1 0,0 1 0,-1-1 0,0 0 0,-2-11 0,-2-3 0,0 1 0,-10-28 0,5 26 0,-2 0 0,-1 1 0,0 0 0,-2 1 0,-24-32 0,37 55 0,-1-1 0,1 1 0,-1 1 0,0-1 0,0 0 0,0 0 0,0 1 0,0-1 0,-2-1 0,3 3 0,1 0 0,0 0 0,-1 0 0,1 0 0,0-1 0,-1 1 0,1 0 0,0 0 0,0 0 0,-1 0 0,1 0 0,0 0 0,-1 0 0,1 0 0,0 0 0,-1 0 0,1 0 0,0 1 0,-1-1 0,1 0 0,0 0 0,0 0 0,-1 0 0,1 0 0,0 1 0,0-1 0,-1 0 0,1 0 0,-1 1 0,1 0 0,-1 0 0,1 0 0,-1 0 0,1 0 0,0 0 0,0 0 0,-1 0 0,1 0 0,0 0 0,0 1 0,0-1 0,0 1 0,1 12 0,0 0 0,1 1 0,0-1 0,1-1 0,7 20 0,-3-13 0,1 0 0,20 35 0,-17-38 0,1 0 0,0-1 0,1-1 0,1 0 0,0-1 0,1-1 0,26 19 0,-33-28 0,0 1 0,0-1 0,0 0 0,1-1 0,-1 0 0,1 0 0,12 1 0,-1-6-1365,-12 0-5461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5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108 177 24575,'1'-17'0,"0"1"0,-2-35 0,1 45 0,-1 0 0,0 0 0,0 0 0,-1 1 0,0-1 0,0 0 0,0 1 0,0 0 0,-1-1 0,0 1 0,0 0 0,-5-5 0,7 9 0,0 0 0,0 0 0,0-1 0,0 1 0,0 0 0,-1 0 0,1 0 0,-1 0 0,1 0 0,0 1 0,-1-1 0,1 0 0,-1 1 0,0-1 0,1 1 0,-1-1 0,0 1 0,-1 0 0,2 0 0,-1 0 0,1 0 0,-1 1 0,1-1 0,-1 0 0,1 1 0,0 0 0,-1-1 0,1 1 0,0 0 0,0-1 0,-1 1 0,1 0 0,0 0 0,0 0 0,-2 2 0,0 1 0,1-1 0,-1 1 0,1 0 0,-1 1 0,1-1 0,0 0 0,1 1 0,-1-1 0,1 1 0,0-1 0,-1 8 0,1-4 0,0 0 0,1 0 0,0 0 0,0 0 0,1 0 0,0 0 0,0 0 0,1 0 0,0 0 0,1 0 0,-1-1 0,2 1 0,-1-1 0,1 0 0,0 0 0,0 0 0,11 12 0,-3-6 0,0 0 0,0-2 0,2 1 0,28 18 0,-37-26 0,1-1 0,0 0 0,-1 0 0,1 0 0,0-1 0,1 0 0,-1 0 0,0-1 0,1 1 0,-1-1 0,0-1 0,1 1 0,-1-1 0,1 0 0,-1-1 0,11-1 0,-15 1 6,1 0 0,-1 0-1,0 0 1,1 0 0,-1 0-1,0-1 1,0 1 0,0-1 0,0 0-1,0 1 1,0-1 0,0 0-1,0 0 1,-1 0 0,1 0-1,-1-1 1,1 1 0,-1 0 0,0-1-1,1-2 1,-1 2-120,0-1 0,0 0-1,0 0 1,0 0 0,-1 0 0,0 0-1,0 1 1,0-1 0,0 0 0,0 0-1,-1 0 1,-2-7 0,0 1-6712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6.3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24575,'1'3'0,"1"0"0,-1 0 0,0 0 0,1-1 0,-1 1 0,1-1 0,0 1 0,0-1 0,4 4 0,-5-5 0,9 11 0,1-2 0,0 1 0,18 12 0,-26-20 0,0-1 0,1 0 0,-1 0 0,0 0 0,1-1 0,-1 1 0,1-1 0,0 0 0,-1 0 0,1 0 0,0-1 0,0 1 0,-1-1 0,1 0 0,0 0 0,0 0 0,0 0 0,-1-1 0,8-1 0,-10 1 0,1 0 0,0 1 0,-1-1 0,1 0 0,-1 0 0,1 0 0,-1 0 0,1 0 0,-1 0 0,0-1 0,0 1 0,1 0 0,-1-1 0,0 1 0,0-1 0,0 1 0,-1-1 0,2-1 0,0-3 0,-1 1 0,1-1 0,-1 1 0,0-8 0,3-11 0,-4 23 0,0 1 0,0 0 0,1-1 0,-1 1 0,0-1 0,0 1 0,0 0 0,0-1 0,0 1 0,1-1 0,-1 1 0,0 0 0,0-1 0,0 1 0,1 0 0,-1-1 0,0 1 0,1 0 0,-1 0 0,0-1 0,1 1 0,-1 0 0,0 0 0,1 0 0,-1-1 0,0 1 0,1 0 0,-1 0 0,1 0 0,-1 0 0,0 0 0,1 0 0,-1 0 0,1 0 0,-1 0 0,0 0 0,1 0 0,-1 0 0,1 0 0,-1 0 0,0 0 0,1 0 0,-1 0 0,1 0 0,-1 1 0,0-1 0,1 0 0,-1 0 0,1 1 0,19 16 0,-14-11 0,12 10 0,78 72 0,-85-76-1365,-1-1-5461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6.9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59 24575,'10'-8'0,"0"-1"0,1 2 0,0-1 0,23-10 0,-31 16 0,1 1 0,-1 0 0,1 0 0,-1 0 0,1 0 0,0 0 0,-1 1 0,1 0 0,0 0 0,-1 0 0,1 0 0,0 0 0,0 1 0,-1-1 0,1 1 0,-1 0 0,1 0 0,-1 1 0,1-1 0,-1 1 0,0-1 0,4 4 0,-1-1 0,0 0 0,0 1 0,-1 0 0,1 0 0,-1 0 0,-1 1 0,1-1 0,-1 1 0,0 1 0,0-1 0,0 0 0,-1 1 0,0 0 0,-1 0 0,1 0 0,-1 0 0,-1 0 0,1 0 0,0 12 0,-1-5 0,0 0 0,1 0 0,1-1 0,1 1 0,0-1 0,0 1 0,7 11 0,50 86 0,-18-38 0,-39-66 0,-1-1 0,1 1 0,-1 0 0,0 0 0,0 0 0,2 12 0,-5-17 0,1-1 0,-1 1 0,0 0 0,0-1 0,0 1 0,0 0 0,-1-1 0,1 1 0,0-1 0,-1 1 0,1-1 0,-1 1 0,1-1 0,-1 1 0,0-1 0,0 1 0,1-1 0,-1 0 0,0 1 0,0-1 0,-1 0 0,1 0 0,0 0 0,0 0 0,0 0 0,-1 0 0,1 0 0,0 0 0,-1 0 0,1-1 0,-1 1 0,-2 0 0,-7 2 0,-1 0 0,1-2 0,-1 1 0,1-1 0,-1-1 0,0 0 0,-16-2 0,-6 0 0,-58 1-1365,76 1-5461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7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50 24575,'-3'-9'0,"0"0"0,-9-17 0,10 21 0,22 40 0,4 18 0,31 70 0,-54-121 0,66 173 0,-55-136 0,-1-1 0,9 67 0,-18-80 0,-2 45 0,-1-122 0,0 26 0,1-28 0,1 47 0,0 1 0,0-1 0,0 1 0,0-1 0,1 1 0,0 0 0,1-1 0,-1 1 0,6-8 0,-6 11 0,-1 1 0,1-1 0,0 1 0,0 0 0,0 0 0,0 0 0,0 0 0,0 1 0,0-1 0,1 0 0,-1 1 0,1 0 0,-1-1 0,1 1 0,0 0 0,-1 0 0,4 0 0,-2 0 0,0 1 0,0 0 0,0 0 0,-1 0 0,1 1 0,0-1 0,0 1 0,-1 0 0,1 0 0,0 0 0,4 3 0,3 2 0,-1 0 0,0 0 0,0 1 0,0 1 0,-1 0 0,0 0 0,7 10 0,-7-7 0,0 0 0,-2 1 0,1 0 0,-1 0 0,-1 1 0,0 0 0,6 23 0,-5-21 120,-7-15-141,0 0 0,0 0-1,0 1 1,0-1 0,0 0 0,1 0-1,-1 0 1,0 1 0,0-1 0,0 0 0,0 0-1,0 0 1,1 0 0,-1 0 0,0 1 0,0-1-1,0 0 1,0 0 0,1 0 0,-1 0-1,0 0 1,0 0 0,0 0 0,0 0 0,1 0-1,-1 0 1,0 0 0,0 0 0,1 0 0,-1 0-1,0 0 1,0 0 0,0 0 0,1 0-1,-1 0 1,0 0 0,0 0 0,0 0 0,1 0-1,-1 0 1,0 0 0,0 0 0,0 0 0,0-1-1,1 1 1,-1 0 0,0 0 0,0 0-1,0 0 1,0 0 0,0-1 0,1 1 0,-1 0-1,0 0 1,0 0 0,0 0 0,0-1 0,0 1-1,0 0 1,0 0 0,0 0 0,0-1-1,0 1 1,0 0 0,0 0 0,0 0 0,0-1-1,0 1 1,0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7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24575,'8'18'0,"2"8"0,-1 2 0,1-1 0,2-3 0,0-2 0,-1-4 0,0-1 0,0-4 0,2-1 0,0-1 0,1 0 0,-3-1-8191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7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24575,'10'2'0,"6"4"0,3 3 0,0 5 0,0 3 0,-3-2-8191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8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228 89 24575,'-43'-22'0,"11"5"0,0 2 0,-47-17 0,77 32 0,1-1 0,-1 1 0,0-1 0,1 1 0,-1 0 0,1-1 0,-1 1 0,0 0 0,1 0 0,-1 0 0,0 1 0,1-1 0,-1 0 0,0 0 0,1 1 0,-1-1 0,1 1 0,-1 0 0,1-1 0,-3 2 0,4-1 0,-1 0 0,0 0 0,1 0 0,-1 0 0,1 0 0,-1 0 0,1 0 0,0 0 0,-1 0 0,1 0 0,0 1 0,0-1 0,0 0 0,0 0 0,0 0 0,0 0 0,0 0 0,0 0 0,0 0 0,1 1 0,-1-1 0,0 0 0,1 0 0,-1 0 0,1 0 0,-1 0 0,1 0 0,-1 0 0,2 1 0,5 10 0,1-1 0,1 0 0,-1-1 0,2 0 0,-1 0 0,1-1 0,1 0 0,0 0 0,0-1 0,0-1 0,19 9 0,-20-12 0,-1-1 0,0 0 0,1 0 0,-1-1 0,12 2 0,-17-4 0,1 1 0,-1-1 0,1 0 0,-1 0 0,1-1 0,-1 1 0,0-1 0,1 0 0,-1 0 0,0-1 0,1 1 0,-1-1 0,5-3 0,-9 5 0,1 0 0,-1 0 0,1-1 0,-1 1 0,0 0 0,1 0 0,-1 0 0,1-1 0,-1 1 0,0 0 0,1 0 0,-1 0 0,1 0 0,-1 0 0,1 0 0,-1 0 0,1 0 0,-1 0 0,0 0 0,1 0 0,-1 1 0,1-1 0,-1 0 0,1 0 0,-1 0 0,1 1 0,8 11 0,2 24 0,-9-26 0,16 48 0,-2 2 0,-4 0 0,7 77 0,-18-133 0,-1 0 0,0 0 0,0 0 0,-1 0 0,1 0 0,-2 7 0,1-10 0,1 0 0,-1 0 0,1 1 0,-1-1 0,0 0 0,1 0 0,-1 0 0,0 0 0,0 0 0,0 0 0,0 0 0,1-1 0,-1 1 0,-1 0 0,1 0 0,0-1 0,0 1 0,0-1 0,0 1 0,0-1 0,-1 1 0,1-1 0,0 0 0,0 1 0,-2-1 0,-4 0 0,0 0 0,0 0 0,1 0 0,-1-1 0,0 0 0,1-1 0,-1 1 0,1-1 0,-1 0 0,1-1 0,-11-5 0,-6-5 0,-34-27 0,52 36 0,-16-12-682,-36-39-1,43 40-6143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8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 11 24575,'-4'-1'0,"1"-1"0,0 1 0,-1-1 0,1 1 0,-1 0 0,0 0 0,1 1 0,-1-1 0,0 1 0,-4 0 0,6 0 0,1 0 0,-1 1 0,1-1 0,0 0 0,-1 1 0,1-1 0,0 1 0,-1-1 0,1 1 0,0 0 0,0 0 0,0 0 0,0-1 0,0 1 0,-1 0 0,2 0 0,-1 0 0,0 1 0,0-1 0,0 0 0,0 0 0,1 0 0,-1 1 0,0-1 0,1 0 0,-1 1 0,1-1 0,0 0 0,-1 3 0,0 4 0,1 0 0,-1-1 0,2 1 0,-1-1 0,1 1 0,0-1 0,0 1 0,1-1 0,3 9 0,3 7 0,17 34 0,1-8 0,1-2 0,3 0 0,68 79 0,-89-115 0,21 17 0,-26-24 0,0-1 0,0-1 0,0 1 0,0 0 0,1-1 0,-1 0 0,1 0 0,9 2 0,-13-3 0,0-1 0,0 0 0,0 0 0,0 0 0,0 0 0,0 0 0,0 0 0,0 0 0,0 0 0,0 0 0,0 0 0,0-1 0,0 1 0,0 0 0,-1-1 0,1 1 0,0-1 0,0 1 0,0-1 0,0 1 0,0-1 0,-1 0 0,1 1 0,1-2 0,-1 0 0,1 0 0,-1 0 0,0 0 0,0-1 0,-1 1 0,1 0 0,0 0 0,-1-1 0,1 1 0,-1-4 0,1-2 0,-1-1 0,0 0 0,-1 1 0,0-1 0,-2-8 0,-7-18 0,10 35 0,0 0 0,0 0 0,0 0 0,0 0 0,0 0 0,0 0 0,0 0 0,0 0 0,0 0 0,0 0 0,0 0 0,0 0 0,0 0 0,0 0 0,0 0 0,1 0 0,-1 0 0,0 0 0,0 0 0,0 0 0,0 0 0,0 0 0,0 0 0,0 0 0,0 0 0,0 0 0,0 0 0,0 0 0,0 0 0,0 0 0,0 0 0,0 0 0,0 0 0,0 0 0,0 0 0,0 0 0,0 0 0,0 0 0,1 0 0,-1 0 0,0 0 0,0 0 0,0 0 0,0 0 0,0 0 0,0 0 0,0 0 0,0-1 0,0 1 0,0 0 0,6 8 0,6 10 0,-5-9-114,-1 0 1,1 0-1,1-1 0,0 0 0,0 0 1,0-1-1,1 0 0,0 0 0,0-1 1,1 0-1,19 8 0,-20-10-6712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9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75 590 24575,'21'-38'0,"-3"0"0,25-71 0,-39 95 0,0-1 0,-1 0 0,0 0 0,-1 0 0,-1 0 0,-1 0 0,0 0 0,0 0 0,-2 0 0,0 0 0,-5-20 0,-10-12 0,-43-84 0,59 129 0,0-1 0,-1 1 0,1-1 0,-1 1 0,1 0 0,-1-1 0,0 1 0,-4-3 0,5 4 0,0 1 0,1-1 0,-1 1 0,0 0 0,1 0 0,-1-1 0,0 1 0,0 0 0,1 0 0,-1 0 0,0 0 0,0 0 0,1 0 0,-1 0 0,0 0 0,0 0 0,0 0 0,1 0 0,-1 1 0,0-1 0,1 0 0,-1 1 0,0-1 0,0 0 0,1 1 0,-1-1 0,1 1 0,-1-1 0,0 1 0,1-1 0,-1 1 0,1-1 0,-1 1 0,1-1 0,-1 1 0,1 0 0,-1 1 0,-5 7 0,0 2 0,1-1 0,1 0 0,-1 1 0,2 0 0,-1 0 0,1 0 0,1 0 0,0 1 0,1-1 0,0 1 0,2 21 0,0-23 0,1 1 0,0-1 0,1 1 0,0-1 0,1 0 0,0 0 0,1 0 0,0-1 0,0 0 0,1 0 0,11 14 0,0-3 0,1-1 0,0-1 0,35 26 0,-39-34 0,0 0 0,0-2 0,21 10 0,-27-14 0,0-1 0,0 0 0,0-1 0,0 0 0,0 0 0,1-1 0,-1 0 0,13 0 0,-18-1 0,-1 0 0,0-1 0,1 1 0,-1-1 0,0 1 0,0-1 0,1 0 0,-1 0 0,0 0 0,0 0 0,0 0 0,0 0 0,0-1 0,0 1 0,-1-1 0,1 1 0,0-1 0,-1 0 0,1 0 0,-1 0 0,1 0 0,-1 0 0,0 0 0,0 0 0,1-3 0,0-1 0,0-1 0,0 0 0,0 1 0,-1-1 0,0 0 0,-1 0 0,0-8 0,1 22 0,0-1 0,0 1 0,0-1 0,1 0 0,0 1 0,0-1 0,1 0 0,4 8 0,-5-10 0,0 1 0,1-1 0,0 0 0,0 0 0,0 0 0,1 0 0,-1-1 0,1 1 0,0-1 0,0 0 0,0 0 0,9 5 0,-12-7 0,1-1 0,0 1 0,-1-1 0,1 1 0,0-1 0,0 1 0,0-1 0,-1 0 0,1 0 0,0 0 0,0 0 0,0 0 0,-1-1 0,1 1 0,0 0 0,0-1 0,-1 1 0,3-2 0,-1 0 0,0 1 0,-1-1 0,1 0 0,-1 0 0,1 0 0,-1 0 0,0-1 0,0 1 0,3-5 0,2-4 0,-1 0 0,0 0 0,8-25 0,-11 26 0,-2 6 0,0 0 0,0 0 0,1 0 0,0 0 0,0 1 0,0-1 0,4-5 0,-6 9 0,0 0 0,0-1 0,1 1 0,-1 0 0,0 0 0,0-1 0,1 1 0,-1 0 0,0 0 0,0 0 0,1 0 0,-1 0 0,0-1 0,1 1 0,-1 0 0,0 0 0,1 0 0,-1 0 0,0 0 0,0 0 0,1 0 0,-1 0 0,0 0 0,1 0 0,-1 0 0,0 0 0,1 0 0,-1 1 0,0-1 0,1 0 0,7 9 0,4 17 0,-10-22 0,22 68 0,25 115 0,-32-113 0,-7-36 0,-2 0 0,-2 0 0,-1 1 0,-2 0 0,-3 42 0,0-78 0,0-1 0,0 1 0,-1 0 0,1-1 0,-1 1 0,0 0 0,1-1 0,-1 1 0,-1-1 0,1 1 0,0-1 0,0 1 0,-1-1 0,0 0 0,-2 3 0,3-4 0,-1 0 0,0 0 0,1 0 0,-1 0 0,0 0 0,0 0 0,0-1 0,0 1 0,0 0 0,0-1 0,0 0 0,0 1 0,0-1 0,0 0 0,0 0 0,0 0 0,0 0 0,0-1 0,0 1 0,0 0 0,-2-2 0,-5-1 0,-1 0 0,1-1 0,0 0 0,0 0 0,1-1 0,-1-1 0,1 1 0,-11-11 0,-6-7 0,-24-29 0,37 40 0,2 0 0,0-1 0,0 0 0,1-1 0,1 0 0,0-1 0,-7-18 0,14 31-72,1 0 1,-1 0-1,1 1 0,-1-1 0,1 0 0,0 0 0,0 0 0,0 0 1,0 0-1,0 0 0,0 0 0,1 0 0,-1 0 0,1 0 0,-1 1 1,1-1-1,-1 0 0,2-2 0,5-5-6754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0.4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 24575,'32'47'0,"39"50"0,-59-83 0,0 0 0,1-1 0,1 0 0,20 14 0,-30-24 0,1 0 0,-1 0 0,0-1 0,1 0 0,0 0 0,0 0 0,-1 0 0,1-1 0,0 0 0,0 0 0,10 0 0,-13-1 0,1 0 0,-1 0 0,0-1 0,0 1 0,1-1 0,-1 1 0,0-1 0,0 0 0,0 0 0,1 0 0,-1 0 0,0 0 0,0-1 0,-1 1 0,1 0 0,0-1 0,0 0 0,-1 1 0,1-1 0,-1 0 0,1 0 0,-1 0 0,0 0 0,0 0 0,0 0 0,0 0 0,1-4 0,0 0 0,-1 0 0,1-1 0,-2 1 0,1-1 0,-1 1 0,0-11 0,1-13 0,-1 30 0,0 0 0,0-1 0,0 1 0,0 0 0,0 0 0,0 0 0,0 0 0,0 0 0,0-1 0,0 1 0,0 0 0,1 0 0,-1 0 0,0 0 0,0 0 0,0 0 0,0 0 0,0-1 0,0 1 0,0 0 0,1 0 0,-1 0 0,0 0 0,0 0 0,0 0 0,0 0 0,0 0 0,1 0 0,-1 0 0,0 0 0,0 0 0,0 0 0,0 0 0,0 0 0,1 0 0,-1 0 0,0 0 0,0 0 0,0 0 0,0 0 0,0 0 0,1 0 0,-1 0 0,0 0 0,0 0 0,0 0 0,0 0 0,0 0 0,1 1 0,-1-1 0,0 0 0,0 0 0,0 0 0,0 0 0,0 0 0,0 0 0,0 0 0,0 1 0,9 7 0,-8-7 0,14 14 0,1-1 0,0 0 0,1-1 0,22 13 0,-29-20 0,1 0 0,1-1 0,-1-1 0,1 0 0,-1 0 0,1-1 0,0-1 0,22 2 0,-26-3 0,0-1 0,0 0 0,-1 0 0,1-1 0,0 0 0,0 0 0,13-5 0,-18 5 0,0 0 0,0-1 0,0 1 0,-1-1 0,1 0 0,-1 0 0,1 0 0,-1 0 0,1 0 0,-1 0 0,0-1 0,0 1 0,0-1 0,-1 0 0,1 1 0,0-1 0,-1 0 0,0 0 0,0 0 0,0 0 0,1-6 0,0 1 0,-1 0 0,0-1 0,-1 1 0,0-1 0,-1 1 0,1-1 0,-2 1 0,1 0 0,-1-1 0,0 1 0,-1 0 0,0 0 0,0 0 0,-1 1 0,0-1 0,0 1 0,0 0 0,-1 0 0,-1 0 0,1 1 0,-13-12 0,17 17 0,0 0 0,0 0 0,0 0 0,-1 0 0,1 0 0,0 0 0,0 1 0,-1-1 0,1 1 0,0-1 0,-1 1 0,1-1 0,-1 1 0,1 0 0,0-1 0,-1 1 0,1 0 0,-1 0 0,1 0 0,-1 0 0,1 0 0,-1 1 0,-1 0 0,1-1 0,1 1 0,-1 0 0,1 0 0,0 0 0,0 0 0,0 0 0,-1 0 0,1 1 0,0-1 0,0 0 0,0 1 0,1-1 0,-1 0 0,0 1 0,0-1 0,1 1 0,-1-1 0,1 1 0,0 0 0,-1-1 0,1 3 0,-1 3 0,1-1 0,0 1 0,0 0 0,0 0 0,1-1 0,0 1 0,0 0 0,1-1 0,0 1 0,0-1 0,1 0 0,-1 0 0,1 0 0,6 9 0,0-2 0,-1-2 0,2 1 0,-1-1 0,1-1 0,20 17 0,-23-22 0,-1-1 0,1 1 0,0-1 0,1-1 0,-1 1 0,0-1 0,1-1 0,12 4 0,-18-6 0,0 1 0,0-1 0,0 0 0,0 1 0,-1-1 0,1 0 0,0 0 0,0 0 0,0-1 0,0 1 0,0 0 0,0-1 0,0 1 0,-1-1 0,1 0 0,0 1 0,0-1 0,-1 0 0,1 0 0,0 0 0,-1 0 0,1-1 0,-1 1 0,0 0 0,1 0 0,-1-1 0,0 1 0,0-1 0,0 0 0,0 1 0,0-1 0,0 0 0,0 1 0,0-1 0,-1 0 0,1 0 0,-1 0 0,1 0 0,-1 1 0,0-1 0,0-3 0,0-1 7,0 0-1,0 0 0,-1 0 0,1 1 1,-1-1-1,-1 0 0,1 1 1,-1-1-1,0 1 0,-1-1 1,1 1-1,-1 0 0,0 0 0,0 0 1,-1 0-1,1 1 0,-1-1 1,-8-7-1,-1 1-303,-1-1 0,0 2 0,0 0 0,-32-16 0,26 16-6529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1.0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24575,'71'95'0,"-40"-57"0,-29-35 0,-1-1 0,1 0 0,-1 0 0,1-1 0,0 1 0,0 0 0,0-1 0,0 1 0,0-1 0,1 1 0,-1-1 0,0 0 0,0 0 0,1 0 0,-1 0 0,5 0 0,-5-1 0,0 0 0,0 0 0,0 0 0,0-1 0,0 1 0,-1-1 0,1 1 0,0-1 0,0 0 0,0 1 0,-1-1 0,1 0 0,-1 0 0,1-1 0,-1 1 0,1 0 0,-1 0 0,1-1 0,-1 1 0,0-1 0,0 1 0,2-4 0,1-2 0,0 0 0,-1 0 0,0 0 0,0 0 0,2-9 0,3-9 0,-7 24 0,-1 0 0,1-1 0,-1 1 0,1 0 0,0 0 0,-1 0 0,1-1 0,0 1 0,0 0 0,0 0 0,0 0 0,0 1 0,0-1 0,0 0 0,0 0 0,0 0 0,1 1 0,-1-1 0,0 1 0,0-1 0,1 1 0,-1-1 0,0 1 0,1 0 0,-1-1 0,0 1 0,1 0 0,-1 0 0,1 0 0,-1 0 0,0 0 0,1 1 0,-1-1 0,0 0 0,1 1 0,-1-1 0,0 1 0,2 0 0,5 2 0,1 1 0,-2 1 0,1-1 0,11 9 0,15 14 0,-1 1 0,47 52 0,-71-69-1365,-2-1-5461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1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72 722 24575,'16'-39'0,"-2"0"0,16-67 0,-27 88 0,0-1 0,-1 1 0,-1-1 0,-1 1 0,0-1 0,-2 1 0,0-1 0,-6-24 0,-68-196 0,44 144 0,28 84 0,0 10 0,1 17 0,2-9 0,-3 27 0,1-1 0,2 0 0,1 1 0,2-1 0,1 0 0,2 1 0,1-1 0,1-1 0,2 0 0,2 0 0,17 39 0,-20-57 0,-1 0 0,2-1 0,0 0 0,0 0 0,1-1 0,1 0 0,0-1 0,1 0 0,23 16 0,-27-21 0,1-1 0,0 0 0,0 0 0,1-1 0,-1-1 0,1 1 0,11 1 0,-14-4 0,0 0 0,0 0 0,0-1 0,1 0 0,-1 0 0,0-1 0,0 0 0,0 0 0,0 0 0,13-5 0,-17 4 0,1 1 0,-1-1 0,0 0 0,0 0 0,1 0 0,-1 0 0,-1-1 0,1 1 0,0-1 0,0 0 0,-1 0 0,4-6 0,0 0 0,-1-1 0,8-21 0,-3 8 0,-10 22 0,0 1 0,0 0 0,0-1 0,0 1 0,0 0 0,0 0 0,0-1 0,0 1 0,1 0 0,-1 0 0,0-1 0,0 1 0,0 0 0,1 0 0,-1 0 0,0-1 0,0 1 0,0 0 0,1 0 0,-1 0 0,0 0 0,0-1 0,1 1 0,-1 0 0,0 0 0,0 0 0,1 0 0,-1 0 0,0 0 0,1 0 0,-1 0 0,7 7 0,4 21 0,-9-21 0,9 16-273,1 0 0,1-1 0,0 0 0,18 20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2.0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24575,'5'0'0,"2"2"0,-1 4 0,-1 3 0,-1 5 0,-2 3 0,-1 1 0,-3-3 0,-1-4-8191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2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0 191 24575,'4'6'0,"0"0"0,0 0 0,0 0 0,6 4 0,11 17 0,32 49 0,-44-64 0,1-1 0,0-1 0,0 0 0,17 12 0,-26-21 0,0 0 0,0 0 0,1 0 0,-1 0 0,0 0 0,1-1 0,-1 1 0,0-1 0,1 1 0,-1-1 0,1 1 0,-1-1 0,1 0 0,-1 0 0,1 1 0,-1-1 0,1 0 0,0 0 0,-1-1 0,1 1 0,-1 0 0,1-1 0,-1 1 0,1 0 0,-1-1 0,0 0 0,1 1 0,1-2 0,-1 0 0,0 0 0,0 0 0,0 0 0,0 0 0,0-1 0,0 1 0,-1-1 0,1 1 0,-1-1 0,0 0 0,0 0 0,0 1 0,2-7 0,-2 1 0,0 0 0,0-17 0,-1 20 0,0 0 0,0 0 0,0 0 0,1 0 0,0 0 0,0 0 0,0 0 0,0 0 0,1 0 0,0 1 0,2-5 0,-3 8 0,-1 0 0,1 1 0,0-1 0,-1 0 0,1 1 0,0-1 0,0 1 0,0-1 0,-1 1 0,1 0 0,0-1 0,0 1 0,0 0 0,0 0 0,0-1 0,0 1 0,0 0 0,0 0 0,0 0 0,0 0 0,0 0 0,-1 0 0,1 1 0,0-1 0,0 0 0,0 0 0,0 1 0,0-1 0,0 0 0,0 1 0,-1-1 0,1 1 0,0-1 0,0 1 0,0 0 0,5 3 0,-1 0 0,0 0 0,7 8 0,-3-1 0,16 22 0,6 10 0,-28-40 0,0 0 0,1 0 0,-1 0 0,1 0 0,-1 0 0,1-1 0,0 1 0,0-1 0,5 2 0,-9-4 0,1 1 0,0-1 0,0 0 0,0 0 0,0 1 0,-1-1 0,1 0 0,0 0 0,0 0 0,0 0 0,0 0 0,0 0 0,-1 0 0,1 0 0,0 0 0,0-1 0,0 1 0,0 0 0,-1 0 0,1-1 0,0 1 0,0-1 0,-1 1 0,1 0 0,0-1 0,-1 0 0,1 1 0,0-1 0,-1 1 0,1-1 0,-1 0 0,1 1 0,-1-1 0,1 0 0,-1 0 0,1 1 0,-1-1 0,0 0 0,1 0 0,-1 0 0,0-1 0,2-5 0,-1-1 0,0 1 0,0 0 0,-1-10 0,1-2 0,-1 14 0,1-1 0,1 1 0,-1 0 0,1 0 0,0 0 0,0 1 0,0-1 0,1 0 0,0 1 0,-1 0 0,2-1 0,-1 1 0,0 0 0,1 1 0,0-1 0,0 0 0,8-5 0,3 1 0,1 0 0,-1 0 0,1 2 0,18-6 0,4-1 0,-34 11 0,0 1 0,0-1 0,-1 0 0,1 0 0,0 0 0,-1-1 0,0 1 0,1-1 0,-1 0 0,0 0 0,4-5 0,-6 6 0,0 1 0,-1-1 0,1 1 0,0-1 0,-1 0 0,1 1 0,-1-1 0,1 0 0,-1 0 0,0 1 0,1-1 0,-1 0 0,0 0 0,0 1 0,-1-1 0,1 0 0,0 0 0,0 1 0,-1-1 0,1 0 0,-1 1 0,0-1 0,1 0 0,-1 1 0,0-1 0,0 1 0,0-1 0,0 1 0,0 0 0,-2-2 0,-6-7 0,0 1 0,0 0 0,-21-14 0,23 18 0,0 0 0,0 1 0,-1 0 0,1 1 0,-1 0 0,0 0 0,-10-2 0,16 4 0,0 1 0,0 0 0,0 0 0,0-1 0,0 1 0,0 0 0,0 1 0,0-1 0,1 0 0,-1 0 0,0 1 0,0 0 0,0-1 0,0 1 0,0 0 0,0 0 0,1 0 0,-1 0 0,0 0 0,1 0 0,-1 0 0,1 0 0,-1 1 0,1-1 0,-1 1 0,1-1 0,0 1 0,0 0 0,0-1 0,0 1 0,0 0 0,0 0 0,0 0 0,1-1 0,-1 4 0,-1 2 0,1 0 0,0 0 0,0 0 0,0 0 0,1 0 0,0 0 0,1 0 0,2 14 0,3 4 0,0-1 0,2 0 0,14 31 0,-14-39 0,0-1 0,1 0 0,1-1 0,0 0 0,23 23 0,-15-18 0,41 30 0,-52-44 0,-1-1 0,1 0 0,-1 0 0,1-1 0,0 1 0,1-2 0,-1 1 0,0-1 0,1 0 0,-1 0 0,11 0 0,-15-2-151,0 0-1,0-1 0,0 1 0,0-1 1,0 1-1,0-1 0,-1 0 1,6-2-1,4-4-6674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3.6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63 49 24575,'-1'-2'0,"-1"1"0,1-1 0,-1 1 0,1-1 0,-1 1 0,0 0 0,0 0 0,0 0 0,0 0 0,0 0 0,0 1 0,0-1 0,0 0 0,0 1 0,0 0 0,0-1 0,-3 1 0,4 0 0,0 1 0,0-1 0,-1 0 0,1 1 0,0-1 0,0 1 0,0-1 0,0 1 0,0 0 0,0-1 0,0 1 0,0 0 0,0 0 0,0 0 0,0 0 0,1-1 0,-1 1 0,0 0 0,0 1 0,1-1 0,-1 0 0,1 0 0,-1 0 0,1 0 0,0 0 0,-1 1 0,1-1 0,0 0 0,0 0 0,0 2 0,-3 21 0,3 0 0,0 0 0,3 29 0,-1-43 0,-1 0 0,1 0 0,1-1 0,0 1 0,0 0 0,1-1 0,0 0 0,1 0 0,0 0 0,0 0 0,13 15 0,-17-23 0,0 0 0,0 0 0,0 0 0,0 0 0,0 0 0,0 0 0,0 0 0,0-1 0,0 1 0,0 0 0,0-1 0,0 1 0,1-1 0,-1 1 0,0-1 0,0 1 0,1-1 0,-1 0 0,0 0 0,1 0 0,-1 0 0,0 0 0,1 0 0,-1 0 0,0 0 0,1 0 0,-1 0 0,0-1 0,1 1 0,0-1 0,0-1 0,0 1 0,0 0 0,0-1 0,-1 1 0,1-1 0,-1 0 0,1 1 0,-1-1 0,0 0 0,0 0 0,0 0 0,0 0 0,0 0 0,0 0 0,0 0 0,0 0 0,0-4 0,4-25 0,-3 20 0,0-1 0,0 1 0,5-13 0,-7 24 0,0-1 0,0 1 0,1 0 0,-1-1 0,0 1 0,0 0 0,0 0 0,0-1 0,0 1 0,1 0 0,-1-1 0,0 1 0,0 0 0,1 0 0,-1-1 0,0 1 0,0 0 0,1 0 0,-1 0 0,0-1 0,0 1 0,1 0 0,-1 0 0,0 0 0,1 0 0,-1 0 0,0 0 0,1-1 0,-1 1 0,0 0 0,1 0 0,-1 0 0,0 0 0,1 0 0,-1 0 0,0 0 0,1 1 0,-1-1 0,0 0 0,1 0 0,-1 0 0,0 0 0,1 0 0,-1 0 0,0 1 0,1-1 0,-1 0 0,0 0 0,0 0 0,1 1 0,-1-1 0,0 0 0,0 1 0,15 18 0,-11-13 0,7 7 0,0 0 0,0 0 0,1-1 0,0 0 0,21 13 0,-6-7 0,63 37 0,-78-49 0,0 0 0,1-1 0,0 0 0,0-1 0,23 4 0,-35-8 0,1 1 0,0-1 0,-1 0 0,1 0 0,0 0 0,0 0 0,-1 0 0,1-1 0,0 1 0,-1 0 0,1-1 0,0 1 0,-1-1 0,1 1 0,-1-1 0,1 0 0,-1 0 0,1 0 0,-1 0 0,1 0 0,-1 0 0,0 0 0,2-2 0,-1-1 0,0 1 0,0-1 0,0 1 0,0-1 0,-1 0 0,0 0 0,1 0 0,-1 0 0,0-4 0,0 1 0,0 0 0,-1 0 0,0 0 0,0 0 0,-1 0 0,0 0 0,-3-13 0,-19-48 0,15 47 0,-7-25 0,13 36 0,0 1 0,1-1 0,0 1 0,0-1 0,1 0 0,0 1 0,2-13 0,-1 19 0,-1 0 0,1-1 0,0 1 0,0 0 0,0 0 0,1 0 0,-1 0 0,1 1 0,-1-1 0,1 0 0,0 1 0,0-1 0,0 1 0,0-1 0,1 1 0,-1 0 0,0 0 0,1 0 0,0 0 0,-1 1 0,1-1 0,0 1 0,0-1 0,0 1 0,5-1 0,-1 0 11,-1 1 0,0 0 0,1 0 0,-1 1 0,1 0 0,-1 0-1,1 0 1,-1 1 0,1 0 0,6 2 0,-9-2-110,1 1 0,-1-1 0,0 1 0,0 0 0,0 1 0,0-1 0,0 1 0,0-1 0,0 1 0,-1 0 0,0 1 0,1-1 0,-1 0 0,4 8 0,0 0-6727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4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24575,'13'0'0,"6"3"0,0 5 0,0 4 0,-4 6 0,-2 1 0,-3 3 0,-3 0 0,-3-3-8191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3:11.7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18313 17 24575,'-853'0'0,"702"7"0,12 1 0,5-9 0,-146 7 0,-204 4 0,318-11 0,88 1 0,-358 9 0,113-3 0,4 0 0,-333 4 0,425-11 0,-51 11 0,249-9 0,-433 4 0,269-7 0,-25 11 0,-29-3 0,-4 0 0,86 2 0,-223-16 0,135 1 0,21 2 0,-108-5 0,62 2 0,-922-51-715,769 44 715,-333 8 0,468 9 0,-684-2-158,745 7 158,16 1 0,21-8 0,-227 5 0,-460-5 0,541-8 98,36 1-1237,-624 11 286,266 23 853,262-9 0,293-14 1,-446 12 142,322-8-143,18-1 0,-429-7 1893,302-1-1163,275-2-730,0-3 0,-105-24 0,159 27-1365,3 2-5461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3:13.8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24575,'11'-1'0,"0"0"0,1-1 0,12-4 0,2 0 0,62-7 0,1 4 0,95 3 0,-83 5 0,227-7 0,140 2 0,-330 6 0,18 8 0,-11-1 0,373-8 0,-342-6 0,63-1 0,-74 8 0,281 2 0,-30 30 0,-345-25 0,-30-3 0,495 41 0,-230-30 0,-176-9 0,160 3 0,726-10 0,-839 9 0,-13-1 0,446-6 0,-289-2 0,-105-7 0,-5 1 0,626 7 0,-603 8 0,-15-1 0,20-7-136,253 6-270,207-6 406,-238-18 0,-327 13 0,482-8 0,-576 13 0,549 9 0,-32 21 0,-287-15 0,-86-11 271,335-37 0,2-5-271,-354 36 0,86-3 0,-27-6 0,-42 4 0,333 0 0,-318 8 0,40 7 0,-7 0 0,-61-10 0,127 3 0,121 28 0,254 71 0,-339-54 0,-328-45 0,20 1 0,0 0 0,1-1 0,-1-2 0,31-4 0,-54 4 0,1 0 0,-1-1 0,1 1 0,-1 0 0,1-1 0,-1 0 0,0 0 0,0 0 0,0 0 0,0-1 0,0 1 0,-1-1 0,5-5 0,0 1 0,-4 5 0,0 0 0,0 0 0,0 0 0,0 0 0,0 0 0,0 0 0,0 1 0,1 0 0,-1 0 0,1 0 0,-1 0 0,1 0 0,6 0 0,6 0 0,31 3 0,-18 0 0,28-2 0,-12-1 0,0 3 0,-1 1 0,64 13 0,-89-11-103,-12-4-37,0 0-1,0 1 1,0 0 0,-1 0 0,1 0 0,-1 1-1,0 0 1,10 6 0,-6 0-6686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3:58.7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292 90 24575,'0'20'0,"2"53"0,-1-63 0,1 0 0,0-1 0,0 1 0,1 0 0,5 12 0,6 6 0,0-1 0,31 40 0,43 46 0,-38-52 0,-43-52 20,0 1 0,-1-1 0,1 1 0,-2 1 0,7 15 0,-11-23-91,1 1 1,-1 0-1,0-1 0,-1 1 0,1 0 1,-1-1-1,1 1 0,-1 0 1,0 0-1,-1 0 0,1-1 0,-1 1 1,1 0-1,-1 0 0,0-1 1,0 1-1,-1-1 0,1 1 0,-1-1 1,-2 5-1,-3 1-6755</inkml:trace>
  <inkml:trace contextRef="#ctx0" brushRef="#br0" timeOffset="1">233 134 24575,'0'0'0,"0"-1"0,0 1 0,0 0 0,0-1 0,0 1 0,0 0 0,0 0 0,1-1 0,-1 1 0,0 0 0,0 0 0,0-1 0,1 1 0,-1 0 0,0 0 0,0 0 0,0-1 0,1 1 0,-1 0 0,0 0 0,0 0 0,1 0 0,-1 0 0,0-1 0,1 1 0,-1 0 0,0 0 0,0 0 0,1 0 0,-1 0 0,0 0 0,1 0 0,-1 0 0,0 0 0,1 0 0,8 10 0,4 25 0,-10-27 0,68 194 0,-33-91 0,-18-45 0,-15-45 0,1-1 0,1 1 0,1-1 0,16 29 0,-19-44 0,-5-12 0,-4-13 0,-3 3 0,0 0 0,0 1 0,-2 0 0,-14-21 0,-5-9 0,18 28 0,1-1 0,1-1 0,1 0 0,1 0 0,0 0 0,2 0 0,0-1 0,1 0 0,2 0 0,0-27 0,2 65 0,0 1 0,1 0 0,2 0 0,7 25 0,29 76 0,48 67 0,-12-31 0,-63-118 0,-14-39-89,-2-7-230,-1 0 0,0 0 0,-8-13 0,5 13-6507</inkml:trace>
  <inkml:trace contextRef="#ctx0" brushRef="#br0" timeOffset="2">307 267 24575,'-4'-14'0,"3"9"0,0 1 0,0 0 0,0-1 0,0 1 0,-1 0 0,0 0 0,0-1 0,0 1 0,-4-5 0,5 9 0,1 0 0,0 0 0,0 0 0,0 0 0,0 0 0,0 0 0,-1 0 0,1 0 0,0 0 0,0 0 0,0 0 0,0 0 0,0 0 0,0 0 0,-1 0 0,1 0 0,0 0 0,0 0 0,0 0 0,0 0 0,0 0 0,0 1 0,0-1 0,0 0 0,-1 0 0,1 0 0,0 0 0,0 0 0,0 0 0,0 0 0,0 1 0,0-1 0,0 0 0,0 0 0,0 0 0,0 0 0,0 0 0,0 1 0,0-1 0,0 0 0,0 0 0,0 0 0,0 0 0,0 0 0,0 0 0,0 1 0,0-1 0,0 0 0,0 0 0,0 0 0,0 0 0,0 11 0,4 28 0,1 0 0,15 54 0,34 74 0,-31-104 0,55 101 0,-21-38 0,-15-30 0,-40-92 0,-1-1 0,0 0 0,1 0 0,-1-1 0,1 1 0,-1 0 0,1-1 0,0 0 0,3 3 0,-5-5 0,0 0 0,0 0 0,0 0 0,0 0 0,0 0 0,1 0 0,-1 1 0,0-1 0,0 0 0,0 0 0,0 0 0,0 0 0,1 0 0,-1 0 0,0 0 0,0 0 0,0 0 0,0-1 0,0 1 0,1 0 0,-1 0 0,0 0 0,0 0 0,0 0 0,0 0 0,0 0 0,1 0 0,-1 0 0,0 0 0,0 0 0,0 0 0,0-1 0,0 1 0,0 0 0,0 0 0,0 0 0,0 0 0,1 0 0,-1 0 0,0-1 0,0 1 0,0 0 0,0 0 0,0 0 0,0 0 0,0 0 0,0-1 0,0 1 0,0 0 0,0 0 0,0 0 0,0 0 0,0 0 0,0-1 0,0 1 0,0 0 0,0 0 0,0 0 0,0 0 0,-1-1 0,1-9 0,-38-122 0,10 40 0,-65-214 0,57 194 0,32 99 0,3 7 0,-1 1 0,1-1 0,-1 1 0,-1-1 0,-5-9 0,8 15 0,0 0 0,0 0 0,0 0 0,0 0 0,0 0 0,0 0 0,-1 0 0,1 0 0,0-1 0,0 1 0,0 0 0,0 0 0,0 0 0,0 0 0,0 0 0,0 0 0,0 0 0,-1 0 0,1 0 0,0 0 0,0 0 0,0 0 0,0 0 0,0 0 0,0 0 0,0 0 0,0 0 0,0 0 0,-1 0 0,1 0 0,0 0 0,0 0 0,0 0 0,0 0 0,0 1 0,0-1 0,0 0 0,0 0 0,0 0 0,0 0 0,-1 0 0,1 0 0,0 0 0,0 0 0,0 0 0,0 0 0,0 0 0,0 1 0,0-1 0,0 0 0,0 0 0,0 0 0,0 0 0,0 0 0,0 0 0,0 0 0,0 0 0,0 0 0,0 1 0,0-1 0,0 0 0,0 0 0,0 0 0,0 0 0,-1 9 0,0 18 0,1 0 0,2 1 0,0-1 0,2 0 0,1 0 0,2 0 0,10 29 0,0-10 0,2 0 0,3-2 0,29 48 0,-15-35 0,66 79 0,-100-134 0,19 21 0,-20-22 0,1 1 0,-1-1 0,1 0 0,0 0 0,-1 1 0,1-1 0,0 0 0,0-1 0,0 1 0,0 0 0,3 1 0,-4-2 0,-1 0 0,0 0 0,0 0 0,0-1 0,0 1 0,0 0 0,0 0 0,0 0 0,1 0 0,-1 0 0,0 0 0,0 0 0,0 0 0,0 0 0,0 0 0,0 0 0,0-1 0,0 1 0,0 0 0,0 0 0,0 0 0,0 0 0,1 0 0,-1 0 0,0 0 0,0-1 0,0 1 0,0 0 0,0 0 0,0 0 0,0 0 0,0 0 0,0 0 0,0-1 0,0 1 0,0 0 0,0 0 0,0 0 0,-1 0 0,1 0 0,0 0 0,0-1 0,0 1 0,0 0 0,0 0 0,-3-7 0,-11-15-99,0 1-1,-22-25 1,21 28-968,-3-4-5759</inkml:trace>
  <inkml:trace contextRef="#ctx0" brushRef="#br0" timeOffset="3">203 193 24575,'-5'-13'0,"-14"-38"0,18 47 0,0 0 0,1 0 0,-1 0 0,1 1 0,-1-1 0,1 0 0,0 0 0,1 0 0,-1 0 0,3-7 0,-3 9 0,1 1 0,0-1 0,0 1 0,0-1 0,0 1 0,0 0 0,0-1 0,0 1 0,0 0 0,0 0 0,1 0 0,-1 0 0,1 0 0,-1 0 0,0 1 0,1-1 0,0 0 0,-1 1 0,1-1 0,-1 1 0,1-1 0,0 1 0,-1 0 0,1 0 0,0 0 0,-1 0 0,1 0 0,0 0 0,2 1 0,6 0 0,-1 0 0,1 1 0,15 6 0,19 9 0,52 29 0,-40-18 0,77 39 0,-116-54 0,-15-7 0,-3-5 0,1-1 0,-1 1 0,1-1 0,0 0 0,-1 1 0,1-1 0,-1 0 0,1 1 0,-1-1 0,1 0 0,0 0 0,-1 0 0,1 1 0,-1-1 0,0 0 0,1 0 0,-1 0 0,-6 1 0,0 0 0,1-1 0,-1 0 0,0-1 0,1 1 0,-1-1 0,1 0 0,-11-4 0,-53-20 0,47 15 0,-44-20 0,-96-59 0,97 50 0,62 37 0,3 1 0,0 0 0,-1 1 0,1-1 0,-1 0 0,1 0 0,-1 1 0,1-1 0,-1 1 0,1-1 0,-3 1 0,3 0 0,1 0 0,-1 1 0,0-1 0,1 0 0,-1 1 0,1-1 0,-1 1 0,0-1 0,1 1 0,-1-1 0,1 1 0,-1-1 0,1 1 0,0 0 0,-1-1 0,1 1 0,0-1 0,-1 1 0,1 0 0,0 0 0,0-1 0,-1 1 0,1 0 0,0-1 0,0 1 0,0 1 0,-3 13 0,1 1 0,0 0 0,1 31 0,1-30 0,-1 1 0,-4 32 0,3-41 0,0-2 0,0 0 0,1 1 0,0 14 0,1-22 1,0 0 0,0 0 0,0 0 0,0 0 0,0 0 0,0 0 0,0-1 0,0 1 0,0 0 0,0 0 0,0 0 0,0 0 0,0 0 0,0 0 0,1 0 0,-1 0 0,0 0 0,0 0 0,0 0 0,0 0-1,0 0 1,0 0 0,0 0 0,0 0 0,0 0 0,0 0 0,1 0 0,-1 0 0,0 0 0,0 0 0,0 0 0,0 0 0,0 0 0,0 0 0,0 0 0,0 0 0,0 0 0,0 0 0,1 0 0,-1 0 0,0 0 0,0 0 0,0 1 0,0-1 0,0 0 0,0 0 0,0 0-1,0 0 1,0 0 0,0 0 0,0 0 0,4-8-1416,-1-1-5411</inkml:trace>
  <inkml:trace contextRef="#ctx0" brushRef="#br0" timeOffset="4">321 178 24575,'-6'13'0,"1"-1"0,0 1 0,0 0 0,1 1 0,1-1 0,0 1 0,1-1 0,1 1 0,0 0 0,1 0 0,0 0 0,1 0 0,1-1 0,0 1 0,0 0 0,2-1 0,0 0 0,0 0 0,1 0 0,10 19 0,5 3 0,2 0 0,33 42 0,61 55 0,-104-121 0,0 1 0,0-1 0,1-1 0,1 0 0,17 9 0,-30-18 0,0-1 0,0 1 0,0-1 0,-1 1 0,1-1 0,0 0 0,0 1 0,0-1 0,0 0 0,0 0 0,0 0 0,0 0 0,0 0 0,0 0 0,0 0 0,0 0 0,2 0 0,-3 0 0,0-1 0,1 1 0,-1 0 0,0-1 0,1 1 0,-1 0 0,0-1 0,1 1 0,-1-1 0,0 1 0,0-1 0,1 1 0,-1 0 0,0-1 0,0 1 0,0-1 0,0 1 0,1-1 0,-1 1 0,0-1 0,0 1 0,0-1 0,0 1 0,0-1 0,-1-4 0,0 1 0,1 0 0,-2 0 0,1-1 0,0 1 0,-3-5 0,-14-26 0,-45-62 0,36 58 0,8 11 0,-222-357 0,238 379 0,-2-2 0,0 0 0,1-1 0,0 1 0,1-1 0,0 0 0,0 0 0,-1-10 0,4 19 0,0 0 0,0 0 0,0 0 0,0 0 0,0 0 0,0 0 0,0 0 0,0 0 0,0-1 0,0 1 0,0 0 0,0 0 0,0 0 0,0 0 0,0 0 0,0 0 0,0 0 0,1 0 0,-1 0 0,0 0 0,0 0 0,0 0 0,0 0 0,0 0 0,0 0 0,0 0 0,0 0 0,0 0 0,0 0 0,0 0 0,0 0 0,0 0 0,0 0 0,0 0 0,0 0 0,0 0 0,1 0 0,-1 0 0,0 0 0,0 0 0,0 0 0,0 0 0,0 0 0,0 0 0,0 0 0,0 0 0,0 0 0,0 0 0,0 0 0,0 0 0,0 0 0,0 0 0,0 0 0,0 0 0,0 0 0,0 0 0,0 0 0,0 0 0,1 0 0,-1 0 0,0 1 0,0-1 0,0 0 0,0 0 0,0 0 0,0 0 0,0 0 0,0 0 0,0 0 0,6 7 0,6 8 0,15 32 0,-2 1 0,24 67 0,-32-73 0,172 439 0,-182-462 0,-1 0 0,0 0 0,-1 1 0,3 33 0,-9-59 0,0 1 0,0 0 0,0-1 0,-1 1 0,0 0 0,-3-5 0,-19-38 0,15 32 0,-11-22-120,-94-168-1125,100 183-5581</inkml:trace>
  <inkml:trace contextRef="#ctx0" brushRef="#br0" timeOffset="5">85 30 24575,'2'-1'0,"0"-1"0,1 0 0,-1 1 0,0 0 0,1-1 0,-1 1 0,1 0 0,-1 0 0,1 0 0,0 1 0,-1-1 0,1 1 0,0-1 0,-1 1 0,1 0 0,0 0 0,0 0 0,-1 0 0,6 2 0,5 0 0,0 2 0,23 8 0,-25-7 0,136 58 0,-33-12 0,-34-17 0,-151-70 0,-159-68 0,223 101 0,-10-5 0,-1 0 0,-1 1 0,1 1 0,-1 0 0,-23-3 0,41 9 0,0 0 0,0 0 0,0 0 0,0 0 0,0 0 0,0 0 0,0 0 0,0 0 0,-1 0 0,1 0 0,0 1 0,0-1 0,0 0 0,0 1 0,0-1 0,0 1 0,0-1 0,0 1 0,0-1 0,1 1 0,-3 1 0,3-1 0,-1 0 0,1 0 0,0 0 0,-1 0 0,1 0 0,0 0 0,-1 0 0,1 0 0,0 0 0,0 0 0,0 0 0,0 1 0,0-1 0,0 0 0,0 0 0,1 0 0,-1 1 0,3 6 0,0-1 0,0 1 0,0-1 0,7 10 0,16 21 0,2 0 0,47 47 0,-21-23 0,-50-58 0,-1-1 0,-1 2 0,1-1 0,0 0 0,-1 1 0,3 6 0,-5-10 0,0-1 0,0 1 0,1 0 0,-1-1 0,0 1 0,0 0 0,0 0 0,0-1 0,0 1 0,0 0 0,0 0 0,0-1 0,0 1 0,-1 0 0,1-1 0,0 1 0,0 0 0,-1-1 0,1 1 0,-1 1 0,0-2 0,0 1 0,1 0 0,-1-1 0,0 1 0,0-1 0,0 0 0,0 1 0,0-1 0,0 0 0,0 0 0,0 1 0,0-1 0,0 0 0,0 0 0,0 0 0,0 0 0,0 0 0,0 0 0,0-1 0,-1 1 0,-14-4 0,0 0 0,0-1 0,1-1 0,-21-10 0,5 2 0,-1-1 0,-37-23 0,49 26 0,17 10 0,0 1 0,0 0 0,1-1 0,-1 1 0,0 0 0,0 1 0,0-1 0,-4 0 0,6 1 0,1 0 0,-1 0 0,1 0 0,0 0 0,-1 0 0,1 0 0,-1 0 0,1 0 0,0 0 0,-1 0 0,1 0 0,-1 1 0,1-1 0,0 0 0,-1 0 0,1 0 0,-1 1 0,1-1 0,0 0 0,0 0 0,-1 1 0,1-1 0,0 0 0,-1 1 0,1 0 0,0 0 0,-1 0 0,1 0 0,0 0 0,0 0 0,0 0 0,0 0 0,0 0 0,0 0 0,0 0 0,1 0 0,-1 0 0,0 0 0,1 0 0,0 2 0,9 21 0,2 0 0,17 27 0,-14-27 0,20 46 0,-18-25-1365,-13-33-5461</inkml:trace>
  <inkml:trace contextRef="#ctx0" brushRef="#br0" timeOffset="6">336 208 24575,'19'86'0,"31"114"0,-42-176 0,1-2 0,0 1 0,2-1 0,1-1 0,1 0 0,22 28 0,-35-48 0,1-1 0,-1 1 0,1 0 0,0 0 0,-1 0 0,1-1 0,0 1 0,0 0 0,0-1 0,-1 1 0,1-1 0,0 1 0,0-1 0,0 1 0,0-1 0,0 1 0,0-1 0,0 0 0,0 0 0,0 1 0,0-1 0,0 0 0,0 0 0,2 0 0,-2-1 0,0 1 0,0-1 0,1 0 0,-1 1 0,0-1 0,0 0 0,0 0 0,0 0 0,0 0 0,-1 0 0,1 0 0,0 0 0,0 0 0,-1 0 0,1 0 0,0-2 0,2-5 0,0 1 0,0 0 0,-1-1 0,-1 0 0,2-10 0,-2-4 0,-1 1 0,0-1 0,-2 0 0,-1 0 0,0 1 0,-2-1 0,0 1 0,-2 0 0,0 0 0,-17-31 0,23 49 0,0 0 0,-1 0 0,0 1 0,1-1 0,-1 0 0,0 1 0,0-1 0,-4-2 0,6 5 0,0 0 0,0-1 0,0 1 0,-1 0 0,1 0 0,0 0 0,0 0 0,0 0 0,0 0 0,0 0 0,0 0 0,-1 0 0,1 0 0,0 0 0,0 0 0,0 0 0,0 0 0,0 0 0,-1 0 0,1 0 0,0 0 0,0 0 0,0 0 0,0 0 0,0 0 0,0 1 0,-1-1 0,1 0 0,0 0 0,0 0 0,0 0 0,0 0 0,0 0 0,0 0 0,0 0 0,-1 0 0,1 1 0,0-1 0,0 0 0,0 0 0,0 0 0,0 0 0,0 0 0,0 0 0,0 1 0,0-1 0,0 0 0,0 0 0,0 0 0,0 0 0,0 0 0,0 1 0,0-1 0,0 0 0,0 10 0,3 7 0,1 1 0,0-1 0,1 0 0,1-1 0,9 19 0,-7-16 0,117 235 0,-17-38 0,-70-129-1365,-24-55-5461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1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24575,'2'10'0,"-1"-1"0,1 1 0,1 0 0,0-1 0,0 1 0,1-1 0,8 15 0,2 5 0,79 178 0,-71-144-1365,-20-53-5461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2.1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24575,'8'10'0,"2"9"0,2 3 0,-1 3 0,0-1 0,1 2 0,-2-2 0,0-2 0,1-3 0,1-2 0,-2-1 0,1-1 0,0 0 0,-2-1 0,1 1 0,1-1 0,-2-5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2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24575,'1'48'0,"2"0"0,13 68 0,-12-99 0,1 0 0,1-1 0,1 0 0,0 0 0,1 0 0,13 17 0,-20-32 9,-1 0 1,1 1-1,0-1 0,0 0 0,0 0 1,0 0-1,0 0 0,0 0 0,0 0 0,1 0 1,-1 0-1,2 0 0,-3-1-15,0 1 1,0-1-1,0 0 1,1 0-1,-1 0 0,0 0 1,0 0-1,0 0 1,0 0-1,1 0 1,-1 0-1,0 0 0,0 0 1,0 0-1,0 0 1,0-1-1,1 1 0,-1 0 1,0 0-1,0 0 1,0 0-1,0 0 1,0 0-1,1 0 0,-1 0 1,0 0-1,0-1 1,0 1-1,0 0 0,0 0 1,0 0-1,0 0 1,0 0-1,1-1 1,-1 1-1,0-12-1278,-2 1-5542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2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92 24575,'55'-24'0,"43"-17"0,-79 35 0,1 0 0,0 1 0,23-3 0,-39 7 0,1 1 0,0 0 0,-1 0 0,1 0 0,0 0 0,-1 1 0,1 0 0,7 2 0,-11-2 0,1-1 0,-1 1 0,0-1 0,1 1 0,-1 0 0,0-1 0,0 1 0,0 0 0,0 0 0,0 0 0,0 0 0,0 0 0,0 0 0,0 0 0,0 0 0,-1 0 0,1 1 0,0-1 0,-1 0 0,1 0 0,-1 1 0,1-1 0,-1 0 0,0 1 0,0-1 0,1 0 0,-1 1 0,0-1 0,0 1 0,0-1 0,-1 0 0,1 1 0,0 1 0,-1-1 0,0 1 0,0 0 0,0 0 0,-1-1 0,1 1 0,0-1 0,-1 1 0,0-1 0,0 0 0,1 0 0,-1 1 0,0-1 0,-1-1 0,-1 3 0,-8 5 0,-20 11 0,11-8 0,-8 7 0,-47 40 0,74-57 0,1-1 0,0 0 0,-1 0 0,1 1 0,0-1 0,0 1 0,0-1 0,0 1 0,0-1 0,0 1 0,1-1 0,-1 1 0,0 0 0,1 0 0,-1-1 0,1 1 0,0 0 0,0 0 0,-1 0 0,1-1 0,0 1 0,1 0 0,-1 0 0,0 0 0,0-1 0,1 1 0,-1 0 0,1 0 0,0-1 0,-1 1 0,1-1 0,0 1 0,0 0 0,0-1 0,0 1 0,0-1 0,0 0 0,3 3 0,4 4 0,1 0 0,0-1 0,0 0 0,18 11 0,-21-15 0,14 9 0,1-2 0,0 0 0,29 9 0,68 14 0,-34-11 0,-72-18-341,0 0 0,-1 1-1,17 8 1,-19-7-6485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1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27 24575,'2'-23'0,"1"19"0,1 15 0,14 75 0,-13-56 0,2 1 0,11 31 0,9 6 0,19 58 0,-41-108 0,0 1 0,-2 0 0,0 0 0,0 38 0,-2-39 0,-1-11 0,0 0 0,0 0 0,-1 0 0,0 0 0,-2 9 0,3-16 0,0 0 0,0 1 0,0-1 0,0 0 0,0 1 0,0-1 0,0 0 0,0 1 0,0-1 0,-1 0 0,1 0 0,0 1 0,0-1 0,0 0 0,-1 0 0,1 0 0,0 1 0,0-1 0,0 0 0,-1 0 0,1 0 0,0 1 0,-1-1 0,1 0 0,0 0 0,0 0 0,-1 0 0,1 0 0,0 0 0,-1 0 0,1 0 0,0 0 0,-1 0 0,1 0 0,-1 0 0,-9-7 0,-7-17 0,17 24 0,-10-18-1365,0 1-5461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1.5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24575,'30'7'0,"13"6"0,3 0 0,-2 0 0,-8-2 0,-4-2 0,-5-1 0,-4-2 0,-5-1 0,-1-2 0,-3-2 0,-2-3 0,-4-3 0,-4-5 0,-1 1-8191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1.9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24 24575,'-12'-14'0,"4"5"0,13 21 0,3 3 0,111 257 0,-116-265 0,73 242 0,-65-217 0,-11-32-45,-1 0-1,1 0 1,0 0-1,0 0 1,0 0-1,0 0 1,0 0-1,0 0 1,0 0-1,0 0 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3.7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24575,'18'13'0,"5"6"0,2 3 0,-4 0 0,-5-4-8191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3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24575,'2'15'0,"1"7"0,3 3 0,0 0 0,2-5 0,-1-3 0,1-2 0,-1-1 0,1-3 0,-1-1 0,1-2 0,-1-5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4.1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52 24575,'-14'-8'0,"0"1"0,0 0 0,-1 0 0,0 2 0,0 0 0,0 0 0,-19-2 0,33 7 0,-1 0 0,0 0 0,0 0 0,0 0 0,0 0 0,1 0 0,-1 0 0,0 0 0,0 1 0,0-1 0,0 1 0,1 0 0,-1-1 0,0 1 0,1 0 0,-1 0 0,-2 1 0,4-1 0,-1 0 0,0 1 0,0-1 0,0 0 0,1 0 0,-1 0 0,1 1 0,-1-1 0,1 0 0,-1 1 0,1-1 0,0 0 0,-1 1 0,1-1 0,0 0 0,0 1 0,0-1 0,0 1 0,0-1 0,1 0 0,-1 1 0,1 2 0,3 8 0,0 1 0,0-1 0,1 0 0,1-1 0,0 1 0,12 16 0,54 60 0,-32-42 0,-36-41 0,0 0 0,-1 0 0,1 0 0,-1 0 0,4 11 0,-6-15 0,-1 0 0,0 0 0,1 0 0,-1 0 0,0 0 0,0 0 0,0 0 0,1 0 0,-1 0 0,0-1 0,-1 1 0,1 0 0,0 0 0,0 0 0,0 0 0,0 0 0,-1 0 0,1 0 0,0 0 0,-1 0 0,1 0 0,-1-1 0,1 1 0,-1 0 0,1 0 0,-1-1 0,0 1 0,1 0 0,-1 0 0,0-1 0,0 1 0,1-1 0,-1 1 0,0-1 0,0 1 0,0-1 0,0 0 0,1 1 0,-1-1 0,0 0 0,0 0 0,0 1 0,0-1 0,0 0 0,0 0 0,-1 0 0,-14 1 0,0 0 0,-1-1 0,1-1 0,0-1 0,-18-4 0,-27-1 0,0-2-1365,46 6-5461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5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157 255 24575,'4'34'0,"-3"-20"0,1 1 0,0 0 0,2 0 0,6 21 0,-7-32 0,-2-6 0,-1-7 0,-6-6 0,0 0 0,0 0 0,-2 0 0,-13-20 0,-43-50 0,5 8 0,58 75 0,0 0 0,-1 1 0,1-1 0,0 1 0,0-1 0,0 0 0,0 1 0,0-1 0,1 0 0,-1 0 0,1 0 0,-1 0 0,1 1 0,-1-1 0,1 0 0,0-3 0,0 5 0,0 0 0,1-1 0,-1 1 0,0 0 0,0 0 0,0 0 0,1 0 0,-1-1 0,0 1 0,1 0 0,-1 0 0,0 0 0,0 0 0,1 0 0,-1 0 0,0 0 0,0 0 0,1 0 0,-1 0 0,0 0 0,1 0 0,-1 0 0,0 0 0,0 0 0,1 0 0,-1 0 0,0 0 0,0 1 0,1-1 0,-1 0 0,0 0 0,0 0 0,1 0 0,-1 1 0,12 6 0,-11-6 0,20 12 0,1-1 0,0 0 0,1-2 0,43 13 0,-50-18 0,-1-2 0,1 0 0,0 0 0,0-2 0,0 0 0,0-1 0,0 0 0,25-5 0,-35 4 0,-1 0 0,1-1 0,-1 0 0,1 0 0,-1 0 0,0 0 0,0-1 0,0 0 0,0 0 0,-1 0 0,1-1 0,-1 1 0,8-9 0,-10 9 0,0 0 0,0 0 0,0 0 0,-1 0 0,1 0 0,-1-1 0,1 1 0,-1 0 0,0-1 0,-1 1 0,1-1 0,0 1 0,-1-1 0,0 0 0,0 1 0,0-1 0,0 1 0,-1-1 0,1 1 0,-1-1 0,0 1 0,0-1 0,-2-3 0,2 4 0,-1 0 0,1 0 0,-1 0 0,0 0 0,0 0 0,0 1 0,0-1 0,0 0 0,-1 1 0,1 0 0,-1 0 0,0-1 0,0 1 0,1 1 0,-6-3 0,6 3 0,0 0 0,-1 0 0,1 0 0,0 1 0,0-1 0,-1 1 0,1-1 0,-1 1 0,1 0 0,0 0 0,-1 0 0,1 1 0,-1-1 0,1 0 0,0 1 0,-1-1 0,1 1 0,0 0 0,0 0 0,0 0 0,-1 0 0,-2 3 0,3-2 0,0 0 0,0 0 0,0 0 0,1 0 0,-1 0 0,1 0 0,-1 1 0,1-1 0,0 0 0,0 1 0,0-1 0,0 1 0,0-1 0,1 1 0,-1 0 0,1-1 0,0 1 0,0 5 0,0-1 0,0 0 0,1 0 0,0 0 0,0 0 0,5 13 0,-2-9 0,1 0 0,1 0 0,0-1 0,0 0 0,1 0 0,0-1 0,12 13 0,-3-6 0,1 0 0,37 25 0,-42-33 0,1 0 0,1 0 0,0-1 0,0-1 0,0-1 0,0 0 0,1-1 0,0 0 0,0-1 0,0-1 0,0 0 0,1-1 0,24-2 0,-38 1 5,1 0 0,0 0 0,-1-1-1,1 1 1,0-1 0,-1 0 0,1 0 0,-1 0-1,1 0 1,-1 0 0,1 0 0,-1-1 0,0 1-1,0-1 1,0 1 0,0-1 0,0 0-1,0 0 1,0 0 0,0 0 0,-1-1 0,1 1-1,-1 0 1,2-5 0,0-1-191,-1 1 1,0 0-1,-1-1 0,0 0 1,0 1-1,-1-1 1,0-11-1,-1 3-6640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5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80 24575,'-2'-7'0,"-1"1"0,0-1 0,-1 1 0,0-1 0,-6-8 0,7 12 0,1 0 0,0 1 0,0-1 0,-1 1 0,0-1 0,1 1 0,-1 0 0,0 0 0,0 0 0,0 1 0,0-1 0,-1 1 0,-3-2 0,6 3 0,1 0 0,-1 0 0,0 0 0,1 0 0,-1 0 0,0 0 0,0 0 0,1 0 0,-1 0 0,0 0 0,1 0 0,-1 0 0,0 1 0,1-1 0,-1 0 0,1 1 0,-1-1 0,0 0 0,1 1 0,-1-1 0,1 1 0,-1-1 0,1 1 0,-1-1 0,1 1 0,-1-1 0,1 1 0,0-1 0,-1 1 0,1 0 0,0-1 0,-1 1 0,1 0 0,0-1 0,0 1 0,0 0 0,0-1 0,-1 1 0,1 0 0,0-1 0,0 1 0,0 0 0,1 0 0,-1 4 0,0 0 0,0 0 0,1 0 0,1 8 0,4 7 0,1 0 0,0-1 0,2 0 0,0 0 0,2-1 0,0 0 0,0-1 0,2 0 0,21 22 0,-30-35 0,0 0 0,0 0 0,0-1 0,0 1 0,1-1 0,-1 0 0,10 4 0,-12-6 0,-1-1 0,1 1 0,-1-1 0,1 0 0,-1 1 0,1-1 0,-1 0 0,1 0 0,-1 0 0,1 0 0,-1 0 0,1 0 0,-1-1 0,1 1 0,-1 0 0,1-1 0,-1 1 0,1-1 0,-1 1 0,0-1 0,1 0 0,-1 0 0,0 0 0,0 0 0,1 0 0,-1 0 0,0 0 0,0 0 0,0 0 0,0 0 0,0 0 0,1-3 0,0 0 0,0 0 0,0 0 0,-1-1 0,1 1 0,-1-1 0,0 1 0,0-1 0,0 0 0,0-6 0,-2-45 0,0 48 0,31 196 0,-13-100 0,-3-15 0,-5-31 0,-2 1 0,-1 0 0,-1 46 0,-5-86 0,1-1 0,-2 0 0,1 0 0,0 0 0,0 0 0,-1 0 0,1 0 0,-1 0 0,1 0 0,-1 0 0,0 0 0,0 0 0,0 0 0,0-1 0,0 1 0,0 0 0,-1-1 0,1 1 0,0-1 0,-4 3 0,3-3 0,0 0 0,0 0 0,0-1 0,0 1 0,0-1 0,0 1 0,0-1 0,0 0 0,-1 0 0,1 0 0,0 0 0,0 0 0,0 0 0,0-1 0,-1 1 0,1-1 0,0 1 0,0-1 0,-3-1 0,-3-2 0,-1-1 0,1 1 0,0-1 0,1 0 0,-1-1 0,1 0 0,0 0 0,1-1 0,-1 0 0,-6-10 0,-3-5 0,0-2 0,-12-28 0,17 31-1365,3 3-5461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5.9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35 24575,'8'15'0,"1"4"0,1 0 0,20 28 0,-28-43 0,1 0 0,0-1 0,0 1 0,0-1 0,1 1 0,-1-1 0,1-1 0,0 1 0,0 0 0,0-1 0,0 0 0,0 0 0,1 0 0,-1 0 0,1-1 0,-1 1 0,9 0 0,-12-2 0,1 0 0,0 0 0,-1 0 0,1 0 0,-1 0 0,1-1 0,0 1 0,-1-1 0,1 1 0,-1-1 0,1 1 0,-1-1 0,0 0 0,1 0 0,-1 0 0,0 0 0,2-1 0,-1-1 0,1 1 0,-1-1 0,0 1 0,0-1 0,-1 0 0,1 0 0,2-6 0,-1 0 0,0-1 0,-1 0 0,0 1 0,2-19 0,-4 2 0,-1 19 0,1 0 0,0 1 0,1-1 0,1-11 0,-2 17 0,0 1 0,0 0 0,1-1 0,-1 1 0,0 0 0,0-1 0,0 1 0,0 0 0,0 0 0,0-1 0,1 1 0,-1 0 0,0-1 0,0 1 0,0 0 0,1 0 0,-1 0 0,0-1 0,0 1 0,1 0 0,-1 0 0,0 0 0,0-1 0,1 1 0,-1 0 0,0 0 0,1 0 0,-1 0 0,0 0 0,1 0 0,-1 0 0,0 0 0,1 0 0,-1 0 0,0 0 0,1 0 0,12 8 0,8 17 0,25 43-1365,-40-58-5461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7.0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218 569 24575,'-58'-18'0,"34"10"0,0 1 0,0 1 0,-27-3 0,48 9 0,1-1 0,0 1 0,0 0 0,0 0 0,0 1 0,0-1 0,0 0 0,-1 1 0,1-1 0,0 1 0,0-1 0,-2 3 0,3-3 0,1 0 0,-1 1 0,1 0 0,-1-1 0,1 1 0,-1-1 0,1 1 0,0 0 0,-1-1 0,1 1 0,0-1 0,0 1 0,-1 0 0,1 0 0,0-1 0,0 1 0,0 0 0,0-1 0,0 1 0,0 0 0,0 0 0,0-1 0,0 1 0,0 0 0,0-1 0,1 1 0,-1 0 0,0-1 0,0 1 0,1 0 0,-1-1 0,1 1 0,-1-1 0,0 1 0,1 0 0,-1-1 0,2 1 0,3 6 0,0 0 0,1 0 0,0-1 0,1 0 0,-1 0 0,9 6 0,47 27 0,-57-36 0,13 8 0,1-1 0,31 11 0,-39-17 0,1-1 0,-1 0 0,1 0 0,0-1 0,-1-1 0,14 0 0,-22-1 0,-1 0 0,1 0 0,-1 0 0,1-1 0,-1 1 0,1-1 0,-1 1 0,0-1 0,1 0 0,-1 0 0,0 0 0,0 0 0,1-1 0,-1 1 0,0-1 0,0 1 0,-1-1 0,1 0 0,0 1 0,0-1 0,-1 0 0,2-3 0,-2 3 0,0 0 0,0 1 0,-1-1 0,1 0 0,-1-1 0,1 1 0,-1 0 0,0 0 0,0 0 0,0 0 0,0 0 0,0 0 0,0 0 0,-1 0 0,1 0 0,-1 0 0,1 0 0,-1 0 0,0 0 0,0 0 0,0 0 0,0 0 0,0 1 0,0-1 0,0 0 0,-3-2 0,-3-3 0,0-1 0,0 1 0,-16-11 0,18 14 0,0 1 0,1 0 0,-1 1 0,0-1 0,-1 1 0,1 0 0,0 1 0,-10-3 0,14 4 0,0 0 0,0 0 0,1-1 0,-1 1 0,0 0 0,0 0 0,0 0 0,0 0 0,0 0 0,0 0 0,0 1 0,1-1 0,-1 0 0,0 0 0,0 1 0,0-1 0,0 0 0,1 1 0,-1-1 0,0 1 0,0-1 0,1 1 0,-1-1 0,0 1 0,1-1 0,-1 1 0,1 0 0,-1 0 0,0-1 0,1 1 0,0 0 0,-1 0 0,1-1 0,-1 1 0,1 0 0,0 0 0,-1 1 0,1 0 0,0 0 0,0-1 0,0 1 0,0 0 0,1 0 0,-1-1 0,0 1 0,1 0 0,0-1 0,-1 1 0,1 0 0,0-1 0,-1 1 0,1-1 0,0 1 0,0-1 0,0 1 0,2 0 0,4 4 0,-1 0 0,2 0 0,-1-1 0,0-1 0,1 1 0,0-1 0,0 0 0,1-1 0,-1 0 0,0 0 0,1-1 0,0 0 0,0-1 0,-1 0 0,1 0 0,0 0 0,0-2 0,11 0 0,-13 0 0,0 0 0,-1 0 0,1-1 0,0 0 0,-1 0 0,1-1 0,-1 0 0,0 0 0,0 0 0,9-7 0,-11 6 0,0 1 0,0-1 0,0 0 0,-1 0 0,1-1 0,-1 1 0,0-1 0,0 0 0,-1 1 0,1-1 0,-1 0 0,0-1 0,-1 1 0,3-8 0,-2-4 0,0-2 0,-1 1 0,0 0 0,-2 0 0,0 0 0,-1 0 0,-1 0 0,-1 0 0,-9-29 0,-9-12 0,-41-80 0,48 109 0,5 9 0,-2-4 0,-23-37 0,35 61 0,-1 1 0,1 0 0,0-1 0,0 1 0,0 0 0,0-1 0,0 1 0,0 0 0,-1 0 0,1-1 0,0 1 0,0 0 0,0 0 0,-1-1 0,1 1 0,0 0 0,-1 0 0,1 0 0,0-1 0,0 1 0,-1 0 0,1 0 0,0 0 0,-1 0 0,1 0 0,0 0 0,-1 0 0,1 0 0,0-1 0,0 1 0,-1 0 0,1 0 0,0 1 0,-1-1 0,-2 11 0,6 19 0,7 22 0,3-1 0,2 0 0,2-1 0,45 91 0,-47-112 0,1-1 0,2-1 0,0-1 0,2-1 0,1 0 0,1-1 0,1-2 0,1 0 0,35 24 0,-50-41-455,0 1 0,13 5 0,-6-6-6371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8.4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24575,'5'10'0,"4"6"0,3 2 0,2 2 0,-1-2 0,-3 0 0,-3-1 0,-3 0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1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0 24575,'9'6'0,"1"-1"0,-1 1 0,-1 0 0,1 1 0,-1 0 0,0 1 0,12 14 0,-16-16 0,0-1 0,0 1 0,0 0 0,-1 0 0,0 0 0,0 1 0,0-1 0,-1 1 0,0-1 0,0 1 0,-1 0 0,0 0 0,1 7 0,-2-12 0,0 0 0,0-1 0,-1 1 0,1 0 0,0-1 0,0 1 0,-1 0 0,1-1 0,-1 1 0,1-1 0,-1 1 0,0-1 0,0 1 0,0-1 0,1 1 0,-1-1 0,-1 0 0,1 0 0,0 1 0,0-1 0,-2 1 0,1-1 0,-1 1 0,1-1 0,-1 0 0,1 0 0,-1 0 0,0-1 0,1 1 0,-1-1 0,0 1 0,1-1 0,-6 0 0,-4-1 0,1 0 0,-1-1 0,0 0 0,-18-7 0,13 4 0,0-1 0,0-1 0,0-1 0,1 0 0,0-1 0,1-1 0,0 0 0,-22-20 0,34 27 0,1 1 0,0-1 0,-1 0 0,1 0 0,0 0 0,1 0 0,-1 0 0,0-1 0,-1-6 0,3 9 0,-1 0 0,1 0 0,0 0 0,0 0 0,0 0 0,0 0 0,0 0 0,0 0 0,0 0 0,1 0 0,-1 0 0,0 0 0,0 0 0,1 0 0,-1 0 0,1 0 0,-1 0 0,1 0 0,-1 0 0,1 1 0,-1-1 0,1 0 0,0 0 0,0 0 0,-1 1 0,1-1 0,0 1 0,0-1 0,0 0 0,0 1 0,0-1 0,0 1 0,0 0 0,0-1 0,0 1 0,0 0 0,0-1 0,1 1 0,9-2-16,0 1 1,1 0-1,-1 1 0,22 1 0,-7 0-1270,-13 0-5540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2.3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26 217 24575,'3'14'0,"-1"0"0,9 26 0,-10-37 0,0 0 0,0 0 0,0 0 0,1 0 0,-1 0 0,1 0 0,0-1 0,0 1 0,0-1 0,0 1 0,1-1 0,-1 0 0,0 0 0,4 3 0,-5-5 0,0 1 0,-1-1 0,1 1 0,0-1 0,0 0 0,0 1 0,0-1 0,-1 0 0,1 1 0,0-1 0,0 0 0,0 0 0,0 0 0,0 0 0,0 0 0,0 0 0,0 0 0,0 0 0,0 0 0,-1 0 0,1-1 0,0 1 0,0 0 0,0 0 0,0-1 0,0 1 0,-1-1 0,1 1 0,0-1 0,0 1 0,-1-1 0,1 1 0,0-1 0,-1 0 0,1 0 0,0 1 0,-1-1 0,1 0 0,-1 0 0,0 1 0,1-3 0,1 1 0,-1-1 0,-1 0 0,1 0 0,0 0 0,-1-1 0,1 1 0,-1 0 0,0 0 0,0 0 0,0 0 0,-1-4 0,-4-14 0,-2-1 0,0 1 0,-2 1 0,-13-25 0,-6-15 0,17 38 0,8 16 0,0 1 0,0-1 0,1 1 0,0-1 0,0 0 0,0 0 0,1 0 0,-2-7 0,3 13 0,0 0 0,0 0 0,0-1 0,0 1 0,0 0 0,1 0 0,-1-1 0,0 1 0,0 0 0,0 0 0,0-1 0,0 1 0,0 0 0,0 0 0,1-1 0,-1 1 0,0 0 0,0 0 0,0 0 0,0-1 0,1 1 0,-1 0 0,0 0 0,0 0 0,1 0 0,-1-1 0,0 1 0,0 0 0,1 0 0,-1 0 0,0 0 0,0 0 0,1 0 0,-1 0 0,0 0 0,0 0 0,1 0 0,-1 0 0,0 0 0,0 0 0,1 0 0,-1 0 0,0 0 0,0 0 0,1 0 0,-1 0 0,0 0 0,0 1 0,1-1 0,-1 0 0,0 0 0,0 0 0,1 0 0,-1 1 0,15 8 0,-15-8 0,27 22-1365,-14-11-5461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2.9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24575,'15'30'0,"8"15"0,2 2 0,-1-1 0,-1-4 0,-3-7 0,-2-3 0,-4-6 0,-2-4 0,0-4 0,-3-2 0,0-1 0,-1-1 0,-3-5 0,-4-7 0,-5-6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3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 24575,'28'-13'0,"11"-4"0,2 1 0,-4 4 0,-3 3 0,-5 3 0,-4 3 0,-5 2 0,-3 1 0,-1 0 0,-7 1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3.4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33 24575,'15'-2'0,"8"-2"0,-1-1 0,-1-1 0,-2 1 0,-1 1 0,-2 2 0,0 0 0,-4-1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3.8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24575,'5'17'0,"2"9"0,2 5 0,2-1 0,1 0 0,2-2 0,1-5 0,0-2 0,-3-1 0,0 0 0,0-5 0,-2-1 0,0-1 0,-2-1 0,-2-4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4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106 181 24575,'15'51'0,"2"0"0,2-2 0,52 92 0,-90-156 0,-9-13 0,-67-90 0,81 98 0,0 0 0,2-2 0,1 1 0,-11-28 0,19 41 0,1 0 0,0 0 0,0 0 0,1 0 0,0-1 0,0 1 0,1 0 0,0-1 0,0 1 0,2-10 0,-1 14 0,0 0 0,0 1 0,0-1 0,0 0 0,1 1 0,-1 0 0,1-1 0,0 1 0,0 0 0,0 0 0,0 0 0,1 0 0,-1 0 0,1 0 0,0 1 0,0-1 0,0 1 0,0 0 0,0 0 0,0 0 0,1 0 0,-1 1 0,1-1 0,5-1 0,5 0 0,0 1 0,-1 0 0,1 1 0,0 0 0,0 1 0,0 1 0,-1 0 0,18 4 0,-11 0 0,0 0 0,0 1 0,0 1 0,33 17 0,-49-22 0,0 0 0,0 1 0,0-1 0,-1 1 0,1 0 0,-1 0 0,1 0 0,-1 1 0,3 3 0,-5-5 0,0-1 0,-1 0 0,1 0 0,-1 1 0,1-1 0,-1 0 0,1 1 0,-1-1 0,0 1 0,0-1 0,0 0 0,0 1 0,0-1 0,0 1 0,0-1 0,0 0 0,0 1 0,-1-1 0,1 1 0,0-1 0,-1 0 0,1 1 0,-1-1 0,0 0 0,1 0 0,-1 0 0,0 1 0,0-1 0,0 0 0,0 0 0,0 0 0,0 0 0,-1 1 0,-6 4 0,0-1 0,0 0 0,-1 0 0,1 0 0,-1-1 0,0 0 0,0-1 0,0 0 0,-14 2 0,9-2 0,1 1 0,0 1 0,-20 9 0,32-13 0,0-1 0,1 0 0,-1 1 0,0-1 0,0 1 0,1-1 0,-1 1 0,1-1 0,-1 1 0,1-1 0,-1 1 0,1-1 0,-1 1 0,1 0 0,-1-1 0,1 1 0,0 0 0,-1 0 0,1-1 0,0 1 0,-1 0 0,1 0 0,0-1 0,0 1 0,0 1 0,0 0 0,1-1 0,-1 1 0,1-1 0,-1 0 0,1 0 0,-1 1 0,1-1 0,0 0 0,0 0 0,-1 0 0,1 0 0,0 0 0,2 2 0,2 2 0,1-1 0,0 1 0,0-1 0,10 4 0,24 9 0,0-2 0,71 17 0,-90-27 0,79 16-1365,-86-18-5461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1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90 24575,'-14'-13'0,"-1"1"0,0 1 0,-1 0 0,0 1 0,-1 1 0,-25-11 0,40 19 0,0 1 0,0-1 0,0 1 0,0-1 0,0 1 0,0 0 0,0-1 0,0 1 0,0 0 0,0 0 0,-1 1 0,1-1 0,0 0 0,0 1 0,0-1 0,0 1 0,0 0 0,-2 1 0,2-1 0,1 0 0,-1 1 0,1-1 0,0 0 0,-1 1 0,1 0 0,0-1 0,0 1 0,0 0 0,0-1 0,0 1 0,0 0 0,1 0 0,-1 0 0,1 0 0,-1 0 0,1 0 0,0 0 0,-1 2 0,0 11 0,1 0 0,1 1 0,0-1 0,1 0 0,0 0 0,7 19 0,32 87 0,-38-115 0,126 294 0,-92-227 0,93 135 0,-71-135-1365,-49-64-5461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252 94 24575,'-28'-18'0,"-11"-5"0,-2 1 0,4 6 0,5 7 0,6 4 0,7 6 0,5 5 0,4 4 0,4 0-8191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5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24575,'0'3'0,"0"3"0,3 3 0,0 2 0,3 3 0,0 0 0,1 2 0,3-1 0,-1 0 0,0-2 0,0-1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24575,'8'23'0,"2"10"0,-1-1-8191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6.1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32 575 24575,'26'-8'0,"0"-1"0,0-2 0,43-25 0,-62 32 0,0-1 0,0-1 0,0 1 0,-1-1 0,0 0 0,-1-1 0,7-7 0,-9 9 0,0 0 0,0-1 0,-1 1 0,1-1 0,-1 1 0,-1-1 0,1 0 0,-1 0 0,0 0 0,0 0 0,0-8 0,-1-2 0,-1 0 0,-1 0 0,-1 0 0,0 0 0,-1 1 0,0-1 0,-2 1 0,-9-21 0,0 7 0,-1 1 0,-1 0 0,-25-30 0,4 14 0,34 40 0,0 1 0,0-1 0,0 1 0,0 0 0,-1 0 0,1 0 0,-1 1 0,-9-4 0,13 6 0,0-1 0,0 1 0,0 0 0,0 0 0,0 0 0,0 0 0,0 0 0,0 0 0,0 0 0,0 0 0,0 0 0,0 0 0,0 0 0,0 1 0,0-1 0,0 0 0,0 1 0,0-1 0,0 1 0,0-1 0,-1 2 0,1-1 0,-1 0 0,1 1 0,0 0 0,0-1 0,-1 1 0,1 0 0,0-1 0,0 1 0,1 0 0,-2 2 0,0 4 0,0 0 0,0 0 0,1 1 0,0 9 0,1 0 0,1 0 0,0 0 0,2-1 0,0 1 0,1-1 0,1 1 0,1-1 0,0-1 0,1 1 0,0-1 0,11 16 0,3 1 0,1-1 0,1-1 0,2-1 0,29 27 0,-33-36 0,27 20 0,-39-34 0,0-1 0,1 0 0,-1 0 0,1-1 0,0-1 0,15 5 0,-23-8-37,-1-1 0,1 1 1,-1-1-1,1 1 0,0-1 0,-1 0 0,1 0 0,0 0 0,-1 0 0,1 0 0,-1 0 0,1 0 1,0-1-1,-1 1 0,1-1 0,-1 1 0,1-1 0,-1 1 0,1-1 0,-1 0 0,1 0 0,-1 0 1,0 0-1,1 0 0,-1 0 0,0 0 0,0 0 0,0 0 0,0-1 0,0 1 0,0 0 0,0-1 1,0 1-1,0-1 0,-1 1 0,2-3 0,2-8-6789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6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24575,'56'100'0,"60"115"0,-17 8 0,-92-206 0,8 24 0,-14-39 0,0 1 0,-1 0 0,1 0 0,-1-1 0,0 1 0,1 0 0,-2 0 0,1 0 0,0-1 0,0 1 0,-2 5 0,-3 1-1365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6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1 193 24575,'21'7'0,"15"6"0,0-2 0,0-1 0,57 7 0,-88-17 0,0 1 0,0-1 0,1-1 0,-1 1 0,0-1 0,0 1 0,0-1 0,0-1 0,0 1 0,0-1 0,0 0 0,-1 0 0,1 0 0,-1-1 0,1 0 0,-1 0 0,0 0 0,0 0 0,0 0 0,0-1 0,-1 0 0,1 0 0,-1 0 0,0 0 0,0 0 0,-1-1 0,4-6 0,-2 2 0,0 0 0,0 0 0,-1 0 0,0-1 0,0 1 0,-1-1 0,-1 0 0,0 0 0,0 1 0,-1-1 0,0 0 0,-1-11 0,1 20 0,0 1 0,0-1 0,0 0 0,0 0 0,-1 0 0,1 1 0,0-1 0,0 0 0,0 0 0,-1 1 0,1-1 0,0 0 0,-1 1 0,1-1 0,0 0 0,-1 1 0,1-1 0,-1 0 0,1 1 0,-1-1 0,1 1 0,-1-1 0,0 1 0,1-1 0,-1 1 0,0 0 0,1-1 0,-1 1 0,0 0 0,1-1 0,-1 1 0,0 0 0,0 0 0,1 0 0,-1 0 0,0-1 0,0 1 0,0 0 0,0 1 0,-1-1 0,0 0 0,1 1 0,-1 0 0,1-1 0,-1 1 0,1 0 0,-1 0 0,1 0 0,-1 0 0,1 0 0,0 0 0,-1 0 0,1 0 0,0 1 0,0-1 0,0 0 0,-1 3 0,-3 5 0,1 0 0,0 1 0,0 0 0,1-1 0,0 1 0,1 0 0,-1 14 0,1-3 0,1 1 0,2 31 0,0-46 0,-1 0 0,1 0 0,1-1 0,-1 1 0,1 0 0,0-1 0,0 1 0,1-1 0,0 0 0,0 0 0,1 0 0,0 0 0,0 0 0,0-1 0,0 0 0,1 0 0,0 0 0,0 0 0,0-1 0,1 0 0,-1 0 0,1 0 0,0-1 0,0 0 0,1 0 0,-1 0 0,1-1 0,-1 0 0,1 0 0,-1-1 0,10 1 0,19 1 0,1-2 0,49-4 0,15-8 0,-72 7 0,-24 4 0,0-1 0,0 1 0,0-1 0,0 0 0,0 0 0,0-1 0,-1 1 0,1-1 0,7-4 0,-10 5 0,0 0 0,0 0 0,-1 0 0,1 0 0,0 0 0,0-1 0,0 1 0,-1 0 0,1 0 0,-1-1 0,1 1 0,-1 0 0,1-1 0,-1 1 0,0 0 0,0-1 0,0 1 0,0 0 0,0-1 0,0 1 0,0-1 0,0 1 0,0 0 0,0-1 0,-1 1 0,1 0 0,-1-1 0,1 1 0,-1 0 0,1 0 0,-2-3 0,-4-6 0,-1-1 0,0 1 0,-1 0 0,-10-11 0,-14-18 0,26 29 0,-1 0 0,1-1 0,1 0 0,0 0 0,0 0 0,1 0 0,-4-23 0,7 31 0,0 0 0,1-1 0,0 1 0,0 0 0,0-1 0,0 1 0,0 0 0,1-1 0,-1 1 0,1 0 0,0-1 0,0 1 0,0 0 0,1 0 0,-1 0 0,1 0 0,-1 0 0,1 0 0,0 0 0,0 1 0,1-1 0,-1 1 0,0-1 0,1 1 0,-1 0 0,1 0 0,0 0 0,0 0 0,0 1 0,0-1 0,0 1 0,4-2 0,26-6-1365,-19 7-5461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9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280 43 24575,'-86'-18'0,"47"9"0,-52-5 0,88 13 0,-1 1 0,1 0 0,-1 0 0,1 0 0,-1 0 0,1 1 0,-7 1 0,9-1 0,0-1 0,0 1 0,0-1 0,0 1 0,0 0 0,0-1 0,0 1 0,0 0 0,0 0 0,0 0 0,0-1 0,0 1 0,1 0 0,-1 0 0,0 0 0,1 1 0,-1-1 0,1 0 0,-1 0 0,1 0 0,-1 0 0,1 1 0,0-1 0,-1 2 0,-2 19 0,0-4 0,1-1 0,-1 19 0,3-31 0,1 0 0,-1 0 0,1 0 0,0 0 0,0-1 0,0 1 0,0 0 0,1 0 0,0-1 0,0 1 0,5 7 0,-4-8 0,0-1 0,0 0 0,0 0 0,0 0 0,1-1 0,-1 1 0,1-1 0,0 0 0,-1 0 0,1 0 0,6 2 0,7 2 0,26 5 0,-22-6 0,-10-3 0,0 1 0,0-1 0,0-1 0,17 0 0,-24-1 0,0 0 0,0 0 0,0-1 0,-1 0 0,1 1 0,0-1 0,-1-1 0,1 1 0,0 0 0,-1-1 0,1 0 0,-1 0 0,0 0 0,0 0 0,0 0 0,5-5 0,-6 4 0,0 0 0,0 0 0,-1 0 0,1 0 0,-1-1 0,0 1 0,0-1 0,0 1 0,0 0 0,0-1 0,-1 0 0,0 1 0,0-1 0,0 1 0,0-1 0,0 1 0,-1-6 0,-1 0 0,0 1 0,0-1 0,-1 0 0,0 1 0,-7-14 0,9 19 0,1 5 0,5 9 0,10 19 0,-5-12-118,-2-3-132,1-1 1,0 1 0,1-2-1,15 18 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0.3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74 176 24575,'6'24'0,"1"0"0,1-1 0,1 0 0,1 0 0,1-1 0,1-1 0,1 0 0,18 23 0,-2-8 0,-26-35 0,-5-7 0,-5-10 0,-70-86 0,7 10 0,61 78 0,0-1 0,1 0 0,0 0 0,-9-28 0,16 39 0,0-1 0,0 1 0,0-1 0,0 1 0,1-1 0,0 0 0,0 1 0,0-1 0,0 0 0,1 1 0,0-1 0,0 1 0,0-1 0,0 1 0,3-7 0,-2 8 0,0 0 0,0 1 0,-1-1 0,2 0 0,-1 1 0,0-1 0,0 1 0,1 0 0,-1 0 0,1 0 0,0 0 0,0 0 0,0 1 0,0-1 0,0 1 0,0 0 0,0 0 0,0 0 0,0 0 0,0 0 0,1 1 0,4-1 0,2 1 0,0 1 0,0 0 0,0 1 0,-1 0 0,1 0 0,0 1 0,-1 0 0,0 0 0,0 1 0,0 1 0,0 0 0,-1 0 0,10 8 0,-15-12 0,-1 1 0,0 0 0,0 0 0,0 0 0,0 0 0,-1 1 0,1-1 0,0 0 0,-1 1 0,0-1 0,0 1 0,1 0 0,-2-1 0,2 6 0,-1-6 0,-1 0 0,0 0 0,0-1 0,-1 1 0,1 0 0,0 0 0,-1 0 0,1 0 0,-1 0 0,0 0 0,1-1 0,-1 1 0,0 0 0,0-1 0,0 1 0,0 0 0,0-1 0,-1 1 0,1-1 0,0 0 0,-1 1 0,-2 1 0,-9 6-33,0-1-1,-1-1 1,0 0 0,0 0-1,-16 4 1,3-1-1132,11-3-5661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1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24575,'7'12'0,"6"8"0,0 1 0,0 1 0,-2-1 0,0-2 0,-2-1 0,0-2 0,1 0 0,-2-4-8191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1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24575,'0'2'0,"0"4"0,0 3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1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152 40 24575,'-11'-6'0,"-40"-17"0,45 21 0,0 0 0,0 0 0,0 1 0,0 0 0,0 0 0,-11 0 0,15 1 0,1 0 0,-1 0 0,1 0 0,0 0 0,-1 0 0,1 0 0,-1 1 0,1-1 0,-1 1 0,1-1 0,0 1 0,0-1 0,-1 1 0,1 0 0,0 0 0,0 0 0,0-1 0,-1 1 0,1 0 0,0 1 0,0-1 0,1 0 0,-1 0 0,0 0 0,0 0 0,0 1 0,1-1 0,-1 0 0,1 1 0,-1-1 0,1 0 0,0 1 0,-1-1 0,1 1 0,0-1 0,0 1 0,0-1 0,0 3 0,0 2 0,1 0 0,0 0 0,0 0 0,1 0 0,-1 0 0,1-1 0,5 12 0,2-2 0,0 0 0,1 0 0,1-1 0,23 26 0,-9-16 0,44 32 0,-55-47 0,11 8 0,-24-16 0,0 0 0,0 0 0,0 0 0,0 0 0,0 0 0,0 0 0,0 0 0,-1 0 0,1 0 0,0 0 0,-1 0 0,1 0 0,-1 0 0,1 1 0,-1-1 0,1 0 0,-1 2 0,0-3 0,0 1 0,0 0 0,0-1 0,-1 1 0,1-1 0,0 1 0,0 0 0,-1-1 0,1 1 0,0-1 0,-1 1 0,1-1 0,-1 1 0,1-1 0,-1 1 0,1-1 0,-1 0 0,1 1 0,-1-1 0,1 0 0,-1 1 0,1-1 0,-1 0 0,0 0 0,1 1 0,-1-1 0,1 0 0,-1 0 0,-1 0 0,-22 2 0,21-1 0,-106-2-1365,92 0-5461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4.0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282 103 24575,'-19'-11'0,"-77"-42"0,79 45 0,-1 0 0,1 2 0,-32-9 0,47 15 0,0 0 0,0-1 0,1 1 0,-1 0 0,0 0 0,0 0 0,0 0 0,0 0 0,0 1 0,0-1 0,0 0 0,0 1 0,1 0 0,-1-1 0,0 1 0,0 0 0,1 0 0,-3 1 0,2 0 0,0 0 0,0 0 0,0 0 0,1 0 0,-1 0 0,0 0 0,1 1 0,0-1 0,-1 1 0,1-1 0,-1 4 0,-1 3 0,1 0 0,1 0 0,-1 0 0,2 0 0,-1 1 0,2 14 0,0-18 0,0-1 0,0 0 0,0 0 0,1 0 0,0 0 0,0-1 0,0 1 0,1 0 0,-1-1 0,1 1 0,0-1 0,1 0 0,-1 0 0,1 0 0,-1-1 0,1 1 0,0-1 0,0 0 0,1 0 0,6 3 0,-3-1 0,0-1 0,0-1 0,0 0 0,0 0 0,0 0 0,1-1 0,0 0 0,-1-1 0,1 0 0,0 0 0,13-1 0,-21 0 0,1 0 0,0-1 0,-1 1 0,1 0 0,-1 0 0,1-1 0,-1 1 0,1 0 0,-1-1 0,0 0 0,1 1 0,-1-1 0,1 0 0,-1 0 0,0 0 0,0 0 0,0 0 0,1 0 0,-1 0 0,0 0 0,0 0 0,0 0 0,-1-1 0,1 1 0,0 0 0,0-1 0,-1 1 0,2-3 0,-2 0 0,1 1 0,-1 0 0,0-1 0,0 1 0,-1-1 0,1 1 0,-1 0 0,1-1 0,-1 1 0,0 0 0,0 0 0,-3-5 0,-24-47 0,34 64 0,2 1 0,14 14 0,-8-9 0,-10-10-67,7 8-149,1 0 0,1-1-1,0 0 1,0-1-1,18 11 1,-18-15-6610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4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74 641 24575,'7'-35'0,"-1"0"0,-2 0 0,-2-1 0,-1 1 0,-2 0 0,-1-1 0,-1 1 0,-11-43 0,9 55 0,-4-25 0,-2 0 0,-3 1 0,-19-47 0,31 105 0,3 10 0,10 47 0,2 0 0,4-1 0,2-1 0,53 120 0,-65-172 0,0 0 0,1-1 0,1 0 0,19 23 0,-23-30 0,1-1 0,0 1 0,0-1 0,0-1 0,1 1 0,0-1 0,0 0 0,0 0 0,0-1 0,0 0 0,11 3 0,-15-6 0,-1 1 0,1-1 0,-1 1 0,0-1 0,1 0 0,-1 1 0,1-2 0,-1 1 0,1 0 0,-1 0 0,1-1 0,-1 1 0,1-1 0,-1 0 0,0 1 0,1-1 0,-1-1 0,0 1 0,0 0 0,0 0 0,0-1 0,0 1 0,0-1 0,0 0 0,0 1 0,0-1 0,-1 0 0,1 0 0,-1 0 0,0 0 0,1 0 0,-1-1 0,0 1 0,0 0 0,0-3 0,2-3 0,-1-1 0,0 0 0,0 0 0,-1 0 0,0 1 0,0-1 0,-1 0 0,-2-15 0,-5-16 0,-2 1 0,-2 0 0,-18-46 0,-7-21 0,24 63 0,-2 1 0,-39-79 0,49 117 0,5 12 0,6 16 0,11 27 0,79 203 0,-79-217 0,0 0 0,3-2 0,1 0 0,42 51 0,-50-71-273,1 0 0,0-2 0,0 1 0,31 18 0,-31-24-6553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185 4 24575,'-28'-3'0,"-8"2"0,1 4 0,4 1 0,8 2 0,4 1 0,7 1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5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57 130 24575,'44'190'0,"-34"-156"0,2-1 0,1 0 0,27 47 0,-33-68 0,-10-21 0,-11-20 0,-16-30 0,-43-120 0,67 160 0,1 0 0,1-1 0,1 1 0,0-1 0,1 0 0,1 0 0,3-24 0,-2 41 0,0 1 0,1-1 0,-1 0 0,1 0 0,0 1 0,0-1 0,0 0 0,0 1 0,0-1 0,0 1 0,1 0 0,-1-1 0,1 1 0,0 0 0,0 0 0,2-3 0,-2 4 0,0 0 0,0-1 0,0 1 0,0 1 0,0-1 0,0 0 0,0 0 0,0 1 0,0-1 0,0 1 0,0-1 0,1 1 0,-1 0 0,0 0 0,0 0 0,0 0 0,1 1 0,-1-1 0,0 0 0,4 2 0,3 1 0,0 1 0,-1 0 0,1 0 0,-1 1 0,0 0 0,-1 0 0,1 1 0,11 11 0,-15-13 0,0 0 0,0 0 0,-1 0 0,0 1 0,0-1 0,0 1 0,0-1 0,-1 1 0,1 0 0,-1 0 0,-1 0 0,1 1 0,-1-1 0,0 0 0,0 0 0,0 9 0,-1-12 0,0 0 0,0 0 0,0 0 0,-1 0 0,0 0 0,1 0 0,-1 0 0,0 0 0,0 0 0,0 0 0,0 0 0,0-1 0,0 1 0,0 0 0,-3 1 0,1 0 0,0 0 0,0-1 0,0 0 0,0 0 0,-1 0 0,1 0 0,-7 2 0,-4 1 0,0-2 0,-1 1 0,-19 1 0,27-4 0,-23 1-682,-29 0-1,43-2-6143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6.1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11 24575,'-1'0'0,"-46"2"0,43-2 0,1 1 0,-1 0 0,0 0 0,1 0 0,-1 0 0,0 1 0,1-1 0,0 1 0,-6 4 0,8-6 0,0 1 0,0 0 0,0 0 0,1 0 0,-1 0 0,0 0 0,0 1 0,1-1 0,-1 0 0,1 0 0,-1 0 0,1 0 0,0 1 0,0-1 0,-1 0 0,1 0 0,0 1 0,0-1 0,0 0 0,0 1 0,0-1 0,0 0 0,1 0 0,-1 1 0,0-1 0,1 0 0,-1 0 0,1 0 0,-1 0 0,1 1 0,-1-1 0,1 0 0,1 1 0,3 6 0,0 0 0,1-1 0,9 10 0,-10-13 0,0 2 0,0-1 0,0-1 0,1 1 0,0-1 0,0 0 0,0 0 0,14 5 0,-18-8 0,0 0 0,0-1 0,0 1 0,0-1 0,0 0 0,0 1 0,0-1 0,0 0 0,0 0 0,0 0 0,0 0 0,0-1 0,4 0 0,-5 0 0,1 0 0,-1 1 0,1-1 0,-1 0 0,0 0 0,0 0 0,1 0 0,-1-1 0,0 1 0,0 0 0,0 0 0,0-1 0,0 1 0,-1-1 0,1 1 0,0-1 0,0 1 0,-1-1 0,1 1 0,-1-3 0,1 0 0,0 0 0,0-1 0,-1 1 0,1-1 0,-1 1 0,-1-1 0,1 1 0,-2-9 0,-12-34 0,4 15 0,13 34 0,1 0 0,-1 0 0,0 1 0,0 0 0,5 5 0,26 33 0,0-1 0,63 60 0,-85-89-1365,-2-1-5461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6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59 24575,'-36'-14'0,"-1"2"0,1 2 0,-70-11 0,103 20 0,1 1 0,-1 0 0,1 0 0,0 0 0,-1 0 0,1 1 0,-1-1 0,1 0 0,0 1 0,-1 0 0,1 0 0,0-1 0,0 1 0,0 1 0,-1-1 0,1 0 0,0 0 0,1 1 0,-1-1 0,0 1 0,-2 2 0,2-1 0,0 1 0,0-1 0,0 0 0,1 0 0,-1 1 0,1-1 0,0 1 0,0-1 0,0 1 0,1 0 0,-1-1 0,1 1 0,0 5 0,1 1 0,0-1 0,0 0 0,1 0 0,0 0 0,1-1 0,0 1 0,0 0 0,1-1 0,7 13 0,7 7 0,27 33 0,-32-43 0,23 27 0,-80-65-1365,34 15-5461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6.9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247 0 24575,'-8'10'0,"0"0"0,0 0 0,1 1 0,0 0 0,1 0 0,1 1 0,-7 18 0,10-23 0,0 0 0,1 0 0,0 0 0,0 0 0,1 0 0,-1 0 0,2 0 0,-1 0 0,1 0 0,0 0 0,1 0 0,-1 0 0,1 0 0,1-1 0,3 9 0,18 25 0,-8-13 0,-16-26 0,1-1 0,-1 1 0,0-1 0,0 1 0,1 0 0,-1-1 0,0 1 0,0-1 0,0 1 0,0 0 0,0-1 0,0 1 0,0-1 0,0 1 0,0 0 0,0-1 0,0 1 0,0-1 0,0 1 0,-1 0 0,1-1 0,0 1 0,0-1 0,-1 1 0,1-1 0,0 1 0,-1-1 0,1 1 0,-1-1 0,1 1 0,0-1 0,-1 0 0,1 1 0,-1-1 0,1 1 0,-1-1 0,1 0 0,-1 0 0,0 1 0,1-1 0,-1 0 0,0 0 0,-4 2 0,-1 0 0,1 0 0,-10 0 0,8 0 0,-34 6-81,-86 20-1203,108-23-5542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9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48 24575,'-2'-2'0,"1"-1"0,0 0 0,-1 1 0,1-1 0,-1 1 0,1-1 0,-1 1 0,0 0 0,0 0 0,0 0 0,-1 0 0,1 0 0,0 0 0,-1 1 0,1-1 0,-1 1 0,0-1 0,1 1 0,-1 0 0,0 0 0,0 0 0,0 1 0,-4-2 0,-7 1 0,-1-1 0,1 2 0,-25 2 0,14-1 0,-8-1 0,16-1 0,0 1 0,1 1 0,-1 1 0,0 0 0,-28 8 0,28-4 0,0 0 0,-26 15 0,36-17 0,1 0 0,0 1 0,1-1 0,-1 1 0,1 0 0,0 0 0,0 1 0,1-1 0,-7 12 0,4-5 0,1 1 0,1 0 0,0 0 0,0 1 0,1 0 0,1-1 0,0 1 0,1 0 0,1 1 0,0-1 0,1 0 0,0 0 0,5 28 0,-3-35 0,-1 1 0,2-1 0,-1 0 0,1 0 0,1 0 0,-1 0 0,1 0 0,0-1 0,0 1 0,1-1 0,10 11 0,-6-10 0,-1 0 0,1 0 0,0-1 0,0-1 0,1 1 0,0-1 0,16 6 0,0-4 0,1 0 0,0-1 0,0-2 0,1-1 0,50 0 0,-63-3-110,0 0 191,0 0 1,23-4-1,-34 3-206,1 0 0,0 0 0,-1-1 0,1 0 0,0 1 0,-1-2 0,0 1 1,0 0-1,0-1 0,0 0 0,7-6 0,-2-1-6701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9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255 132 24575,'-47'-34'0,"18"12"0,-1 2 0,-51-28 0,78 47 0,1 0 0,0 0 0,0 0 0,-1 0 0,1 1 0,0-1 0,-1 1 0,1-1 0,-1 1 0,1 0 0,0 0 0,-1 0 0,1 0 0,-1 0 0,1 1 0,-3 0 0,3 0 0,0 0 0,1 0 0,0 0 0,-1 0 0,1 0 0,0 0 0,-1 0 0,1 1 0,0-1 0,0 1 0,0-1 0,0 0 0,0 1 0,0 0 0,1-1 0,-1 1 0,0-1 0,1 1 0,-1 0 0,1 0 0,0-1 0,0 1 0,-1 2 0,0 16 0,0 0 0,1 1 0,4 26 0,-4-43 0,1 0 0,0 1 0,0-1 0,0 0 0,0-1 0,1 1 0,0 0 0,-1 0 0,1-1 0,1 1 0,-1-1 0,0 1 0,1-1 0,0 0 0,0 0 0,0 0 0,0 0 0,0-1 0,6 4 0,-5-3 0,1-1 0,0 0 0,0 0 0,0 0 0,1-1 0,-1 1 0,0-1 0,1 0 0,-1-1 0,0 0 0,1 0 0,-1 0 0,1 0 0,8-2 0,-4 0 0,0 0 0,0-1 0,0 0 0,-1-1 0,1 0 0,13-8 0,-19 9 0,0 0 0,1 0 0,-1 0 0,0-1 0,-1 0 0,1 0 0,-1 0 0,1 0 0,-1 0 0,-1-1 0,1 1 0,0-1 0,-1 0 0,2-5 0,-4 12 0,0 1 0,0-1 0,0 0 0,0 1 0,1-1 0,-1 1 0,1-1 0,0 0 0,-1 0 0,1 1 0,0-1 0,0 0 0,1 0 0,1 3 0,-1-1 0,1 0 0,0 0 0,0 0 0,0 0 0,1 0 0,-1-1 0,7 6 0,-4-6-273,0 1 0,1-1 0,-1 0 0,13 3 0,-6-2-6553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0.1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177 11 24575,'-10'-1'0,"-55"-8"0,58 9 0,0 0 0,0 0 0,0 0 0,0 1 0,0 1 0,-14 3 0,20-5 0,-1 1 0,0-1 0,0 1 0,1 0 0,-1 0 0,0 0 0,1 0 0,-1 0 0,1 0 0,0 0 0,-1 1 0,1-1 0,0 0 0,-1 1 0,0 1 0,1-1 0,1-1 0,-1 0 0,1 1 0,0-1 0,-1 1 0,1-1 0,0 0 0,0 1 0,0-1 0,0 1 0,0-1 0,0 1 0,0-1 0,1 0 0,0 3 0,1 2 0,0-1 0,1 1 0,0-1 0,0 0 0,1 0 0,-1 0 0,8 7 0,28 26 0,2-1 0,52 36 0,-81-64 0,23 20 0,-32-26 0,-1-1 0,0 1 0,1-1 0,-1 1 0,0 0 0,0 0 0,-1 0 0,1 0 0,-1 0 0,3 7 0,-4-9 0,0 0 0,0 1 0,0-1 0,-1 0 0,1 0 0,0 1 0,0-1 0,-1 0 0,1 0 0,-1 1 0,1-1 0,-1 0 0,0 0 0,1 0 0,-1 0 0,0 0 0,0 0 0,0 0 0,0 0 0,0 0 0,0 0 0,0 0 0,0-1 0,0 1 0,0 0 0,0-1 0,0 1 0,-2 0 0,-5 2 0,0 0 0,-17 5 0,22-7 0,-18 3 0,0 0 0,0-1 0,0-2 0,0 0 0,-41-3 0,59 2-85,-1-1 0,1 1-1,0-1 1,0 1 0,0-1-1,0 0 1,0 0 0,0 0-1,1 0 1,-1-1 0,0 1-1,0-1 1,1 0 0,-1 0-1,-2-3 1,-1-3-6741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0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254 26 24575,'-94'-21'0,"83"19"0,-1 1 0,0 0 0,1 0 0,-1 2 0,0-1 0,-11 3 0,20-2 0,-1 0 0,1 0 0,0 0 0,0 0 0,0 0 0,0 0 0,0 1 0,0 0 0,0-1 0,0 1 0,0 0 0,1 0 0,-1 1 0,1-1 0,0 1 0,-4 4 0,3-3 0,1 0 0,1 0 0,-1 1 0,0-1 0,1 0 0,0 1 0,0-1 0,0 1 0,1-1 0,-1 1 0,1 5 0,1 0 0,0 0 0,0 1 0,1-1 0,0 0 0,1 0 0,0-1 0,1 1 0,0-1 0,0 1 0,8 10 0,-7-13 0,0-1 0,0 0 0,1 0 0,0-1 0,0 0 0,1 0 0,-1 0 0,14 6 0,1 0 0,39 13 0,-46-19 24,1-1 0,0-1 0,1 0 0,23 2 0,-34-5-111,1 1-1,-1-1 1,1 0 0,-1-1-1,0 0 1,1 1 0,-1-2-1,0 1 1,0-1-1,0 1 1,0-1 0,0-1-1,0 1 1,0-1 0,-1 0-1,7-5 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0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21 24575,'-33'-6'0,"-39"-7"0,62 12 0,0 1 0,0-1 0,-1 2 0,-19 2 0,27-3 0,0 1 0,-1 0 0,1 0 0,0 0 0,0 1 0,0-1 0,0 1 0,0-1 0,0 1 0,0 0 0,0 0 0,1 0 0,-1 1 0,1-1 0,-1 0 0,1 1 0,0 0 0,0 0 0,0-1 0,0 1 0,1 0 0,-1 1 0,1-1 0,0 0 0,0 0 0,0 0 0,0 1 0,0-1 0,1 1 0,0-1 0,0 0 0,0 6 0,0 1 0,1 0 0,1-1 0,-1 1 0,2-1 0,-1 0 0,1 0 0,1 0 0,-1 0 0,1 0 0,9 13 0,-6-12 0,1-1 0,0 1 0,0-1 0,1 0 0,15 11 0,-19-17 0,0 1 0,0 0 0,1-1 0,-1 0 0,1 0 0,0-1 0,0 0 0,0 0 0,0 0 0,0 0 0,0-1 0,10 1 0,-15-2 0,1 0 0,0-1 0,0 1 0,0 0 0,0 0 0,0-1 0,-1 1 0,1-1 0,0 0 0,0 1 0,-1-1 0,1 0 0,-1 0 0,1 0 0,0 0 0,-1 0 0,0 0 0,1-1 0,-1 1 0,0 0 0,0-1 0,1 1 0,-1-1 0,0 1 0,0-1 0,-1 0 0,1 1 0,0-1 0,-1 0 0,1 0 0,-1 1 0,1-4 0,1-6 0,-1 1 0,-1-1 0,1 0 0,-3-17 0,0 6 0,2 19 0,0 0 0,0 1 0,0-1 0,0 0 0,1 0 0,-1 0 0,1 0 0,1-4 0,-1 6 0,-1 0 0,1 1 0,-1-1 0,1 0 0,0 1 0,-1-1 0,1 1 0,0-1 0,-1 1 0,1-1 0,0 1 0,-1-1 0,1 1 0,0 0 0,0-1 0,0 1 0,0 0 0,-1 0 0,1-1 0,0 1 0,0 0 0,0 0 0,0 0 0,-1 0 0,1 0 0,0 0 0,0 0 0,0 1 0,0-1 0,-1 0 0,1 0 0,0 1 0,1 0 0,9 3 0,-1 1 0,0 1 0,-1 0 0,1 0 0,-1 1 0,0 0 0,-1 0 0,11 13 0,18 14 0,-22-22-1365,-3-2-5461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2.0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290 531 24575,'-23'-15'0,"-76"-49"0,79 52 0,-1 2 0,0 0 0,-23-6 0,41 15 0,0 0 0,0 0 0,0 0 0,0 1 0,0-1 0,-1 1 0,1 0 0,0 0 0,-5 1 0,7-1 0,0 1 0,0-1 0,0 0 0,-1 1 0,1-1 0,0 1 0,0-1 0,1 1 0,-1 0 0,0-1 0,0 1 0,0 0 0,0 0 0,0 0 0,1 0 0,-1-1 0,0 1 0,1 0 0,-1 0 0,1 0 0,-1 1 0,1-1 0,0 0 0,-1 0 0,1 0 0,0 0 0,0 0 0,-1 2 0,1-3 0,-2 18 0,0-1 0,1 26 0,2-37 0,-1 0 0,1-1 0,0 1 0,1-1 0,-1 1 0,1-1 0,0 1 0,0-1 0,1 0 0,0 0 0,5 8 0,-1-5 0,0 0 0,0-1 0,1 1 0,-1-1 0,2-1 0,-1 0 0,1 0 0,0-1 0,0 0 0,0 0 0,14 4 0,-15-6 0,0-1 0,0 0 0,-1 0 0,1-1 0,0 0 0,0-1 0,1 0 0,-1 0 0,0 0 0,0-1 0,0 0 0,0-1 0,-1 0 0,1 0 0,10-5 0,-15 6 0,1-1 0,-1 0 0,0 0 0,0 0 0,0-1 0,0 1 0,0-1 0,-1 0 0,1 1 0,-1-1 0,1 0 0,1-4 0,-1 1 0,0 0 0,0 0 0,-1 0 0,0-1 0,0 1 0,1-9 0,0-6 0,-1 0 0,-2 0 0,-1-26 0,-2 15 0,-1-1 0,-2 1 0,-1 0 0,-2 1 0,-1-1 0,-1 2 0,-1-1 0,-2 2 0,-2 0 0,0 1 0,-2 0 0,-41-49 0,59 77 0,0-1 0,-1 0 0,1 1 0,-1-1 0,1 0 0,-1 1 0,1-1 0,-1 0 0,1 1 0,-1-1 0,0 1 0,1-1 0,-1 1 0,0 0 0,0-1 0,1 1 0,-1 0 0,0-1 0,0 1 0,1 0 0,-1 0 0,0 0 0,0 0 0,0-1 0,1 1 0,-1 0 0,-1 1 0,1 0 0,0-1 0,0 1 0,1 0 0,-1 0 0,1 0 0,-1 1 0,1-1 0,-1 0 0,1 0 0,-1 0 0,1 0 0,0 0 0,0 1 0,-1-1 0,1 0 0,0 0 0,0 0 0,1 2 0,-1 9 0,1 0 0,0-1 0,1 1 0,0-1 0,5 16 0,25 56 0,-26-67 0,10 24 0,43 96 0,-49-118 0,0 0 0,1 0 0,1-1 0,1 0 0,15 15 0,-22-26 0,0-1 0,1 1 0,-1-1 0,1-1 0,1 1 0,-1-1 0,1 0 0,-1-1 0,1 1 0,0-2 0,0 1 0,1-1 0,-1 0 0,0-1 0,1 0 0,-1 0 0,1-1 0,-1 0 0,1-1 0,-1 1 0,0-2 0,1 1 0,-1-1 0,0 0 0,0-1 0,0 0 0,0 0 0,0-1 0,-1 0 0,0 0 0,0-1 0,7-6 0,-4 4 0,-1-1 0,0-1 0,-1 0 0,0 0 0,14-20 0,-19 22 0,1 1 0,-1-1 0,0 1 0,0-1 0,-1 0 0,0 0 0,0 0 0,0 0 0,-1-1 0,0 1 0,-1-9 0,0 14 0,0 1 0,0 0 0,0-1 0,0 1 0,0 0 0,-1 0 0,1-1 0,0 1 0,-1 0 0,1 0 0,-1 0 0,1-1 0,-1 1 0,0 0 0,0 0 0,1 0 0,-1 0 0,0 0 0,0 0 0,0 0 0,0 1 0,0-1 0,0 0 0,0 0 0,0 1 0,0-1 0,0 1 0,-1-1 0,1 1 0,0-1 0,0 1 0,-1 0 0,1-1 0,0 1 0,0 0 0,-1 0 0,1 0 0,0 0 0,-1 0 0,-1 1 0,-4 0 0,-1 0 0,1 1 0,0 0 0,-1 0 0,-10 5 0,8-2 0,1 0 0,-1 1 0,1 0 0,0 0 0,0 1 0,1 0 0,-15 16 0,20-20 0,0 1 0,0-1 0,0 1 0,0 0 0,1 0 0,0 0 0,0 1 0,0-1 0,0 0 0,1 1 0,-1-1 0,1 1 0,0-1 0,1 1 0,-1 0 0,1 0 0,0-1 0,0 1 0,0 0 0,1-1 0,0 6 0,1-6 0,0 1 0,0-1 0,1 0 0,-1 0 0,1 0 0,0 0 0,0-1 0,0 1 0,0-1 0,1 0 0,-1 1 0,5 2 0,4 2 0,1 0 0,20 10 0,-12-9 0,-1-1 0,1 0 0,31 5 0,66 6 0,-102-18-170,-1-1-1,1 0 0,0-1 1,0-1-1,-1 0 0,1-1 1,17-6-1,-20 5-6655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5.6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21 170 24575,'-1'-32'0,"-2"1"0,-12-58 0,13 74 0,3 12 0,3 10 0,16 39 0,-3 0 0,-2 2 0,14 71 0,-17-30 0,3 129 0,-9-91 0,-1-55 0,10 296 0,-14-346-64,-1-14-196,1 0-1,-1 1 1,-1-1 0,-3 16 0,1-15-6566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6.2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1911 78 24575,'0'-3'0,"0"-1"0,0 0 0,0 0 0,-1 1 0,0-1 0,0 0 0,0 1 0,0-1 0,0 1 0,-1-1 0,1 1 0,-4-5 0,3 6 0,1 0 0,-1 0 0,0 0 0,0 0 0,0 1 0,-1-1 0,1 1 0,0-1 0,-1 1 0,1 0 0,-1 0 0,1 0 0,-1 0 0,1 0 0,-1 0 0,0 1 0,-4-1 0,-11-1 0,-1 1 0,0 1 0,0 1 0,-25 5 0,-73 21 0,94-22 0,0 0 0,0-2 0,-29 1 0,-73-4 0,54-2 0,-209-13 0,2-1 0,95 22 0,139-2 0,0 2 0,-47 14 0,-23 12-21,-125 28-1323,214-55-5482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6.6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5 24575,'-3'-1'0,"1"0"0,-1 0 0,0 1 0,1-1 0,-1 1 0,1-1 0,-1 1 0,0 0 0,0 0 0,1 0 0,-1 1 0,0-1 0,1 0 0,-1 1 0,1 0 0,-1 0 0,-2 1 0,3-1 0,0 1 0,0-1 0,0 1 0,1-1 0,-1 1 0,0 0 0,1 0 0,0 0 0,-1 0 0,1 0 0,0 0 0,0 0 0,0 0 0,0 0 0,1 0 0,-1 1 0,0-1 0,1 0 0,0 1 0,-1 2 0,-1 27 0,0 0 0,3 0 0,0 0 0,2 1 0,10 44 0,53 156 0,0 4 0,-61-208 0,-1-1 0,-1 1 0,-1-1 0,-2 1 0,-4 36 0,1-44 0,-1 0 0,-1-1 0,0 1 0,-2-1 0,0 0 0,-1 0 0,-20 32 0,-59 94-1365,80-133-5461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7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1656 77 24575,'66'-16'0,"104"-29"0,-169 44 0,15-5 0,-12 2 0,-10 2 0,-43-1 0,1 3 0,-56 7 0,41-2 0,-212 3 73,60-4-908,-416-4 683,191-6 947,429 6-820,-1 1 0,-22 6 1,19-4-1148,5-1-5654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7.8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 24575,'0'9'0,"-1"0"0,-1-1 0,-2 10 0,-2 18 0,5-16 0,1 0 0,1 0 0,1 0 0,1 0 0,7 27 0,37 92 0,-25-80 0,-13-28 0,10 57 0,-19-83 0,1-2-227,0 0-1,-1 0 1,0 1-1,0-1 1,-1 6-1,-1 0-6598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8.0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66 24575,'7'-10'0,"6"-3"0,5 0 0,2 3 0,3 3 0,-1 2 0,0 3 0,-3 1 0,-1 1 0,-1 0 0,-2 1 0,0-3 0,-3-1-8191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8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 24575,'-6'-9'0,"5"14"0,5 15 0,50 131 0,2 9 0,-52-147-273,-1 1 0,-1 0 0,0 0 0,-1 19 0,-1-20-6553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1.1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1422 0 24575,'-341'9'0,"49"11"0,-108 6 0,266-17 9,-108 2-1383,229-11-5452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1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66 24575,'182'14'0,"-125"-7"0,103-1 0,-46-14 0,1-5 0,183-47 0,-278 55-1365,-4-1-5461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2.5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567 208 24575,'-84'-15'0,"-104"-34"0,135 31 0,2-1 0,0-3 0,-49-30 0,92 47 0,4 3 0,0 0 0,1 0 0,-1 0 0,1-1 0,0 1 0,0-1 0,-3-3 0,5 6 0,1 0 0,0 0 0,0 0 0,0-1 0,0 1 0,0 0 0,0 0 0,0 0 0,0 0 0,0 0 0,0-1 0,0 1 0,0 0 0,0 0 0,0 0 0,0 0 0,0 0 0,0-1 0,0 1 0,0 0 0,0 0 0,0 0 0,0 0 0,0 0 0,0-1 0,0 1 0,0 0 0,0 0 0,0 0 0,0 0 0,0 0 0,1-1 0,-1 1 0,0 0 0,0 0 0,0 0 0,0 0 0,0 0 0,0 0 0,0 0 0,1 0 0,-1 0 0,0 0 0,0-1 0,0 1 0,0 0 0,0 0 0,1 0 0,-1 0 0,0 0 0,0 0 0,0 0 0,0 0 0,1 0 0,-1 0 0,0 0 0,0 0 0,0 0 0,0 0 0,0 1 0,1-1 0,-1 0 0,0 0 0,11 1 0,2 5 0,0 1 0,0 0 0,-1 0 0,0 2 0,19 15 0,-13-10 0,149 131 0,-162-140 0,0 1 0,0-1 0,0 1 0,-1 0 0,1 0 0,-2 1 0,5 6 0,-8-11 0,1-1 0,0 1 0,-1 0 0,1-1 0,-1 1 0,1 0 0,-1-1 0,0 1 0,0 0 0,0 0 0,0 0 0,0-1 0,0 1 0,0 0 0,-1-1 0,1 1 0,0 0 0,-1 0 0,0-1 0,1 1 0,-1-1 0,0 1 0,0 0 0,0-1 0,0 0 0,0 1 0,0-1 0,0 0 0,0 1 0,-1-1 0,1 0 0,0 0 0,-1 0 0,-2 1 0,-4 2-7,-1 0 0,0 0 0,1-1 0,-19 4 0,4-2-1323,7 0-5496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3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 24575,'-7'89'0,"1"-16"0,5-15 0,13 93 0,21 57 0,-15-105 0,7 134 0,-24-117 0,-2-60 0,3 0 0,9 61 0,-18-163-1365,4 25-5461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3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24575,'20'0'0,"-1"2"0,1 0 0,-1 1 0,0 1 0,21 7 0,1 0 0,1-2 0,0-1 0,1-3 0,66 0 0,172-21 0,-123 4 0,180 8 0,-203 5 0,24 7 0,-15-1 0,-78-6-1365,-42-1-5461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4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1476 74 24575,'241'-32'0,"-187"27"0,37-3 0,22 0 0,6 1 0,-98 7 0,-14 1 0,0 0 0,-1-1 0,1-1 0,0 1 0,-1-1 0,1 0 0,12-3 0,-19 4 0,0 0 0,0 0 0,0 0 0,0 0 0,0 0 0,1 0 0,-1-1 0,0 1 0,0 0 0,0 0 0,0 0 0,0 0 0,0 0 0,0 0 0,0 0 0,0 0 0,0 0 0,1 0 0,-1 0 0,0 0 0,0 0 0,0 0 0,0 0 0,0 0 0,0 0 0,0 0 0,0-1 0,0 1 0,0 0 0,0 0 0,0 0 0,0 0 0,0 0 0,0 0 0,0 0 0,0 0 0,0 0 0,0-1 0,0 1 0,0 0 0,0 0 0,0 0 0,0 0 0,0 0 0,0 0 0,0 0 0,0 0 0,0 0 0,0-1 0,0 1 0,0 0 0,0 0 0,-7-2 0,-9-1 0,14 3 0,1 0 0,-1 0 0,1 0 0,-1 0 0,1 1 0,-1-1 0,1 0 0,-1 1 0,1-1 0,-1 1 0,1-1 0,-1 1 0,1 0 0,0 0 0,-1-1 0,1 1 0,0 0 0,0 0 0,0 0 0,-1 0 0,1 1 0,0-1 0,0 0 0,0 2 0,0 0 0,-1 0 0,2 0 0,-1 1 0,0-1 0,1 0 0,-1 1 0,1-1 0,0 0 0,0 1 0,1 3 0,3 79 0,-12 126 0,5-164 0,1 17 0,8 80 0,17 65 0,-22-204 0,35 183 0,-5-37 0,-27-117 0,-2 0 0,-2 40 0,-1-31 0,1-37 0,-1 1 0,-1-1 0,1 1 0,-1-1 0,0 0 0,-1 0 0,-4 8 0,-2 9 0,8-21 0,0-1 0,-1 1 0,1-1 0,-1 0 0,0 1 0,1-1 0,-1 0 0,0 0 0,0 0 0,0 0 0,-1-1 0,1 1 0,0 0 0,-1-1 0,1 0 0,-1 0 0,-4 2 0,-6 2 0,0-2 0,-20 4 0,8-1 0,-18 3 0,-1-1 0,-62 2 0,-89-8 0,136-2 0,-323-30 0,43 1 0,166 21 0,-90 0 0,223 8 0,-21 0 0,-85 10 0,92-4 0,-18 3 0,54-7-455,0 0 0,-19 0 0,25-2-6371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5.3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 24575,'0'-14'0,"0"21"0,0 24 0,4 8 0,2 0 0,19 72 0,36 72 0,-59-179 0,6 24-1365,-6-19-5461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5.5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24575,'18'0'0,"8"0"0,4 0 0,1 0 0,-4 0 0,0 2 0,-3 2 0,-3-1 0,-3 0 0,-1-4 0,-2-1 0,-2-1-8191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5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24575,'-5'27'0,"-2"13"0,1 3 0,3-2 0,3-4 0,1-5 0,3-3 0,0-5 0,1 0 0,1-2 0,-1-1 0,2 0 0,0-1 0,1-3 0,-1 0 0,1-2 0,-1-2-8191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6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170 12 24575,'-7'-1'0,"-14"-3"0,-30-2 0,46 6 0,-1 0 0,1 0 0,0 0 0,-1 1 0,1 0 0,-1 0 0,1 0 0,0 1 0,0-1 0,-9 5 0,12-5 0,0 0 0,1 1 0,-1-1 0,1 0 0,-1 0 0,1 1 0,0-1 0,-1 1 0,1-1 0,0 1 0,0-1 0,0 1 0,0 0 0,0-1 0,0 1 0,1 0 0,-1 0 0,1 0 0,-1 0 0,1 0 0,0 0 0,-1-1 0,1 1 0,0 0 0,0 0 0,1 0 0,-1 0 0,0 0 0,1 0 0,-1 0 0,1 0 0,-1 0 0,1-1 0,0 1 0,1 2 0,2 4 0,0-1 0,1 0 0,0 0 0,0 0 0,1 0 0,11 10 0,-13-13 0,1 0 0,0-1 0,0 1 0,0-1 0,1 0 0,-1 0 0,1 0 0,11 3 0,-15-6 0,0 1 0,0-1 0,-1 0 0,1 1 0,0-1 0,0 0 0,0 0 0,0 0 0,0-1 0,0 1 0,0 0 0,0-1 0,-1 1 0,1-1 0,0 0 0,0 1 0,-1-1 0,1 0 0,0 0 0,-1 0 0,1 0 0,-1-1 0,1 1 0,-1 0 0,0-1 0,1 1 0,-1-1 0,0 1 0,0-1 0,0 1 0,0-1 0,0 0 0,0-2 0,2-4 0,-1 0 0,-1 0 0,0 0 0,0 0 0,0 0 0,-1-1 0,0 1 0,-2-12 0,1 10 0,25 71 0,-14-38-273,0-1 0,2 0 0,1-1 0,17 23 0,-22-34-6553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6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123 210 24575,'57'279'0,"-86"-374"0,-17-53 0,38 115 0,1-1 0,-4-52 0,10 81 0,1-1 0,0 1 0,0 0 0,1-1 0,0 1 0,0 0 0,0 0 0,0 0 0,4-9 0,-4 12 0,1 0 0,-1 0 0,0 0 0,1 0 0,-1 0 0,1 0 0,0 0 0,0 1 0,0-1 0,-1 1 0,1-1 0,1 1 0,-1 0 0,0 0 0,0 0 0,0 0 0,1 0 0,-1 0 0,0 0 0,1 1 0,-1-1 0,0 1 0,4 0 0,1 0 0,0 0 0,1 0 0,-1 1 0,0 0 0,0 0 0,0 1 0,0 0 0,13 5 0,-15-5 0,0 1 0,0-1 0,0 1 0,-1 0 0,1 1 0,0-1 0,-1 1 0,0 0 0,0 0 0,0 0 0,6 9 0,-10-11 0,1-1 0,0 1 0,0-1 0,0 1 0,-1-1 0,1 1 0,-1 0 0,1-1 0,-1 1 0,0 0 0,0-1 0,1 1 0,-1 0 0,0-1 0,-1 1 0,1 0 0,0 0 0,0-1 0,-1 1 0,0 2 0,0-1 0,-1-1 0,1 0 0,-1 1 0,0-1 0,0 0 0,1 0 0,-1 0 0,-1 0 0,1 0 0,0 0 0,-4 2 0,-4 1 0,0 1 0,0-2 0,-1 1 0,0-1 0,-12 2 0,-130 25-1365,129-28-5461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8.0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0 194 24575,'12'0'0,"0"1"0,17 4 0,14 2 0,236-4 0,-155-5 0,455 2 0,-439-7 0,10-1 0,-163 6 0,0-1 0,0-1 0,0 0 0,-18-9 0,1 2 0,8 3 0,-9-3 0,0-1 0,1-1 0,-50-30 0,76 40 0,0 0 0,0 0 0,1-1 0,-1 1 0,1-1 0,0 0 0,0 0 0,-3-5 0,6 9 0,-1-1 0,1 0 0,-1 0 0,1 0 0,0 0 0,-1 0 0,1 0 0,0 1 0,0-1 0,0 0 0,0 0 0,0 0 0,0 0 0,0 0 0,0 0 0,0 0 0,0 0 0,1 0 0,-1-1 0,1 1 0,0 0 0,0 0 0,-1 0 0,1 0 0,0 1 0,0-1 0,0 0 0,0 0 0,0 1 0,0-1 0,1 1 0,-1-1 0,0 1 0,0-1 0,0 1 0,0 0 0,1 0 0,-1-1 0,2 1 0,4-1 0,1 1 0,0 0 0,0 0 0,-1 1 0,1 0 0,-1 0 0,1 1 0,11 4 0,57 26 0,-73-31 0,139 74 0,-116-58 0,0 1 0,-1 0 0,26 27 0,-49-43 0,0 1 0,0-1 0,0 0 0,0 0 0,0 1 0,0-1 0,-1 1 0,0 0 0,1-1 0,-1 1 0,0 0 0,1 3 0,-2-4 0,0-1 0,0 0 0,0 1 0,0-1 0,-1 0 0,1 1 0,0-1 0,0 0 0,-1 1 0,1-1 0,-1 0 0,0 0 0,1 1 0,-1-1 0,0 0 0,1 0 0,-1 0 0,0 0 0,0 0 0,0 0 0,0 0 0,0 0 0,0-1 0,0 1 0,0 0 0,-1-1 0,1 1 0,0 0 0,-2 0 0,-8 3 0,0-1 0,0 0 0,0 0 0,-1-1 0,-19 2 0,-24 3 0,37-2-1365,2-1-5461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9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617 167 24575,'-31'-13'0,"-1"2"0,0 0 0,-59-9 0,25 5 0,-21-6 0,-164-45 0,234 60 0,8 2 0,20 12 0,198 102 0,-97-54 0,-105-53 0,-1 0 0,0 0 0,-1 0 0,1 1 0,-1 0 0,1 0 0,7 7 0,-13-10 0,1-1 0,-1 1 0,0-1 0,1 1 0,-1-1 0,0 1 0,0-1 0,0 1 0,1-1 0,-1 1 0,0 0 0,0-1 0,0 1 0,0-1 0,0 1 0,0-1 0,0 1 0,0 0 0,0-1 0,0 1 0,0-1 0,0 1 0,-1-1 0,1 1 0,0 0 0,0-1 0,-1 1 0,1-1 0,0 1 0,-1-1 0,1 1 0,0-1 0,-1 0 0,1 1 0,-1-1 0,1 1 0,-1-1 0,1 0 0,0 1 0,-1-1 0,0 0 0,1 0 0,-2 1 0,-24 10 0,25-11 0,-126 32 70,64-17-1505,40-9-5391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7:19.5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1311 57 24575,'-331'0'0,"304"-1"0,-29-6 0,-22 0 0,-416 6 0,239 2 0,243 0 0,1 0 0,0 1 0,0 1 0,-14 3 0,48-6 0,11-6 0,64-2 0,36 8 0,-56 1 0,278-10 0,-188 3 0,24-3 0,-20-8 0,-170 16 0,0 1 0,0 0 0,0 0 0,0 0 0,0 0 0,0 1 0,1-1 0,2 1 0,-5-1 0,0 1 0,0-1 0,0 0 0,1 0 0,-1 0 0,0 0 0,0 0 0,0 0 0,0 0 0,0 0 0,0 0 0,1 0 0,-1 0 0,0 0 0,0 1 0,0-1 0,0 0 0,0 0 0,0 0 0,0 0 0,0 0 0,0 0 0,0 1 0,0-1 0,0 0 0,0 0 0,1 0 0,-1 0 0,0 0 0,0 0 0,0 1 0,0-1 0,0 0 0,0 0 0,0 0 0,0 0 0,-1 0 0,1 1 0,0-1 0,0 0 0,-11 8 0,2-5 0,-1 0 0,0-1 0,0 0 0,0 0 0,0-1 0,-10 0 0,-8 1 0,-365 11-170,126-9-363,207-1-715,10 0-4992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7:22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1437 48 24575,'-392'-15'0,"-451"15"0,815-1 0,-30-6 0,-26-1 0,80 8 0,2 1 0,0-1 0,0 0 0,1 0 0,-1 0 0,0 0 0,0-1 0,1 1 0,-1 0 0,0-1 0,1 1 0,-1-1 0,0 0 0,1 1 0,-3-2 0,4 2 0,0-1 0,0 1 0,0 0 0,0 0 0,0 0 0,0-1 0,0 1 0,0 0 0,0 0 0,0 0 0,0 0 0,1-1 0,-1 1 0,0 0 0,0 0 0,0 0 0,0-1 0,0 1 0,0 0 0,0 0 0,1 0 0,-1 0 0,0 0 0,0-1 0,0 1 0,0 0 0,0 0 0,1 0 0,-1 0 0,0 0 0,0 0 0,0 0 0,1 0 0,-1 0 0,0 0 0,0 0 0,0 0 0,1 0 0,-1 0 0,0 0 0,0 0 0,0 0 0,1 0 0,-1 0 0,10-2 0,40-1 0,-1 2 0,81 9 0,-14 0 0,247 8 0,-256-9 0,55 1 0,-185-17 0,-9 4 0,0 2 0,1 2 0,-46 2 0,15 1 0,-376-2-1365,407 0-5461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47 24575,'-24'-10'0,"0"2"0,0 1 0,0 1 0,-1 1 0,1 0 0,-45 0 0,28 4 0,-104 4 0,132-2 0,-1 1 0,1 1 0,0 0 0,-1 0 0,-21 10 0,28-9 0,0-1 0,0 1 0,0 0 0,0 1 0,1 0 0,-1 0 0,1 0 0,1 1 0,-1 0 0,-9 13 0,10-11 0,0 1 0,0 0 0,1 1 0,0-1 0,1 1 0,0 0 0,0 0 0,1 0 0,1 0 0,-1 0 0,2 0 0,-1 0 0,1 1 0,3 15 0,-2-19 0,0-1 0,0 1 0,1 0 0,1-1 0,-1 0 0,1 1 0,0-1 0,0 0 0,0-1 0,1 1 0,0 0 0,0-1 0,1 0 0,-1 0 0,1 0 0,0-1 0,1 0 0,-1 0 0,1 0 0,0 0 0,0-1 0,11 5 0,36 10 0,0-2 0,69 11 0,111 3 0,-230-30-65,31 0 258,-32 0-264,-1 0 0,0 0 0,1 0 0,-1 0 0,0-1 0,1 1 0,-1-1-1,0 1 1,1-1 0,-1 0 0,0 1 0,0-1 0,0 0 0,1 0 0,-1 0 0,0 0-1,0 0 1,0 0 0,-1 0 0,3-2 0,0-6-6755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3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24575,'-1'1'0,"1"-1"0,0 1 0,-1 0 0,1 0 0,-1 0 0,1-1 0,0 1 0,0 0 0,-1 0 0,1 0 0,0 0 0,0 0 0,0 0 0,0 0 0,0 0 0,0-1 0,0 1 0,0 0 0,1 2 0,6 19 0,-5-16 0,106 257 0,-17-48 0,-85-198 0,5 27 0,-12-96 0,2 20 0,-2 5 0,0-29 0,1 51 0,0 1 0,1-1 0,0 1 0,0-1 0,0 1 0,0 0 0,1-1 0,0 1 0,2-5 0,-2 7 0,-1 0 0,0 0 0,1 0 0,0 0 0,-1 1 0,1-1 0,0 1 0,0-1 0,-1 1 0,1 0 0,0 0 0,0 0 0,1 0 0,-1 0 0,4-1 0,-2 1 0,-1 1 0,1-1 0,0 1 0,0 0 0,-1 0 0,1 1 0,0-1 0,7 2 0,2 3 0,0-1 0,-1 2 0,1 0 0,12 8 0,75 49 120,-87-53-417,0 1 0,0 0 0,-1 0 0,20 27 0,-25-28-6529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4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24 24575,'2'-2'0,"1"-1"0,-1 1 0,0 0 0,1 0 0,-1 1 0,1-1 0,-1 0 0,1 1 0,0 0 0,0 0 0,0-1 0,0 1 0,0 1 0,3-2 0,-4 2 0,1 0 0,-1 1 0,0-1 0,1 0 0,-1 1 0,0 0 0,1-1 0,-1 1 0,0 0 0,0 0 0,0 0 0,0 0 0,0 0 0,0 1 0,0-1 0,0 1 0,-1-1 0,1 1 0,2 2 0,6 8 0,0 0 0,-1 1 0,0 0 0,6 14 0,-11-20 0,0 0 0,-1 0 0,-1 1 0,1-1 0,-1 1 0,0 0 0,-1 0 0,0-1 0,1 15 0,-2-20 0,-1-1 0,1 1 0,0 0 0,0-1 0,-1 1 0,1-1 0,-1 1 0,0-1 0,1 1 0,-1-1 0,0 1 0,0-1 0,0 1 0,0-1 0,0 0 0,0 0 0,0 1 0,-2 0 0,0 0 0,0 0 0,1-1 0,-1 1 0,0-1 0,0 0 0,0 0 0,0 0 0,0 0 0,-4 0 0,-2 0 0,-1 0 0,1-1 0,-1-1 0,1 1 0,-15-4 0,-5-2 0,-47-18 0,62 19 0,0-1 0,0-1 0,1 0 0,0-1 0,-14-11 0,24 16 0,0 1 0,0-1 0,0 0 0,1 1 0,-1-1 0,1-1 0,0 1 0,0 0 0,0 0 0,0-1 0,1 1 0,-1-1 0,1 0 0,0 1 0,-1-8 0,2 9 0,-1-1 0,2 1 0,-1-1 0,0 1 0,0-1 0,1 1 0,-1 0 0,1-1 0,0 1 0,0-1 0,0 1 0,0 0 0,0 0 0,0 0 0,1-1 0,-1 1 0,1 0 0,-1 1 0,1-1 0,0 0 0,0 0 0,0 1 0,0-1 0,4-2 0,2 0-97,1 0-1,0 1 1,0 0-1,0 0 1,0 1-1,0 0 1,0 1-1,1 0 1,-1 0-1,0 1 1,1 0-1,-1 1 0,18 3 1,-14-1-6729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18 24575,'13'-2'0,"-1"0"0,1 1 0,24 0 0,-33 1 0,-1 1 0,1-1 0,-1 1 0,1 0 0,-1 0 0,1 0 0,-1 0 0,0 1 0,0 0 0,1-1 0,-1 1 0,0 0 0,0 0 0,-1 1 0,1-1 0,0 0 0,-1 1 0,4 4 0,2 5 0,-1 0 0,0 1 0,0 0 0,-2 0 0,0 0 0,6 23 0,-11-34 0,1 0 0,-1 0 0,1 0 0,-1 0 0,0 0 0,0 0 0,0 0 0,0 0 0,0 0 0,0 0 0,-1 0 0,1 0 0,-1 0 0,1 0 0,-1 0 0,0 0 0,0 0 0,0 0 0,0 0 0,-2 2 0,1-2 0,0 0 0,-1 0 0,1 0 0,-1 0 0,1-1 0,-1 1 0,0-1 0,0 1 0,1-1 0,-1 0 0,0 0 0,-5 1 0,-4 0 0,0-1 0,0 0 0,0-1 0,0 0 0,-24-3 0,13-1 0,0-1 0,1-1 0,-39-14 0,49 15 0,1-1 0,0 0 0,0 0 0,0-1 0,0-1 0,1 0 0,1 0 0,-14-15 0,22 22 0,-1-1 0,1 0 0,-1 1 0,1-1 0,0 0 0,0 0 0,-1 0 0,2 0 0,-1 0 0,0-1 0,0 1 0,1 0 0,-1 0 0,1 0 0,-1-1 0,1 1 0,0 0 0,0 0 0,0-1 0,0 1 0,1 0 0,-1 0 0,1-1 0,-1 1 0,1 0 0,0 0 0,0 0 0,0 0 0,0 0 0,0 0 0,0 0 0,0 0 0,1 0 0,1-2 0,0 1 0,1-1 0,0 1 0,0 0 0,0 0 0,0 0 0,0 1 0,1-1 0,-1 1 0,1 0 0,0 0 0,0 0 0,-1 1 0,1 0 0,8-1 0,-4 1-195,1 1 0,-1 0 0,1 0 0,-1 1 0,1 1 0,10 2 0,-7 0-6631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17 24575,'-2'-2'0,"0"1"0,0-1 0,0 0 0,0 0 0,0 1 0,-1 0 0,1-1 0,0 1 0,-3-1 0,4 2 0,0 0 0,1 0 0,-1-1 0,0 1 0,1 0 0,-1 0 0,0 0 0,1 1 0,-1-1 0,0 0 0,1 0 0,-1 0 0,0 0 0,1 1 0,-1-1 0,1 0 0,-1 1 0,0-1 0,1 0 0,-1 1 0,1-1 0,-1 1 0,1-1 0,-1 1 0,1-1 0,0 1 0,-1-1 0,1 1 0,-1-1 0,1 1 0,0 0 0,0-1 0,-1 1 0,1-1 0,0 1 0,0 0 0,0-1 0,0 1 0,0 0 0,0 1 0,-2 6 0,0 0 0,1 0 0,1 1 0,-1-1 0,1 0 0,1 1 0,-1-1 0,1 0 0,1 1 0,0-1 0,0 0 0,0 0 0,1 0 0,1-1 0,-1 1 0,1-1 0,9 14 0,8 1 0,-17-18 0,0 0 0,0 0 0,0 0 0,-1 1 0,1-1 0,-1 1 0,5 9 0,-7-10 0,1 0 0,0 0 0,-1 0 0,0 0 0,0 0 0,0 0 0,0 6 0,-1-8 0,-1 0 0,1-1 0,-1 1 0,1 0 0,-1-1 0,1 1 0,-1-1 0,0 1 0,0-1 0,0 1 0,0-1 0,0 0 0,0 1 0,0-1 0,0 0 0,0 0 0,-1 0 0,1 0 0,-1 0 0,1 0 0,-2 1 0,-2 1 0,-1-1 0,1 1 0,-1-1 0,1 0 0,-1 0 0,1-1 0,-1 1 0,-11 0 0,14-2 0,-1 0 0,0 0 0,0 0 0,0 0 0,1-1 0,-1 1 0,0-1 0,1 0 0,-1 0 0,0 0 0,1-1 0,-1 1 0,1-1 0,-6-3 0,8 4 0,1 1 0,-1-1 0,0 1 0,0-1 0,0 1 0,1-1 0,-1 0 0,0 1 0,1-1 0,-1 0 0,0 1 0,1-1 0,-1 0 0,1 0 0,0 0 0,-1 0 0,1 1 0,-1-1 0,1 0 0,0 0 0,0 0 0,0 0 0,-1 0 0,1 0 0,0 0 0,0 0 0,0 0 0,0 0 0,1 0 0,-1 0 0,0 0 0,0 1 0,1-1 0,-1 0 0,0 0 0,1 0 0,-1 0 0,1 0 0,-1 1 0,1-1 0,-1 0 0,1 0 0,0 1 0,-1-1 0,1 0 0,0 1 0,-1-1 0,2 0 0,2-2 0,1 0 0,-1 1 0,1-1 0,0 1 0,-1 0 0,1 0 0,8-1 0,79-15 0,55-15 0,-41-5 0,-94 32 0,-1 1 0,0-1 0,0-1 0,-1 0 0,0-1 0,18-16 0,-26 21 0,1 1 0,-1-1 0,0 0 0,0 0 0,-1 0 0,1 0 0,-1 0 0,1 0 0,-1 0 0,0-1 0,1-4 0,-2 6 0,0 1 0,0 0 0,0 0 0,0 0 0,0 0 0,0 0 0,0-1 0,-1 1 0,1 0 0,0 0 0,-1 0 0,1 0 0,0 0 0,-1 0 0,0 0 0,1 0 0,-1 0 0,0 0 0,1 0 0,-1 0 0,0 1 0,0-1 0,0 0 0,0 0 0,0 1 0,1-1 0,-1 1 0,-1-1 0,1 1 0,0-1 0,0 1 0,0-1 0,0 1 0,0 0 0,0 0 0,0 0 0,-2-1 0,-2 1 0,-1-1 0,1 1 0,-1-1 0,1 2 0,0-1 0,-1 1 0,1-1 0,-1 1 0,1 1 0,0-1 0,-1 1 0,1 0 0,0 0 0,0 1 0,1-1 0,-1 1 0,0 0 0,1 0 0,0 1 0,-1 0 0,2-1 0,-1 1 0,0 0 0,1 1 0,-1-1 0,1 1 0,1-1 0,-1 1 0,0 0 0,1 0 0,0 0 0,1 0 0,-1 1 0,-1 7 0,3-10 0,0 0 0,-1 0 0,2 1 0,-1-1 0,0 0 0,1 0 0,-1 0 0,1 0 0,0 0 0,0 0 0,0 0 0,0 0 0,3 5 0,0-3 0,-1 0 0,0-1 0,1 0 0,0 0 0,0 0 0,0 0 0,7 3 0,2 2 0,1-1 0,0-1 0,0-1 0,25 9 0,-22-10 0,1-1 0,-1-1 0,33 3 0,55-6 0,-88 0 0,-14 0-85,-1 0 0,0 0-1,1 0 1,-1 0 0,0 0-1,1 0 1,-1-1 0,0 1-1,0-1 1,1 0 0,-1 1-1,0-1 1,0 0 0,0 0-1,3-2 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24575,'-2'7'0,"0"-1"0,1 1 0,0-1 0,0 1 0,0-1 0,1 1 0,0 0 0,0 0 0,0-1 0,2 8 0,-1-9 0,1 0 0,-1 0 0,1 0 0,0 0 0,0-1 0,1 1 0,-1-1 0,1 0 0,0 1 0,0-1 0,1-1 0,-1 1 0,8 6 0,5 3 0,1-1 0,0-1 0,0-1 0,1 0 0,0-2 0,1 0 0,0 0 0,0-2 0,1 0 0,0-2 0,0 0 0,31 2 0,-48-6 0,0 0 0,1 0 0,-1-1 0,1 1 0,-1-1 0,0 1 0,1-1 0,-1 0 0,0 0 0,0-1 0,0 1 0,0-1 0,4-1 0,-6 1 0,1 1 0,-1 0 0,0-1 0,0 1 0,1-1 0,-1 0 0,0 1 0,0-1 0,0 0 0,-1 0 0,1 1 0,0-1 0,-1 0 0,1 0 0,-1 0 0,0 0 0,1 0 0,-1 0 0,0 0 0,0 0 0,0 0 0,-1 0 0,1 0 0,-1-2 0,-1-3 0,0-1 0,-1 1 0,0-1 0,0 1 0,-1 0 0,0 0 0,0 1 0,0-1 0,-1 1 0,0 0 0,-1 0 0,1 0 0,-1 1 0,0 0 0,-9-6 0,14 10 0,1 1 0,-1-1 0,0 1 0,0-1 0,-1 1 0,1-1 0,0 1 0,0-1 0,0 1 0,0 0 0,0 0 0,0 0 0,0-1 0,-1 1 0,1 0 0,0 0 0,0 0 0,0 1 0,0-1 0,0 0 0,-1 0 0,1 1 0,0-1 0,0 1 0,-2 0 0,2 0 0,0 0 0,1 0 0,-1 0 0,0 1 0,0-1 0,0 0 0,1 0 0,-1 1 0,1-1 0,-1 1 0,1-1 0,-1 0 0,1 1 0,0-1 0,0 1 0,-1-1 0,1 1 0,0-1 0,0 1 0,1 2 0,1 9 0,0-1 0,1 1 0,0 0 0,9 19 0,25 49 0,-31-70 0,166 303 0,-157-291 0,-6-11 0,-1 2 0,0-1 0,-1 1 0,0 0 0,6 21 0,-12-33 0,-1-1 0,1 0 0,-1 1 0,0-1 0,0 0 0,0 1 0,0-1 0,0 0 0,0 1 0,0-1 0,0 0 0,0 1 0,-1-1 0,1 0 0,-1 1 0,1-1 0,-1 0 0,1 0 0,-1 1 0,0-1 0,1 0 0,-2 1 0,1-1 0,-1 0 0,1 0 0,-1 0 0,0 0 0,1 0 0,-1 0 0,0 0 0,1-1 0,-1 1 0,0-1 0,0 1 0,0-1 0,1 0 0,-4 0 0,-2 0 0,-1 0 0,1 0 0,-1-1 0,1-1 0,-1 1 0,-12-5 0,5-1 0,0 0 0,0 0 0,0-2 0,1 0 0,0 0 0,-15-15 0,19 15 0,1 1 0,0-2 0,1 1 0,0-1 0,1 0 0,0-1 0,0 0 0,-9-22 0,13 25 0,1-1 0,-1 1 0,2-1 0,-1 1 0,1-1 0,0 0 0,1 1 0,0-1 0,1 0 0,-1 1 0,2-1 0,3-16 0,-1 14 0,0 0 0,1 1 0,0-1 0,0 1 0,1 0 0,1 1 0,-1-1 0,1 1 0,11-10 0,-3 5-1365,-2 1-5461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233 167 24575,'-18'-15'0,"-60"-51"0,67 58 0,0 0 0,-1 1 0,1 1 0,-1 0 0,-19-6 0,29 11 0,1 0 0,-1 1 0,1-1 0,-1 1 0,1 0 0,-1 0 0,0-1 0,1 1 0,-1 0 0,0 0 0,1 0 0,-1 1 0,0-1 0,1 0 0,-1 1 0,1-1 0,-1 1 0,1-1 0,-1 1 0,1 0 0,-1-1 0,1 1 0,-1 0 0,1 0 0,0 0 0,-2 1 0,2 0 0,1-1 0,-1 1 0,0-1 0,1 1 0,-1 0 0,1-1 0,-1 1 0,1-1 0,0 1 0,-1 0 0,1-1 0,0 1 0,0 0 0,0-1 0,1 1 0,-1 0 0,0-1 0,1 1 0,-1 0 0,0-1 0,1 1 0,0-1 0,-1 1 0,1-1 0,1 3 0,5 6 0,0 1 0,1-1 0,0-1 0,1 1 0,0-1 0,0-1 0,1 0 0,0 0 0,0-1 0,1 0 0,21 10 0,-17-10 0,0-1 0,1 0 0,-1-1 0,1-1 0,0 0 0,1-1 0,-1-1 0,29 0 0,-40-2 0,1 0 0,-1-1 0,1 0 0,-1 0 0,0 0 0,0 0 0,7-3 0,-10 3 0,0 0 0,-1 0 0,1 0 0,0 0 0,-1-1 0,1 1 0,-1 0 0,1-1 0,-1 1 0,0-1 0,0 1 0,0-1 0,1 0 0,-2 1 0,1-1 0,0 0 0,0 0 0,0 0 0,-1 0 0,1 0 0,-1 0 0,1-3 0,-1-1 0,0 0 0,-1 0 0,1 0 0,-1 0 0,0 0 0,-1 0 0,1 0 0,-1 1 0,0-1 0,-1 0 0,1 1 0,-1 0 0,0-1 0,-1 1 0,1 0 0,-1 1 0,-4-5 0,-1-1 0,0 1 0,-1 0 0,0 1 0,0 0 0,-1 1 0,-23-12 0,26 15-105,-1 1 0,0 0 0,0 0 0,0 1 0,-1 0 0,1 1 0,-1 0 0,1 0 0,0 1 0,-1 0 0,1 1 0,-18 3 0,14 0-6721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24575,'-1'0'0,"0"0"0,1 0 0,-1 0 0,0 0 0,1 0 0,-1 0 0,0 0 0,0 0 0,1 0 0,-1 0 0,0 1 0,1-1 0,-1 0 0,0 0 0,1 1 0,-1-1 0,1 0 0,-1 1 0,0-1 0,1 0 0,-1 1 0,1-1 0,-1 1 0,1-1 0,-1 1 0,1-1 0,0 1 0,-1 0 0,1-1 0,0 1 0,-1-1 0,1 1 0,0 0 0,0-1 0,-1 1 0,1 0 0,0-1 0,0 1 0,0 0 0,0 0 0,0-1 0,0 1 0,0 0 0,0-1 0,0 1 0,1 0 0,-1-1 0,0 1 0,0 0 0,0-1 0,1 1 0,0 0 0,1 5 0,0-1 0,1 0 0,-1-1 0,1 1 0,5 5 0,1 2 0,0-2 0,1 1 0,1-1 0,0 0 0,0-1 0,23 14 0,-29-20 0,-1-1 0,1 0 0,0 1 0,-1-1 0,1-1 0,0 1 0,0-1 0,1 0 0,-1 0 0,0 0 0,0-1 0,0 0 0,0 0 0,1 0 0,-1-1 0,0 1 0,0-1 0,0-1 0,0 1 0,0-1 0,0 1 0,6-5 0,-8 5 0,-1-1 0,1 0 0,-1 0 0,0 0 0,0 0 0,0 0 0,0-1 0,0 1 0,-1 0 0,1-1 0,-1 1 0,1-1 0,-1 0 0,0 0 0,0 1 0,0-1 0,1-4 0,-1 0 0,0-1 0,-1 1 0,1-1 0,-1 0 0,-2-12 0,2 19-6,0-1 0,0 1 0,-1-1 0,1 1-1,0 0 1,-1-1 0,1 1 0,-1 0 0,0-1-1,1 1 1,-1 0 0,-1-2 0,1 2 15,1 1 1,-1 0-1,1-1 1,-1 1-1,1-1 1,-1 1 0,0 0-1,1 0 1,-1-1-1,1 1 1,-1 0-1,0 0 1,1 0-1,-1-1 1,0 1-1,1 0 1,-1 0-1,0 0 1,1 0-1,-2 1 1,1-1-97,-1 1-1,0-1 1,0 1 0,0 0-1,1 0 1,-1 0 0,1 0-1,-1 0 1,0 0-1,1 0 1,0 1 0,-1-1-1,1 0 1,0 1 0,0 0-1,-2 2 1,-3 7-6739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7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75 416 24575,'0'0'0,"0"0"0,1 0 0,-1 0 0,0 1 0,0-1 0,0 0 0,0 0 0,1 0 0,-1 0 0,0 1 0,0-1 0,0 0 0,0 0 0,1 0 0,-1 0 0,0 0 0,0 0 0,1 0 0,-1 0 0,0 0 0,0 0 0,0 0 0,1 0 0,-1 0 0,0 0 0,0 0 0,1 0 0,-1 0 0,0 0 0,0 0 0,0 0 0,1 0 0,-1 0 0,0 0 0,0-1 0,5-7 0,-2-13 0,-3 21 0,0-6 0,0 1 0,0 0 0,-1 0 0,1 0 0,-1 0 0,0 0 0,0 0 0,-4-8 0,0 1 0,-1 0 0,-9-11 0,9 12 0,-1 0 0,0-1 0,1 0 0,1 0 0,0 0 0,1-1 0,0 0 0,1 1 0,0-2 0,1 1 0,0-18 0,2 24 0,0 1 0,1 0 0,0-1 0,0 1 0,1 0 0,0 0 0,0 0 0,0 0 0,0 0 0,1 0 0,7-10 0,-8 13 0,1 0 0,0 0 0,-1 0 0,1 1 0,0-1 0,1 1 0,-1-1 0,0 1 0,1 0 0,-1 1 0,1-1 0,0 0 0,0 1 0,-1 0 0,1 0 0,0 0 0,0 1 0,0-1 0,0 1 0,5 0 0,4 0 20,0 1 0,-1 1 0,1 0 0,0 1 0,18 6 0,58 30-1505,-70-30-5341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31 135 24575,'17'39'0,"36"56"0,-7-13 0,-10-18 0,-19-35 0,25 58 0,-71-126 0,-2-4 0,-25-48 0,45 70 0,1-1 0,0 0 0,2 0 0,-10-41 0,16 51 0,0 0 0,0 0 0,1 0 0,1 0 0,0 0 0,0 0 0,1 0 0,4-16 0,-4 24 0,0-1 0,1 1 0,-1 0 0,1 0 0,0-1 0,1 1 0,-1 1 0,0-1 0,1 0 0,0 1 0,0-1 0,0 1 0,1 0 0,-1 0 0,1 0 0,-1 0 0,1 1 0,0-1 0,0 1 0,0 0 0,0 0 0,1 1 0,-1-1 0,9-1 0,-5 2 0,1 0 0,-1 0 0,0 0 0,1 1 0,-1 1 0,1 0 0,-1 0 0,0 0 0,16 5 0,-19-4 0,-1-1 0,1 1 0,-1 0 0,1 0 0,-1 1 0,0-1 0,0 1 0,0 0 0,0 0 0,0 0 0,-1 1 0,0-1 0,1 1 0,-1 0 0,-1 0 0,1 0 0,0 0 0,2 7 0,-4-9 0,0 0 0,-1 0 0,1 1 0,-1-1 0,0 0 0,1 0 0,-1 0 0,0 0 0,0 1 0,0-1 0,0 0 0,-1 0 0,1 0 0,-1 0 0,1 1 0,-1-1 0,0 0 0,0 0 0,0 0 0,0 0 0,0 0 0,0-1 0,0 1 0,-1 0 0,1 0 0,-1-1 0,1 1 0,-1-1 0,0 0 0,1 1 0,-1-1 0,0 0 0,-3 2 0,-2 1 0,-1-1 0,-1 0 0,1 0 0,0 0 0,-1-1 0,1 0 0,-11 1 0,-34 0-154,-63-3 0,80-1-903,19 1-5769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9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94 237 24575,'-11'8'0,"9"-6"0,0 0 0,0-1 0,0 1 0,-1-1 0,1 1 0,-1-1 0,1 0 0,-1 0 0,1 0 0,-1 0 0,1 0 0,-4 0 0,5-1 0,1 0 0,-1-1 0,1 1 0,0 0 0,-1-1 0,1 1 0,0-1 0,-1 1 0,1-1 0,0 1 0,0 0 0,-1-1 0,1 1 0,0-1 0,0 1 0,0-1 0,0 1 0,0-1 0,0 1 0,0-1 0,-1 1 0,2-1 0,-1 1 0,0-1 0,0 0 0,0 0 0,2-18 0,-2 15 0,1-8 0,-1 0 0,0 0 0,-1 0 0,-1 0 0,-4-22 0,-3 6 0,-14-33 0,22 59 0,0-1 0,1 1 0,-1 0 0,0 0 0,1-1 0,-1 1 0,1 0 0,0-1 0,0 1 0,0-5 0,1 7 0,-1-1 0,0 0 0,0 0 0,1 1 0,-1-1 0,1 0 0,-1 1 0,1-1 0,-1 1 0,1-1 0,-1 0 0,1 1 0,-1-1 0,1 1 0,0 0 0,-1-1 0,1 1 0,0-1 0,-1 1 0,1 0 0,0 0 0,0-1 0,-1 1 0,1 0 0,0 0 0,0 0 0,-1 0 0,1 0 0,0 0 0,0 0 0,0 0 0,-1 0 0,1 0 0,0 0 0,0 0 0,0 1 0,6 0 0,-1 1 0,0 0 0,0 0 0,1 0 0,-2 1 0,11 5 0,33 25 0,-30-19 0,-2-2-1365,-5-1-5461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9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26 236 24575,'92'-12'0,"-81"10"0,1-1 0,-1 0 0,0-1 0,0-1 0,18-9 0,-27 13 0,1-1 0,-1 1 0,0-1 0,1 0 0,-1 1 0,0-1 0,0 0 0,0-1 0,0 1 0,-1 0 0,1 0 0,-1-1 0,1 1 0,-1-1 0,0 1 0,0-1 0,0 0 0,0 1 0,1-6 0,-2 4 0,0 0 0,0 0 0,-1 0 0,1 0 0,-1 0 0,0 0 0,0 0 0,0 0 0,-1 0 0,1 0 0,-1 1 0,0-1 0,-2-3 0,-1 0 0,-1 0 0,1 1 0,-1 0 0,0-1 0,0 2 0,-1-1 0,0 1 0,0 0 0,0 0 0,0 1 0,-1 0 0,0 0 0,0 1 0,0 0 0,0 1 0,0-1 0,-1 2 0,-8-2 0,14 3 0,0 0 0,0 0 0,0 0 0,0 0 0,1 1 0,-1-1 0,0 1 0,0 0 0,1 0 0,-1 0 0,0 0 0,1 0 0,-1 1 0,1-1 0,-1 1 0,1-1 0,0 1 0,0 0 0,0 0 0,0 0 0,0 0 0,0 1 0,0-1 0,1 0 0,-1 1 0,-1 4 0,1-2 0,0 0 0,0 0 0,0 0 0,1 1 0,0-1 0,0 1 0,0-1 0,1 0 0,0 1 0,0-1 0,0 1 0,1-1 0,1 7 0,2 1 0,0-1 0,1 1 0,1-1 0,0 0 0,0-1 0,2 0 0,-1 0 0,1 0 0,1-1 0,-1 0 0,16 13 0,-2-4 0,2-1 0,0-1 0,0-1 0,31 14 0,-38-21 30,1-1 0,0-1 0,21 5 0,-29-9-216,0-1 1,0 0-1,0-1 0,0 0 1,1-1-1,-1 0 1,17-3-1,-11 0-6640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105 322 24575,'9'51'0,"22"106"0,-23-125 0,2-1 0,25 56 0,-34-85 0,0 1 0,0-1 0,0 0 0,1 0 0,-1 0 0,1 0 0,0-1 0,0 1 0,-1 0 0,4 1 0,-5-3 0,0 0 0,1 1 0,-1-1 0,1 0 0,-1 0 0,0 0 0,1 0 0,-1 0 0,1 0 0,-1 1 0,0-1 0,1 0 0,-1 0 0,1 0 0,-1 0 0,0 0 0,1-1 0,-1 1 0,1 0 0,-1 0 0,0 0 0,1 0 0,-1 0 0,1-1 0,0 0 0,0 1 0,-1-1 0,1 0 0,-1 0 0,1 0 0,-1 1 0,1-1 0,-1 0 0,1 0 0,-1 0 0,0 0 0,1 0 0,-1 0 0,0 0 0,0-1 0,1-10 0,-1 1 0,-1 0 0,0 0 0,0 0 0,-1 0 0,-1 0 0,-5-16 0,0-3 0,-25-89 0,-7-29 0,33 118 0,2-2 0,-2-56 0,7 80 0,0-1 0,1 1 0,0 0 0,0-1 0,1 1 0,0 0 0,0 0 0,1 0 0,4-9 0,-5 14 0,-1 0 0,1 0 0,0 0 0,0 1 0,0-1 0,1 0 0,-1 1 0,1-1 0,-1 1 0,1 0 0,0 0 0,0 0 0,0 0 0,0 1 0,0-1 0,0 1 0,1 0 0,-1 0 0,0 0 0,1 0 0,-1 0 0,1 1 0,-1-1 0,6 1 0,3 1 0,-1 1 0,0 0 0,0 1 0,0 0 0,0 0 0,-1 1 0,1 1 0,-1 0 0,0 0 0,-1 1 0,1 0 0,-1 1 0,0-1 0,0 2 0,-1 0 0,0 0 0,-1 0 0,0 1 0,7 10 0,-11-15 0,-2 0 0,1 0 0,0 0 0,-1 0 0,0 0 0,1 0 0,-2 0 0,1 0 0,0 1 0,-1-1 0,0 0 0,0 0 0,0 1 0,-1-1 0,1 0 0,-1 0 0,0 0 0,0 1 0,0-1 0,-1 0 0,0 0 0,1-1 0,-1 1 0,-1 0 0,1-1 0,0 1 0,-1-1 0,0 0 0,0 1 0,0-1 0,-5 4 0,-2 0 0,0-1 0,0 1 0,0-2 0,-1 1 0,0-1 0,0-1 0,-1 0 0,1-1 0,-1 0 0,-16 2 0,-12 0 0,-69-2 0,88-3-76,2-1-568,-24 3-1,26 1-6181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45 264 24575,'-17'55'0,"19"-94"0,-1-1 0,-3 1 0,0 0 0,-14-61 0,6 39 0,15 77-1365,-2-7-5461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1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 24575,'-5'0'0,"1"1"0,0 0 0,-1 0 0,1 1 0,0-1 0,0 1 0,0 0 0,0 0 0,0 1 0,1-1 0,-1 1 0,1 0 0,-1 0 0,1 0 0,0 0 0,0 0 0,1 1 0,-1-1 0,1 1 0,-1 0 0,-1 5 0,2-4 0,0-1 0,1 1 0,0 0 0,0 0 0,0-1 0,1 1 0,-1 0 0,1 0 0,0 0 0,1 0 0,-1 0 0,1 0 0,0-1 0,0 1 0,1 0 0,-1-1 0,1 1 0,0-1 0,3 6 0,2 2 0,0-1 0,1 0 0,0 0 0,1-1 0,0 0 0,15 13 0,-19-19 0,-1-1 0,2 1 0,-1-1 0,0 0 0,1 0 0,-1 0 0,1-1 0,0 1 0,0-2 0,0 1 0,0-1 0,0 0 0,0 0 0,0 0 0,0-1 0,7 0 0,-11 0 0,0 0 0,0-1 0,0 1 0,0-1 0,0 1 0,0-1 0,0 1 0,-1-1 0,1 0 0,0 0 0,0 0 0,-1 0 0,1 0 0,-1-1 0,1 1 0,-1 0 0,1-1 0,0-1 0,0 1 0,-1-1 0,1 1 0,-1-1 0,0 0 0,0 1 0,0-1 0,-1 0 0,1 0 0,-1 0 0,1 0 0,-1-3 0,0-3 0,-1-1 0,0 1 0,0 0 0,-1 0 0,0 0 0,-6-14 0,3 10 0,0 0 0,-2 0 0,0 0 0,0 1 0,-1 0 0,0 0 0,-1 1 0,-1 0 0,-15-14 0,22 23-76,0 0 1,0 0-1,-1 0 0,1 0 0,-1 1 0,0-1 0,1 1 0,-1 0 1,0 0-1,0 1 0,0-1 0,0 1 0,0-1 0,1 1 1,-1 0-1,0 1 0,-6 0 0,-3 3-6750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212 150 24575,'-31'-4'0,"4"1"0,0 1 0,0 1 0,-30 3 0,55-1 0,0-1 0,0 0 0,-1 1 0,1-1 0,0 1 0,0-1 0,0 1 0,1 0 0,-1 0 0,0 0 0,0 0 0,0 0 0,0 0 0,1 1 0,-1-1 0,1 0 0,-1 1 0,1-1 0,-3 4 0,4-3 0,-1-1 0,0 1 0,1 0 0,0 0 0,-1 0 0,1-1 0,0 1 0,0 0 0,0 0 0,0 0 0,0 0 0,0 0 0,0-1 0,1 1 0,-1 0 0,1 0 0,-1 0 0,1-1 0,0 1 0,-1 0 0,1-1 0,2 3 0,3 6 0,1-1 0,0 0 0,1 0 0,0 0 0,0-1 0,1-1 0,13 10 0,6 2 0,37 19 0,-46-28 0,1-2 0,0 0 0,0-1 0,1-1 0,0 0 0,0-2 0,0-1 0,0 0 0,38-1 0,-52-3 0,1 1 0,-1-1 0,0-1 0,0 1 0,0-1 0,0 0 0,0-1 0,0 0 0,-1 0 0,10-6 0,-12 6 0,-1 0 0,1 0 0,0 0 0,-1 0 0,0-1 0,0 0 0,0 1 0,-1-1 0,1 0 0,-1 0 0,0-1 0,0 1 0,0 0 0,0-1 0,-1 0 0,2-8 0,-2 1 0,0 1 0,-1-1 0,0 1 0,-1-1 0,0 1 0,-1 0 0,0-1 0,-1 1 0,0 0 0,-9-19 0,5 14 0,-1 0 0,-1 0 0,0 1 0,-1 1 0,-1-1 0,-16-16 0,24 28 0,0 0 0,-1 0 0,1 1 0,-1-1 0,0 0 0,0 1 0,0 0 0,0 0 0,0 0 0,0 1 0,-9-3 0,11 4 0,1 0 0,-1 0 0,0 0 0,1 0 0,-1 0 0,0 0 0,1 0 0,-1 0 0,0 1 0,1-1 0,-1 1 0,1-1 0,-1 1 0,1-1 0,-1 1 0,1 0 0,-1 0 0,1 0 0,0 0 0,-1 0 0,1 0 0,0 0 0,0 1 0,0-1 0,0 0 0,0 0 0,0 1 0,0-1 0,0 1 0,0-1 0,1 1 0,-1-1 0,1 1 0,-1 2 0,-2 8 0,1 0 0,0 0 0,1 0 0,0 1 0,1-1 0,1 0 0,0 1 0,0-1 0,2 0 0,-1 0 0,1 0 0,8 18 0,-4-14 0,1-1 0,0 1 0,1-2 0,1 1 0,1-1 0,0-1 0,1 0 0,20 19 0,-5-11 0,0 0 0,1-2 0,43 23 0,-58-35 30,-1-2 0,1 1 0,24 6 0,-32-11-136,0 0 0,0 0 0,0 0 0,0-1 0,0 0 0,0 0-1,-1 0 1,1 0 0,0-1 0,0 0 0,0 0 0,0 0 0,8-4 0,0-3-6720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24575,'-3'4'0,"0"-1"0,0 1 0,0 0 0,1 0 0,-1 0 0,1 1 0,0-1 0,0 0 0,1 1 0,-1 0 0,1-1 0,0 1 0,0 0 0,1-1 0,-1 1 0,1 0 0,0 0 0,0-1 0,1 1 0,0 0 0,-1 0 0,3 5 0,3 9 0,0 0 0,2 0 0,16 32 0,-22-48 0,29 47 0,-24-40 0,0 0 0,0 1 0,-1 0 0,-1 0 0,9 23 0,-13-32 0,-1-1 0,0 0 0,1 1 0,-1-1 0,0 1 0,0-1 0,0 0 0,0 1 0,0-1 0,0 1 0,0-1 0,-1 0 0,1 1 0,0-1 0,-1 0 0,1 1 0,-1-1 0,0 0 0,1 0 0,-1 1 0,0-1 0,-1 2 0,0-2 0,0 1 0,0-1 0,0 0 0,0 0 0,0 0 0,0 0 0,0 0 0,0 0 0,0-1 0,0 1 0,-1-1 0,-3 1 0,-5-1 0,0 0 0,0 0 0,0-2 0,-17-3 0,20 4-114,1 0 1,-1-1-1,1-1 0,0 1 0,-1-1 1,1 0-1,0-1 0,1 0 0,-1 0 1,1 0-1,-7-6 0,4-1-6712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24575,'-10'3'0,"0"1"0,0 0 0,1 0 0,-1 1 0,1 1 0,0-1 0,-13 12 0,19-14 0,0 0 0,0 0 0,1 0 0,-1 0 0,1 0 0,0 1 0,0-1 0,0 1 0,0 0 0,1-1 0,-1 1 0,1 0 0,0 0 0,0 0 0,0 0 0,1 0 0,0 0 0,-1 0 0,1 0 0,1 0 0,-1 0 0,2 7 0,1 2 0,1-1 0,0 1 0,0-1 0,2-1 0,-1 1 0,13 17 0,51 63 0,-21-30 0,-37-49 0,-8-10 0,0 1 0,-1-1 0,1 0 0,0 1 0,-1-1 0,0 1 0,0 0 0,0 0 0,-1 0 0,1 0 0,1 7 0,-4-10 0,1 0 0,0 1 0,-1-1 0,1 0 0,0 0 0,-1 1 0,0-1 0,1 0 0,-1 0 0,0 0 0,1 0 0,-1 0 0,0 0 0,0 0 0,0 0 0,0 0 0,0 0 0,0 0 0,0-1 0,-1 1 0,1 0 0,0-1 0,0 1 0,0-1 0,-1 1 0,1-1 0,0 0 0,-1 1 0,1-1 0,-2 0 0,-7 2 0,1-1 0,-20 0 0,23-1 0,-171-10 0,112 5 0,-4-3-1365,43 5-5461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24575,'-7'12'0,"-3"8"0,3 1 0,5 1 0,6-1 0,4-2 0,3-1 0,3-4 0,1-2 0,1-1 0,0-1 0,0-3 0,-3-3-8191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24575,'7'-13'0,"6"-1"0,0 4 0,-2 6 0,-3 7 0,-3 4 0,-2 5 0,-2 2 0,-1-1-8191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24575,'52'45'0,"50"55"0,-102-100 0,1 1 0,0 0 0,-1 0 0,1 0 0,0 0 0,0-1 0,0 1 0,0 0 0,-1 0 0,1-1 0,0 1 0,0-1 0,0 1 0,1-1 0,-1 0 0,0 1 0,0-1 0,0 0 0,0 0 0,0 1 0,0-1 0,0 0 0,3-1 0,-3 1 0,0-1 0,0 0 0,-1 1 0,1-1 0,0 0 0,0 0 0,0 0 0,-1 1 0,1-1 0,0 0 0,-1 0 0,1 0 0,-1 0 0,1 0 0,-1-1 0,1 1 0,-1 0 0,0 0 0,0 0 0,1 0 0,-1 0 0,0 0 0,0-2 0,1-17 0,-1-32 0,-1-8 0,1 59 0,0 0 0,0 0 0,0 0 0,1 0 0,-1 0 0,0 0 0,0 0 0,1 0 0,-1 0 0,0 0 0,1 1 0,-1-1 0,1 0 0,-1 0 0,1 0 0,-1 0 0,2-1 0,-1 2 0,-1 0 0,1-1 0,-1 1 0,1 0 0,0 0 0,-1 0 0,1 0 0,-1-1 0,1 1 0,0 0 0,-1 0 0,1 0 0,0 0 0,-1 0 0,1 1 0,-1-1 0,1 0 0,0 0 0,-1 0 0,2 1 0,3 1 0,0 1 0,0 0 0,-1 0 0,1 1 0,3 3 0,-2-2 0,128 110-1365,-122-105-5461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87 24575,'-3'-10'0,"0"2"0,0-1 0,0 1 0,-1 0 0,0 0 0,-1 1 0,1-1 0,-7-6 0,11 13 0,-1 1 0,1-1 0,-1 1 0,1-1 0,0 1 0,-1 0 0,1-1 0,-1 1 0,1 0 0,-1-1 0,1 1 0,-1 0 0,0 0 0,1-1 0,-1 1 0,1 0 0,-1 0 0,1 0 0,-1 0 0,0 0 0,1 0 0,-1 0 0,1 0 0,-1 0 0,-1 0 0,1 0 0,0 1 0,0 0 0,1-1 0,-1 1 0,0-1 0,0 1 0,0 0 0,1 0 0,-1-1 0,0 1 0,1 0 0,-1 0 0,0 1 0,-2 5 0,0-1 0,0 1 0,-1 10 0,3-14 0,-2 5 0,1 1 0,1 0 0,0-1 0,0 1 0,1 14 0,0-21 0,0 1 0,0-1 0,0 1 0,1-1 0,-1 0 0,1 1 0,-1-1 0,1 0 0,0 0 0,0 1 0,0-1 0,0 0 0,1 0 0,-1 0 0,0 0 0,1 0 0,0 0 0,-1-1 0,1 1 0,0-1 0,0 1 0,0-1 0,0 1 0,0-1 0,2 1 0,-2-1 0,1-1 0,-1 0 0,0 0 0,0 0 0,0 0 0,0 0 0,0 0 0,0 0 0,0-1 0,0 1 0,0-1 0,0 1 0,0-1 0,0 0 0,-1 0 0,1 0 0,0 0 0,0 0 0,-1 0 0,1 0 0,0-1 0,-1 1 0,3-4 0,2-1 0,0-1 0,-1 1 0,1-2 0,4-8 0,-8 13 0,-1 0 0,1 0 0,0 0 0,1 0 0,-1 0 0,5-4 0,-6 7 0,-1-1 0,0 1 0,1 0 0,-1 0 0,1-1 0,-1 1 0,1 0 0,-1 0 0,0 0 0,1 0 0,-1 0 0,1 0 0,-1 0 0,1 0 0,-1 0 0,1 0 0,-1 0 0,0 0 0,1 0 0,-1 0 0,1 0 0,-1 0 0,1 0 0,0 1 0,0 0 0,0 0 0,0-1 0,0 1 0,0 0 0,-1 0 0,1 0 0,0 0 0,-1 0 0,1 0 0,0 0 0,-1 0 0,1 2 0,5 15 0,0 1 0,-1 0 0,3 34 0,-2-12 0,11 46 0,3-2 0,3 0 0,69 160 0,-86-233 0,3 7 0,-1-1 0,8 26 0,-16-43 0,0 0 0,1 0 0,-1 1 0,0-1 0,0 0 0,0 0 0,0 0 0,0 0 0,0 1 0,0-1 0,0 0 0,0 0 0,-1 0 0,1 0 0,0 0 0,-1 0 0,1 0 0,-1 1 0,1-1 0,-1 0 0,1 0 0,-2 0 0,1 1 0,-1-1 0,1 0 0,0 0 0,-1 0 0,1-1 0,-1 1 0,1 0 0,-1-1 0,0 1 0,1-1 0,-1 1 0,0-1 0,-2 1 0,-3-1 0,0 0 0,0 0 0,0-1 0,0 1 0,0-1 0,-8-3 0,-12-5 0,1-1 0,0-2 0,1-1 0,0 0 0,1-2 0,0-1 0,2-1 0,-33-30 0,49 41 0,0 0 0,0 0 0,0-1 0,1 0 0,0 0 0,-5-9 0,9 13 0,0 1 0,0 0 0,0-1 0,0 1 0,1-1 0,-1 1 0,1-1 0,-1 0 0,1 1 0,0-1 0,0 1 0,0-1 0,1 0 0,-1 1 0,0-1 0,1 1 0,0-1 0,0 1 0,-1-1 0,1 1 0,1 0 0,-1-1 0,0 1 0,3-4 0,1 1 0,1-1 0,-1 1 0,1 0 0,0 1 0,0-1 0,0 1 0,0 0 0,1 1 0,0 0 0,-1 0 0,1 0 0,8-2 0,4 0 0,0 1 0,1 1 0,27-2 0,-33 4-682,29 3-1,-21 1-6143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400 218 24575,'-253'-179'0,"250"176"0,-6-2 0,0-1 0,0 1 0,-1 0 0,-19-7 0,27 12 0,0-1 0,0 0 0,0 1 0,0 0 0,0 0 0,-1-1 0,1 1 0,0 0 0,0 1 0,0-1 0,0 0 0,0 1 0,0-1 0,0 1 0,0-1 0,0 1 0,0 0 0,0 0 0,0 0 0,0 0 0,1 0 0,-1 1 0,0-1 0,1 0 0,-1 1 0,1-1 0,-1 1 0,1 0 0,0-1 0,-1 1 0,0 3 0,-1 1 0,0 1 0,0 0 0,1 0 0,0 0 0,1 1 0,-1-1 0,1 0 0,1 1 0,-1-1 0,2 15 0,2 6 0,9 40 0,-12-68 0,14 58-146,2-1-1,26 57 1,62 103-294,-66-153 339,91 111 0,-62-89 209,-62-79 95,-3-4-142,1 0 0,0 1-1,-1-1 1,1 1 0,-1 0 0,0 0-1,0 0 1,-1 0 0,1 0-1,-1 0 1,1 6 0,-2-9-60,0-1 0,0 1 0,0 0 0,0 0 0,0-1 1,0 1-1,-1 0 0,1 0 0,0-1 0,-1 1 0,1 0 0,-1-1 0,1 1 1,0 0-1,-1-1 0,1 1 0,-1 0 0,0-1 0,1 1 0,-1-1 1,1 1-1,-1-1 0,0 0 0,0 1 0,1-1 0,-1 0 0,0 1 1,1-1-1,-1 0 0,0 0 0,0 0 0,0 1 0,1-1 0,-1 0 1,0 0-1,0 0 0,1 0 0,-1 0 0,-1-1 0,-5 1-2,1-1-1,-1 0 0,-9-2 1,13 2 3,-18-4-2,0-2 0,1 0 0,0-2 0,0 0 0,-35-22 0,22 8 0,1-1 0,-38-37 0,62 54 0,1 0 0,0-1 0,1 0 0,-8-12 0,13 17 0,-1 0 0,0 0 0,1 1 0,0-1 0,0 0 0,-1 0 0,2-1 0,-1 1 0,0 0 0,1 0 0,-1 0 0,1 0 0,0-1 0,0 1 0,0 0 0,1 0 0,0-6 0,1 6 0,-1 1 0,1 0 0,-1 0 0,1-1 0,0 1 0,0 0 0,0 1 0,0-1 0,0 0 0,0 0 0,0 1 0,1 0 0,-1-1 0,1 1 0,3-2 0,5-1 0,0 0 0,15-2 0,-9 3 0,1 1 0,28 0 0,19-2 0,19-5 0,-44 5 0,61-13 0,-98 16 0,1 0 0,-1 1 0,0-1 0,0 1 0,1 0 0,-1-1 0,0 2 0,1-1 0,-1 0 0,0 0 0,1 1 0,2 1 0,-4-1 0,1 0 0,-1 0 0,0 1 0,0-1 0,0 1 0,0-1 0,0 1 0,0 0 0,-1 0 0,1 0 0,-1 0 0,1 0 0,-1 0 0,0 0 0,1 1 0,0 3 0,13 30-58,-11-23-160,1 0 1,1-1-1,0 1 0,1-1 0,10 13 0,-8-14-6608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24575,'8'-12'0,"2"-2"0,-1 4 0,-1 6 0,-3 6 0,-1 6 0,-5 4 0,-2 2 0,0-2-8191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177 747 24575,'9'-52'0,"-2"-1"0,-2 0 0,-2 0 0,-3 0 0,-7-62 0,-3 55 0,-3 1 0,-2 1 0,-33-84 0,47 138 0,-1-1 0,-1 0 0,1 0 0,-1 1 0,0 0 0,0-1 0,-4-3 0,7 8 0,-1-1 0,0 0 0,1 0 0,-1 1 0,0-1 0,1 1 0,-1-1 0,0 1 0,0-1 0,0 1 0,0-1 0,0 1 0,1 0 0,-1-1 0,0 1 0,0 0 0,0 0 0,0 0 0,0 0 0,0-1 0,0 1 0,0 1 0,0-1 0,0 0 0,0 0 0,0 0 0,0 0 0,0 1 0,0-1 0,0 0 0,1 1 0,-1-1 0,0 1 0,0-1 0,0 1 0,1 0 0,-1-1 0,0 1 0,0 0 0,1-1 0,-1 1 0,1 0 0,-2 1 0,-3 6 0,0-1 0,0 1 0,1 1 0,0-1 0,1 0 0,-1 1 0,-3 16 0,4-7 0,0 0 0,-1 36 0,5-36 0,0-1 0,1 0 0,1-1 0,1 1 0,0 0 0,1-1 0,1 0 0,1 0 0,0 0 0,1-1 0,12 18 0,-1-6 0,0-1 0,2-1 0,1-1 0,50 43 0,-51-50 0,1-1 0,1-1 0,31 15 0,-37-21 0,0-2 0,1 0 0,-1-2 0,1 0 0,33 5 0,-48-9 11,1-1 0,0 0 0,0 0 0,0 0 0,0 0 0,0-1-1,-1 1 1,1-1 0,0 0 0,6-3 0,-8 3-98,1 0-1,-1 0 1,0-1 0,0 0-1,0 1 1,0-1 0,0 0-1,-1 0 1,1 0-1,0 0 1,-1 0 0,1 0-1,-1 0 1,0 0 0,0-1-1,2-3 1,1-7-6739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24575,'139'255'0,"3"9"0,-134-248 0,-1-1 0,0 1 0,-2 1 0,0-1 0,4 21 0,-9-36-44,0 0 0,0 0 0,1 0 0,-1 0 0,0 0 0,0 0 0,0 0 0,0 0 0,-1 0 0,1 0 0,0 0 0,0 0 0,-1 0 0,1 0 0,0 0 0,-1 0 0,1 0 0,-1 0-1,0 0 1,1 0 0,-1 0 0,0 0 0,1-1 0,-1 1 0,0 0 0,0-1 0,1 1 0,-1 0 0,0-1 0,-1 1 0,-7 2-6782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24575,'389'102'0,"-367"-97"0,1 0 0,-1-2 0,1 0 0,29-1 0,-41-3 0,0 1 0,-1-1 0,1-1 0,0 0 0,0-1 0,-1 0 0,1 0 0,-1-1 0,0-1 0,18-10 0,-25 13 0,0 0 0,-1 0 0,1 0 0,-1-1 0,0 1 0,0 0 0,0-1 0,0 0 0,0 1 0,0-1 0,-1 0 0,1 0 0,-1 0 0,0 0 0,0 0 0,0 0 0,0-1 0,0 1 0,-1 0 0,0 0 0,1-1 0,-1 1 0,0 0 0,-1 0 0,1-1 0,-1 1 0,1 0 0,-1 0 0,0 0 0,0 0 0,-3-6 0,2 4 0,-1-1 0,0 0 0,0 1 0,-1-1 0,0 1 0,0 0 0,0 0 0,0 0 0,-1 1 0,0 0 0,0 0 0,0 0 0,0 0 0,-1 1 0,-7-4 0,7 5 0,0 0 0,0 0 0,0 0 0,0 1 0,0 0 0,0 1 0,0-1 0,-11 1 0,14 1 0,0-1 0,0 1 0,0-1 0,0 1 0,0 0 0,0 0 0,0 0 0,0 1 0,0-1 0,1 1 0,-1-1 0,1 1 0,-1 0 0,1 0 0,-1 0 0,1 1 0,0-1 0,-3 5 0,1-1 0,1 0 0,-1 1 0,1-1 0,1 1 0,-1 0 0,1 0 0,0 0 0,1 0 0,0 1 0,0-1 0,0 0 0,1 1 0,0-1 0,0 0 0,1 1 0,0-1 0,3 10 0,-2-9 0,1 0 0,0 0 0,0 0 0,0 0 0,1-1 0,0 0 0,1 0 0,0 0 0,0 0 0,0-1 0,1 1 0,0-1 0,0-1 0,14 10 0,-5-6 0,0 0 0,0-2 0,1 0 0,0-1 0,0 0 0,1-1 0,0-1 0,17 2 0,-19-4 0,0-1 0,1-1 0,-1 0 0,0-1 0,1 0 0,-1-1 0,0-1 0,0 0 0,18-8 0,-28 10 0,0-1 0,0-1 0,0 1 0,0-1 0,0 0 0,-1 0 0,0 0 0,1-1 0,-1 1 0,0-1 0,-1 0 0,1 0 0,-1-1 0,0 1 0,0-1 0,0 1 0,0-1 0,-1 0 0,0 0 0,0 0 0,0-1 0,-1 1 0,1 0 0,-1-1 0,-1 1 0,1 0 0,-1-1 0,0 1 0,0-1 0,0 1 0,-2-7 0,-2-1 0,-1 0 0,0 0 0,-8-14 0,9 19 0,0 0 0,0 0 0,0 0 0,1 0 0,1-1 0,-1 0 0,1 1 0,1-1 0,-1-13 0,3 10-1365,3 3-5461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24575,'-10'-1'0,"0"2"0,-1 0 0,1 0 0,0 0 0,0 2 0,0-1 0,-12 5 0,20-6 0,-1 0 0,1 0 0,0 1 0,0-1 0,0 0 0,0 1 0,0-1 0,0 1 0,0 0 0,0-1 0,1 1 0,-1 0 0,1 0 0,-1 0 0,1 0 0,0 1 0,0-1 0,0 0 0,0 0 0,0 1 0,0-1 0,1 1 0,-1-1 0,1 0 0,0 1 0,-1-1 0,1 1 0,0-1 0,1 1 0,-1-1 0,0 1 0,1-1 0,-1 1 0,1-1 0,1 3 0,2 8 0,1 0 0,1-1 0,0 1 0,1-1 0,1 0 0,16 20 0,63 60 0,-54-59 0,-19-20 0,17 18 0,-29-29 0,-1-1 0,1 1 0,-1 0 0,0 0 0,0 0 0,0-1 0,0 1 0,0 0 0,0 0 0,0 0 0,-1 1 0,1-1 0,-1 0 0,0 0 0,1 3 0,-2-3 0,1 0 0,-1 0 0,1-1 0,-1 1 0,0 0 0,1-1 0,-1 1 0,0-1 0,0 1 0,0-1 0,0 0 0,-1 1 0,1-1 0,0 0 0,-1 0 0,1 0 0,0 0 0,-1 0 0,1 0 0,-4 2 0,-3 0 0,0 1 0,-16 3 0,19-6 0,-28 7-341,-1-1 0,0-2-1,-45 0 1,47-4-6485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49 24575,'-9'-7'0,"1"1"0,-1-1 0,0 2 0,0-1 0,-18-6 0,23 11 0,1-1 0,-1 2 0,0-1 0,1 0 0,-1 1 0,0-1 0,0 1 0,0 0 0,1 0 0,-1 1 0,0-1 0,0 1 0,1 0 0,-1 0 0,0 0 0,1 0 0,-1 1 0,1 0 0,-5 2 0,4-2 0,1 1 0,-1-1 0,0 1 0,1 0 0,0 0 0,0 0 0,0 0 0,-5 7 0,8-9 0,-1 0 0,1 1 0,-1-1 0,0 0 0,1 1 0,0-1 0,-1 1 0,1-1 0,0 0 0,0 1 0,0-1 0,0 1 0,0-1 0,0 1 0,0-1 0,0 0 0,1 1 0,-1-1 0,1 0 0,-1 1 0,1-1 0,-1 0 0,1 1 0,0-1 0,-1 0 0,1 0 0,0 0 0,0 1 0,2 1 0,11 10 0,2 1 0,-1-2 0,20 13 0,-4-4 0,48 36 0,110 82 0,-185-135 0,0-1 0,0 1 0,0-1 0,-1 1 0,0 0 0,6 8 0,-9-11 0,1 0 0,-1 0 0,1 0 0,-1 0 0,1 0 0,-1 0 0,0 0 0,1 0 0,-1 0 0,0 0 0,0 0 0,0 0 0,0 0 0,0 0 0,0 0 0,0 0 0,0 0 0,0 0 0,0 0 0,-1 0 0,1 0 0,0 0 0,-1 0 0,1 0 0,-1 0 0,1 0 0,-1 0 0,0 0 0,1 0 0,-1 0 0,0-1 0,1 1 0,-1 0 0,0-1 0,0 1 0,0 0 0,0-1 0,1 1 0,-3 0 0,-2 1 0,0 0 0,0 0 0,0-1 0,0 1 0,0-1 0,-1-1 0,-9 1 0,-40-2 0,45 0 0,-28-2 0,1-2 0,0-1 0,-72-23 0,104 27-114,3 2 36,-1-1 0,1 1 0,0-1-1,0 0 1,0 0 0,-1 0 0,1 0 0,0 0-1,0-1 1,0 1 0,1-1 0,-1 1 0,0-1-1,0 0 1,-2-2 0,1-5-6748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24575,'2'10'0,"-1"0"0,1 0 0,1 0 0,0-1 0,0 1 0,1-1 0,0 0 0,5 9 0,3 7 0,0-6 0,3 9 0,-14-27 0,0 1 0,-1-1 0,1 1 0,-1-1 0,1 1 0,-1-1 0,1 1 0,-1-1 0,0 1 0,0-1 0,0 1 0,0-1 0,0 1 0,-1 2 0,1-3 0,-1 0 0,0 0 0,1 0 0,-1 0 0,0 0 0,0 0 0,0 0 0,1 0 0,-1 0 0,0-1 0,0 1 0,0 0 0,-1-1 0,1 1 0,0-1 0,0 1 0,0-1 0,0 1 0,0-1 0,-1 0 0,1 1 0,0-1 0,0 0 0,-1 0 0,1 0 0,-2 0 0,-5 0 0,1-1 0,-1 0 0,-7-2 0,14 3 0,-21-5 0,1-2 0,-1 0 0,1-1 0,1-1 0,0-1 0,0-1 0,1-1 0,-23-18 0,35 25 0,1-1 0,0 0 0,-7-9 0,12 14 0,-1-1 0,1 0 0,0 1 0,0-1 0,0 0 0,0 1 0,0-1 0,0 0 0,0 0 0,1 0 0,-1 0 0,1 0 0,-1 0 0,1 0 0,0 0 0,0 0 0,0 0 0,0 0 0,1-3 0,-1 3 0,1 1 0,0 0 0,0-1 0,0 1 0,0 0 0,1 0 0,-1-1 0,0 1 0,0 0 0,1 0 0,-1 0 0,1 1 0,-1-1 0,1 0 0,-1 0 0,1 1 0,2-1 0,31-7 0,-32 8 0,12-2-151,0 2-1,0 0 0,0 0 0,0 2 1,0 0-1,0 0 0,0 2 1,16 5-1,-16-5-6674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24575,'1'42'0,"2"0"0,3 0 0,1 0 0,1-1 0,16 41 0,3-5 0,60 119 0,-77-177 40,0-1 0,19 24 0,-24-35-205,1 0 0,0 0 0,0-1 0,0 0 0,1 0 0,0-1 0,0 0 0,12 6 0,-7-5-6661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0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19 24575,'-30'-6'0,"-16"0"0,-1 2 0,1 2 0,7 2 0,7 2 0,6 2 0,4 3 0,1-1 0,3 0 0,2-2 0,1-2 0,0 0 0,1-2 0,0 1 0,0-2 0,-1 1 0,3 0-8191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24575,'1'25'0,"2"-1"0,1 1 0,0-1 0,16 44 0,-7-31 0,3 0 0,0-2 0,3 0 0,0-1 0,3-1 0,0 0 0,2-2 0,2-1 0,1-1 0,52 44 0,-74-69 0,32 24 0,-34-26 0,-1 0 0,0-1 0,1 0 0,-1 0 0,1 0 0,0 0 0,-1 0 0,1 0 0,0 0 0,0-1 0,-1 0 0,1 1 0,4-1 0,-6-1 0,0 1 0,0 0 0,0-1 0,0 1 0,0-1 0,0 0 0,0 1 0,0-1 0,0 0 0,-1 1 0,1-1 0,0 0 0,0 0 0,-1 0 0,1 0 0,0 1 0,-1-1 0,1 0 0,-1 0 0,1 0 0,-1-1 0,0 1 0,1 0 0,-1 0 0,0 0 0,0 0 0,0 0 0,0 0 0,0 0 0,0 0 0,0-1 0,0 0 0,0-4 0,-1 0 0,1 0 0,-1 1 0,-4-11 0,-7-14 0,9 23 0,0 0 0,0-1 0,-3-11 0,6 19 0,0-1 0,0 1 0,0 0 0,0 0 0,0 0 0,0 0 0,0 0 0,0 0 0,0 0 0,0 0 0,0 0 0,0 0 0,0 0 0,0 0 0,0 0 0,0 0 0,0 0 0,0-1 0,0 1 0,0 0 0,0 0 0,0 0 0,0 0 0,0 0 0,0 0 0,0 0 0,0 0 0,0 0 0,0 0 0,0 0 0,0 0 0,0 0 0,0 0 0,0 0 0,0 0 0,0 0 0,0-1 0,0 1 0,0 0 0,0 0 0,0 0 0,0 0 0,0 0 0,1 0 0,-1 0 0,0 0 0,0 0 0,0 0 0,0 0 0,0 0 0,0 0 0,0 0 0,0 0 0,0 0 0,0 0 0,0 0 0,0 0 0,1 0 0,4 4 0,5 5 0,97 96 0,-87-88 0,2 0 0,0-2 0,38 21 0,-48-30 30,0-1 0,0 0 0,25 6 0,-32-10-144,0 0 0,0-1-1,1 1 1,-1-1 0,0 0 0,0 0-1,0-1 1,0 1 0,0-1 0,1 0-1,-1-1 1,8-2 0,-2-2-6712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1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24575,'-2'0'0,"-58"25"0,51-21 0,1 0 0,1 1 0,-1 0 0,1 0 0,-8 7 0,14-11 0,-1 1 0,1-1 0,0 1 0,0-1 0,0 1 0,-1-1 0,1 1 0,1 0 0,-1-1 0,0 1 0,0 0 0,1 0 0,-1 0 0,1-1 0,-1 1 0,1 0 0,0 0 0,0 2 0,0-1 0,0 0 0,1-1 0,0 1 0,-1 0 0,1-1 0,0 1 0,0-1 0,1 1 0,-1-1 0,0 1 0,3 2 0,3 4 0,1-1 0,1 1 0,-1-1 0,17 11 0,-17-14 0,1 1 0,0-1 0,0-1 0,0 0 0,18 6 0,-21-8 0,1 0 0,-1-1 0,1 0 0,-1 0 0,1 0 0,0-1 0,0 0 0,-1-1 0,12-1 0,-16 2 0,0-1 0,0 0 0,-1 0 0,1 1 0,0-1 0,-1 0 0,1-1 0,0 1 0,-1 0 0,1 0 0,-1-1 0,0 1 0,0 0 0,1-1 0,-1 0 0,0 1 0,0-1 0,0 0 0,0 1 0,-1-1 0,1 0 0,1-3 0,-2 2 0,1 0 0,-1 0 0,1 0 0,-1 1 0,0-1 0,0 0 0,0 0 0,-1 0 0,1 0 0,-1 0 0,1 1 0,-1-1 0,0 0 0,-2-4 0,3 7 0,0 0 0,0-1 0,0 1 0,0 0 0,0 0 0,0 0 0,0 0 0,0 0 0,0 0 0,0-1 0,0 1 0,0 0 0,0 0 0,0 0 0,0 0 0,0 0 0,0 0 0,0 0 0,-1-1 0,1 1 0,0 0 0,0 0 0,0 0 0,0 0 0,0 0 0,0 0 0,0 0 0,0 0 0,0 0 0,-1 0 0,1-1 0,0 1 0,0 0 0,0 0 0,0 0 0,0 0 0,0 0 0,0 0 0,-1 0 0,1 0 0,0 0 0,0 0 0,0 0 0,0 0 0,0 0 0,0 0 0,-1 0 0,1 0 0,0 0 0,0 0 0,0 0 0,0 1 0,0-1 0,0 0 0,-1 0 0,1 0 0,0 0 0,0 0 0,0 0 0,0 0 0,0 0 0,0 0 0,0 0 0,0 1 0,-1 8 0,4 1-114,0-1 1,0 1-1,1-1 0,1 0 0,0 0 1,0 0-1,0-1 0,1 1 0,0-1 1,1-1-1,14 14 0,-10-12-6712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24575,'2'3'0,"0"0"0,-1 0 0,1 0 0,-1 1 0,1-1 0,-1 0 0,0 1 0,-1-1 0,1 1 0,0-1 0,-1 7 0,2 4 0,23 120 0,81 246 0,-54-242-1365,-48-126-5461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1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21 24575,'-32'-5'0,"-17"-1"0,-4-1 0,2 5 0,4 1 0,5 2 0,8 1 0,4 1 0,2 2 0,3-1 0,7-1-8191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114 221 24575,'8'46'0,"-4"-24"0,0 0 0,13 38 0,-12-50 0,-5-10 0,0 0 0,0 0 0,1 0 0,-1 0 0,0 0 0,0 0 0,0 0 0,0 0 0,0 0 0,0 0 0,0 0 0,0 0 0,0 0 0,0 0 0,1 0 0,-1 0 0,0 0 0,0 0 0,0 0 0,0 0 0,0 0 0,0 0 0,0 0 0,0 0 0,0 0 0,1 0 0,-1 0 0,0 0 0,0 0 0,0 0 0,0 0 0,0 0 0,0 0 0,0 0 0,0 0 0,0 0 0,0 0 0,0-1 0,0 1 0,1 0 0,-1 0 0,0 0 0,0 0 0,0 0 0,0 0 0,0 0 0,0-2 0,1 1 0,-1-1 0,0 1 0,0-1 0,1 1 0,-1-1 0,0 1 0,0-1 0,-1-2 0,-3-14 0,-1-1 0,-1 1 0,-1 0 0,0 0 0,-16-25 0,-8-23 0,-22-49 0,37 81 0,11 23 0,5 11 0,0 0 0,0 0 0,0 0 0,0 0 0,0 0 0,0 0 0,0-1 0,0 1 0,0 0 0,0 0 0,0 0 0,1 0 0,-1 0 0,0 0 0,0 0 0,0 0 0,0 0 0,0 0 0,0 0 0,0 0 0,0 0 0,0 0 0,0 0 0,0 0 0,0 0 0,0 0 0,0 0 0,0 0 0,0 0 0,0 0 0,0 0 0,0 0 0,0 0 0,0 0 0,1 0 0,-1-1 0,0 1 0,0 0 0,0 1 0,0-1 0,0 0 0,0 0 0,0 0 0,0 0 0,0 0 0,0 0 0,0 0 0,0 0 0,0 0 0,0 0 0,0 0 0,0 0 0,1 0 0,-1 0 0,0 0 0,0 0 0,0 0 0,0 0 0,0 0 0,0 0 0,0 0 0,0 0 0,0 0 0,0 0 0,0 0 0,0 0 0,0 0 0,0 1 0,0-1 0,15 15 0,-10-9 0,24 26 0,-14-15 0,1 1 0,1-2 0,33 26 0,-33-31 0,1 0 0,1-1 0,-1-1 0,35 12 0,-41-18 0,0 0 0,0 0 0,0-1 0,1 0 0,-1-1 0,1-1 0,-1 0 0,0 0 0,17-4 0,-24 3 0,-1 0 0,1 0 0,0 0 0,-1-1 0,1 0 0,-1 0 0,1 0 0,-1 0 0,7-6 0,-9 6 0,0 0 0,0 0 0,0 0 0,-1 0 0,1-1 0,-1 1 0,1 0 0,-1-1 0,0 1 0,0-1 0,0 0 0,0 1 0,0-1 0,-1 0 0,1 1 0,-1-1 0,1 0 0,-1-3 0,0-3 0,0 1 0,-1 0 0,0-1 0,0 1 0,-1 0 0,-3-10 0,4 16 0,1 0 0,-1 0 0,0 0 0,0 0 0,1 1 0,-1-1 0,-1 0 0,1 1 0,0-1 0,0 1 0,-1-1 0,1 1 0,0-1 0,-1 1 0,1 0 0,-1 0 0,0 0 0,0 0 0,1 0 0,-1 0 0,0 0 0,0 0 0,0 1 0,0-1 0,0 1 0,0 0 0,0-1 0,1 1 0,-1 0 0,0 0 0,-4 1 0,3-1 0,1 1 0,0 0 0,-1 0 0,1 0 0,0 0 0,0 0 0,0 0 0,0 0 0,-1 1 0,2-1 0,-1 1 0,0 0 0,0-1 0,1 1 0,-1 0 0,0 0 0,1 0 0,0 0 0,0 0 0,-1 1 0,1-1 0,1 0 0,-1 1 0,0-1 0,0 0 0,0 5 0,0 1 0,0 0 0,0 0 0,0 0 0,1 0 0,0 0 0,3 16 0,-1-15 0,1 1 0,1-1 0,-1 1 0,1-1 0,1 0 0,0 0 0,0-1 0,1 1 0,0-1 0,7 7 0,3 2 0,0 0 0,2-2 0,22 17 0,-22-19 40,0-1 0,35 16 0,-43-23-226,1-1 1,0 0-1,0-1 0,0 0 1,0-1-1,0 0 1,12 0-1,-6-2-6640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209 822 24575,'13'-230'0,"-13"175"0,-2 0 0,-11-64 0,-1 34 0,5 20 0,-3 1 0,-20-63 0,32 125 0,-1 1 0,1 0 0,0 0 0,-1 0 0,1 0 0,-1 0 0,1 0 0,-1 0 0,0 0 0,1 0 0,-1 0 0,0 0 0,0 0 0,1 1 0,-1-1 0,0 0 0,0 0 0,0 1 0,0-1 0,0 1 0,0-1 0,0 1 0,0-1 0,-2 0 0,2 1 0,-1 0 0,0 0 0,0 1 0,1-1 0,-1 0 0,0 1 0,1-1 0,-1 1 0,0-1 0,1 1 0,-1 0 0,1 0 0,-1-1 0,-1 3 0,-6 4 0,1 0 0,0 1 0,-14 15 0,17-16 0,0 0 0,0 0 0,0 1 0,1-1 0,0 1 0,1 0 0,-1 0 0,2 0 0,-1 0 0,1 0 0,0 1 0,1-1 0,0 1 0,0 0 0,1-1 0,0 1 0,1-1 0,0 1 0,0-1 0,4 16 0,1-7 0,0 0 0,1 0 0,1 0 0,0-1 0,1 0 0,1-1 0,0 1 0,23 23 0,1-3 0,1-2 0,2-1 0,1-2 0,2-2 0,53 30 0,-82-52 0,1-1 0,0 0 0,1-1 0,-1 0 0,1-1 0,0-1 0,17 3 0,-27-6 0,1 1 0,0-1 0,0 0 0,0 0 0,0 0 0,-1-1 0,1 0 0,0 1 0,0-1 0,-1 0 0,1-1 0,0 1 0,-1-1 0,1 0 0,-1 1 0,0-1 0,0-1 0,0 1 0,0 0 0,0-1 0,0 0 0,0 0 0,-1 1 0,1-1 0,-1-1 0,0 1 0,0 0 0,0-1 0,1-4 0,0 0 0,0-1 0,0 0 0,-2 1 0,1-1 0,-1 0 0,0 0 0,0 0 0,-1 0 0,-1 0 0,1 0 0,-5-16 0,3 15 0,-1-1 0,0 2 0,0-1 0,-1 0 0,-1 1 0,1-1 0,-2 1 0,1 1 0,-1-1 0,-7-7 0,12 15 0,0-1 0,0 1 0,0 0 0,0 0 0,0 1 0,0-1 0,0 0 0,0 0 0,0 0 0,-1 1 0,1-1 0,0 1 0,0-1 0,-1 1 0,1-1 0,0 1 0,-1 0 0,1-1 0,0 1 0,-1 0 0,1 0 0,0 0 0,-1 0 0,1 0 0,-1 1 0,1-1 0,0 0 0,-1 1 0,1-1 0,-2 1 0,1 0 0,0 1 0,0 0 0,0-1 0,0 1 0,0 0 0,0 0 0,1 0 0,-1 0 0,0 0 0,1 0 0,0 1 0,-1-1 0,1 0 0,0 1 0,-1 2 0,0 3 0,0-1 0,0 1 0,0 0 0,1-1 0,0 1 0,0 0 0,1 0 0,0 0 0,0 0 0,1 0 0,0 0 0,1-1 0,0 1 0,0 0 0,0-1 0,1 1 0,0-1 0,1 0 0,-1 0 0,1 0 0,1 0 0,-1-1 0,1 0 0,7 7 0,4 3 0,1-1 0,1-1 0,0 0 0,1-1 0,1-1 0,0-1 0,0-1 0,1-1 0,0 0 0,1-2 0,34 8 0,-29-9-96,-17-3-63,-1 0 0,1-1 1,0 0-1,0-1 1,0 0-1,1-1 1,19-1-1,-21-2-6667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24575,'24'33'0,"1"-2"0,50 48 0,-61-65 0,10 10 0,1-1 0,1-1 0,43 29 0,-68-51 0,0 1 0,-1-1 0,1 1 0,0-1 0,-1 1 0,1-1 0,0 0 0,0 1 0,0-1 0,-1 0 0,1 0 0,0 0 0,0 0 0,0 0 0,0 0 0,-1 0 0,1 0 0,0 0 0,0 0 0,0 0 0,0 0 0,-1 0 0,1-1 0,0 1 0,0-1 0,0 0 0,0 0 0,0 1 0,0-1 0,0 0 0,-1 0 0,1 0 0,-1-1 0,1 1 0,0 0 0,-1 0 0,0 0 0,1 0 0,-1-1 0,0 1 0,1-1 0,0-8 0,-1 1 0,0 0 0,-1-15 0,0 20 0,-3-31 37,-15-54 0,12 63-325,2 0 0,0-1 0,1 0 1,1-33-1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24575,'-5'-1'0,"-1"2"0,1-1 0,-1 1 0,1-1 0,0 2 0,-1-1 0,1 0 0,0 1 0,0 0 0,0 0 0,-8 5 0,10-5 0,0 1 0,1-1 0,-1 0 0,1 1 0,0-1 0,-1 1 0,1 0 0,0 0 0,1 0 0,-1 0 0,0 0 0,1 0 0,0 0 0,0 1 0,0-1 0,0 0 0,0 1 0,1-1 0,-1 6 0,1-1 0,0 0 0,1 0 0,0 1 0,0-1 0,1 0 0,0 0 0,0 0 0,1 0 0,0 0 0,6 10 0,-1-4 0,0-1 0,1 1 0,0-1 0,18 17 0,-25-27 0,1-1 0,0 1 0,0-1 0,0 1 0,0-1 0,0 0 0,0 0 0,1 0 0,-1-1 0,1 1 0,-1-1 0,8 2 0,-9-3 0,0 0 0,0 0 0,0 0 0,0 0 0,0 0 0,0-1 0,0 1 0,0 0 0,-1-1 0,1 0 0,0 1 0,0-1 0,-1 0 0,1 0 0,0 0 0,-1 0 0,1 0 0,-1 0 0,1-1 0,-1 1 0,1 0 0,-1-1 0,0 1 0,0-1 0,0 0 0,2-3 0,0-1 0,0-2 0,0 1 0,0 0 0,-1 0 0,0-1 0,-1 1 0,0-1 0,0 0 0,-1 1 0,0-13 0,-2-10 0,-9-39 0,8 52 0,0 5 0,3 21 0,3 19 0,0-18 0,1 1 0,0-1 0,0 0 0,1 0 0,1-1 0,-1 0 0,2 0 0,-1 0 0,1-1 0,10 9 0,-16-15 0,1-1 0,-1 0 0,1 0 0,0 0 0,-1 0 0,1 0 0,0 0 0,0 0 0,0 0 0,0-1 0,0 1 0,0-1 0,0 0 0,0 1 0,0-1 0,0 0 0,0 0 0,0 0 0,0-1 0,0 1 0,0 0 0,0-1 0,0 1 0,0-1 0,-1 0 0,1 1 0,0-1 0,3-2 0,-2 1 0,-1 0 0,1 0 0,0-1 0,-1 1 0,0-1 0,1 0 0,-1 1 0,0-1 0,0 0 0,-1 0 0,1-1 0,-1 1 0,1 0 0,-1 0 0,1-6 0,0 1 0,2-15 0,-4 22 0,0 1 0,0-1 0,0 0 0,0 1 0,0-1 0,1 0 0,-1 1 0,0-1 0,1 1 0,-1-1 0,0 0 0,1 1 0,-1-1 0,0 1 0,1-1 0,-1 1 0,1-1 0,-1 1 0,1 0 0,-1-1 0,1 1 0,0-1 0,0 1 0,0 0 0,0 0 0,-1 0 0,1 1 0,0-1 0,-1 0 0,1 1 0,0-1 0,0 0 0,-1 1 0,1-1 0,-1 1 0,1-1 0,-1 1 0,1 0 0,0-1 0,-1 1 0,0-1 0,2 2 0,8 16 0,-6-11 0,-2-4 0,0 0 0,0 0 0,0 0 0,0-1 0,1 1 0,-1 0 0,1-1 0,5 4 0,-7-5 0,0-1 0,0 1 0,0-1 0,0 0 0,0 1 0,0-1 0,0 0 0,0 0 0,0 0 0,0 0 0,0 0 0,0 0 0,0 0 0,0 0 0,0 0 0,1 0 0,-1-1 0,0 1 0,0 0 0,0-1 0,0 1 0,0-1 0,0 1 0,-1-1 0,1 1 0,0-1 0,0 0 0,0 1 0,0-1 0,-1 0 0,1 0 0,0 0 0,0-1 0,5-6 0,-1 1 0,7-16 0,-9 17 0,0 0 0,0 1 0,0-1 0,1 1 0,0 0 0,0 0 0,9-9 0,-11 13 0,0 0 0,0 0 0,0 0 0,0 0 0,0 1 0,0-1 0,0 1 0,1-1 0,-1 1 0,0 0 0,0 0 0,0 0 0,0 0 0,1 0 0,-1 1 0,0-1 0,0 0 0,0 1 0,0 0 0,0-1 0,0 1 0,3 1 0,5 4 0,1-1 0,17 13 0,-23-14 0,95 75 0,-99-78-60,0 0-17,0-1 0,0 1 1,0 0-1,0 0 0,0 0 0,-1 0 1,1 0-1,0 0 0,0 0 0,-1 0 1,1 0-1,0 0 0,-1 0 0,1 0 0,-1 1 1,1 0-1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24575,'23'130'0,"7"0"0,51 141 0,-1-65-1365,-76-197-5461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14 24575,'-28'-2'0,"-13"-2"0,-6 1 0,3 1 0,9 0-8191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7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430 196 24575,'-14'-10'0,"-115"-81"0,95 70 0,-69-32 0,94 49 0,-1 0 0,1 1 0,0 0 0,-1 1 0,-13-2 0,20 3 0,1 1 0,-1 0 0,0 0 0,1 0 0,-1 1 0,1-1 0,-1 0 0,1 1 0,0 0 0,-1-1 0,1 1 0,-1 0 0,1 0 0,0 1 0,0-1 0,0 0 0,0 1 0,0-1 0,0 1 0,0 0 0,0 0 0,0-1 0,1 1 0,-1 0 0,-2 5 0,1 0 0,0 0 0,0 0 0,1 0 0,-1 1 0,2-1 0,-1 1 0,1 0 0,0-1 0,1 1 0,0 0 0,0 0 0,0 0 0,1-1 0,2 9 0,3 11 0,2-1 0,17 41 0,-10-32 0,2 0 0,23 33 0,47 61 0,-68-102 0,11 15 0,74 110 0,-72-100 0,26 56 0,-51-93 40,-1 1 0,7 24 0,-11-34-189,-1 1 1,0 0-1,0-1 1,0 1-1,-1 0 1,0-1-1,0 1 1,-1 0-1,-1 7 1,-2-3-6678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58 24575,'-30'-5'0,"-15"-4"0,-5-1 0,1 2 0,4 1 0,7 1 0,8 0 0,6 2 0,4 1 0,7 4 0,2 1 0,0 4 0,6 3 0,5 2 0,5-1 0,5 1 0,0-2-8191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24575,'38'-13'0,"36"-14"0,-63 22 0,-2 0 0,1 0 0,-1-1 0,1 0 0,8-8 0,-16 12 0,-1 0 0,1 0 0,0 0 0,0-1 0,-1 1 0,1-1 0,-1 1 0,0-1 0,0 1 0,0-1 0,0 0 0,0 1 0,0-1 0,-1 0 0,1-5 0,-1-3 0,0 0 0,-3-19 0,1 4 0,2 23 0,-1-1 0,1 0 0,-1 1 0,1-1 0,-1 0 0,0 1 0,0-1 0,0 1 0,-1-1 0,1 1 0,-4-5 0,3 6 0,1 0 0,-1 1 0,1 0 0,-1-1 0,0 1 0,0 0 0,1 0 0,-1 0 0,0 0 0,0 0 0,0 0 0,0 1 0,0-1 0,0 1 0,-1-1 0,1 1 0,0 0 0,0 0 0,0 0 0,0 0 0,-4 0 0,3 1 0,-1-1 0,1 1 0,-1 0 0,1 0 0,0 0 0,-1 0 0,1 1 0,0-1 0,0 1 0,0 0 0,0 0 0,0 0 0,1 0 0,-1 0 0,0 1 0,1-1 0,0 1 0,-1 0 0,1-1 0,0 1 0,0 0 0,1 0 0,-1 0 0,1 1 0,-1-1 0,1 0 0,0 1 0,1-1 0,-2 6 0,1-4 0,0 0 0,1 0 0,0 0 0,0 0 0,0 0 0,0 0 0,1 0 0,0 0 0,0 0 0,0 0 0,0 0 0,1-1 0,0 1 0,0 0 0,0-1 0,1 1 0,-1-1 0,1 0 0,0 0 0,4 4 0,3 1 0,2 0 0,-1-1 0,1 0 0,0-1 0,0-1 0,1 0 0,0 0 0,17 4 0,-6-3 0,1-1 0,-1-1 0,46 2 0,-61-7-85,0 0 0,0 0-1,-1-1 1,1-1 0,0 1-1,-1-1 1,1-1 0,-1 1-1,1-1 1,-1-1 0,0 0-1,0 0 1,-1 0 0,1-1-1,6-6 1,-4 4-6741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27 24575,'-187'-26'0,"184"25"0,-1 1 0,1 0 0,-1 0 0,1 0 0,-1 1 0,0-1 0,1 1 0,-1 0 0,1 0 0,0 0 0,-1 0 0,-3 3 0,5-3 0,0 1 0,1-1 0,-1 1 0,1-1 0,-1 1 0,1 0 0,0-1 0,0 1 0,0 0 0,0 0 0,0 0 0,0 0 0,0 0 0,1 0 0,-1 0 0,0 0 0,1 0 0,0 0 0,0 0 0,0 0 0,0 4 0,0-1 0,0 0 0,1 1 0,0-1 0,0 0 0,0 0 0,1 1 0,-1-1 0,1 0 0,1 0 0,-1-1 0,1 1 0,-1 0 0,1-1 0,1 0 0,-1 1 0,1-1 0,-1 0 0,1-1 0,5 5 0,0-2 0,1 1 0,-1-2 0,1 1 0,0-1 0,0-1 0,1 1 0,-1-2 0,16 4 0,-23-6 0,1-1 0,-1 1 0,1-1 0,0 0 0,-1 0 0,1 0 0,0 0 0,-1 0 0,1-1 0,0 0 0,-1 0 0,1 0 0,-1 0 0,1-1 0,-1 1 0,0-1 0,1 0 0,-1 0 0,0 0 0,0 0 0,-1 0 0,1-1 0,0 1 0,-1-1 0,1 0 0,-1 0 0,0 0 0,0 0 0,0 0 0,0 0 0,-1-1 0,1 1 0,-1-1 0,0 1 0,0-1 0,1-4 0,-2-3 0,1-1 0,1 13 0,3 6 0,4 8 0,0 1 0,24 26 0,-28-36 0,1-1 0,-1 1 0,1-1 0,1 0 0,-1-1 0,1 1 0,0-1 0,0-1 0,9 4 0,-4-3-1365,-2-4-5461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24575,'77'214'0,"48"117"0,-120-319 0,0-1 0,1 0 0,0 0 0,1-1 0,0 1 0,1-1 0,0-1 0,16 16 0,-15-19-1365,0-3-5461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78 24575,'-30'-13'0,"-15"-3"0,-5 0 0,1 3 0,6 4 0,6 3 0,7 3 0,5 2 0,2 1 0,3 0 0,2 1 0,2 2 0,0 1 0,4 0-8191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24575,'-2'4'0,"1"-1"0,-1 1 0,1 0 0,0 0 0,0-1 0,1 1 0,-1 0 0,1 0 0,0 0 0,0 0 0,0-1 0,0 1 0,1 0 0,0 4 0,1-2 0,0 0 0,0 0 0,0-1 0,1 1 0,0-1 0,0 1 0,0-1 0,7 7 0,-6-7 0,1 1 0,-1-1 0,1-1 0,1 1 0,-1-1 0,0 0 0,1 0 0,0-1 0,0 0 0,0 0 0,1 0 0,-1 0 0,0-1 0,1 0 0,0-1 0,12 2 0,-16-3 0,-1 0 0,1-1 0,0 1 0,0-1 0,-1 1 0,1-1 0,-1 0 0,1 0 0,0 0 0,-1 0 0,0-1 0,1 1 0,-1-1 0,0 1 0,0-1 0,0 0 0,0 0 0,0 0 0,0 0 0,0 0 0,-1 0 0,1-1 0,-1 1 0,1 0 0,-1-1 0,1-2 0,1-3 0,0-1 0,0 1 0,-1-1 0,-1 1 0,1-1 0,0-16 0,0 13 0,-2 12 0,1-1 0,-1 1 0,0 0 0,0 0 0,0 0 0,0 0 0,0 0 0,1 0 0,-1 0 0,0-1 0,0 1 0,0 0 0,1 0 0,-1 0 0,0 0 0,0 0 0,0 0 0,0 0 0,1 0 0,-1 0 0,0 0 0,0 0 0,0 0 0,1 0 0,-1 0 0,0 0 0,0 0 0,0 0 0,0 1 0,1-1 0,-1 0 0,0 0 0,0 0 0,16 17 0,-10-10 0,72 69 0,-65-65-682,21 13-1,-25-18-6143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0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155 245 24575,'6'9'0,"-2"-4"0,0 1 0,0 1 0,0-1 0,-1 0 0,0 1 0,3 10 0,-6-17 0,0 0 0,1 0 0,-1 1 0,0-1 0,0 0 0,0 0 0,0 0 0,0 0 0,0 0 0,0 1 0,0-1 0,0 0 0,0 0 0,0 0 0,0 0 0,0 1 0,0-1 0,0 0 0,0 0 0,0 0 0,-1 0 0,1 1 0,0-1 0,0 0 0,0 0 0,0 0 0,0 0 0,0 0 0,0 0 0,0 1 0,-1-1 0,1 0 0,0 0 0,0 0 0,0 0 0,0 0 0,0 0 0,0 0 0,-1 0 0,1 0 0,0 0 0,0 1 0,0-1 0,0 0 0,-1 0 0,1 0 0,0 0 0,0 0 0,0 0 0,0 0 0,-1 0 0,1 0 0,0-1 0,0 1 0,0 0 0,0 0 0,-1 0 0,1 0 0,0 0 0,0 0 0,0 0 0,0 0 0,0 0 0,0 0 0,-1 0 0,1-1 0,0 1 0,0 0 0,-11-7 0,-15-15 0,-42-44 0,56 53 0,1 0 0,0-1 0,2-1 0,-1 0 0,-9-21 0,18 34 0,0 0 0,1 0 0,-1 0 0,0 0 0,1 0 0,-1-1 0,1 1 0,0 0 0,0 0 0,0 0 0,0 0 0,0 0 0,0-1 0,0 1 0,1 0 0,0-2 0,0 2 0,0 1 0,-1-1 0,1 1 0,0 0 0,0 0 0,0-1 0,1 1 0,-1 0 0,0 0 0,0 0 0,1 0 0,-1 0 0,0 1 0,1-1 0,-1 0 0,1 1 0,-1-1 0,1 1 0,-1-1 0,1 1 0,0 0 0,1-1 0,5 0 0,-1 1 0,1 0 0,-1 0 0,1 0 0,-1 1 0,10 2 0,44 14 0,-3 0 0,-32-12 0,1-2 0,0-1 0,0-1 0,39-3 0,-63 2 0,0-1 0,0 1 0,1-1 0,-1 0 0,0 0 0,0 0 0,0 0 0,0 0 0,0-1 0,0 1 0,0-1 0,-1 0 0,1 0 0,4-4 0,-6 5 0,0 0 0,0 0 0,-1-1 0,1 1 0,0 0 0,0-1 0,-1 1 0,1-1 0,-1 1 0,1-1 0,-1 1 0,0-1 0,1 1 0,-1-1 0,0 0 0,0 1 0,0-1 0,0 1 0,0-1 0,-1 0 0,1 1 0,0-1 0,-1 1 0,1-1 0,-1 1 0,0-1 0,1 1 0,-1 0 0,0-1 0,0 1 0,-1-2 0,0 1 0,1 0 0,-1 0 0,1 0 0,-1 0 0,0 0 0,0 0 0,0 0 0,0 1 0,0-1 0,0 1 0,0 0 0,-1-1 0,1 1 0,0 0 0,-1 0 0,1 1 0,-4-2 0,4 2 0,0 0 0,-1 0 0,1 0 0,0 1 0,0-1 0,0 1 0,0-1 0,0 1 0,0 0 0,0-1 0,0 1 0,0 0 0,1 0 0,-1 0 0,0 1 0,0-1 0,1 0 0,-1 1 0,1-1 0,-1 1 0,-1 2 0,0-1 0,1 0 0,0 0 0,0 0 0,0 1 0,0-1 0,0 1 0,0-1 0,1 1 0,0-1 0,0 1 0,0 0 0,0 0 0,0 0 0,1-1 0,0 1 0,0 0 0,0 0 0,0 0 0,1 0 0,-1 0 0,1-1 0,0 1 0,0 0 0,0-1 0,1 1 0,-1 0 0,1-1 0,0 0 0,3 6 0,1-1 0,1 0 0,-1-1 0,2 1 0,-1-1 0,1 0 0,0-1 0,0 0 0,1 0 0,-1-1 0,11 5 0,-3-4 0,0 0 0,0 0 0,0-2 0,1 0 0,32 4 0,-16-6 0,1-2 0,33-3 0,-60 3-124,0-2 0,0 1 0,-1-1 0,1 0 0,0 0 0,-1-1-1,0 0 1,0 0 0,1 0 0,8-8 0,-7 6-6702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24575,'-6'1'0,"1"1"0,-1 0 0,1 0 0,-1 1 0,1-1 0,0 1 0,0 1 0,0-1 0,-6 6 0,9-7 0,0 0 0,0 0 0,1 1 0,-1-1 0,0 1 0,1-1 0,0 1 0,-1 0 0,1 0 0,0-1 0,0 1 0,1 0 0,-1 0 0,1 0 0,-1 0 0,1 0 0,0 0 0,0 0 0,0 0 0,1 4 0,0 0 0,1-1 0,0 1 0,0-1 0,1 0 0,-1 0 0,1 0 0,7 10 0,32 39 0,-13-18 0,-25-32 0,-1 1 0,1-1 0,-1 1 0,0 0 0,3 9 0,-5-14 0,-1 0 0,0 0 0,1 0 0,-1 0 0,0 0 0,0 0 0,0 0 0,0 0 0,0 0 0,0 1 0,0-1 0,0 0 0,0 0 0,0 0 0,0 0 0,-1 0 0,1 0 0,-1 0 0,1 0 0,-1 0 0,1 0 0,-1 0 0,1 0 0,-1 0 0,0 0 0,1-1 0,-1 1 0,0 0 0,0 0 0,0-1 0,0 1 0,0 0 0,1-1 0,-1 1 0,0-1 0,0 1 0,-1-1 0,1 0 0,0 1 0,-1-1 0,-8 2 0,1 0 0,-1 0 0,0-1 0,0-1 0,-13 0 0,-52-8 0,34 3 0,10 2-1365,5 1-5461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29 24575,'-7'-1'0,"-93"-21"0,86 20 0,0 0 0,0 1 0,0 1 0,0 0 0,-15 3 0,25-3 0,0 1 0,1 0 0,-1 0 0,0 0 0,1 0 0,-1 1 0,1 0 0,-1-1 0,1 1 0,0 0 0,0 1 0,0-1 0,0 0 0,0 1 0,1 0 0,-1-1 0,-2 5 0,2-3 0,1 1 0,0-1 0,0 1 0,0 0 0,0 0 0,1 0 0,-1 0 0,1 0 0,1 0 0,-1 1 0,1 9 0,1 4 0,0-1 0,2 1 0,0-1 0,1 1 0,8 20 0,40 86 0,126 173 0,-168-283 0,13 19 0,1-1 0,1-1 0,46 44 0,-70-75 0,-1 0 0,1-1 0,-1 1 0,1 0 0,0-1 0,-1 1 0,1-1 0,0 1 0,0-1 0,-1 1 0,1-1 0,0 0 0,0 1 0,0-1 0,0 0 0,-1 1 0,1-1 0,0 0 0,0 0 0,0 0 0,1 0 0,-2 0 0,1-1 0,-1 1 0,1 0 0,-1-1 0,1 1 0,-1-1 0,1 1 0,-1-1 0,1 1 0,-1-1 0,0 1 0,1-1 0,-1 1 0,0-1 0,1 0 0,-1 1 0,0-1 0,0 1 0,0-1 0,0 0 0,1 0 0,-1-5 0,1 0 0,-1 0 0,0 1 0,-1-1 0,0-6 0,-3-7 0,0 0 0,-1 0 0,-1 0 0,0 1 0,-2 0 0,0 1 0,-1-1 0,-17-24 0,19 34 0,-1 0 0,0 0 0,0 1 0,-1 0 0,0 0 0,0 1 0,0 0 0,-18-7 0,0 2 0,0 1 0,-32-7 0,43 13 0,0 0 0,0 2 0,-1 0 0,1 1 0,-1 1 0,-17 1 0,22 2-1365,3 0-5461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2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329 112 24575,'-64'-20'0,"-48"-15"0,88 29 0,0 1 0,-41-3 0,63 8 0,0-1 0,0 1 0,0 0 0,0 1 0,0-1 0,0 0 0,0 0 0,1 1 0,-1-1 0,0 1 0,0 0 0,1-1 0,-1 1 0,0 0 0,1 0 0,-1 0 0,-1 1 0,2-1 0,1 0 0,-1 0 0,0 0 0,1 0 0,-1 0 0,1 0 0,0 0 0,-1 0 0,1 0 0,0 1 0,0-1 0,0 0 0,-1 0 0,1 0 0,0 0 0,0 0 0,1 1 0,-1-1 0,0 0 0,0 0 0,1 0 0,-1 0 0,0 0 0,1 0 0,-1 0 0,1 0 0,-1 0 0,2 2 0,1 1 0,0 0 0,0 0 0,1 0 0,-1 0 0,1-1 0,0 1 0,0-1 0,0 0 0,8 5 0,46 20 0,-37-19 0,-4-1 0,1 0 0,0-2 0,0 0 0,1-1 0,-1-1 0,1-1 0,0 0 0,0-1 0,1-2 0,20-1 0,-37 1 0,-1 0 0,1 0 0,-1-1 0,0 1 0,1-1 0,-1 0 0,1 0 0,-1 0 0,0 0 0,0 0 0,0 0 0,0 0 0,0-1 0,0 1 0,0-1 0,0 0 0,0 1 0,0-1 0,1-2 0,-2 2 0,0 0 0,0 0 0,-1 0 0,1 0 0,0 0 0,-1 0 0,1 0 0,-1 0 0,0 0 0,0-1 0,0 1 0,0 0 0,0 0 0,0 0 0,0 0 0,-1 0 0,1 0 0,-1 0 0,0 0 0,1 0 0,-1 0 0,-2-3 0,-2-4 0,0 1 0,-1 0 0,0 0 0,0 1 0,-1 0 0,0 0 0,0 0 0,-12-7 0,4 3 0,-1 1 0,-1 1 0,-24-10 0,39 18 0,-1 0 0,1 0 0,-1 1 0,1-1 0,-1 1 0,1 0 0,-1 0 0,0 0 0,1 0 0,-5 0 0,7 0 0,0 0 0,-1 0 0,1 1 0,0-1 0,-1 0 0,1 0 0,-1 0 0,1 0 0,0 0 0,0 1 0,-1-1 0,1 0 0,0 0 0,-1 0 0,1 1 0,0-1 0,0 0 0,-1 0 0,1 1 0,0-1 0,0 0 0,0 1 0,-1-1 0,1 0 0,0 1 0,0-1 0,0 0 0,0 1 0,0 0 0,0 0 0,0 0 0,1 0 0,-1 0 0,0 0 0,1 0 0,-1 0 0,1 0 0,-1 0 0,1 0 0,0-1 0,-1 1 0,1 0 0,0 0 0,1 1 0,1 1-195,1 0 0,-1 0 0,1 0 0,0 0 0,0-1 0,5 3 0,2 0-6631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2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117 314 24575,'13'10'0,"-6"-5"0,-16-15 0,-8-7 0,1 0 0,1-2 0,0 1 0,-19-34 0,29 42 0,1 1 0,0-1 0,0 0 0,1 0 0,0-1 0,-3-18 0,6 25 0,-1-1 0,1 1 0,0 0 0,0-1 0,0 1 0,0 0 0,1 0 0,0-1 0,0 1 0,0 0 0,0 0 0,1 0 0,0 0 0,0 0 0,0 1 0,0-1 0,0 0 0,1 1 0,3-5 0,-2 5 0,-1 1 0,1 0 0,0-1 0,0 1 0,0 1 0,0-1 0,0 1 0,0-1 0,0 1 0,0 0 0,0 1 0,1-1 0,-1 1 0,0-1 0,1 1 0,-1 1 0,8 0 0,2 1 0,0 1 0,0 1 0,0 0 0,14 6 0,143 71-1365,-146-67-5461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202 303 24575,'3'37'0,"7"70"0,-7-88 0,1-1 0,1 0 0,10 29 0,-10-38 0,0-1 0,0 0 0,0-1 0,1 1 0,0-1 0,0 0 0,1-1 0,11 10 0,-18-16 0,1 1 0,-1-1 0,1 0 0,-1 1 0,1-1 0,-1 0 0,1 1 0,-1-1 0,1 0 0,-1 0 0,1 1 0,-1-1 0,1 0 0,-1 0 0,1 0 0,-1 0 0,1 0 0,0 0 0,0 0 0,-1 0 0,1 0 0,-1 0 0,0 0 0,0-1 0,1 1 0,-1 0 0,0 0 0,0-1 0,1 1 0,-1 0 0,0 0 0,0-1 0,0 1 0,1 0 0,-1-1 0,0 1 0,0 0 0,0-1 0,0 1 0,0 0 0,0-1 0,1 0 0,-1-1 0,0-1 0,0 0 0,0 1 0,0-1 0,0 0 0,-2-4 0,-2-6 0,0-1 0,-2 1 0,-11-24 0,-29-36 0,21 34 0,-20-33 0,2 5 0,2-2 0,-34-82 0,73 146 0,-7-19 0,9 24 0,0-1 0,0 0 0,-1 0 0,1 0 0,0 0 0,0 0 0,0 0 0,0 0 0,0 0 0,0 0 0,0 0 0,0 0 0,0 0 0,0 0 0,1 0 0,-1 0 0,0 0 0,1 1 0,0-3 0,-1 3 0,1 0 0,-1-1 0,1 1 0,0 0 0,-1 0 0,1 0 0,-1 0 0,1 0 0,-1 0 0,1 0 0,-1 0 0,1 0 0,-1 0 0,1 0 0,0 0 0,-1 1 0,1-1 0,-1 0 0,1 0 0,-1 0 0,1 1 0,-1-1 0,0 0 0,1 1 0,-1-1 0,1 0 0,-1 1 0,1-1 0,-1 1 0,1 0 0,14 14 0,-14-14 0,58 72 0,-29-34 0,1-2 0,2 0 0,49 39 0,-69-66 0,0 0 0,0-2 0,26 14 0,-32-19 0,1 0 0,-1-1 0,0 0 0,1 0 0,-1 0 0,1-1 0,0-1 0,-1 1 0,16-2 0,-20 1 0,-1 0 0,0-1 0,1 1 0,-1-1 0,0 0 0,0 1 0,0-1 0,1 0 0,-1 0 0,0-1 0,0 1 0,0 0 0,-1-1 0,1 1 0,0-1 0,1-1 0,0-1 0,-1 1 0,0 0 0,0-1 0,0 1 0,0-1 0,-1 0 0,1 1 0,0-8 0,1-1 0,-2-1 0,0 1 0,0 0 0,-1-1 0,-2-13 0,1 16 0,0 1 0,-1-1 0,-1 0 0,0 1 0,0 0 0,-1 0 0,-8-17 0,12 26 0,0-1 0,-1 1 0,1 0 0,0-1 0,0 1 0,0 0 0,0 0 0,-1-1 0,1 1 0,0 0 0,0-1 0,-1 1 0,1 0 0,0 0 0,0-1 0,-1 1 0,1 0 0,0 0 0,-1 0 0,1 0 0,0-1 0,-1 1 0,1 0 0,0 0 0,-1 0 0,1 0 0,0 0 0,-1 0 0,1 0 0,0 0 0,-1 0 0,0 0 0,1 1 0,-1-1 0,1 1 0,0-1 0,-1 1 0,1 0 0,-1-1 0,1 1 0,0-1 0,0 1 0,-1 0 0,1-1 0,0 1 0,0 1 0,-2 26 0,3-11 0,1-1 0,1 1 0,0-1 0,1 0 0,9 22 0,-1-7 0,28 49 0,-16-44 0,0-1 0,3-2 0,50 52 0,-69-77 0,-4-4-341,0 1 0,0 0-1,5 9 1,-3-2-6485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24575,'2'10'0,"0"1"0,4 14 0,3 11 0,30 133 0,-13-63 0,-22-78 0,-4-22 0,1 1 0,0 0 0,1-1 0,0 1 0,2 7 0,-3-12 0,0 0 0,0-1 0,0 1 0,0-1 0,0 1 0,1-1 0,-1 1 0,0-1 0,1 0 0,-1 1 0,1-1 0,-1 0 0,1 0 0,0 0 0,-1 0 0,1-1 0,0 1 0,0 0 0,-1-1 0,1 1 0,0-1 0,0 1 0,2-1 0,32 2 0,57-3 0,-31-1 0,14 3 0,70-2 0,-133-1-1365,-3-2-5461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374 158 24575,'-34'-19'0,"-19"-13"0,-1 2 0,-95-36 0,143 63 0,-1 1 0,1 1 0,-1-1 0,0 1 0,0 1 0,-7-1 0,13 1 0,0 0 0,0 0 0,0 0 0,-1 0 0,1 0 0,0 0 0,0 0 0,0 1 0,0-1 0,0 0 0,0 1 0,0-1 0,0 1 0,0-1 0,0 1 0,0 0 0,0-1 0,0 1 0,0 0 0,0-1 0,1 1 0,-1 0 0,0 0 0,1 0 0,-1 0 0,0 0 0,1 0 0,-1 0 0,1 0 0,-1 0 0,1 0 0,0 0 0,-1 0 0,1 0 0,0 0 0,0 1 0,0-1 0,0 0 0,0 0 0,0 0 0,0 0 0,0 0 0,1 0 0,-1 0 0,1 2 0,0 2 0,1 0 0,0 0 0,0 0 0,0-1 0,1 1 0,0-1 0,0 1 0,0-1 0,0 0 0,1 0 0,0 0 0,6 5 0,6 4 0,33 19 0,-28-19 0,2-1 0,0-1 0,28 10 0,-37-17 0,0 0 0,0-1 0,1 0 0,-1-1 0,1-1 0,-1 0 0,16-1 0,-27 0 0,0-1 0,0 1 0,1-1 0,-1 0 0,0 1 0,0-1 0,0-1 0,0 1 0,0 0 0,0-1 0,0 1 0,-1-1 0,1 0 0,0 0 0,-1 0 0,1-1 0,-1 1 0,0 0 0,0-1 0,0 1 0,0-1 0,0 0 0,-1 0 0,1 0 0,-1 0 0,0 0 0,0 0 0,2-6 0,-2 3 0,0 0 0,-1 0 0,1 0 0,-1 0 0,0 0 0,-1 0 0,1 0 0,-1 0 0,0 0 0,-1 0 0,0 0 0,0 0 0,0 1 0,-5-10 0,1 8 0,6 14 0,6 13 0,5 5-341,1-1 0,2-1-1,26 36 1,-32-49-6485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152 700 24575,'16'-40'0,"-3"-1"0,13-59 0,-23 83 0,-1-1 0,0 1 0,-1-1 0,-2 0 0,1 0 0,-2 1 0,0-1 0,-8-27 0,-3 6 0,-1 1 0,-1 1 0,-2 1 0,-2 0 0,-1 1 0,-47-59 0,66 92 0,-1-1 0,0 1 0,0 0 0,0 0 0,0 1 0,-4-3 0,6 3 0,0 1 0,0 0 0,-1 0 0,1 0 0,0 0 0,-1 0 0,1-1 0,0 1 0,-1 0 0,1 0 0,0 0 0,-1 0 0,1 0 0,0 0 0,-1 0 0,1 0 0,0 0 0,-1 0 0,1 1 0,0-1 0,-1 0 0,0 0 0,1 1 0,-1-1 0,1 1 0,-1-1 0,1 1 0,-1-1 0,1 1 0,0 0 0,-1-1 0,1 1 0,0 0 0,0-1 0,-1 1 0,1 0 0,0-1 0,0 2 0,-2 11 0,0 1 0,1-1 0,1 1 0,0-1 0,4 21 0,16 69 0,-16-88 0,10 44 0,3-1 0,29 68 0,-34-98 0,2 0 0,0-1 0,2-1 0,2 0 0,0-1 0,27 28 0,-15-27-1365,-18-17-5461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30 24575,'-24'-9'0,"-34"-7"0,52 15 0,-1-1 0,0 1 0,0 1 0,0-1 0,0 1 0,0 1 0,0-1 0,0 1 0,-13 4 0,17-5 0,0 1 0,1 1 0,-1-1 0,1 0 0,-1 1 0,1-1 0,-1 1 0,1 0 0,0 0 0,0 0 0,0 0 0,0 0 0,0 0 0,1 1 0,-1-1 0,-1 4 0,1-2 0,0 0 0,1 1 0,-1-1 0,1 1 0,0-1 0,1 1 0,-1 0 0,1-1 0,0 7 0,0-1 0,1-1 0,1 0 0,0 0 0,0 0 0,0 0 0,1 0 0,1 0 0,-1-1 0,9 14 0,-8-17 0,-1-1 0,1 1 0,1-1 0,-1 0 0,1 0 0,0 0 0,-1 0 0,2-1 0,-1 0 0,0 0 0,1 0 0,-1-1 0,1 0 0,0 0 0,-1 0 0,1-1 0,0 0 0,12 1 0,-16-2 0,1-1 0,0 1 0,0-1 0,-1 1 0,1-1 0,-1 0 0,1 0 0,-1 0 0,1-1 0,-1 1 0,1 0 0,-1-1 0,0 0 0,0 1 0,0-1 0,0 0 0,0 0 0,0 0 0,0 0 0,-1-1 0,1 1 0,-1 0 0,0-1 0,0 1 0,2-4 0,1-5 0,0 0 0,-1 0 0,0 0 0,2-17 0,-5 28 0,1-10 0,1 1 0,4-15 0,-3 29 0,-1 1 0,-1-1 0,1 1 0,1 10 0,13 157 0,-7-52 0,-5-79 0,1-3 0,-1 1 0,-4 52 0,0-91 0,0 0 0,0 0 0,0 0 0,0 0 0,0 0 0,0 0 0,-1 0 0,1 0 0,0 0 0,-1 0 0,1 0 0,-1-1 0,1 1 0,-1 0 0,1 0 0,-1 0 0,1-1 0,-1 1 0,-1 1 0,1-2 0,0 1 0,1-1 0,-1 0 0,0 0 0,0 0 0,0 1 0,1-1 0,-1 0 0,0 0 0,0 0 0,0 0 0,0 0 0,1 0 0,-1-1 0,0 1 0,0 0 0,0 0 0,0-1 0,-3-1 0,0 0 0,0 0 0,0 0 0,1-1 0,-1 0 0,1 1 0,-4-5 0,-11-12 0,2 0 0,0-2 0,-21-35 0,29 43 0,1-1 0,0-1 0,1 1 0,1-1 0,0 0 0,1 0 0,-2-18 0,6 30-59,-1 1 0,1 0-1,0-1 1,0 1-1,0 0 1,0-1 0,0 1-1,0-1 1,0 1 0,1 0-1,0-1 1,-1 1 0,1 0-1,0 0 1,0 0-1,0-1 1,0 1 0,0 0-1,1 0 1,-1 0 0,1 1-1,2-4 1,5-1-6767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6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272 125 24575,'-37'-27'0,"0"2"0,-77-38 0,111 61 0,-1 0 0,1 1 0,-1 0 0,0 0 0,0 0 0,1 1 0,-1-1 0,0 1 0,0 0 0,0 0 0,0 0 0,-6 1 0,8 0 0,1-1 0,-1 1 0,0 0 0,1-1 0,-1 1 0,1 0 0,0 0 0,-1 0 0,1 0 0,0 0 0,0 0 0,-1 1 0,1-1 0,0 0 0,0 1 0,0-1 0,0 1 0,1-1 0,-1 1 0,0-1 0,1 1 0,-1-1 0,1 1 0,-1 0 0,1-1 0,0 1 0,0 0 0,0-1 0,0 1 0,0 0 0,0 1 0,1 4 0,-1-1 0,2 0 0,-1 0 0,1 0 0,0 0 0,0 0 0,0 0 0,1 0 0,0-1 0,0 0 0,0 1 0,1-1 0,6 7 0,2 1 0,0 0 0,1-1 0,22 16 0,-13-13 0,0 0 0,0-2 0,27 13 0,-40-22 0,0-1 0,0 1 0,0-2 0,0 1 0,0-1 0,0-1 0,1 0 0,-1 0 0,1 0 0,-1-2 0,0 1 0,12-2 0,-20 1 0,1 1 0,0 0 0,-1-1 0,1 1 0,-1-1 0,1 0 0,0 1 0,-1-1 0,0 0 0,1 0 0,-1 0 0,1 0 0,-1 0 0,0 0 0,0-1 0,0 1 0,0 0 0,0-1 0,0 1 0,1-2 0,-1 0 0,0 1 0,-1-1 0,1 1 0,-1-1 0,1 1 0,-1-1 0,0 1 0,0-1 0,0 1 0,0-1 0,-1 1 0,0-4 0,-2-4 0,0-1 0,-1 1 0,0 0 0,-1 0 0,-7-11 0,2 6 0,-1 0 0,0 1 0,-1 0 0,-1 0 0,0 2 0,0 0 0,-20-13 0,29 22-105,-1 0 0,0 1 0,0 0 0,0 0 0,0 0 0,0 1 0,0 0 0,-1 0 0,1 0 0,0 0 0,-1 1 0,-6 0 0,-1 1-6721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135 313 24575,'0'0'0,"1"1"0,-1-1 0,1 0 0,0 0 0,-1 0 0,1 0 0,0 0 0,-1-1 0,1 1 0,-1 0 0,1 0 0,0 0 0,-1 0 0,1-1 0,-1 1 0,1 0 0,-1-1 0,1 1 0,-1 0 0,1-1 0,-1 1 0,1-1 0,-1 1 0,1-1 0,-1 1 0,0-1 0,1 1 0,-1-1 0,1 0 0,-1-1 0,0 1 0,0 0 0,0-1 0,0 1 0,0 0 0,0-1 0,0 1 0,-1-1 0,1 1 0,-1 0 0,1 0 0,-1-1 0,0 0 0,-4-7 0,-1 0 0,-11-15 0,15 22 0,-25-31 0,9 13 0,-26-42 0,40 56 0,0 0 0,1-1 0,0 1 0,0-1 0,1 0 0,0 0 0,0 0 0,1 0 0,-1 0 0,1 0 0,1-13 0,0 19-42,0 0-1,0-1 0,0 1 1,1-1-1,-1 1 0,1 0 1,-1 0-1,1-1 0,-1 1 1,1 0-1,0 0 0,-1 0 1,1-1-1,0 1 0,0 0 1,0 0-1,0 0 0,0 0 1,0 1-1,0-1 0,0 0 1,0 0-1,1 1 0,-1-1 1,0 0-1,0 1 0,1-1 1,-1 1-1,0 0 0,1-1 1,1 1-1,8-2-6783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24575,'0'3'0,"0"3"0,0 3 0,0 2 0,3 3 0,0 0 0,0 1 0,2-2 0,0-3-8191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24575,'10'-10'0,"4"-1"0,-1 5 0,-3 7 0,-5 7 0,-4 4 0,-2 2 0,-3 2 0,-1-2-8191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24575,'10'18'0,"6"13"0,3 9 0,-2 7 0,-2 4 0,0 3 0,-3 0 0,-1-2 0,0 1 0,-2-5 0,1-1 0,-3-5 0,1-7 0,-1-7 0,1-5 0,-1-4 0,-2-6-8191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13 24575,'-28'-5'0,"-14"0"0,-2 2 0,4 4 0,3 1 0,6 1 0,5 2 0,3 0 0,2 0 0,2-2 0,5-1-8191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24575,'12'24'0,"0"1"0,14 46 0,-19-52 0,10 32 0,37 99 0,-31-89 0,-11-26 0,2-1 0,31 57 0,-35-75 0,-5-7 0,0 0 0,1 0 0,0-1 0,0 1 0,12 10 0,-18-19 0,1 1 0,-1-1 0,1 0 0,-1 0 0,1 1 0,-1-1 0,1 0 0,-1 0 0,1 0 0,-1 1 0,1-1 0,-1 0 0,1 0 0,-1 0 0,1 0 0,-1 0 0,1 0 0,-1 0 0,1 0 0,-1 0 0,1-1 0,-1 1 0,1 0 0,-1 0 0,1 0 0,-1 0 0,1-1 0,-1 1 0,1 0 0,-1 0 0,0-1 0,1 1 0,-1 0 0,1-1 0,-1 1 0,0-1 0,1 1 0,-1 0 0,0-1 0,0 1 0,1-1 0,-1 1 0,0-1 0,0 1 0,0-1 0,1 1 0,-1-1 0,0 0 0,8-27 0,-8 28 0,2-21 0,0-1 0,-1-30 0,-2 34 0,1 0 0,1 0 0,1 0 0,4-21 0,-5 38 0,-1-1 0,0 1 0,1-1 0,-1 1 0,1 0 0,-1-1 0,1 1 0,0 0 0,-1 0 0,1 0 0,0-1 0,0 1 0,0 0 0,0 0 0,0 0 0,0 0 0,0 0 0,0 1 0,0-1 0,1 0 0,-1 0 0,0 1 0,1-1 0,-1 1 0,0-1 0,3 0 0,-3 1 0,1 0 0,0 1 0,0-1 0,-1 0 0,1 0 0,0 1 0,-1-1 0,1 1 0,-1 0 0,1-1 0,-1 1 0,1 0 0,-1 0 0,1 0 0,-1 0 0,0 0 0,1 0 0,-1 0 0,0 1 0,0-1 0,2 3 0,9 14 0,16 32 0,-7-9 0,-1-5 30,13 22-1425,-24-46-5431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24575,'7'16'0,"8"19"0,1-2 0,1 1 0,23 30 0,-37-61 0,0 1 0,0-1 0,0 0 0,0 0 0,0 0 0,1 0 0,7 4 0,-11-6 0,1-1 0,0 0 0,0 1 0,0-1 0,0 0 0,-1 1 0,1-1 0,0 0 0,0 0 0,0 0 0,0 0 0,0 0 0,0 0 0,0 0 0,0 0 0,0 0 0,0 0 0,-1 0 0,1-1 0,0 1 0,0 0 0,0-1 0,0 1 0,0-1 0,-1 1 0,1-1 0,0 1 0,0-1 0,-1 1 0,1-1 0,-1 0 0,1 1 0,0-1 0,-1 0 0,1 0 0,-1 1 0,1-1 0,-1 0 0,0 0 0,1 0 0,-1 0 0,0 0 0,1-1 0,0-3 0,1-1 0,-1 1 0,0 0 0,0-1 0,-1 1 0,0-1 0,0 1 0,0-1 0,-1-5 0,-2-6 0,-8-26 0,6 27 0,-4-26 0,9 41 0,0 0 0,-1 0 0,1 0 0,0 0 0,0 0 0,0 0 0,0 0 0,0 0 0,0 0 0,0 0 0,1 0 0,-1 0 0,0 0 0,1 0 0,-1 0 0,0 0 0,1 0 0,-1 0 0,1 0 0,-1 0 0,2-1 0,-1 2 0,0 0 0,-1 0 0,1 0 0,0 0 0,0 0 0,0 0 0,-1 0 0,1 0 0,0 0 0,0 0 0,0 0 0,0 0 0,-1 1 0,1-1 0,0 0 0,0 0 0,-1 1 0,1-1 0,0 1 0,-1-1 0,1 1 0,0-1 0,-1 1 0,1-1 0,0 1 0,0 1 0,8 7 0,0 1 0,0 1 0,-1 0 0,7 12 0,9 13 0,-17-27 0,-1 0 0,1 0 0,0-1 0,1 0 0,15 14 0,-22-21 0,1 0 0,-1 0 0,1 0 0,-1 0 0,1 0 0,-1 0 0,1 0 0,0-1 0,0 1 0,-1-1 0,1 1 0,0-1 0,0 1 0,-1-1 0,1 0 0,0 0 0,0 0 0,0 0 0,-1 0 0,1-1 0,0 1 0,0 0 0,-1-1 0,1 0 0,0 1 0,0-1 0,-1 0 0,1 0 0,-1 1 0,1-1 0,-1-1 0,1 1 0,-1 0 0,0 0 0,1 0 0,-1-1 0,1-1 0,3-4 0,0-1 0,0 0 0,-1 0 0,0-1 0,0 1 0,-1-1 0,4-14 0,5-14 0,-12 35 0,1 0 0,0 1 0,0-1 0,0 0 0,0 1 0,0-1 0,0 1 0,0-1 0,0 1 0,0-1 0,1 1 0,-1 0 0,1-1 0,-1 1 0,1 0 0,-1 0 0,1 0 0,0 0 0,-1 1 0,1-1 0,0 0 0,0 1 0,-1-1 0,1 1 0,0 0 0,0-1 0,0 1 0,0 0 0,0 0 0,0 0 0,0 0 0,3 1 0,1 1 0,0 0 0,-1 0 0,1 0 0,0 0 0,-1 1 0,1 0 0,-1 0 0,9 7 0,18 13-53,-17-12-275,0 0 0,-1 0 0,18 21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383 222 24575,'-14'-14'0,"-101"-95"0,94 91 0,0 1 0,-1 2 0,-43-23 0,61 36 0,1 0 0,0 1 0,-1 0 0,1-1 0,-1 2 0,0-1 0,1 0 0,-1 1 0,0-1 0,1 1 0,-1 0 0,0 0 0,1 1 0,-1-1 0,-4 2 0,5-1 0,0 0 0,1 0 0,-1 1 0,0-1 0,1 1 0,-1-1 0,1 1 0,-1 0 0,1 0 0,0 0 0,0 1 0,0-1 0,0 0 0,0 1 0,0-1 0,1 1 0,-1 0 0,-1 4 0,0 1 0,0 0 0,0 1 0,0 0 0,1 0 0,0 0 0,1 0 0,0 0 0,1 0 0,-1 0 0,2 0 0,-1 0 0,1 0 0,1 0 0,0 0 0,0 0 0,0 0 0,1-1 0,1 1 0,-1-1 0,2 0 0,-1 0 0,1 0 0,0-1 0,0 1 0,13 12 0,-6-9 0,-1-1 0,2 0 0,0 0 0,0-2 0,0 1 0,19 7 0,-26-13 0,0 0 0,0-1 0,0 0 0,0 0 0,1-1 0,-1 0 0,1 0 0,-1 0 0,1-1 0,-1 0 0,1 0 0,-1 0 0,1-1 0,-1 0 0,1 0 0,-1-1 0,11-4 0,-14 4 0,0 1 0,0-1 0,0 0 0,-1 0 0,1 0 0,-1 0 0,0-1 0,1 1 0,-1-1 0,0 1 0,0-1 0,-1 0 0,1 0 0,0 1 0,-1-1 0,0-1 0,0 1 0,0 0 0,1-6 0,0-4 0,0-1 0,-1 1 0,-2-22 0,2-9 0,-1 44 0,0 0 0,0 0 0,0-1 0,0 1 0,0 0 0,0 0 0,0 0 0,0 0 0,0 0 0,0 0 0,0-1 0,0 1 0,0 0 0,0 0 0,0 0 0,0 0 0,0 0 0,0 0 0,0 0 0,0-1 0,0 1 0,1 0 0,-1 0 0,0 0 0,0 0 0,0 0 0,0 0 0,0 0 0,0 0 0,0 0 0,0 0 0,0 0 0,1 0 0,-1 0 0,0-1 0,0 1 0,0 0 0,0 0 0,0 0 0,1 0 0,3 4 0,5 8 0,21 48 0,-3-6 0,-1-6-1365,-17-29-5461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138 270 24575,'7'16'0,"0"3"0,0 1 0,-1-1 0,5 27 0,-11-45 0,0-1 0,0 0 0,0 0 0,0 0 0,0 0 0,0 0 0,0 1 0,0-1 0,0 0 0,1 0 0,-1 0 0,0 0 0,0 1 0,0-1 0,0 0 0,0 0 0,0 0 0,0 0 0,0 1 0,0-1 0,-1 0 0,1 0 0,0 0 0,0 0 0,0 1 0,0-1 0,0 0 0,0 0 0,0 0 0,0 0 0,0 0 0,0 1 0,-1-1 0,1 0 0,0 0 0,0 0 0,0 0 0,0 0 0,0 0 0,-1 0 0,1 0 0,0 1 0,-7-7 0,-9-17 0,15 20 0,-101-174 0,68 115 0,34 62 0,-13-28 0,13 27 0,0 1 0,0 0 0,0-1 0,0 1 0,0-1 0,0 1 0,0 0 0,0-1 0,0 1 0,0-1 0,0 1 0,0 0 0,0-1 0,0 1 0,0-1 0,0 1 0,0 0 0,0-1 0,0 1 0,1 0 0,-1-1 0,0 1 0,0 0 0,1-1 0,0 1 0,-1-1 0,1 1 0,0 0 0,0 0 0,-1 0 0,1 0 0,0 0 0,0 0 0,-1 0 0,1 0 0,0 0 0,0 1 0,-1-1 0,1 0 0,0 0 0,-1 1 0,1-1 0,0 0 0,0 1 0,18 9 0,35 25 0,9 5 0,-43-31 0,0 0 0,1-1 0,1-1 0,-1-2 0,1 0 0,0-1 0,0 0 0,0-2 0,0-1 0,1-1 0,-1-1 0,41-6 0,-57 6 0,-1-1 0,1 1 0,-1-1 0,0 0 0,0 0 0,0 0 0,0-1 0,0 0 0,0 0 0,0 0 0,-1-1 0,0 1 0,0-1 0,5-5 0,-7 6 0,0 0 0,0 0 0,0 0 0,0-1 0,-1 1 0,1-1 0,-1 1 0,0-1 0,0 1 0,0-1 0,-1 0 0,1 0 0,-1 1 0,0-1 0,0 0 0,0 0 0,0 0 0,-1 1 0,1-1 0,-1 0 0,-2-6 0,0 5 0,1 0 0,-1-1 0,0 1 0,0 0 0,-1 1 0,1-1 0,-1 1 0,0-1 0,-1 1 0,1 1 0,0-1 0,-1 0 0,0 1 0,0 0 0,0 0 0,0 1 0,-1-1 0,-6-1 0,4 1 0,-1 0 0,0 1 0,0 0 0,0 0 0,0 1 0,0 0 0,0 1 0,0 0 0,0 0 0,0 1 0,-10 2 0,15-2 0,1 0 0,-1 0 0,1 0 0,-1 1 0,1-1 0,0 1 0,0 0 0,0 0 0,0 0 0,0 0 0,0 0 0,1 1 0,-1-1 0,1 1 0,-1 0 0,1 0 0,0 0 0,0 0 0,0 0 0,1 0 0,-1 0 0,1 1 0,0-1 0,0 0 0,0 1 0,0-1 0,0 1 0,1 0 0,0-1 0,0 1 0,0-1 0,0 1 0,0 0 0,1-1 0,-1 1 0,1-1 0,0 1 0,0-1 0,3 7 0,3 1 0,0 1 0,0-1 0,2 0 0,-1-1 0,1 0 0,1 0 0,18 15 0,-3-7 0,0-1 0,38 20 0,-34-24-69,1 0-1,1-2 1,34 7-1,-29-8-1017,-20-5-5739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71 282 24575,'97'252'0,"-76"-195"0,-16-40 0,2 0 0,0-1 0,1 0 0,17 25 0,-15-32 0,-10-9 0,0 0 0,0 1 0,0-1 0,1 0 0,-1 0 0,0 0 0,0 0 0,1 0 0,-1 0 0,0 0 0,0 0 0,1 0 0,-1 0 0,0 0 0,0 0 0,0 0 0,1 0 0,-1 0 0,0 0 0,0 0 0,1-1 0,-1 1 0,0 0 0,0 0 0,0 0 0,1 0 0,-1 0 0,0-1 0,1 0 0,-1 0 0,1 0 0,-1 0 0,0 0 0,1 0 0,-1 0 0,0 0 0,0-1 0,0 1 0,0 0 0,0 0 0,0 0 0,0 0 0,0 0 0,0-1 0,-1 1 0,0-1 0,-8-27 0,-1 1 0,-2 0 0,-29-50 0,10 22 0,3-1 0,-25-68 0,45 101 0,1 1 0,1-1 0,2 1 0,0-2 0,1 1 0,0-28 0,4 48 0,-1 0 0,0 0 0,1 0 0,-1 0 0,1 0 0,0 0 0,1 0 0,-1 0 0,1 1 0,-1-1 0,1 0 0,0 1 0,1-1 0,-1 1 0,0 0 0,1 0 0,6-6 0,-6 7 0,-1 0 0,1 0 0,0 1 0,1-1 0,-1 1 0,0-1 0,0 1 0,0 0 0,1 1 0,-1-1 0,1 0 0,-1 1 0,0 0 0,1 0 0,-1 0 0,1 0 0,-1 0 0,0 1 0,1 0 0,-1-1 0,6 3 0,0 1 0,0 0 0,0 0 0,0 1 0,-1 0 0,0 1 0,0 0 0,0 0 0,-1 0 0,0 1 0,0 0 0,-1 1 0,9 12 0,-10-14 0,-1 1 0,-1-1 0,1 1 0,-1 0 0,0 1 0,0-1 0,-1 0 0,0 1 0,-1-1 0,1 1 0,-2 0 0,1-1 0,-1 1 0,0 0 0,0 0 0,-3 10 0,2-13 0,0-1 0,0 0 0,-1 0 0,0 0 0,1 0 0,-2 0 0,1 0 0,0 0 0,-1-1 0,1 1 0,-1-1 0,0 0 0,-4 4 0,1-3 0,1 0 0,-1 0 0,0-1 0,0 0 0,0 0 0,0 0 0,-12 3 0,-2-2 0,-1 0 0,1-2 0,-1 0 0,-31-1 0,7-2-1365,27 0-5461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55 297 24575,'0'18'0,"-1"-12"0,1 1 0,0 0 0,0-1 0,0 1 0,1-1 0,0 1 0,4 10 0,-5-17 0,0 0 0,0 0 0,0 1 0,0-1 0,0 0 0,0 0 0,0 0 0,0 1 0,0-1 0,0 0 0,1 0 0,-1 0 0,0 0 0,0 0 0,0 1 0,0-1 0,0 0 0,0 0 0,1 0 0,-1 0 0,0 0 0,0 0 0,0 0 0,0 0 0,1 1 0,-1-1 0,0 0 0,0 0 0,0 0 0,0 0 0,1 0 0,-1 0 0,0 0 0,0 0 0,0 0 0,0 0 0,1 0 0,-1 0 0,6-7 0,0-11 0,-4 8 0,-1-1 0,0 1 0,-1-1 0,0 1 0,-1-1 0,0 0 0,-1 1 0,-2-11 0,-30-84 0,26 83 0,-4-5 0,9 20 0,0 0 0,0 0 0,0 0 0,1-1 0,0 1 0,-2-14 0,6 19 0,2 4 0,4 7 0,1 2 0,7 11 0,1 0 0,2-2 0,0 0 0,23 18 0,-28-27 0,2-1 0,-1 0 0,1-1 0,1-1 0,-1 0 0,1-2 0,1 1 0,-1-2 0,1-1 0,0 0 0,28 2 0,-37-6 0,0 0 0,0 0 0,0 0 0,0-2 0,0 1 0,0-1 0,0 0 0,9-4 0,-14 5 0,-1-1 0,1 1 0,0-1 0,-1 0 0,0 0 0,1-1 0,-1 1 0,0 0 0,0-1 0,0 0 0,-1 0 0,1 0 0,-1 0 0,0 0 0,1 0 0,-1-1 0,-1 1 0,1-1 0,0 1 0,1-7 0,-2 2 0,1 0 0,-2 0 0,1 0 0,-1 0 0,-1 0 0,1 0 0,-1 0 0,-1 0 0,1 0 0,-1 0 0,-1 1 0,1-1 0,-8-13 0,8 17 0,0-1 0,-1 1 0,0 0 0,0 0 0,0 0 0,0 1 0,-1-1 0,1 1 0,-1-1 0,0 1 0,0 0 0,0 1 0,0-1 0,0 1 0,-1 0 0,1 0 0,-1 0 0,0 0 0,1 1 0,-1 0 0,0 0 0,0 0 0,-7 0 0,8 2 0,1-1 0,-1 1 0,1 0 0,-1 0 0,1 0 0,0 0 0,0 1 0,0-1 0,0 1 0,0 0 0,0 0 0,0 0 0,0 0 0,1 1 0,-1-1 0,1 1 0,-1-1 0,1 1 0,0 0 0,0 0 0,1 0 0,-3 3 0,1 1 0,-1 0 0,1 0 0,0 1 0,1-1 0,0 1 0,0-1 0,0 1 0,0 15 0,2-15 0,1 1 0,1 0 0,-1-1 0,1 1 0,1-1 0,0 0 0,0 0 0,0 0 0,1 0 0,0-1 0,1 1 0,0-1 0,0 0 0,10 10 0,-8-8 0,2-1 0,-1 0 0,1-1 0,0 0 0,1 0 0,-1-1 0,1 0 0,1-1 0,-1 0 0,17 6 0,-19-10-105,0 1 0,1-1 0,-1 0 0,0-1 0,1 0 0,-1 0 0,1-1 0,-1 0 0,0 0 0,0-1 0,1 0 0,12-5 0,-8 1-6721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24575,'-7'0'0,"0"0"0,0 1 0,1-1 0,-1 2 0,1-1 0,-1 1 0,1 0 0,-9 3 0,13-3 0,-1-1 0,1 0 0,0 1 0,-1-1 0,1 1 0,0 0 0,0-1 0,0 1 0,0 0 0,1 0 0,-1 1 0,1-1 0,-1 0 0,1 0 0,0 1 0,-1-1 0,1 1 0,1-1 0,-1 1 0,0-1 0,0 1 0,1 0 0,-1 3 0,2 2 0,-1 0 0,1-1 0,0 1 0,1-1 0,0 1 0,0-1 0,0 0 0,1 0 0,7 14 0,2-1 0,27 37 0,4-10 0,-32-36 0,0 1 0,-1 0 0,0 1 0,9 15 0,-18-27 0,-1-1 0,1 1 0,-1-1 0,0 1 0,1 0 0,-1 0 0,0-1 0,1 1 0,-1 0 0,0 0 0,0-1 0,0 1 0,1 0 0,-1 0 0,0-1 0,0 1 0,0 0 0,0 0 0,-1 0 0,1-1 0,0 1 0,0 0 0,0 0 0,0-1 0,-1 1 0,1 0 0,0 0 0,-1-1 0,1 1 0,-1 0 0,1-1 0,-1 1 0,1-1 0,-1 1 0,1-1 0,-1 1 0,0-1 0,1 1 0,-1-1 0,0 1 0,1-1 0,-1 0 0,0 1 0,1-1 0,-1 0 0,0 1 0,0-1 0,0 0 0,1 0 0,-1 0 0,-1 0 0,-6 1 0,0 0 0,-1-1 0,-15-1 0,15 1 0,-47-2 0,84 0 0,-1-1 0,1-1 0,-1-1 0,52-17 0,-56 14 0,-1-2 0,38-20 0,-50 24 0,0-1 0,-1 0 0,0 0 0,-1 0 0,1-1 0,-1-1 0,-1 1 0,8-12 0,-12 15 0,0-1 0,-1 0 0,1 0 0,-1 0 0,-1 0 0,1-1 0,-1 1 0,0 0 0,0-1 0,-1-11 0,0 14 0,0 0 0,0 0 0,0 0 0,-1 0 0,1 0 0,-1 0 0,0 0 0,-1 0 0,1 1 0,-1-1 0,1 0 0,-1 1 0,0-1 0,0 1 0,-1 0 0,1 0 0,-1 0 0,-4-5 0,5 7 0,-1 0 0,1 0 0,0 0 0,-1 0 0,1 0 0,-1 0 0,0 1 0,1-1 0,-1 1 0,1 0 0,-1-1 0,0 1 0,1 1 0,-1-1 0,1 0 0,-1 1 0,0-1 0,1 1 0,-1 0 0,1-1 0,-1 1 0,1 1 0,0-1 0,-5 3 0,-2 1 0,1 1 0,-1 0 0,1 1 0,-13 14 0,14-13 0,0 1 0,1-1 0,1 1 0,0 0 0,0 1 0,0-1 0,1 1 0,1 0 0,0 0 0,0 0 0,1 1 0,0-1 0,0 18 0,2-24 0,0 0 0,0-1 0,1 1 0,0 0 0,0-1 0,0 1 0,0 0 0,1-1 0,-1 1 0,1-1 0,0 0 0,3 6 0,-1-4 0,1-1 0,-1 1 0,1-1 0,0 0 0,-1 0 0,2 0 0,4 2 0,9 3 0,0 0 0,0-2 0,32 9 0,-4-5 0,2-2 0,-1-3 0,1-1 0,69-3 0,-114-2 0,-1 0 0,1 0 0,-1-1 0,1 1 0,-1-1 0,1 0 0,-1 1 0,1-2 0,4-1 0,-7 2 0,0 0 0,0 1 0,0-1 0,0 0 0,0 0 0,0 0 0,-1 0 0,1 0 0,0 0 0,-1 0 0,1 0 0,-1-1 0,1 1 0,-1 0 0,1 0 0,-1 0 0,0-1 0,0 1 0,0 0 0,1 0 0,-1-1 0,0 1 0,0 0 0,-1 0 0,1-1 0,0 1 0,0 0 0,-1 0 0,1 0 0,-1-2 0,-4-11 0,0 1 0,-1-1 0,-1 1 0,-12-18 0,-3-7 0,-15-39 0,33 68 0,1 1 0,1-1 0,0 1 0,0-1 0,0 0 0,1 0 0,1-14 0,0 20 0,0 0 0,1 0 0,-1 0 0,1 0 0,0 0 0,0 1 0,0-1 0,1 0 0,-1 0 0,1 1 0,-1-1 0,1 1 0,0-1 0,0 1 0,0 0 0,0-1 0,0 1 0,1 0 0,2-2 0,0 2 0,-1-1 0,0 1 0,1-1 0,0 1 0,-1 1 0,1-1 0,0 1 0,0 0 0,0 0 0,9-1 0,-9 2-97,0 0-1,0 1 1,0-1-1,1 1 1,-1 0-1,0 1 1,0-1-1,0 1 1,0 0-1,-1 0 1,1 0-1,0 1 0,6 4 1,6 6-6729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3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24575,'106'192'0,"-77"-148"0,2 0 0,40 42 0,-64-78 0,0-1 0,0-1 0,11 8 0,-16-12 0,0-1 0,0 1 0,0-1 0,0 0 0,1 0 0,-1 0 0,0 0 0,1 0 0,-1-1 0,0 1 0,1-1 0,-1 1 0,1-1 0,-1 0 0,1 0 0,-1 0 0,1 0 0,2-1 0,-3 1 0,-1-1 0,0 0 0,0 0 0,0 1 0,0-1 0,0 0 0,0 0 0,0 0 0,0 0 0,0 0 0,0 0 0,0 0 0,-1-1 0,1 1 0,0 0 0,-1 0 0,1 0 0,-1-1 0,1 1 0,-1 0 0,0-1 0,1 1 0,-1-3 0,1-4 0,-1 0 0,-1-14 0,1 21 0,-5-46 0,-13-54 0,-3-30 0,19 116 0,-1-41 0,3 50 0,0 0 0,0 0 0,1 1 0,0-1 0,0 0 0,4-10 0,-1 10-74,-4 13 259,-3 13-1661,0-7-5350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124 317 24575,'0'-48'0,"-8"-57"0,6 91 0,0 0 0,-1 1 0,-1-1 0,0 1 0,-1 0 0,0 0 0,-1 0 0,-13-21 0,18 32 0,-1 0 0,1 1 0,0-1 0,-1 0 0,1 1 0,-1-1 0,0 1 0,1 0 0,-1-1 0,0 1 0,0 0 0,0 0 0,0 0 0,0 0 0,0 0 0,-3 0 0,5 1 0,-1 0 0,0 0 0,0 0 0,0 0 0,0 0 0,1 0 0,-1 0 0,0 1 0,0-1 0,0 0 0,1 0 0,-1 1 0,0-1 0,0 1 0,1-1 0,-1 0 0,-1 2 0,1-1 0,0 0 0,0 1 0,0-1 0,0 1 0,0-1 0,0 1 0,0-1 0,0 1 0,1-1 0,-1 1 0,0 2 0,-1 7 0,0 0 0,0 0 0,1 1 0,0-1 0,2 21 0,2-11 0,0 0 0,7 25 0,-6-30 0,2-1 0,0 0 0,0 0 0,2-1 0,0 0 0,0 0 0,1-1 0,1 0 0,0 0 0,1-1 0,0 0 0,18 14 0,-20-20 0,0 1 0,0-1 0,0 0 0,1-1 0,0 0 0,0-1 0,0 0 0,1 0 0,-1-1 0,1 0 0,0-1 0,-1-1 0,1 1 0,0-2 0,0 1 0,0-2 0,0 1 0,0-1 0,12-4 0,-8 2-1365,-2 0-5461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259 516 24575,'-14'-1'0,"-87"-5"0,89 6 0,-1 1 0,1 0 0,-1 1 0,1 0 0,-24 8 0,34-9 0,-1 0 0,1 0 0,-1 1 0,1-1 0,-1 1 0,1-1 0,0 1 0,0 0 0,0 0 0,0 0 0,0 0 0,0 0 0,1 0 0,-1 1 0,1-1 0,-2 3 0,1 0 0,0 0 0,1-1 0,0 1 0,0 0 0,0 0 0,0-1 0,1 1 0,0 8 0,1-1 0,0 0 0,1 0 0,1-1 0,0 0 0,0 1 0,1-1 0,5 11 0,-5-14 0,1 1 0,0-1 0,0 0 0,1 0 0,0-1 0,0 1 0,1-1 0,12 10 0,-13-13 0,1 1 0,-1-1 0,1-1 0,0 1 0,0-1 0,0-1 0,0 1 0,1-1 0,-1 0 0,1-1 0,10 1 0,-14-1 0,1-1 0,0 0 0,-1 0 0,1-1 0,-1 1 0,1-1 0,-1 0 0,1 0 0,-1 0 0,0-1 0,1 0 0,5-3 0,-7 3 0,0 0 0,-1 0 0,1 0 0,-1-1 0,1 1 0,-1-1 0,0 0 0,0 0 0,0 1 0,0-1 0,0-1 0,-1 1 0,1 0 0,-1 0 0,0 0 0,0-1 0,1-3 0,2-20 0,-2 0 0,0 0 0,-2 0 0,-1-1 0,-1 1 0,-7-37 0,-12-27 0,-3 0 0,-42-98 0,45 136 0,-18-55 0,41 148 0,25 78 0,43 117 0,-41-142 0,-11-37-112,51 180-1141,-64-217-5573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06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1049 105 24575,'1'0'0,"26"1"0,-26 0 0,0-1 0,0 0 0,1 0 0,-1 0 0,0 1 0,0-1 0,0 1 0,1-1 0,-1 1 0,0-1 0,0 1 0,0 0 0,0-1 0,0 1 0,0 0 0,2 2 0,-3-3 0,0 1 0,0-1 0,0 1 0,0-1 0,0 1 0,0-1 0,0 1 0,-1-1 0,1 1 0,0-1 0,0 1 0,0-1 0,0 1 0,-1-1 0,1 1 0,0-1 0,0 1 0,-1-1 0,1 1 0,0-1 0,-1 0 0,1 1 0,-1-1 0,1 0 0,0 1 0,-1-1 0,1 0 0,-1 1 0,1-1 0,-1 0 0,1 0 0,-1 0 0,0 1 0,-18 7 0,19-8 0,-10 3 0,-1 0 0,1-1 0,0 0 0,-20 1 0,-45-4 0,33 0 0,-37 1 0,-62-1 0,72-6 0,-21-1 0,-279 9 0,356-2 0,1-1 0,0 0 0,0 0 0,-19-7 0,-9-2 0,39 11 0,1 0 0,-1 0 0,1 0 0,-1 0 0,1 0 0,-1 0 0,1 0 0,-1 0 0,1-1 0,-1 1 0,1 0 0,0 0 0,-1 0 0,1 0 0,-1-1 0,1 1 0,-1 0 0,1-1 0,0 1 0,-1 0 0,1 0 0,0-1 0,-1 1 0,1-1 0,0 1 0,0 0 0,-1-1 0,1 0 0,0 0 0,1 1 0,-1-1 0,1 1 0,-1-1 0,1 1 0,-1-1 0,1 1 0,0-1 0,-1 1 0,1-1 0,0 1 0,-1 0 0,1-1 0,0 1 0,0 0 0,32-10 0,62-9 0,-32 7 0,61-20 0,-114 29 0,-1 0 0,15-8 0,-49 8 0,-201 4 0,216-1 0,0 0 0,0 1 0,0 1 0,0 0 0,1 0 0,-1 1 0,1 0 0,-10 4 0,18-6 0,-1-1 0,1 1 0,0 0 0,0-1 0,0 1 0,0 0 0,0-1 0,0 1 0,0 0 0,1 0 0,-1 0 0,0 0 0,0 0 0,1 0 0,-1 0 0,0 0 0,1 0 0,-1 2 0,1-2 0,0 0 0,0 0 0,0 0 0,0 0 0,0 0 0,0 0 0,0 0 0,0 0 0,1 0 0,-1 0 0,0 0 0,1 0 0,-1 0 0,1 0 0,-1 0 0,1 0 0,1 1 0,1 1 0,0 0 0,0 0 0,0 0 0,1 0 0,0-1 0,-1 1 0,1-1 0,7 3 0,61 22 0,-37-15 0,-1 2 0,0 1 0,40 25 0,-62-31-1365,-3-1-5461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24575,'0'0'0,"0"-1"0,0 1 0,0 0 0,1-1 0,-1 1 0,0 0 0,0-1 0,0 1 0,0 0 0,1-1 0,-1 1 0,0 0 0,0-1 0,1 1 0,-1 0 0,0 0 0,1-1 0,-1 1 0,0 0 0,1 0 0,-1 0 0,0 0 0,1-1 0,-1 1 0,0 0 0,1 0 0,-1 0 0,0 0 0,1 0 0,-1 0 0,1 0 0,-1 0 0,1 0 0,0 0 0,-1 1 0,1 0 0,0-1 0,0 1 0,-1-1 0,1 1 0,0 0 0,-1 0 0,1-1 0,-1 1 0,1 0 0,-1 0 0,1 1 0,13 34 0,-12-32 0,-1 0 0,87 239 0,-86-237-273,0 1 0,0-1 0,-1 0 0,2 14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4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24575,'14'42'0,"9"27"0,40 88 0,-53-136 6,-8-15-280,1 1 0,0-1-1,0 0 1,5 6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4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193 166 24575,'9'54'0,"-4"-14"0,2-1 0,2 1 0,26 72 0,-32-101 0,-11-19 0,2 2 0,-50-53 0,-91-104 0,142 156 0,0-1 0,0 0 0,0 1 0,1-2 0,0 1 0,1 0 0,0-1 0,0 1 0,-2-15 0,4 19 0,1 0 0,0 1 0,0-1 0,0 0 0,0 1 0,1-1 0,-1 1 0,1-1 0,0 1 0,0-1 0,0 1 0,0-1 0,1 1 0,0 0 0,-1-1 0,1 1 0,0 0 0,1 0 0,-1 1 0,0-1 0,1 0 0,-1 1 0,1-1 0,0 1 0,0 0 0,5-3 0,5-1 0,0-1 0,1 2 0,0 0 0,0 0 0,0 2 0,0-1 0,27-1 0,-10 3 0,0 1 0,52 6 0,-60-2 0,23 5 0,-39-6 0,0 0 0,0 0 0,0 0 0,0 1 0,-1 0 0,1 1 0,8 6 0,-13-9 0,-1-1 0,0 1 0,0 0 0,0 0 0,0 0 0,0 0 0,0 0 0,-1 0 0,1 1 0,0-1 0,0 0 0,-1 0 0,1 1 0,-1-1 0,1 0 0,-1 1 0,1-1 0,-1 0 0,0 1 0,0-1 0,0 1 0,0 1 0,0 0 0,-1-1 0,0 0 0,1 0 0,-1 1 0,0-1 0,0 0 0,-1 0 0,1 0 0,0 0 0,-1 0 0,1 0 0,-3 2 0,-5 4 0,0-1 0,-1 1 0,0-1 0,-11 5 0,21-12 0,-37 22 0,-49 37 0,84-58 0,0 0 0,1 1 0,-1-1 0,1 0 0,-1 1 0,1 0 0,0-1 0,0 1 0,-1 0 0,1 0 0,0-1 0,1 1 0,-1 0 0,0 0 0,0 0 0,1 0 0,-1 0 0,1 0 0,0 0 0,0 3 0,0-3 0,0 0 0,1 0 0,-1 0 0,1 0 0,0 0 0,0 0 0,0 0 0,0 0 0,0 0 0,0 0 0,0 0 0,1-1 0,-1 1 0,1 0 0,-1-1 0,1 1 0,0-1 0,-1 0 0,3 2 0,4 1 0,-1 0 0,1 0 0,-1-1 0,1 1 0,0-2 0,1 1 0,12 1 0,63 5 0,-50-6 0,249 28 0,-281-31-114,0 1 1,0-1-1,-1 0 0,1 1 0,0-1 1,-1 1-1,1-1 0,0 1 0,-1 0 1,1 0-1,2 2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6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71 135 24575,'116'184'0,"-107"-163"0,-9-21 0,0 1 0,0-1 0,0 0 0,0 0 0,0 0 0,0 0 0,0 0 0,0 1 0,0-1 0,0 0 0,0 0 0,0 0 0,0 0 0,0 1 0,0-1 0,0 0 0,0 0 0,0 0 0,0 0 0,0 0 0,-1 1 0,1-1 0,0 0 0,0 0 0,0 0 0,0 0 0,0 0 0,0 0 0,0 0 0,0 1 0,-1-1 0,1 0 0,0 0 0,0 0 0,0 0 0,0 0 0,0 0 0,0 0 0,-1 0 0,-10-7 0,-97-93 0,67 59 0,37 36 0,-1 0 0,2 0 0,-1-1 0,0 1 0,1-1 0,-4-10 0,7 15 0,-1 0 0,1 0 0,0 0 0,0 1 0,-1-1 0,1 0 0,0 0 0,0 0 0,0 0 0,0 0 0,0 0 0,0 0 0,0 0 0,0 0 0,0 0 0,1 1 0,-1-1 0,0 0 0,1 0 0,-1 0 0,0 0 0,1 0 0,0-1 0,0 2 0,0-1 0,0 0 0,0 1 0,0-1 0,0 1 0,0-1 0,0 1 0,0-1 0,0 1 0,0 0 0,1 0 0,-1-1 0,0 1 0,0 0 0,2 0 0,4 1 0,0-1 0,0 1 0,-1 1 0,14 3 0,25 10 0,61 13 0,-92-26 0,0 1 0,1-2 0,-1 0 0,0-1 0,1 0 0,-1-1 0,1-1 0,24-6 0,-34 7 0,0-1 0,0 0 0,0-1 0,-1 1 0,1-1 0,-1 0 0,0 0 0,0-1 0,0 1 0,0-1 0,0 0 0,-1 0 0,6-9 0,-7 10 0,0 0 0,0 0 0,0 0 0,-1-1 0,0 1 0,1-1 0,-1 1 0,-1-1 0,1 1 0,0-1 0,-1 0 0,0 1 0,0-1 0,0 0 0,0 1 0,0-1 0,-1 0 0,0 1 0,0-1 0,-2-6 0,2 8 0,-1-1 0,0 1 0,1-1 0,-1 1 0,0 0 0,0-1 0,0 1 0,-1 0 0,1 1 0,0-1 0,-1 0 0,1 1 0,-1-1 0,0 1 0,1 0 0,-1 0 0,-5-2 0,6 3 0,1-1 0,-1 1 0,0 0 0,1-1 0,-1 1 0,0 0 0,1 0 0,-1 0 0,0 0 0,1 1 0,-1-1 0,0 0 0,1 1 0,-1-1 0,1 1 0,-1-1 0,1 1 0,-1 0 0,1 0 0,-1 0 0,1 0 0,0 0 0,-1 0 0,1 0 0,0 0 0,0 0 0,0 0 0,0 1 0,0-1 0,0 1 0,0-1 0,-1 3 0,0 4 0,0 0 0,0 0 0,1 1 0,0-1 0,0 0 0,1 1 0,0-1 0,0 1 0,1-1 0,0 0 0,1 0 0,0 1 0,0-1 0,1 0 0,0 0 0,7 13 0,-5-14 0,1 1 0,0-1 0,1 1 0,0-2 0,0 1 0,0-1 0,11 6 0,-2-1 0,1-1 0,28 12 0,-31-16 20,0-1 0,0-1 0,1 0 0,-1-1 0,23 2 0,-28-4-155,0-1 0,0 0 0,-1-1 0,1 0 0,0 0 0,0-1 0,0 0 0,-1 0 0,1-1 0,10-6 0,-6 2-6691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7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158 332 24575,'0'1'0,"-27"3"0,-25 9 0,45-11 0,1 1 0,-1-1 0,1 1 0,-1 1 0,1-1 0,0 1 0,0 0 0,1 0 0,-6 5 0,10-8 0,0 1 0,0-1 0,0 0 0,0 0 0,0 0 0,0 1 0,0-1 0,1 0 0,-1 1 0,0-1 0,1 1 0,-1-1 0,1 1 0,0-1 0,0 1 0,-1-1 0,1 1 0,0-1 0,0 3 0,1-2 0,-1 0 0,1 1 0,0-1 0,0 0 0,0 0 0,0 0 0,0 0 0,0 0 0,0 0 0,1 0 0,1 3 0,6 3 0,-1 0 0,1-1 0,0 0 0,12 7 0,-12-8 0,9 7 0,-4-3 0,1 0 0,-1-1 0,28 12 0,-39-19 0,1-1 0,0 0 0,0 0 0,-1 0 0,1 0 0,0 0 0,0-1 0,0 0 0,0 1 0,0-2 0,0 1 0,0 0 0,0-1 0,0 0 0,0 0 0,0 0 0,-1 0 0,1 0 0,0-1 0,-1 0 0,6-3 0,-7 3 0,0 0 0,0 0 0,0-1 0,0 1 0,0-1 0,0 1 0,-1-1 0,1 0 0,-1 0 0,0 0 0,0 1 0,0-1 0,0 0 0,0-1 0,-1 1 0,1 0 0,-1 0 0,0 0 0,0 0 0,0 0 0,0 0 0,-2-6 0,2 5 0,-1-1 0,0 1 0,0 0 0,0 0 0,-1 0 0,1-1 0,-1 2 0,0-1 0,0 0 0,-1 0 0,1 1 0,-1-1 0,1 1 0,-1 0 0,0-1 0,-4-1 0,6 4 0,1 0 0,-1 1 0,0-1 0,0 1 0,1-1 0,-1 1 0,0-1 0,0 1 0,0-1 0,0 1 0,0 0 0,0 0 0,1 0 0,-1-1 0,0 1 0,0 0 0,0 0 0,0 0 0,0 0 0,0 0 0,0 1 0,0-1 0,0 0 0,0 0 0,0 1 0,0-1 0,1 0 0,-1 1 0,0-1 0,0 1 0,0-1 0,1 1 0,-2 0 0,1 1 0,0-1 0,0 0 0,0 1 0,1-1 0,-1 1 0,1-1 0,-1 1 0,1 0 0,-1-1 0,1 1 0,0-1 0,0 1 0,0 0 0,0-1 0,0 1 0,0 0 0,0-1 0,1 4 0,2 2 0,-1-1 0,1 1 0,0-1 0,0 1 0,0-1 0,1 0 0,0-1 0,0 1 0,1-1 0,0 1 0,0-1 0,0-1 0,0 1 0,1-1 0,0 0 0,0 0 0,0 0 0,0-1 0,10 4 0,-10-4 0,0-1 0,0 0 0,1 0 0,-1-1 0,1 1 0,-1-1 0,1-1 0,-1 1 0,1-1 0,-1 0 0,1-1 0,-1 0 0,1 0 0,-1 0 0,1 0 0,-1-1 0,0 0 0,0-1 0,0 0 0,0 1 0,6-5 0,-6 2 0,0 0 0,0 0 0,-1 0 0,0 0 0,1-1 0,-2 0 0,1 0 0,-1-1 0,0 1 0,0-1 0,-1 0 0,0 0 0,0 0 0,-1 0 0,3-12 0,-3 7 0,-1 1 0,0 0 0,-1-1 0,0 1 0,-1-1 0,0 1 0,-1 0 0,0-1 0,-7-18 0,-11-24 0,-3 2 0,-2 0 0,-34-53 0,57 102 0,1 0 0,-1 1 0,1-1 0,-1 0 0,0 1 0,0-1 0,0 1 0,0-1 0,0 1 0,-1 0 0,1 0 0,-1 0 0,1 0 0,-4-1 0,6 3 0,-1 0 0,1 0 0,0-1 0,-1 1 0,1 0 0,0 0 0,-1 0 0,1 0 0,-1 0 0,1 0 0,0 0 0,-1 0 0,1 1 0,0-1 0,-1 0 0,1 0 0,0 0 0,-1 0 0,1 0 0,0 1 0,-1-1 0,1 0 0,0 0 0,-1 0 0,1 1 0,0-1 0,0 0 0,-1 1 0,-4 11 0,3 16 0,3-15 0,1 0 0,0 0 0,1-1 0,0 1 0,1 0 0,7 16 0,39 70 0,-50-98 0,15 25 0,1-1 0,1-1 0,1 0 0,1-2 0,0 0 0,2-1 0,1-1 0,1-1 0,33 22 0,-43-32-341,1-1 0,1-1-1,29 11 1,-32-15-6485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7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38 24575,'-28'-7'0,"-11"-3"0,-2 0 0,4 3 0,5 4 0,6 2 0,8 5 0,6 2-8191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8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24575,'7'30'0,"6"15"0,2 5 0,5 1 0,0-2 0,0-3 0,2-4 0,-1-4 0,-2-3 0,0-5 0,-5-3 0,-1-4 0,-4-3 0,0-4 0,-2-6-8191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8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24575,'298'48'0,"-168"-29"0,-101-16 0,-15-2 0,0-1 0,26-3 0,-22 1 0,-17 2 0,0 0 0,0 0 0,0 0 0,0 0 0,0 0 0,0 0 0,0 0 0,0 0 0,0 0 0,0 0 0,0 0 0,0 1 0,0-1 0,0 0 0,0 1 0,0-1 0,0 1 0,0-1 0,-1 1 0,1-1 0,0 1 0,1 1 0,-2-1 0,1 0 0,-1 0 0,0 0 0,0 0 0,0 0 0,0 0 0,0 1 0,0-1 0,0 0 0,0 0 0,0 0 0,0 0 0,0 0 0,-1 0 0,1 0 0,-1 0 0,1 0 0,-1 0 0,0 2 0,-2 2 12,1 1 0,0-1 0,1 1 0,-1-1 0,1 1 0,0 0 0,0 0 0,1-1 0,0 8 0,0-11-57,0 0 0,0 0 0,0-1 0,1 1 0,-1 0 0,1 0 0,-1 0 0,1-1 0,-1 1 0,1 0 0,0-1 0,0 1 0,0-1 0,0 1 0,0-1 0,0 1 0,1-1 0,-1 1 0,0-1 0,1 0 0,-1 0 0,1 0 0,-1 0 0,1 0 0,-1 0 0,1 0 0,0-1 0,0 1 0,-1 0 0,1-1 0,0 0 0,2 1 0,9 0-6781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8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0,2 5 0,0 4 0,0 2 0,-2 0 0,-1-3-8191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9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0 136 24575,'0'3'0,"1"-1"0,-1 0 0,1 0 0,-1 0 0,1 0 0,0 0 0,0 0 0,0 0 0,0 0 0,0 0 0,0 0 0,3 2 0,20 21 0,-17-18 0,12 13 0,-5-6 0,0 0 0,1-1 0,0-1 0,27 17 0,-41-28 0,0 0 0,0-1 0,-1 0 0,1 1 0,0-1 0,0 1 0,0-1 0,0 0 0,0 0 0,0 1 0,0-1 0,0 0 0,0 0 0,0 0 0,0 0 0,0 0 0,-1 0 0,1-1 0,0 1 0,0 0 0,1-1 0,-1 1 0,0-1 0,0 1 0,-1-1 0,1 0 0,-1 1 0,1-1 0,-1 0 0,1 0 0,-1 0 0,1 1 0,-1-1 0,1 0 0,-1 0 0,0 0 0,0 0 0,1 1 0,-1-1 0,0-1 0,0-3 0,0 0 0,0 0 0,0 1 0,0-1 0,-1 0 0,0 0 0,-1-5 0,-14-29 0,11 27 0,0 0 0,-4-17 0,9 29 0,-1-1 0,1 1 0,0-1 0,0 1 0,0 0 0,0-1 0,-1 1 0,1-1 0,0 1 0,0-1 0,0 1 0,0-1 0,0 1 0,0-1 0,0 1 0,0-1 0,1 1 0,-1-1 0,0 1 0,0 0 0,0-1 0,0 1 0,1-1 0,-1 1 0,0 0 0,0-1 0,1 1 0,-1-1 0,0 1 0,1 0 0,0-1 0,0 1 0,-1 0 0,1 0 0,0 0 0,0 0 0,0 0 0,0 0 0,0 1 0,0-1 0,0 0 0,0 0 0,-1 1 0,1-1 0,0 1 0,1 0 0,31 24 0,-31-23 0,9 7 0,0 0 0,0 0 0,1-1 0,0-1 0,1 0 0,-1 0 0,17 5 0,-27-12 0,0 0 0,0 1 0,0-1 0,0 0 0,0 0 0,0 0 0,0-1 0,0 1 0,0 0 0,0-1 0,0 1 0,0-1 0,-1 1 0,1-1 0,3-2 0,-3 2 0,0 0 0,0 0 0,0 0 0,0 1 0,0-1 0,0 1 0,0-1 0,0 1 0,0-1 0,0 1 0,1 0 0,-1 0 0,0 0 0,4 1 0,10 4 0,22 10 0,-26-10 0,0 0 0,0-1 0,24 5 0,-4-6 0,0-1 0,58-5 0,-67 0 0,0-1 0,0 0 0,0-2 0,-1-1 0,0-1 0,31-15 0,-47 20 0,0-1 0,0 1 0,-1-1 0,1 0 0,-1 0 0,0 0 0,0-1 0,-1 0 0,1 0 0,6-10 0,-9 12 0,-1 0 0,1 0 0,-1-1 0,0 1 0,0 0 0,0-1 0,0 1 0,0 0 0,-1-1 0,0 1 0,1-1 0,-1 1 0,-1-1 0,1 1 0,0-1 0,-1 1 0,0-1 0,0 1 0,0 0 0,0-1 0,0 1 0,-3-4 0,1 1 0,-1 0 0,0 0 0,0 1 0,-1-1 0,1 1 0,-1 0 0,-1 1 0,1-1 0,-11-6 0,13 8 0,-1 1 0,1 0 0,-1 1 0,1-1 0,-1 0 0,0 1 0,0 0 0,0 0 0,1 0 0,-1 1 0,0-1 0,0 1 0,0 0 0,0 0 0,0 0 0,0 0 0,0 1 0,-7 1 0,8 0 0,1-1 0,0 0 0,0 1 0,0-1 0,-1 1 0,1 0 0,1 0 0,-1 0 0,0 0 0,0 0 0,1 0 0,-1 0 0,1 0 0,0 1 0,-1-1 0,1 1 0,0-1 0,1 1 0,-1-1 0,0 1 0,1-1 0,-1 1 0,1 0 0,0-1 0,0 6 0,0-3 0,0 0 0,1 1 0,-1-1 0,1 0 0,0 0 0,0 0 0,1 0 0,-1 0 0,1 0 0,0 0 0,1 0 0,3 6 0,1-4 0,-1-1 0,1 1 0,0-1 0,0-1 0,1 1 0,0-1 0,0 0 0,0-1 0,0 0 0,1 0 0,12 3 0,12 2 0,56 9 0,-81-17 0,120 16 0,-92-13 0,-20-2-1365,-3-1-5461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291 171 24575,'-40'-31'0,"-6"-5"0,-82-50 0,122 83 0,1 0 0,-1 0 0,0 1 0,1 0 0,-8-2 0,12 4 0,0 0 0,0 0 0,0-1 0,0 1 0,0 0 0,0 0 0,0 0 0,0 0 0,0 0 0,0 0 0,0 1 0,0-1 0,0 0 0,0 0 0,0 1 0,0-1 0,0 1 0,0-1 0,0 1 0,1-1 0,-1 1 0,0-1 0,0 1 0,0 0 0,1-1 0,-1 1 0,0 0 0,1 0 0,-1 0 0,0-1 0,1 1 0,-1 0 0,1 0 0,0 0 0,-1 0 0,1 0 0,-1 1 0,0 7 0,-1 0 0,2 0 0,-1-1 0,1 1 0,2 17 0,10 45 0,1-15-157,3 0-1,25 58 1,57 102-315,-69-158 626,2-1-1,3-1 1,2-2-1,44 50 1,-76-99-138,0 0 0,0-1 0,0 0 0,0 0 0,0 0 0,1 0 0,0-1 0,0 1 0,0-1 0,10 4 0,-15-7-46,0 0 0,0 1-1,1-1 1,-1 0 0,0 0-1,0 0 1,1 0 0,-1 0-1,0 0 1,0 0 0,0 0-1,1 0 1,-1 0 0,0 0-1,0 0 1,1 0-1,-1 0 1,0 0 0,0 0-1,1 0 1,-1 0 0,0 0-1,0 0 1,1 0 0,-1 0-1,0-1 1,0 1 0,0 0-1,1 0 1,-1 0 0,0 0-1,0-1 1,0 1 0,0 0-1,1 0 1,-1 0 0,0 0-1,0-1 1,0 1 0,0 0-1,0 0 1,0-1 0,0 1-1,1 0 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326 170 24575,'-30'-27'0,"-15"-10"0,-2 2 0,4 7 0,7 8 0,7 7 0,6 7 0,4 3 0,4 3 0,0 4 0,2 0 0,2 4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24575,'-3'5'0,"0"4"0,2 4 0,5 1 0,3 1 0,1 1 0,1-1 0,3 1 0,0-1 0,-1 1 0,0-4 0,-1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24575,'12'10'0,"5"9"0,-1 3 0,-1 0 0,-2-3-8191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1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168 618 24575,'15'-22'0,"-1"-1"0,-1 0 0,-1-1 0,16-46 0,-25 59 0,0-1 0,-1 1 0,0 0 0,0 0 0,-1-1 0,-1 1 0,0-1 0,-1 1 0,0-1 0,-1 1 0,0 0 0,0-1 0,-8-18 0,-4 1 0,-1 0 0,-1 1 0,-1 1 0,-1 0 0,-2 1 0,0 1 0,-41-37 0,57 58 0,0 1 0,-1-1 0,1 1 0,-8-4 0,11 6 0,1 1 0,-1 0 0,0-1 0,1 1 0,-1 0 0,0-1 0,1 1 0,-1 0 0,0 0 0,0-1 0,1 1 0,-1 0 0,0 0 0,0 0 0,1 0 0,-1 0 0,0 0 0,0 0 0,0 0 0,1 1 0,-1-1 0,0 0 0,1 0 0,-1 0 0,0 1 0,0-1 0,1 1 0,-1-1 0,0 0 0,1 1 0,-1-1 0,1 1 0,-1-1 0,1 1 0,-1 0 0,1-1 0,-1 1 0,1-1 0,-1 1 0,1 0 0,0-1 0,-1 2 0,-1 5 0,1-1 0,0 0 0,0 1 0,0-1 0,1 1 0,0-1 0,0 1 0,1-1 0,1 9 0,3 7 0,8 27 0,-1-12 0,2-2 0,1 1 0,1-2 0,2 0 0,2-1 0,1-1 0,1-1 0,1-1 0,2 0 0,1-2 0,42 34 0,-56-52 0,3 2 0,0 0 0,18 10 0,-18-17 120,-15-5-177,1 0-1,0 0 1,-1 0 0,1 0 0,-1 0 0,1 0 0,-1 0 0,1 0 0,-1-1 0,1 1-1,-1 0 1,1 0 0,-1 0 0,0-1 0,1 1 0,-1 0 0,1-1 0,-1 1 0,1 0 0,-1-1-1,0 1 1,1-1 0,-1 1 0,0-1 0,1 0 0,2-7-6769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1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24575,'6'33'0,"1"0"0,2-1 0,2 0 0,28 61 0,77 114 0,-54-103 0,-46-76 0,-6-11 0,0 0 0,0 1 0,11 36 0,-20-53-4,-1 0 1,0 0-1,1 0 0,-1 0 0,0-1 0,0 1 0,0 0 1,0 0-1,0 0 0,0 0 0,0 0 0,0 0 0,0 0 1,0 0-1,0 0 0,-1-1 0,1 1 0,0 0 0,-1 0 1,0 1-1,0-1 14,1-1 1,-1 1-1,0-1 1,1 1-1,-1-1 1,0 0 0,0 1-1,1-1 1,-1 0-1,0 1 1,0-1-1,1 0 1,-1 0-1,0 0 1,0 0-1,0 0 1,1 0-1,-3 0 1,0-1-176,-1 1 0,0-1 0,0 0 0,1 0 0,-1-1 0,1 1 0,-1-1 0,-4-2 0,-5-6-6661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2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0 236 24575,'147'36'0,"-15"-4"0,-116-28 0,0-2 0,0 0 0,0-1 0,18-1 0,-29 0 0,0-1 0,0 1 0,0-1 0,0 0 0,-1 0 0,1-1 0,-1 1 0,1-1 0,-1 0 0,1 0 0,-1-1 0,0 1 0,0-1 0,0 0 0,0 0 0,-1 0 0,1 0 0,2-5 0,-4 6 0,0-1 0,0 0 0,-1 0 0,0 0 0,1 1 0,-1-1 0,0 0 0,0-1 0,-1 1 0,1 0 0,-1 0 0,1 0 0,-1 0 0,0-4 0,-1 2 0,0 0 0,0-1 0,0 1 0,0 0 0,-1 1 0,0-1 0,0 0 0,-3-5 0,0 1 0,-1 0 0,0 1 0,-1 0 0,0 0 0,0 0 0,-1 1 0,-16-13 0,16 15 0,0-1 0,0 1 0,-1 0 0,-14-5 0,21 9 0,1 1 0,0-1 0,-1 1 0,1-1 0,-1 1 0,1 0 0,-1 0 0,0-1 0,1 1 0,-1 0 0,1 0 0,-1 0 0,1 1 0,-1-1 0,1 0 0,-1 1 0,1-1 0,-1 1 0,1-1 0,-1 1 0,1-1 0,0 1 0,-1 0 0,1 0 0,0 0 0,0 0 0,-1 0 0,1 0 0,0 0 0,0 0 0,0 0 0,0 1 0,1-1 0,-1 0 0,0 1 0,0-1 0,0 2 0,-2 6 0,0-1 0,1 1 0,0 0 0,0 0 0,1 0 0,0 0 0,1 0 0,0 0 0,0 0 0,1 0 0,0 0 0,1-1 0,0 1 0,0 0 0,1 0 0,0-1 0,0 0 0,10 16 0,-6-12 0,1-1 0,0 1 0,1-2 0,0 1 0,1-1 0,0-1 0,1 0 0,0 0 0,0-1 0,1 0 0,20 9 0,-12-8 0,1 0 0,0-2 0,0 0 0,0-2 0,1 0 0,0-1 0,0-2 0,0 0 0,41-2 0,-59 0 0,0-1 0,0 0 0,0 1 0,0-1 0,0-1 0,0 1 0,0 0 0,-1-1 0,1 0 0,0 0 0,-1 0 0,0 0 0,1-1 0,-1 1 0,0-1 0,0 0 0,0 0 0,-1 0 0,1 0 0,2-5 0,-3 3 0,1 1 0,-1-1 0,0 0 0,-1-1 0,1 1 0,-1 0 0,0 0 0,0-1 0,-1 1 0,1 0 0,-1-1 0,-1 1 0,1 0 0,-1-1 0,-1-5 0,-24-91 0,-4-12 0,25 92 0,3 17 0,0 0 0,1 1 0,0-1 0,0 0 0,0 0 0,1 0 0,0 0 0,0 1 0,1-9 0,-1 12-42,0 0-1,0 0 0,1 0 1,-1 1-1,1-1 0,-1 0 1,1 0-1,-1 1 0,1-1 1,-1 0-1,1 1 0,-1-1 1,1 1-1,0-1 0,-1 1 1,1-1-1,0 1 0,0-1 1,-1 1-1,1-1 0,0 1 1,0 0-1,0 0 0,0-1 1,-1 1-1,1 0 0,0 0 1,0 0-1,0 0 0,0 0 1,0 0-1,7 2-6783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2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24575,'10'25'0,"6"11"0,2 4 0,-1-2 0,-1-5 0,-4-6 0,-1-4 0,-2-5 0,-4-1 0,1-5 0,0-2 0,-3-4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24575,'18'0'0,"5"3"0,-1 5 0,-4 5 0,-5 4 0,-5 2 0,-4 1 0,-2-4-8191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3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24575,'0'4'0,"1"-1"0,0 0 0,0 1 0,0-1 0,0 0 0,0 0 0,1 1 0,0-1 0,-1 0 0,1 0 0,0-1 0,0 1 0,1 0 0,-1-1 0,1 1 0,-1-1 0,4 2 0,-4-2 0,0-1 0,0 1 0,1-1 0,-1 0 0,0 1 0,1-1 0,-1-1 0,0 1 0,1 0 0,4 0 0,-6-1 0,1 0 0,-1 0 0,1 0 0,-1 0 0,0 0 0,1 0 0,-1-1 0,1 1 0,-1-1 0,1 1 0,-1-1 0,0 1 0,0-1 0,1 0 0,-1 1 0,0-1 0,0 0 0,0 0 0,2-2 0,1-2 0,0 0 0,0-1 0,-1 0 0,0 0 0,3-8 0,-3 8 0,-1 0 0,1 0 0,0 0 0,1 1 0,-1-1 0,7-5 0,-9 10 0,0 0 0,1-1 0,-1 1 0,1 0 0,-1 0 0,1 1 0,-1-1 0,1 0 0,0 1 0,-1-1 0,1 1 0,0-1 0,0 1 0,0 0 0,-1-1 0,1 1 0,0 0 0,0 0 0,0 1 0,-1-1 0,1 0 0,0 0 0,0 1 0,-1-1 0,1 1 0,0 0 0,1 1 0,12 5 0,-2 1 0,1 0 0,-1 1 0,0 1 0,15 15 0,-4-5 0,-11-9-120,-4-3-58,0 0 1,0-1-1,1 0 0,0-1 0,0 0 0,14 6 0,-14-9-6648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30 24575,'0'-1'0,"0"-1"0,0 0 0,0 0 0,0 0 0,-1 1 0,1-1 0,0 0 0,-1 1 0,0-1 0,1 0 0,-1 1 0,0-1 0,-1-2 0,1 4 0,1-1 0,-1 1 0,1 0 0,-1-1 0,0 1 0,1 0 0,-1-1 0,0 1 0,1 0 0,-1 0 0,0-1 0,1 1 0,-1 0 0,0 0 0,1 0 0,-1 0 0,0 0 0,0 0 0,1 0 0,-1 0 0,0 0 0,1 1 0,-1-1 0,0 0 0,1 0 0,-1 1 0,0-1 0,1 0 0,-1 1 0,0-1 0,1 0 0,-1 1 0,1-1 0,-1 1 0,0 0 0,-9 8 0,-1 1 0,2 0 0,-1 1 0,2 0 0,-1 0 0,-10 19 0,19-29 0,-1 0 0,0 1 0,1-1 0,-1 0 0,1 0 0,-1 0 0,1 1 0,0-1 0,-1 0 0,1 1 0,0-1 0,0 0 0,0 0 0,0 1 0,0-1 0,0 0 0,0 1 0,1-1 0,-1 0 0,0 1 0,1-1 0,-1 0 0,1 0 0,-1 0 0,1 1 0,0-1 0,-1 0 0,1 0 0,0 0 0,0 0 0,0 0 0,0 0 0,1 1 0,4 3 0,1-1 0,-1 0 0,1 0 0,13 5 0,-4-1 0,7 4 0,-7-3 0,25 10 0,-36-17 0,1 0 0,0 0 0,0-1 0,0 0 0,0 0 0,0 0 0,0-1 0,9 0 0,-14 0 0,0 0 0,1 0 0,-1-1 0,0 1 0,0 0 0,0 0 0,0-1 0,0 1 0,0 0 0,1-1 0,-1 1 0,0-1 0,0 0 0,0 1 0,-1-1 0,1 0 0,0 1 0,0-1 0,0 0 0,0 0 0,-1 0 0,1 0 0,1-1 0,-2 0 0,0 0 0,1 1 0,-1-1 0,0 0 0,0 0 0,1 1 0,-1-1 0,-1 0 0,1 0 0,0 1 0,0-1 0,-1 0 0,1 1 0,-1-3 0,-1-1 0,0 0 0,-1 0 0,1 0 0,-1 1 0,0-1 0,0 1 0,0 0 0,-1-1 0,-4-3 0,7 7 0,1 1 0,0 0 0,-1-1 0,1 1 0,0 0 0,-1-1 0,1 1 0,0 0 0,-1 0 0,1-1 0,-1 1 0,1 0 0,-1 0 0,1 0 0,-1 0 0,1 0 0,-1 0 0,1-1 0,-1 1 0,1 0 0,0 0 0,-1 1 0,1-1 0,-1 0 0,1 0 0,-1 0 0,1 0 0,-1 0 0,0 1 0,0-1 0,1 1 0,-1 0 0,0 0 0,1 0 0,-1-1 0,1 1 0,-1 0 0,1 0 0,0 0 0,-1 0 0,1 0 0,0 0 0,-1 1 0,0 5 0,1-1 0,-1 1 0,1 8 0,6 28 0,1-1 0,23 78 0,-15-64 0,27 77 0,2 8 0,-37-114 0,-2 1 0,0-1 0,0 36 0,-5-60 0,0 0 0,0 0 0,0 0 0,-1 0 0,1 0 0,-1 0 0,1 0 0,-1 0 0,0 0 0,0 0 0,-1 0 0,1 0 0,0-1 0,-1 1 0,0 0 0,-3 3 0,3-4 0,-1 0 0,0 0 0,1 0 0,-1 0 0,0 0 0,0-1 0,0 1 0,0-1 0,-1 0 0,1 0 0,0 0 0,0-1 0,-1 1 0,1-1 0,-5 1 0,-2-1 0,0-1 0,0 0 0,0 0 0,0-1 0,1 0 0,-1-1 0,1 0 0,-13-6 0,-1-2 0,0-1 0,-22-15 0,36 21 0,0-1 0,0 0 0,1-1 0,0 1 0,0-2 0,0 1 0,1-1 0,1 0 0,-7-12 0,11 17 0,0 0 0,0 1 0,0-1 0,1-1 0,-1 1 0,1 0 0,0 0 0,0 0 0,1-1 0,0 1 0,-1 0 0,1-1 0,1 1 0,-1 0 0,0-1 0,1 1 0,0 0 0,0 0 0,1 0 0,-1-1 0,1 1 0,0 1 0,0-1 0,0 0 0,0 0 0,5-5 0,-1 3 9,1-1 1,-1 2-1,1-1 0,0 1 0,0 0 1,1 1-1,-1-1 0,1 1 0,0 1 0,0 0 1,1 0-1,11-3 0,7 1-504,-1 1 0,47-1 0,-52 4-6331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5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24575,'0'0'0,"0"-1"0,0 1 0,1 0 0,-1-1 0,0 1 0,0 0 0,0-1 0,0 1 0,0 0 0,0 0 0,0-1 0,1 1 0,-1 0 0,0 0 0,0-1 0,0 1 0,1 0 0,-1 0 0,0-1 0,0 1 0,1 0 0,-1 0 0,0 0 0,0 0 0,1 0 0,-1-1 0,0 1 0,1 0 0,-1 0 0,0 0 0,1 0 0,-1 0 0,0 0 0,0 0 0,1 0 0,-1 0 0,0 0 0,1 0 0,-1 0 0,0 0 0,1 0 0,-1 0 0,0 1 0,0-1 0,1 0 0,-1 0 0,1 0 0,16 8 0,-14-7 0,115 64 0,19 9 0,504 201-701,-481-209 629,-130-54 72,182 85 0,-205-93 11,25 16-35,-30-19 32,-1 0 0,0 0 0,1 0 0,-1 1 0,0-1 0,0 0-1,0 0 1,1 1 0,-1-1 0,-1 1 0,1-1 0,0 1 0,0-1-1,0 1 1,-1 0 0,1-1 0,-1 3 0,0-4 14,0 1-1,0 0 1,0 0-1,0 0 1,0 0 0,-1-1-1,1 1 1,0 0-1,-1 0 1,1-1 0,0 1-1,-1 0 1,1-1-1,-1 1 1,1 0 0,-1-1-1,1 1 1,-1-1-1,0 1 1,1-1 0,-1 1-1,0-1 1,1 1-1,-1-1 1,0 0 0,0 1-1,1-1 1,-1 0 0,0 0-1,0 1 1,-1-1-1,-3 1-30,1-1 0,-1 1-1,1-1 1,-7 0-1,-8-3-612,-36-8-1,54 11 503,-22-6-6706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5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32 24575,'0'-1'0,"-1"0"0,1 1 0,0-1 0,0 1 0,-1-1 0,1 0 0,0 1 0,0-1 0,0 0 0,0 1 0,0-1 0,-1 0 0,1 0 0,0 1 0,1-1 0,-1 0 0,0 1 0,0-1 0,0 0 0,0 1 0,0-1 0,1 0 0,-1 1 0,0-1 0,1 0 0,0 0 0,0 0 0,0 0 0,0 0 0,0 1 0,0-1 0,0 0 0,0 1 0,1-1 0,-1 0 0,0 1 0,0 0 0,3-1 0,4-1 0,0 1 0,0 0 0,12 1 0,-15 0 0,262 13 0,-238-11 0,-12-1 0,-39-1 0,-230 9 0,219-6 0,0 1 0,1 2 0,-36 11 0,67-17 0,1 1 0,-1-1 0,0 0 0,0 0 0,0 0 0,1 1 0,-1-1 0,0 0 0,0 1 0,1-1 0,-1 1 0,0-1 0,1 1 0,-1-1 0,0 1 0,1-1 0,-1 1 0,1 0 0,-1-1 0,1 1 0,-1 0 0,1-1 0,0 1 0,-1 0 0,1 0 0,0-1 0,-1 1 0,1 0 0,0 1 0,0-1 0,1 0 0,-1 0 0,1 0 0,0 0 0,-1 0 0,1 0 0,0 0 0,-1 0 0,1 0 0,0 0 0,0 0 0,0 0 0,0-1 0,0 1 0,0 0 0,0-1 0,0 1 0,0-1 0,2 1 0,176 93 0,-176-93-97,0 1-1,0 0 1,0 0-1,0 1 1,0-1-1,0 0 1,-1 1-1,1 0 1,-1 0-1,0-1 1,1 2-1,-1-1 0,2 5 1,0 3-6729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6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24575,'0'-2'0,"2"-1"0,2 2 0,2 4 0,2 4 0,0 4 0,2 2 0,-2 1 0,1-1 0,-1-1 0,-3 0 0,2-1 0,-2-1 0,-1 0 0,2 0 0,-1-1 0,-1 2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314 188 24575,'0'-5'0,"0"0"0,0 0 0,0 0 0,-1 0 0,0 0 0,0 0 0,0 1 0,0-1 0,-1 0 0,0 1 0,0-1 0,0 1 0,-1-1 0,1 1 0,-1 0 0,0 0 0,0 0 0,0 0 0,-1 1 0,-5-6 0,-6-4 0,-1 1 0,0 0 0,-1 1 0,0 1 0,-1 1 0,-20-9 0,35 17 0,-1 1 0,1-1 0,0 0 0,-1 1 0,1 0 0,0 0 0,-1 0 0,1 0 0,-1 0 0,1 1 0,0-1 0,-1 1 0,1 0 0,0 0 0,0 0 0,0 1 0,0-1 0,-4 3 0,1 0 0,0 0 0,0 1 0,1 0 0,-1-1 0,1 2 0,0-1 0,-7 10 0,10-11 0,0 0 0,0 0 0,0 0 0,0 0 0,1 1 0,-1-1 0,1 0 0,0 1 0,1-1 0,-1 1 0,1-1 0,0 1 0,0-1 0,0 1 0,1 6 0,3 5 0,0 1 0,10 28 0,-6-24 0,90 216 0,-44-113 0,-14-31 0,39 146 0,-73-207 0,-4-22 0,-1-1 0,1 0 0,6 14 0,-8-22 0,0-1 0,0 0 0,0 0 0,0 0 0,0 0 0,0 0 0,0 0 0,0 0 0,0 0 0,0 1 0,0-1 0,0 0 0,0 0 0,0 0 0,0 0 0,0 0 0,0 0 0,0 0 0,0 0 0,0 0 0,0 1 0,0-1 0,0 0 0,0 0 0,1 0 0,-1 0 0,0 0 0,0 0 0,0 0 0,0 0 0,0 0 0,0 0 0,0 0 0,0 0 0,0 0 0,1 0 0,-1 0 0,0 0 0,0 0 0,0 0 0,0 0 0,0 0 0,0 0 0,0 0 0,0 0 0,1 0 0,-1 0 0,0 0 0,0 0 0,0 0 0,0 0 0,2-7 0,0-9 0,-2-53-1365,0 51-5461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77 24575,'-30'-10'0,"-15"-3"0,-2-2 0,1 1 0,7 4 0,4 2 0,6 4 0,6 2 0,3 1 0,4 2 0,1 2 0,1 1 0,3 2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24575,'-3'0'0,"2"2"0,1 4 0,1 3 0,2 3 0,1 1 0,3-1 0,-1 0 0,2 0 0,1-2 0,0 1 0,1-3 0,1-2 0,-2-2-8191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9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106 610 24575,'8'-31'0,"-2"-1"0,0 0 0,-3 0 0,0 0 0,-2-1 0,-2 1 0,-1 0 0,-1-1 0,-12-52 0,-40-96 0,42 150 0,12 29 0,0 0 0,0 0 0,0 1 0,0-1 0,-1 0 0,1 1 0,-1-1 0,1 1 0,-1-1 0,1 1 0,-1 0 0,0-1 0,-2 0 0,4 2 0,-1 0 0,0 0 0,1 0 0,-1 0 0,1 0 0,-1 0 0,0 0 0,1 0 0,-1 0 0,0 0 0,1 0 0,-1 0 0,1 1 0,-1-1 0,1 0 0,-1 0 0,0 1 0,1-1 0,-1 0 0,1 1 0,-1-1 0,1 1 0,0-1 0,-1 0 0,1 1 0,-1-1 0,1 1 0,0-1 0,-1 1 0,1 0 0,0-1 0,-1 1 0,1-1 0,0 1 0,0-1 0,0 1 0,0 0 0,0-1 0,0 1 0,0 1 0,-4 28 0,4-28 0,-1 37 0,2 0 0,2 0 0,12 63 0,-10-79 0,1-1 0,1 1 0,1-2 0,1 1 0,1-1 0,1 0 0,20 28 0,-23-38 0,1-1 0,0 1 0,1-2 0,0 1 0,1-1 0,0-1 0,12 8 0,-16-12 0,0 0 0,1 0 0,-1-1 0,1 0 0,0 0 0,0-1 0,0 0 0,1 0 0,-1-1 0,0 0 0,1 0 0,13-2 0,-20 1-76,1 0 1,-1 0-1,0-1 0,0 1 0,0-1 0,0 0 0,0 0 0,0 1 1,-1-1-1,1 0 0,0-1 0,0 1 0,-1 0 0,1 0 1,0-1-1,-1 1 0,2-3 0,3-5-6750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9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 24575,'-2'-26'0,"4"21"0,3 17 0,2 11 0,130 373 0,-127-371 0,2 0 0,0 0 0,2-2 0,21 29 0,-33-49-195,1 0 0,-1-1 0,1 1 0,0-1 0,-1 1 0,6 2 0,3 1-6631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9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27 24575,'-30'-5'0,"-12"-2"0,-5 1 0,4 1 0,4 1 0,6 4 0,6 3 0,5-1 0,7 1-8191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0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366 211 24575,'-54'-60'0,"-46"-50"0,96 106 0,-1-1 0,0 1 0,0 0 0,0 0 0,0 0 0,0 1 0,-1 0 0,-8-4 0,11 7 0,1-1 0,-1 0 0,0 1 0,0 0 0,0-1 0,1 1 0,-1 0 0,0 1 0,0-1 0,0 0 0,1 1 0,-1 0 0,0-1 0,1 1 0,-1 0 0,0 0 0,1 1 0,-1-1 0,1 0 0,-5 4 0,-13 9 0,10-8 0,0 1 0,1 1 0,-17 15 0,24-20 0,0-1 0,0 1 0,0 0 0,0 0 0,0 0 0,0 0 0,1 0 0,0 1 0,0-1 0,0 0 0,0 1 0,0-1 0,0 1 0,1-1 0,0 1 0,0-1 0,0 7 0,3 4 0,0 0 0,1 0 0,1 0 0,0 0 0,13 23 0,-3-5 0,25 57 0,-1-4 0,47 145 0,-48-65 0,-34-140 0,-1 1 0,-1-1 0,-2 1 0,-3 39 0,-2-50 0,1-13 0,1-9 0,1 1-108,1-1 0,1 0-1,-1-10 1,1 10-824,0-10-5894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0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383 117 24575,'-30'-13'0,"-16"-6"0,-1 0 0,1 0 0,5 4 0,3 5 0,6 3 0,5 1 0,6 1 0,3 2 0,6 3 0,1 3 0,3 2 0,3 4 0,4 2 0,6-1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24575,'-2'10'0,"-1"5"0,2 4 0,2 0 0,3-2 0,3-3 0,3 0 0,3-3 0,1-3 0,-2-3-8191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24575,'7'12'0,"4"5"-8191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179 688 24575,'5'-61'0,"-6"-114"0,-3 135 0,-1 1 0,-2 0 0,-25-74 0,-45-70 0,74 178 0,1 0 0,-1 0 0,0 1 0,-5-7 0,8 10 0,-1 1 0,1-1 0,0 1 0,-1 0 0,1-1 0,-1 1 0,1-1 0,0 1 0,-1-1 0,1 1 0,-1 0 0,1 0 0,-1-1 0,0 1 0,1 0 0,-1 0 0,1-1 0,-1 1 0,1 0 0,-1 0 0,0 0 0,1 0 0,-1 0 0,0 0 0,1 0 0,-1 0 0,1 0 0,-1 0 0,0 0 0,1 1 0,-1-1 0,1 0 0,-1 0 0,1 0 0,-1 1 0,1-1 0,-1 0 0,1 1 0,-1-1 0,1 1 0,-1-1 0,1 0 0,-1 1 0,1-1 0,0 1 0,-1-1 0,1 1 0,0-1 0,-1 1 0,1-1 0,0 2 0,-3 3 0,1 0 0,0 0 0,1 0 0,-1 0 0,1 0 0,0 0 0,0 9 0,0 40 0,2-32 0,-1 26 0,9 73 0,-6-104 0,0 1 0,2-1 0,0 0 0,0 0 0,2 0 0,0-1 0,14 23 0,-11-23 0,2-1 0,0 0 0,0-1 0,1 0 0,1 0 0,17 11 0,-20-16 0,1-1 0,1 0 0,-1-1 0,1 0 0,0-1 0,1-1 0,0 0 0,22 5 0,-31-10-114,0 1 1,0-1-1,-1 1 0,1-1 0,0-1 1,0 1-1,0-1 0,-1 0 0,1 0 1,0 0-1,7-3 0,1-3-6712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83 24575,'-1'-27'0,"0"18"0,1 0 0,0 0 0,0 0 0,2-11 0,6 36 0,40 152 0,14 47 0,-51-183 0,-1-3 0,1 0 0,1-1 0,16 28 0,-19-43-1365,0-4-5461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2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15 24575,'-25'-5'0,"-11"0"0,-5 2 0,3 2 0,3 2 0,7 2-8191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4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24575,'44'0'0,"54"1"0,-82 0 0,0 1 0,0 0 0,-1 2 0,17 4 0,-29-7 0,0 1 0,1-1 0,-1 1 0,0 0 0,1-1 0,-1 1 0,0 1 0,-1-1 0,1 0 0,0 1 0,-1-1 0,1 1 0,-1 0 0,0 0 0,4 5 0,-4-3 0,0 1 0,0-1 0,0 1 0,-1-1 0,1 1 0,-1 0 0,0-1 0,-1 1 0,0 6 0,-1 9 0,-1 0 0,-1-1 0,-1 1 0,-8 25 0,9-38 0,1 0 0,1 0 0,-1 1 0,1-1 0,1 0 0,0 1 0,0-1 0,1 11 0,0-14 0,1 0 0,-1 0 0,1 0 0,0-1 0,0 1 0,0 0 0,0-1 0,1 1 0,0-1 0,0 0 0,0 0 0,0 0 0,1-1 0,6 7 0,-3-5 17,0 0 0,0 0 1,1-1-1,-1 0 0,1 0 0,9 3 0,-15-6-70,1 0 0,-1 0 0,0-1 0,0 1 0,1-1 0,-1 1 0,0-1 0,1 0 0,-1 0 0,0 0 0,0 0 0,1 0-1,-1-1 1,0 1 0,1-1 0,-1 1 0,0-1 0,0 0 0,0 0 0,1 0 0,-1 0 0,0 0 0,0-1 0,-1 1 0,1 0 0,0-1 0,1-1 0,4-7-6773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4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0 298 24575,'48'-13'0,"-1"-2"0,76-34 0,-116 45 0,-1 0 0,1 0 0,-1 0 0,0-1 0,0 1 0,0-2 0,6-6 0,-9 8 0,0 1 0,-1-1 0,1 0 0,-1 0 0,0-1 0,0 1 0,0 0 0,-1-1 0,0 1 0,1 0 0,-2-1 0,2-9 0,-2 8 0,0 1 0,0-1 0,-1 0 0,1 1 0,-1-1 0,-1 0 0,1 1 0,-1 0 0,0-1 0,-3-5 0,3 8 0,1 0 0,-1 0 0,0 0 0,0 0 0,-1 1 0,1-1 0,-1 1 0,1-1 0,-1 1 0,0 0 0,1 0 0,-1 0 0,0 0 0,-1 0 0,1 1 0,0 0 0,-7-2 0,6 1 0,-1 1 0,1 1 0,-1-1 0,0 1 0,1 0 0,-1 0 0,0 0 0,1 0 0,-1 1 0,1 0 0,-1 0 0,1 0 0,-1 1 0,-4 1 0,6-1 0,0 0 0,1-1 0,-1 1 0,0 0 0,1 1 0,-1-1 0,1 0 0,0 1 0,0-1 0,0 1 0,0 0 0,0 0 0,1 0 0,-1 0 0,1 0 0,0 0 0,0 0 0,0 0 0,0 0 0,0 5 0,0-1 0,0-1 0,1 1 0,0-1 0,0 1 0,1-1 0,-1 1 0,2-1 0,-1 1 0,1-1 0,-1 0 0,2 0 0,3 8 0,-1-4 0,1-1 0,0 1 0,1-1 0,0 0 0,1 0 0,10 8 0,1 2 0,1-2 0,1-1 0,26 16 0,-37-25 0,1-2 0,0 0 0,0 0 0,0-1 0,1 0 0,0-1 0,-1 0 0,1-1 0,14 1 0,-10-2 0,1 0 0,-1-2 0,0 0 0,0-1 0,31-7 0,-42 7 0,0 1 0,-1-1 0,1 0 0,-1-1 0,0 1 0,0-1 0,0 1 0,0-1 0,0-1 0,5-4 0,-7 5 0,0 0 0,0 0 0,0 0 0,0-1 0,-1 1 0,1 0 0,-1-1 0,0 1 0,0-1 0,0 1 0,0-1 0,-1 1 0,1-1 0,-1 0 0,0-6 0,-1 6 0,1 0 0,-1 0 0,1 0 0,-1 0 0,-1 0 0,1 0 0,0 0 0,-1 0 0,0 1 0,0-1 0,0 1 0,-3-5 0,-3-1 0,1 1 0,-1 0 0,-10-7 0,11 10 0,1-1 0,-1 0 0,1 0 0,0 0 0,1-1 0,-8-12 0,11 17 0,1 0 0,0 0 0,0 0 0,1 0 0,-1 0 0,0 0 0,1 0 0,-1 0 0,1-1 0,-1 1 0,1 0 0,0 0 0,0 0 0,0-1 0,0 1 0,1 0 0,-1 0 0,1-1 0,-1 1 0,1 0 0,0 0 0,0 0 0,1-3 0,1 2 0,-1 0 0,0 1 0,1-1 0,-1 1 0,1 0 0,-1 0 0,1 0 0,0 0 0,0 0 0,0 1 0,0 0 0,0-1 0,1 1 0,-1 0 0,4 0 0,-1-1 11,0 1 0,-1 1 0,1-1 1,0 1-1,0 0 0,0 1 0,0-1 0,0 1 0,9 3 0,2 1-612,30 14 1,-43-17 325,9 4-6551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5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62 24575,'-8'-5'0,"-2"-2"0,-1 0 0,1 1 0,-1 1 0,-1 0 0,1 0 0,-1 1 0,-17-3 0,27 6 0,1 1 0,0 0 0,-1 0 0,1 0 0,0 0 0,0 0 0,-1 0 0,1 0 0,0 0 0,-1 0 0,1 1 0,0-1 0,0 0 0,-1 1 0,1-1 0,0 1 0,0 0 0,0-1 0,0 1 0,0 0 0,0 0 0,0 0 0,-2 1 0,2 0 0,1-1 0,-1 1 0,0 0 0,0 0 0,1 0 0,-1-1 0,1 1 0,-1 0 0,1 0 0,0 0 0,0 0 0,0 0 0,0 4 0,2 2 0,-1 0 0,1 0 0,0 0 0,0-1 0,1 1 0,6 10 0,-1-4 0,1-1 0,1 0 0,1-1 0,-1 0 0,2 0 0,0-1 0,0-1 0,1 0 0,0-1 0,23 13 0,-29-19 0,0 0 0,0 0 0,1-1 0,-1 1 0,1-2 0,-1 1 0,1-1 0,0 0 0,0-1 0,8 0 0,-13 0 0,0 0 0,0-1 0,0 1 0,0-1 0,0 0 0,0 1 0,0-1 0,0-1 0,-1 1 0,1 0 0,0-1 0,-1 1 0,1-1 0,-1 0 0,1 0 0,-1 0 0,0 0 0,0 0 0,0 0 0,0-1 0,0 1 0,-1-1 0,1 1 0,-1-1 0,1 0 0,-1 1 0,2-7 0,-2 3 0,0 0 0,-1 0 0,1 0 0,-1 0 0,0 1 0,-1-1 0,1 0 0,-1 0 0,-1 0 0,1 0 0,-1 1 0,0-1 0,0 1 0,-3-7 0,-2 0 0,1 0 0,-2 1 0,0-1 0,-18-19 0,22 27 12,-1-1 0,0 2 0,1-1 0,-1 0 0,0 1 0,-1 0 0,1 0 0,-1 1 0,-9-4 0,5 3-309,-1 0 0,0 1 0,0 1 0,-14-1 0,8 2-6529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91 24575,'131'344'0,"-129"-340"0,10 29 0,-11-31 0,0 1 0,-1-1 0,1 1 0,-1-1 0,0 1 0,0-1 0,0 1 0,0-1 0,0 1 0,0-1 0,-1 3 0,0-4 0,1-1 0,0 1 0,0-1 0,-1 1 0,1-1 0,0 0 0,-1 1 0,1-1 0,0 1 0,-1-1 0,1 0 0,-1 1 0,1-1 0,0 0 0,-1 0 0,1 1 0,-1-1 0,1 0 0,-1 0 0,1 0 0,-1 1 0,1-1 0,-1 0 0,1 0 0,-1 0 0,1 0 0,-1 0 0,1 0 0,-1 0 0,0 0 0,1 0 0,-1-1 0,1 1 0,-1 0 0,1 0 0,-1 0 0,1 0 0,0-1 0,-1 1 0,1 0 0,-1-1 0,0 0 0,-20-14 0,4-2 0,1-1 0,1-1 0,0-1 0,1 0 0,1 0 0,2-1 0,0-1 0,1 0 0,0-1 0,2 0 0,-8-36 0,12 39 0,1 0 0,-1-29 0,4 42 0,0 1 0,0-1 0,1 1 0,0-1 0,0 1 0,1-1 0,-1 1 0,1 0 0,1 0 0,-1 0 0,6-9 0,-6 12 0,0 0 0,0 1 0,0-1 0,0 1 0,1 0 0,-1 0 0,1 0 0,-1 0 0,1 0 0,0 1 0,0-1 0,0 1 0,0-1 0,4 0 0,-2 1 0,0 0 0,0 0 0,0 1 0,1-1 0,-1 1 0,0 0 0,0 1 0,7 1 0,0 0 0,-1 2 0,0-1 0,0 1 0,0 1 0,0 0 0,-1 1 0,12 7 0,-15-8 0,0 0 0,-1 1 0,1-1 0,-1 1 0,0 0 0,-1 1 0,9 12 0,-13-17 0,1 0 0,-2 0 0,1 0 0,0 0 0,0 0 0,-1 0 0,1 0 0,-1 0 0,1 0 0,-1 0 0,0 0 0,0 0 0,0 0 0,0 1 0,0-1 0,-1 0 0,1 0 0,0 0 0,-1 0 0,0 0 0,1 0 0,-1 0 0,0 0 0,0 0 0,0 0 0,0-1 0,-1 1 0,1 0 0,0-1 0,-1 1 0,1-1 0,-1 1 0,0-1 0,1 0 0,-1 1 0,-2 0 0,-2 1 0,0 0 0,1 0 0,-1 0 0,-1-1 0,1 0 0,0 0 0,-1 0 0,1-1 0,-13 1 0,-7-1 0,-30-2 0,25 0 0,10 1-71,10 0-253,1 0 1,0 0-1,-18-4 1,18 1-6503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6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24575,'60'261'0,"-50"-230"0,1 0 0,2 0 0,1-1 0,1-1 0,1 0 0,23 29 0,-28-44 0,19 18 0,-28-29 0,1 0 0,1 0 0,-1-1 0,0 1 0,1-1 0,-1 0 0,1 0 0,0 0 0,0 0 0,0-1 0,0 1 0,5 0 0,-8-2 0,0 0 0,-1 0 0,1 0 0,0 0 0,0 0 0,0 0 0,0 0 0,0 0 0,-1 0 0,1-1 0,0 1 0,0 0 0,0-1 0,0 1 0,-1 0 0,1-1 0,0 1 0,-1-1 0,1 1 0,0-1 0,-1 0 0,1 1 0,1-2 0,-1 0 0,0 0 0,0 0 0,0 0 0,-1 0 0,1 0 0,0 0 0,-1-1 0,1 1 0,-1-3 0,1-3 0,-1-1 0,0 1 0,-1-1 0,-1-8 0,-1 5 0,0 0 0,-6-15 0,-4-10 0,13 37 0,0 0 0,0-1 0,0 1 0,-1 0 0,1 0 0,0 0 0,0-1 0,0 1 0,0 0 0,0 0 0,0 0 0,0-1 0,0 1 0,0 0 0,0 0 0,0-1 0,0 1 0,0 0 0,0 0 0,0 0 0,0-1 0,0 1 0,1 0 0,-1 0 0,0 0 0,0-1 0,0 1 0,0 0 0,0 0 0,0 0 0,1 0 0,-1-1 0,0 1 0,0 0 0,0 0 0,8 2 0,9 10 0,17 18 0,-13-10 0,1-2 0,1 0 0,38 22 0,-54-36 0,1 0 0,-1-1 0,1 0 0,0 0 0,0-1 0,0 0 0,0 0 0,1-1 0,-1 0 0,0 0 0,0-1 0,1 0 0,-1-1 0,0 0 0,0 0 0,1-1 0,7-2 0,-9 2 0,0-1 0,0 0 0,-1 0 0,1 0 0,-1-1 0,0 0 0,0 0 0,11-10 0,-14 11 0,1-1 0,-1-1 0,0 1 0,0 0 0,0-1 0,-1 1 0,0-1 0,0 0 0,0 0 0,0 0 0,-1 0 0,0 0 0,1-6 0,0-3 0,-1 0 0,0 0 0,-1 1 0,0-1 0,-2 0 0,-4-23 0,5 31 0,-1 1 0,1-1 0,-2 0 0,1 1 0,-1-1 0,1 1 0,-2 0 0,1 0 0,0 0 0,-1 0 0,0 1 0,0 0 0,0-1 0,-1 1 0,0 1 0,1-1 0,-11-5 0,13 8 0,1 0 0,-1 0 0,0 1 0,1-1 0,-1 0 0,0 1 0,0-1 0,1 1 0,-1 0 0,0 0 0,0-1 0,0 1 0,0 0 0,1 1 0,-1-1 0,0 0 0,0 0 0,0 1 0,1-1 0,-4 2 0,3-1 0,0 1 0,1-1 0,-1 0 0,1 0 0,0 1 0,-1-1 0,1 1 0,0-1 0,0 1 0,0 0 0,0 0 0,0-1 0,0 1 0,1 0 0,-1 0 0,1 0 0,-1 0 0,1 0 0,-1 3 0,0 8 0,0 0 0,1 0 0,0 0 0,1 0 0,0 0 0,7 24 0,-3-19 0,1-1 0,1 1 0,0-1 0,13 20 0,-15-28 0,17 27 0,-20-34 0,0 1 0,0-1 0,0 0 0,0 0 0,1 0 0,-1 0 0,0 0 0,1 0 0,-1-1 0,6 3 0,-7-3 0,0-1 0,0 0 0,0 0 0,0 0 0,-1 1 0,1-1 0,0 0 0,0 0 0,0 0 0,0-1 0,0 1 0,-1 0 0,1 0 0,0 0 0,0 0 0,0-1 0,0 1 0,-1 0 0,1-1 0,0 1 0,0-1 0,0 0 0,1 0 0,0-1 0,-1 0 0,1 0 0,-1 0 0,1 1 0,-1-1 0,0 0 0,1-3 0,2-3 0,-1 0 0,0 0 0,2-13 0,-3 9 0,0 0 0,-1 0 0,-2-19 0,3-17 0,-2 48 0,0-1 0,-1 1 0,1 0 0,0 0 0,0 0 0,0-1 0,0 1 0,0 0 0,0 0 0,0 0 0,0 0 0,0-1 0,0 1 0,1 0 0,-1 0 0,0 0 0,0-1 0,0 1 0,0 0 0,0 0 0,0 0 0,0 0 0,0-1 0,0 1 0,1 0 0,-1 0 0,0 0 0,0 0 0,0 0 0,0 0 0,0 0 0,1-1 0,-1 1 0,0 0 0,0 0 0,0 0 0,0 0 0,1 0 0,-1 0 0,6 6 0,3 15 0,-9-21 0,16 39 0,29 54 0,-39-84-1365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24575,'-1'1'0,"-1"-1"0,0 1 0,1 0 0,-1 0 0,1 0 0,-1 0 0,1 0 0,-1 0 0,1 0 0,0 0 0,-1 0 0,1 1 0,0-1 0,0 0 0,0 1 0,0-1 0,0 1 0,0-1 0,1 1 0,-1 0 0,0-1 0,1 1 0,-1 0 0,1-1 0,0 1 0,-1 0 0,1 0 0,0-1 0,0 1 0,0 0 0,0 0 0,1 0 0,-1 2 0,3 6 0,-1 0 0,1 0 0,1 0 0,7 14 0,-8-17 0,23 42 0,1 0 0,46 59 0,-69-103 0,-2-1 0,1 1 0,0 0 0,-1 0 0,0 0 0,0 0 0,0 0 0,1 9 0,-3-12 0,1-1 0,-1 1 0,0 0 0,0-1 0,0 1 0,0 0 0,-1-1 0,1 1 0,0-1 0,-1 1 0,1 0 0,-1-1 0,0 1 0,1-1 0,-1 1 0,0-1 0,0 0 0,0 1 0,0-1 0,0 0 0,0 1 0,0-1 0,0 0 0,-1 0 0,1 0 0,0 0 0,-1 0 0,1 0 0,-1-1 0,1 1 0,-1 0 0,-1 0 0,-4 1 0,1-1 0,-1 1 0,1-1 0,-1-1 0,0 1 0,0-1 0,0 0 0,1-1 0,-1 1 0,-10-4 0,3 1 0,2-1 0,-1 0 0,0-1 0,-16-9 0,28 13 0,-1 0 0,1 1 0,0-1 0,0 0 0,0 0 0,-1 0 0,1 0 0,0 0 0,0 0 0,-1-2 0,2 2 0,-1 1 0,1-1 0,0 0 0,0 1 0,0-1 0,-1 1 0,1-1 0,0 1 0,0-1 0,0 1 0,0-1 0,0 0 0,0 1 0,0-1 0,0 1 0,0-1 0,0 1 0,1-1 0,-1-1 0,1 1 0,1-1 0,-1 0 0,0 1 0,1-1 0,-1 1 0,1-1 0,-1 1 0,1 0 0,0 0 0,0 0 0,0 0 0,-1 0 0,1 0 0,3-1 0,22-7 0,0 1 0,50-7 0,-14 3 0,-38 6 0,4 1 0,32-13 0,-54 16 0,1-1 0,-1 0 0,0-1 0,0 0 0,-1 0 0,1 0 0,-1-1 0,0 0 0,8-8 0,-12 10 0,1 0 0,-1 0 0,0-1 0,-1 1 0,1-1 0,-1 1 0,1-1 0,-1 0 0,0 1 0,0-1 0,-1 0 0,1 0 0,-1 0 0,0 0 0,0 0 0,0 1 0,-1-1 0,1 0 0,-1 0 0,0 0 0,0 1 0,0-1 0,0 0 0,-1 1 0,0-1 0,1 1 0,-4-5 0,4 6 0,-1-1 0,0 0 0,0 1 0,0-1 0,0 1 0,0 0 0,-1-1 0,1 1 0,0 0 0,-1 0 0,0 1 0,1-1 0,-1 0 0,0 1 0,0 0 0,0 0 0,0 0 0,0 0 0,0 0 0,0 0 0,-1 1 0,1 0 0,0-1 0,0 1 0,0 0 0,-1 1 0,1-1 0,0 0 0,0 1 0,0 0 0,0 0 0,-6 2 0,6-1 0,0 0 0,0 0 0,1 0 0,-1 0 0,1 1 0,-1-1 0,1 1 0,0 0 0,0-1 0,0 1 0,0 0 0,1 0 0,-1 0 0,1 0 0,0 0 0,0 1 0,0-1 0,0 0 0,0 1 0,1-1 0,-1 0 0,1 1 0,0 5 0,0-2 0,1 0 0,-1 0 0,1 0 0,0 0 0,1-1 0,0 1 0,0 0 0,0-1 0,1 0 0,6 12 0,-3-9 0,1-1 0,0 0 0,1-1 0,0 0 0,0 0 0,0-1 0,1 1 0,0-2 0,0 1 0,14 4 0,-6-2 0,0-2 0,1 0 0,-1-1 0,1-1 0,22 3 0,5-4-20,54-3-1,-47-1-1303,-39 0-5502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8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200 148 24575,'-42'-44'0,"24"24"0,0 1 0,-39-30 0,55 47 0,-1 0 0,1 1 0,-1-1 0,0 1 0,0-1 0,1 1 0,-1 0 0,0 0 0,0 0 0,0 0 0,-6 0 0,8 1 0,0 0 0,0 1 0,0-1 0,0 0 0,0 1 0,0-1 0,0 0 0,0 1 0,0-1 0,0 1 0,0 0 0,0-1 0,0 1 0,0 0 0,1-1 0,-1 1 0,0 0 0,0 0 0,1 0 0,-1 0 0,0 0 0,1 0 0,-1 0 0,1 0 0,0 0 0,-1 0 0,1 0 0,0 0 0,-1 0 0,1 0 0,0 0 0,0 3 0,-2 9 0,1 0 0,1 1 0,0-1 0,1 0 0,4 22 0,19 67 0,-21-94 0,21 72 0,61 132 0,56 66 0,-121-243 0,-10-19 0,-1 1 0,10 25 0,-18-41 0,-1 0 0,0 0 0,1 0 0,-1 0 0,0 0 0,0 0 0,1 0 0,-1 0 0,0 0 0,0 0 0,0 0 0,0 0 0,-1 0 0,1 0 0,0 0 0,0 0 0,0 0 0,-1 1 0,0-2 0,1 1 0,0-1 0,-1 1 0,1-1 0,-1 0 0,1 1 0,-1-1 0,1 0 0,-1 1 0,0-1 0,1 0 0,-1 0 0,1 1 0,-1-1 0,0 0 0,1 0 0,-1 0 0,1 0 0,-1 0 0,0 0 0,0 0 0,-3 0 0,0-1 0,0 0 0,0 0 0,1 0 0,-1 0 0,0-1 0,-4-2 0,-6-4 17,1 0 0,0-2 1,1 1-1,0-2 0,0 1 0,-17-23 0,9 7-512,1 0 0,-19-36 0,29 46-6331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8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24575,'76'-5'0,"87"-11"0,-155 14 0,1 1 0,-1-1 0,0-1 0,0 1 0,0-1 0,0-1 0,0 0 0,-1 0 0,0 0 0,0-1 0,0 0 0,7-6 0,-14 11 0,1-1 0,0 0 0,0 0 0,-1 0 0,1 1 0,0-1 0,0 1 0,0-1 0,0 1 0,0-1 0,0 1 0,0-1 0,0 1 0,0 0 0,0-1 0,2 1 0,-2 0 0,0 0 0,0 0 0,-1 1 0,1-1 0,0 0 0,0 0 0,-1 1 0,1-1 0,0 1 0,-1-1 0,1 0 0,0 1 0,-1-1 0,1 1 0,-1-1 0,1 1 0,-1 0 0,1 0 0,3 4 0,-2 1 0,1-1 0,0 1 0,-1-1 0,2 8 0,2 5 0,-1-7 0,1-1 0,0 0 0,1 0 0,-1 0 0,11 9 0,-17-19-3,0 0 0,0 1 0,0-1 0,1 0 0,-1 1 0,0-1 0,0 0 0,1 0 0,-1 1 0,0-1 0,0 0 0,1 0 0,-1 0 0,0 1 0,1-1 0,-1 0 0,0 0 0,1 0 0,-1 0 0,0 0 0,1 0 0,-1 0 0,0 1 0,1-1 0,0-8 190,-8-12-1664,1 8-5349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8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24575,'5'-2'0,"1"1"0,1 4 0,-5 1 0,-1 2 0,-2 3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1 609 24575,'27'-5'0,"39"-11"0,-55 12 0,-1 1 0,-1-2 0,1 1 0,0-1 0,-1-1 0,16-11 0,-21 13 0,-1 0 0,1-1 0,-1 1 0,1-1 0,-1 0 0,0 0 0,-1 0 0,1 0 0,-1 0 0,0 0 0,-1-1 0,1 1 0,-1-1 0,0 1 0,0-1 0,-1 0 0,0 1 0,0-10 0,-2-7 0,0 0 0,-2 0 0,-7-28 0,2 16 0,-2 1 0,-1 0 0,-1 1 0,-2 0 0,-1 1 0,-2 1 0,0 0 0,-27-30 0,45 59 0,0 1 0,0-1 0,-1 1 0,1 0 0,0-1 0,0 1 0,-1 0 0,1-1 0,0 1 0,0 0 0,-1 0 0,1-1 0,0 1 0,-1 0 0,1 0 0,-1-1 0,1 1 0,0 0 0,-1 0 0,1 0 0,-1 0 0,1-1 0,0 1 0,-1 0 0,1 0 0,-1 0 0,1 0 0,-1 0 0,1 0 0,0 0 0,-1 0 0,1 1 0,-1-1 0,1 0 0,-1 0 0,1 0 0,0 0 0,-1 0 0,1 1 0,0-1 0,-1 0 0,1 0 0,-1 1 0,1-1 0,0 0 0,0 1 0,-1-1 0,1 0 0,0 1 0,0-1 0,-1 0 0,1 1 0,0-1 0,0 1 0,0-1 0,-1 0 0,1 1 0,0-1 0,0 1 0,0-1 0,0 1 0,-6 29 0,6-30 0,-1 18 0,1-1 0,1 1 0,0-1 0,1 0 0,4 18 0,3 0 0,18 48 0,-14-51 0,1-1 0,2 0 0,1-1 0,37 50 0,-39-61 0,0-1 0,2 0 0,0-2 0,1 0 0,0 0 0,2-2 0,35 21 0,-49-32 0,-1-1 0,1 1 0,0-1 0,0 0 0,0 0 0,0-1 0,7 1 0,-11-2 0,-1 1 0,0-1 0,1 0 0,-1 0 0,1-1 0,-1 1 0,1 0 0,-1 0 0,1-1 0,-1 1 0,1-1 0,-1 1 0,0-1 0,1 0 0,-1 1 0,0-1 0,1 0 0,-1 0 0,0 0 0,0 0 0,0 0 0,0 0 0,0 0 0,0 0 0,0-1 0,0 1 0,-1 0 0,1-1 0,0 1 0,-1 0 0,1-1 0,-1 1 0,1-1 0,-1-1 0,2-6-341,-1 1 0,-1 0-1,0-10 1,-1 5-6485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0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24575,'132'354'0,"-105"-290"0,22 49 0,-63-134 0,0 0 0,0 1 0,-34-33 0,45 50 0,0 0 0,1-1 0,-1 1 0,1 0 0,-1-1 0,-2-5 0,5 9 0,0-1 0,-1 1 0,1-1 0,0 1 0,0-1 0,0 1 0,0-1 0,0 1 0,0-1 0,0 1 0,-1-1 0,1 1 0,1-1 0,-1 0 0,0 1 0,0-1 0,0 1 0,0-1 0,0 1 0,0-1 0,1 1 0,-1-1 0,1 0 0,0 1 0,-1-1 0,1 1 0,0-1 0,0 1 0,0 0 0,-1-1 0,1 1 0,0 0 0,0 0 0,0-1 0,0 1 0,0 0 0,-1 0 0,1 0 0,0 0 0,0 0 0,0 0 0,1 1 0,10 1 0,1 0 0,-1 2 0,0-1 0,12 6 0,20 6 0,-12-7 0,61 8 0,-77-15 0,0 0 0,0-1 0,1-1 0,-1 0 0,28-6 0,-41 6 0,-1 0 0,1 1 0,-1-1 0,1 0 0,-1 0 0,1 0 0,-1-1 0,0 1 0,1 0 0,-1-1 0,0 0 0,0 1 0,0-1 0,0 0 0,0 0 0,-1 0 0,1 0 0,-1 0 0,1-1 0,-1 1 0,0 0 0,0-1 0,0 1 0,0-1 0,0 0 0,0 1 0,-1-1 0,1 1 0,-1-1 0,0 0 0,0 1 0,0-1 0,0-5 0,-1 2 0,0 0 0,-1 1 0,0-1 0,1 0 0,-2 1 0,1-1 0,-1 1 0,0-1 0,0 1 0,0 0 0,0 0 0,-1 1 0,0-1 0,-6-4 0,6 5 0,0 1 0,0 0 0,0 0 0,-1 1 0,1-1 0,-1 1 0,1 0 0,-1 0 0,0 1 0,0-1 0,0 1 0,-6-1 0,9 2 0,0 0 0,0 0 0,0 0 0,0 1 0,0-1 0,0 0 0,0 1 0,0-1 0,0 1 0,0 0 0,0-1 0,0 1 0,0 0 0,0 0 0,0 1 0,1-1 0,-1 0 0,0 0 0,1 1 0,-1-1 0,1 1 0,0 0 0,-1-1 0,1 1 0,0 0 0,0 0 0,0-1 0,0 1 0,1 0 0,-1 0 0,0 0 0,0 3 0,-1 3 0,1 0 0,0 0 0,0 0 0,0 1 0,1-1 0,1 0 0,-1 1 0,1-1 0,4 13 0,-1-4 0,2 0 0,0-1 0,13 25 0,-14-32 0,1 1 0,0-2 0,0 1 0,1-1 0,1 0 0,-1 0 0,1-1 0,0 0 0,1 0 0,-1-1 0,1 0 0,1-1 0,-1 0 0,1 0 0,0-1 0,0 0 0,0-1 0,0 0 0,1-1 0,12 2 0,-10-3 0,1-1 0,-1 0 0,1-1 0,-1-1 0,1 0 0,-1-1 0,18-6 0,-22 6 0,0-1 0,-1 0 0,1-1 0,-1 0 0,0 0 0,0-1 0,0 0 0,-1 0 0,0-1 0,0 0 0,6-8 0,-7 6 0,0 1 0,-1-1 0,0 0 0,0 0 0,-1 0 0,-1-1 0,1 0 0,3-16 0,-5 10 0,0 0 0,-1 0 0,0 0 0,-4-30 0,-1 26 120,4 20-162,0-1-1,0 1 1,0-1-1,0 1 1,0-1-1,-1 1 1,1 0 0,0-1-1,0 1 1,-1-1-1,1 1 1,0-1-1,-1 1 1,1 0 0,0-1-1,-1 1 1,1 0-1,-1-1 1,1 1-1,0 0 1,-1-1 0,1 1-1,-1 0 1,1 0-1,-1 0 1,1 0-1,-1-1 1,1 1 0,-1 0-1,1 0 1,-1 0-1,1 0 1,-1 0-1,0 0 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0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24575,'8'15'0,"4"8"0,1 2 0,1-1 0,0-1 0,-3-3 0,1-2 0,-3-1 0,0-4 0,-2-2 0,-2-5 0,-1-6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0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24575,'5'8'0,"1"2"-8191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1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24575,'3'11'0,"0"0"0,0 0 0,1-1 0,1 1 0,0-1 0,0 0 0,1-1 0,1 1 0,-1-1 0,1 0 0,1-1 0,0 0 0,0 0 0,12 9 0,-18-16 0,-1 0 0,0 0 0,1 0 0,-1 0 0,0-1 0,1 1 0,-1 0 0,1-1 0,-1 1 0,1-1 0,-1 0 0,1 1 0,-1-1 0,1 0 0,0 0 0,-1 0 0,1 0 0,-1 0 0,1 0 0,-1-1 0,4 0 0,-4 0 0,1 0 0,-1 0 0,1 0 0,-1 0 0,0-1 0,1 1 0,-1 0 0,0-1 0,0 1 0,0-1 0,0 1 0,0-1 0,0 0 0,0 1 0,0-4 0,2-4 0,-1-1 0,0 0 0,0 0 0,-1 1 0,0-17 0,-1 24 0,0-6 0,0 0 0,0 0 0,4-15 0,-4 22 0,1-1 0,-1 1 0,1 0 0,-1-1 0,1 1 0,-1 0 0,1 0 0,0-1 0,0 1 0,-1 0 0,1 0 0,0 0 0,1-1 0,-1 2 0,0-1 0,0 1 0,-1 0 0,1-1 0,0 1 0,0 0 0,0 0 0,-1-1 0,1 1 0,0 0 0,0 0 0,0 0 0,0 0 0,-1 0 0,1 0 0,0 1 0,0-1 0,0 0 0,-1 0 0,1 0 0,0 1 0,0-1 0,0 0 0,0 1 0,5 3 0,-1 0 0,0 0 0,0 1 0,-1 0 0,1 0 0,-1 0 0,0 0 0,7 11 0,8 10 0,-3-7 0,1 0 0,0-2 0,2 0 0,29 21 0,-36-30-1365,-2 0-5461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1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46 24575,'-4'-5'0,"1"1"0,-1-1 0,0 1 0,0 0 0,0 1 0,0-1 0,-1 1 0,0 0 0,-5-3 0,8 5 0,0 0 0,1 0 0,-1 1 0,0-1 0,0 1 0,0-1 0,0 1 0,0 0 0,0 0 0,0 0 0,0 0 0,0 0 0,0 1 0,0-1 0,0 0 0,0 1 0,0 0 0,0-1 0,0 1 0,1 0 0,-1 0 0,0 0 0,0 0 0,1 0 0,-1 0 0,1 1 0,-1-1 0,-1 2 0,1 0 0,-1-1 0,1 0 0,0 1 0,0 0 0,0-1 0,0 1 0,1 0 0,-1 0 0,1 0 0,0 0 0,0 0 0,0 0 0,0 0 0,0 4 0,1-5 0,0 1 0,0-1 0,0 1 0,1-1 0,-1 1 0,1-1 0,-1 0 0,1 1 0,0-1 0,0 0 0,0 0 0,0 0 0,1 0 0,-1 0 0,1 0 0,-1 0 0,1 0 0,-1 0 0,4 2 0,0 1 0,1-1 0,1 1 0,-1-1 0,0 0 0,1-1 0,0 1 0,0-1 0,0-1 0,1 1 0,9 1 0,-14-3 0,0-1 0,-1 0 0,1 0 0,0 0 0,0 0 0,-1 0 0,1 0 0,0-1 0,0 1 0,-1-1 0,1 0 0,-1 0 0,5-2 0,-5 2 0,0 0 0,0-1 0,-1 1 0,1-1 0,-1 0 0,1 1 0,-1-1 0,1 0 0,-1 0 0,0 0 0,0 0 0,0 0 0,0 0 0,0 0 0,0 0 0,-1-1 0,1 1 0,0-4 0,-1 4 0,0 0 0,1 1 0,-1-1 0,0 0 0,0 1 0,0-1 0,0 0 0,0 1 0,0-1 0,-1 0 0,1 1 0,0-1 0,-1 0 0,0 1 0,1-1 0,-2-2 0,2 4 0,-1 0 0,1 0 0,0 0 0,0 0 0,0 0 0,0 0 0,-1 0 0,1 0 0,0 0 0,0 0 0,0 0 0,-1 0 0,1 0 0,0 0 0,0 0 0,0 0 0,0 0 0,-1 0 0,1 0 0,0 0 0,0 0 0,0 0 0,0 0 0,-1 0 0,1 0 0,0 1 0,0-1 0,0 0 0,0 0 0,0 0 0,0 0 0,-1 0 0,1 0 0,0 1 0,0-1 0,0 0 0,0 0 0,0 0 0,0 0 0,0 1 0,0-1 0,0 0 0,0 0 0,0 0 0,0 0 0,0 1 0,0-1 0,0 0 0,0 0 0,-3 11 0,1 8 0,1 0 0,1 0 0,1 0 0,6 37 0,23 75 0,-22-98 0,57 241 0,-64-268 0,0 0 0,0 0 0,0-1 0,-1 1 0,0 0 0,0 0 0,-3 10 0,3-14 0,0 0 0,-1 0 0,0 0 0,0 0 0,1 0 0,-1 0 0,0 0 0,-1 0 0,1 0 0,0-1 0,0 1 0,-1-1 0,1 1 0,-1-1 0,1 1 0,-1-1 0,0 0 0,0 1 0,1-1 0,-1 0 0,0 0 0,0-1 0,0 1 0,-3 1 0,-4-1 0,0 1 0,-1-1 0,1-1 0,0 0 0,-1 0 0,1-1 0,0 0 0,0 0 0,-1-1 0,1 0 0,-14-6 0,4 0 0,0 0 0,1-2 0,0 0 0,-20-15 0,31 20 0,1 0 0,-1 0 0,1-1 0,0 0 0,1 0 0,-8-10 0,12 14 0,0 0 0,-1 1 0,2-1 0,-1 0 0,0 0 0,0 1 0,0-1 0,1 0 0,-1 0 0,1 0 0,0 0 0,-1 0 0,1 0 0,0 0 0,0 0 0,0 0 0,0 0 0,1 0 0,-1 0 0,1 0 0,-1 0 0,1 1 0,-1-1 0,1 0 0,0 0 0,0 0 0,0 1 0,0-1 0,0 0 0,0 1 0,1-1 0,1-1 0,2-1 7,0 0-1,0 0 1,0 1 0,0-1-1,1 1 1,-1 1-1,1-1 1,0 1 0,0 0-1,0 0 1,0 0-1,9 0 1,7 0-241,-1 0 1,28 3-1,-28 0-516,-1-1-6076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8 24575,'0'-1'0,"0"1"0,0 0 0,0 0 0,0-1 0,0 1 0,0 0 0,0 0 0,0-1 0,-1 1 0,1 0 0,0 0 0,0-1 0,0 1 0,0 0 0,0 0 0,0-1 0,0 1 0,-1 0 0,1 0 0,0 0 0,0-1 0,0 1 0,-1 0 0,1 0 0,0 0 0,0 0 0,0 0 0,-1-1 0,1 1 0,0 0 0,0 0 0,-1 0 0,1 0 0,-12 2 0,-8 9 0,15-7 0,0 1 0,1 0 0,0 0 0,0 0 0,0 0 0,0 1 0,1 0 0,0 0 0,0 0 0,1 0 0,0 0 0,0 0 0,0 1 0,-1 11 0,0 8 0,1 0 0,3 38 0,0-32 0,-1 9 0,7 44 0,-5-71 0,1-1 0,0 1 0,1-1 0,0 0 0,1 0 0,1 0 0,8 13 0,-2-6 0,2-1 0,0-1 0,1 0 0,1-1 0,0 0 0,20 13 0,-22-18 0,2-1 0,0 0 0,0-2 0,1 0 0,0 0 0,0-2 0,35 10 0,-44-15 30,1 0 0,0-1 0,17 1 0,-23-2-108,-1 0 0,1 0 0,-1 0-1,1 0 1,-1-1 0,1 0 0,-1 1 0,0-1 0,1 0-1,-1 0 1,0 0 0,0 0 0,0 0 0,0-1 0,0 1-1,0-1 1,0 1 0,3-4 0,1-5-6748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42 24575,'3'-2'0,"1"0"0,-1 0 0,1 0 0,-1 1 0,1-1 0,-1 1 0,1 0 0,0 0 0,0 0 0,4 0 0,-6 1 0,0 0 0,0 0 0,0 0 0,0 1 0,0-1 0,0 0 0,-1 1 0,1-1 0,0 1 0,0 0 0,0 0 0,-1 0 0,1 0 0,0 0 0,-1 0 0,1 0 0,-1 0 0,1 0 0,-1 1 0,0-1 0,1 1 0,0 1 0,4 6 0,0 1 0,0 0 0,-1 0 0,0 0 0,-1 1 0,0-1 0,4 19 0,-8-27 0,0-1 0,1 0 0,-1 1 0,0-1 0,0 1 0,0-1 0,0 1 0,-1-1 0,1 0 0,0 1 0,0-1 0,-1 1 0,1-1 0,-1 0 0,1 1 0,-1-1 0,0 0 0,1 1 0,-1-1 0,0 0 0,-1 1 0,0 0 0,1-1 0,-1 0 0,0 0 0,0 0 0,0 0 0,0 0 0,0 0 0,0-1 0,0 1 0,0-1 0,0 1 0,-4 0 0,-3-1 0,0 0 0,0 0 0,1-1 0,-1 0 0,-14-4 0,-5-3 0,-40-15 0,60 20 0,1-1 0,-1 0 0,1 0 0,0 0 0,0-1 0,1 0 0,-1 0 0,1 0 0,0-1 0,-5-8 0,9 13-4,1 0 1,0-1-1,1 1 0,-1-1 0,0 0 0,0 1 0,1-1 1,-1 0-1,1 1 0,-1-1 0,1 0 0,0 0 0,-1 1 1,1-1-1,0 0 0,0 0 0,1 1 0,-1-1 0,0 0 1,1-2-1,0 2 19,0-1 1,1 1-1,-1-1 0,0 1 1,1 0-1,0 0 1,-1-1-1,1 1 0,0 0 1,0 1-1,0-1 1,3-2-1,-1 1-129,1 0 0,0 1-1,0-1 1,0 1 0,0 0 0,0 0-1,0 0 1,0 1 0,1 0 0,-1 0-1,0 0 1,11 0 0,-3 3-6712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3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3 24575,'-13'-2'0,"0"2"0,0 0 0,-1 0 0,1 2 0,0-1 0,0 2 0,-15 4 0,22-5 0,0 0 0,0 0 0,1 1 0,0 0 0,-1 0 0,1 0 0,0 1 0,0 0 0,1 0 0,-1 0 0,1 1 0,0-1 0,0 1 0,0 0 0,1 0 0,0 0 0,-5 10 0,3-2 0,1 1 0,0 0 0,1 0 0,1 0 0,0 0 0,1 1 0,0-1 0,1 0 0,1 1 0,0-1 0,5 24 0,6 12 0,34 90 0,23 29 0,-50-128 0,3-2 0,28 41 0,-47-76 17,0 0 0,1 0 1,-1 0-1,1-1 0,0 1 0,8 5 0,-10-8-104,0 0-1,0 1 1,0-1 0,0 0-1,1-1 1,-1 1 0,0 0-1,1-1 1,-1 1-1,0-1 1,1 0 0,-1 0-1,0 1 1,1-2 0,-1 1-1,4-1 1,3-2-6739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63 24575,'-33'-10'0,"-13"-4"0,-1 1 0,5 3 0,7 3 0,6 2 0,7 3 0,4 1 0,2 1 0,2 0 0,3 1-8191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398 195 24575,'-1'-2'0,"-111"-102"0,96 91 0,0 1 0,-1 0 0,-1 1 0,0 1 0,-26-10 0,40 18 0,-1 0 0,-1 0 0,1 1 0,0 0 0,0 0 0,0 0 0,-1 1 0,1 0 0,0 0 0,-9 1 0,11 0 0,0-1 0,1 1 0,-1 0 0,0 1 0,0-1 0,0 0 0,1 1 0,-1-1 0,1 1 0,-1 0 0,1 0 0,0 0 0,0 0 0,-1 0 0,1 1 0,1-1 0,-1 1 0,0-1 0,-2 5 0,-3 9 0,0 1 0,1-1 0,1 1 0,0 0 0,2 1 0,0-1 0,0 1 0,1 34 0,3-18 0,2 0 0,1 0 0,15 57 0,-8-53 0,1-1 0,2 0 0,36 69 0,-38-85 0,1 0 0,1-1 0,1-1 0,0-1 0,1 0 0,2 0 0,31 24 0,-43-38-227,0 0-1,0 0 1,0 0-1,1-1 1,8 3-1,-3-3-6598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41 24575,'-30'-7'0,"-16"-3"0,-4 0 0,4 2 0,4 3 0,8 4 0,3 3 0,5 0 0,5 3 0,6 1-8191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61 24575,'-28'-7'0,"-14"-3"0,-2-3 0,1 2 0,5 3 0,7 2 0,7 2 0,3 2 0,5 4 0,1 4 0,3 1-8191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5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181 693 24575,'10'-32'0,"0"-2"0,6-45 0,-14 62 0,-1 0 0,0 0 0,-1 0 0,-1 0 0,-1 0 0,-6-29 0,-11-17 0,-4 0 0,-38-78 0,47 111 0,-2 1 0,-23-34 0,28 53 0,11 10 0,0 0 0,-1 0 0,1 0 0,0 0 0,0 0 0,-1 0 0,1 0 0,0 0 0,-1 0 0,1 0 0,0 0 0,-1 0 0,1 0 0,0 0 0,0 0 0,-1 0 0,1 0 0,0 0 0,-1 0 0,1 0 0,0 1 0,0-1 0,-1 0 0,1 0 0,-1 1 0,0 0 0,0 1 0,0 0 0,0 0 0,0-1 0,0 1 0,1 0 0,-1 0 0,0 0 0,1 0 0,-1 3 0,-4 29 0,2 0 0,2 0 0,3 41 0,-2-67 0,1 25 0,2 1 0,1 0 0,2-1 0,1 0 0,14 38 0,-14-53 0,0-1 0,1 0 0,1 0 0,0-1 0,1 0 0,1-1 0,0 0 0,1 0 0,1-1 0,27 22 0,-25-25 0,-1-1 0,1 0 0,1-1 0,0-1 0,0-1 0,26 9 0,-34-14 0,-1 0 0,1 0 0,-1-1 0,1 1 0,0-2 0,-1 1 0,1-1 0,0 0 0,0-1 0,-1 0 0,1 0 0,0-1 0,-1 0 0,1 0 0,-1-1 0,0 1 0,10-7 0,-11 5 0,0-1 0,0 0 0,-1-1 0,1 1 0,-1-1 0,0 0 0,-1 0 0,0-1 0,0 1 0,0-1 0,-1 0 0,1 0 0,-2 0 0,1 0 0,-1-1 0,0 1 0,-1-1 0,0 1 0,0-1 0,0 0 0,-2-13 0,1 20 0,0 1 0,0-1 0,0 0 0,0 1 0,0-1 0,0 0 0,0 0 0,0 1 0,-1-1 0,1 0 0,0 1 0,0-1 0,-1 1 0,1-1 0,0 0 0,-1 1 0,1-1 0,-1 1 0,1-1 0,-1 1 0,1-1 0,-1 1 0,1-1 0,-1 1 0,0 0 0,1-1 0,-1 1 0,1 0 0,-2-1 0,1 1 0,1 0 0,-1 0 0,0 1 0,0-1 0,1 0 0,-1 0 0,0 1 0,1-1 0,-1 0 0,1 1 0,-1-1 0,0 1 0,1-1 0,-1 1 0,1-1 0,-1 1 0,1-1 0,-1 1 0,1 0 0,0-1 0,-1 1 0,1 0 0,0-1 0,-1 1 0,1 0 0,0-1 0,0 1 0,-1 1 0,0 4 9,-1 0 1,1 1-1,1-1 0,-1 1 0,1-1 1,0 1-1,1-1 0,-1 1 0,1-1 0,0 0 1,1 1-1,2 6 0,3 5-504,0 0 0,18 31 0,-19-40-6331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5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24575,'5'2'0,"2"6"0,-1 5 0,-1 4 0,-1 2 0,-2-2-8191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6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24575,'9'7'0,"-1"0"0,1 1 0,-1 1 0,-1-1 0,0 2 0,8 11 0,20 24 0,-26-34 0,1-2 0,1 1 0,0-1 0,0-1 0,1 0 0,0-1 0,0 0 0,18 7 0,-28-13 0,-1 0 0,1-1 0,0 1 0,-1-1 0,1 1 0,0-1 0,0 0 0,-1 1 0,1-1 0,0 0 0,0 0 0,0 0 0,-1-1 0,1 1 0,0 0 0,0-1 0,-1 1 0,1-1 0,3-1 0,-3 1 0,0-1 0,-1 1 0,1-1 0,0 1 0,-1-1 0,1 0 0,-1 1 0,0-1 0,1 0 0,-1 0 0,0 0 0,0 0 0,1-4 0,0-1 0,-1 0 0,1 0 0,-1-1 0,0 1 0,-1 0 0,0 0 0,0 0 0,-2-14 0,-18-46 0,20 67 0,0 0 0,0 0 0,0 0 0,0 0 0,0-1 0,0 1 0,0 0 0,-1 0 0,1 0 0,0 0 0,0 0 0,0 0 0,0-1 0,0 1 0,1 0 0,-1 0 0,0 0 0,0 0 0,0 0 0,0 0 0,0 0 0,0-1 0,0 1 0,0 0 0,0 0 0,0 0 0,0 0 0,0 0 0,0 0 0,0 0 0,0 0 0,1 0 0,-1-1 0,0 1 0,0 0 0,0 0 0,0 0 0,0 0 0,0 0 0,0 0 0,1 0 0,-1 0 0,0 0 0,6 2 0,7 7 0,71 67 130,-26-21-1625,-49-48-5331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6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60 222 24575,'67'-45'0,"-37"26"0,-1-1 0,44-41 0,-71 59 0,0 0 0,0 0 0,0-1 0,0 1 0,0 0 0,-1-1 0,1 0 0,-1 1 0,0-1 0,2-5 0,-3 7 0,0 0 0,0 0 0,0 0 0,0 0 0,0 0 0,0 0 0,0 0 0,0 0 0,-1 0 0,1 0 0,0 0 0,-1 0 0,1 0 0,-1 0 0,1 0 0,-1 0 0,1 1 0,-1-1 0,0 0 0,1 0 0,-1 0 0,0 1 0,0-1 0,1 1 0,-1-1 0,0 0 0,0 1 0,0-1 0,0 1 0,0 0 0,0-1 0,0 1 0,0 0 0,-1-1 0,-13-3 0,0 0 0,0 1 0,0 0 0,0 1 0,0 1 0,0 0 0,-1 1 0,1 1 0,0 0 0,0 1 0,-1 1 0,-14 5 0,27-7 0,0 0 0,1 0 0,-1 0 0,1 0 0,-1 1 0,1-1 0,-1 1 0,1 0 0,0 0 0,0 0 0,0 0 0,0 0 0,0 0 0,0 1 0,1-1 0,-1 1 0,1-1 0,-1 1 0,1-1 0,0 1 0,-1 4 0,1-3 0,1-1 0,0 1 0,-1 0 0,1-1 0,1 1 0,-1-1 0,0 1 0,1 0 0,0-1 0,0 1 0,0-1 0,0 1 0,1-1 0,-1 0 0,1 1 0,4 5 0,-1-2 0,1 1 0,1-1 0,0-1 0,0 1 0,13 9 0,44 25 0,-38-26 0,-8-4 0,0-1 0,1 0 0,1-2 0,21 7 0,-33-12 0,1-1 0,0 0 0,0 0 0,0-1 0,0 0 0,0-1 0,0 0 0,0 0 0,0-1 0,0 0 0,0-1 0,10-3 0,5-7-1365,-14 7-5461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7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24575,'31'1'0,"0"1"0,0 1 0,0 2 0,-1 1 0,56 18 0,-51-10 0,-2 1 0,1 1 0,-2 2 0,49 35 0,-24-10-128,-3 2 1,57 59-1,-82-73 30,-2 1 0,-1 1 0,-1 2 1,38 72-1,-56-93 114,-1 1 0,0 1 0,-1-1 0,0 1 0,-2 0 0,0 0 0,0 1 0,-2-1 0,0 0 0,-2 30 0,-1-33 34,0 0-1,-1 0 1,0 0 0,-1 0 0,-1 0-1,0-1 1,0 1 0,-1-1 0,-1-1-1,0 1 1,-1-1 0,0-1 0,-14 16-1,1-7-322,-1-1 0,0 0 0,-1-2 0,-49 26 0,37-24-6553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1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 24575,'3'-12'0,"-3"11"0,0 1 0,0 0 0,0 0 0,0 0 0,0 0 0,0 0 0,0-1 0,0 1 0,0 0 0,1 0 0,-1 0 0,0 0 0,0 0 0,0 0 0,0 0 0,1 0 0,-1-1 0,0 1 0,0 0 0,0 0 0,0 0 0,0 0 0,1 0 0,-1 0 0,0 0 0,0 0 0,0 0 0,1 0 0,-1 0 0,0 0 0,0 0 0,0 0 0,0 0 0,1 1 0,0-1 0,0 1 0,0 0 0,0 0 0,-1 0 0,1 0 0,0-1 0,0 2 0,0-1 0,-1 0 0,1 0 0,-1 0 0,1 0 0,-1 0 0,1 3 0,4 14 0,-2 0 0,0 1 0,-1-1 0,-1 1 0,-2 35 0,2 28 0,20 76 0,-1-12 0,-15-111 0,-3-17 0,0 0 0,0 28 0,-2-41 0,-1-1 0,1 1 0,-1 0 0,0-1 0,0 1 0,0-1 0,-1 1 0,0-1 0,1 0 0,-2 0 0,1 0 0,0 0 0,-1 0 0,-5 6 0,8-10 0,0 1 0,0-1 0,-1 0 0,1 0 0,0 0 0,0 1 0,0-1 0,0 0 0,-1 0 0,1 0 0,0 0 0,0 1 0,-1-1 0,1 0 0,0 0 0,0 0 0,0 0 0,-1 0 0,1 0 0,0 0 0,0 0 0,-1 0 0,1 0 0,0 0 0,-1 0 0,1 0 0,0 0 0,0 0 0,-1 0 0,1 0 0,0 0 0,0 0 0,-1 0 0,-3-9 0,2-19 0,2 22 0,-2-9-1365,-1 2-5461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2.0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22 24575,'4'-3'0,"0"1"0,0 0 0,0-1 0,0 1 0,0 1 0,0-1 0,0 0 0,0 1 0,1 0 0,-1 0 0,1 1 0,-1-1 0,6 1 0,-4 0 0,1 1 0,-1-1 0,1 2 0,-1-1 0,1 1 0,-1 0 0,0 0 0,7 4 0,4 3 0,1 2 0,-2 0 0,1 1 0,25 25 0,-28-25 0,-10-10 0,0 1 0,-1 0 0,0 0 0,1 0 0,-1 0 0,0 1 0,0-1 0,4 8 0,-7-11 0,0 1 0,0-1 0,0 0 0,0 0 0,0 1 0,0-1 0,0 0 0,1 1 0,-1-1 0,0 0 0,0 1 0,0-1 0,-1 0 0,1 1 0,0-1 0,0 0 0,0 1 0,0-1 0,0 0 0,0 0 0,0 1 0,0-1 0,-1 0 0,1 0 0,0 1 0,0-1 0,0 0 0,-1 0 0,1 1 0,0-1 0,0 0 0,-1 0 0,1 0 0,0 1 0,0-1 0,-1 0 0,1 0 0,0 0 0,-1 0 0,1 0 0,0 0 0,0 1 0,-1-1 0,1 0 0,0 0 0,-1 0 0,1 0 0,0 0 0,-1 0 0,1 0 0,0-1 0,-1 1 0,1 0 0,0 0 0,-1 0 0,1 0 0,-20-6 0,-5-8 0,-36-27 0,25 16 0,16 11 0,8 5 0,0 1 0,-23-11 0,34 19 0,0-1 0,0 1 0,0-1 0,0 1 0,0 0 0,0 0 0,0-1 0,0 1 0,-1 0 0,1 0 0,0 0 0,0 0 0,0 0 0,0 1 0,0-1 0,0 0 0,0 0 0,0 1 0,-1-1 0,1 1 0,0-1 0,0 1 0,0-1 0,1 1 0,-1 0 0,0-1 0,0 1 0,-1 1 0,-2 3 0,1-1 0,0 1 0,0-1 0,1 1 0,-3 6 0,-10 16 0,8-18-195,0-1 0,-1 1 0,0-1 0,0-1 0,0 0 0,-15 9 0,15-12-6631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3.5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56 24575,'-22'-11'0,"0"0"0,-1 2 0,-45-13 0,66 22 0,0-1 0,0 1 0,0-1 0,-1 1 0,1 0 0,0 0 0,0 0 0,0 0 0,0 0 0,0 1 0,0-1 0,0 1 0,0-1 0,0 1 0,0 0 0,0-1 0,0 1 0,1 0 0,-1 1 0,-3 1 0,4-1 0,-1 0 0,0 0 0,1 0 0,0 0 0,0 1 0,-1-1 0,1 0 0,0 1 0,1-1 0,-1 1 0,0-1 0,1 1 0,0-1 0,-1 1 0,1-1 0,0 4 0,0 1 0,0 1 0,0 0 0,1 0 0,2 11 0,-2-16 0,0 0 0,1 0 0,-1 0 0,0 0 0,1 0 0,0 0 0,-1 0 0,1-1 0,0 1 0,1-1 0,-1 1 0,0-1 0,4 3 0,98 73 0,-96-70 0,0 0 0,0 0 0,-1 0 0,12 18 0,-16-21 0,0 0 0,0 0 0,0 1 0,-1-1 0,0 1 0,0 0 0,0-1 0,-1 1 0,1 0 0,-1 8 0,-1-12 0,0-1 0,0 0 0,0 1 0,0-1 0,0 0 0,-1 0 0,1 1 0,-1-1 0,1 0 0,-1 0 0,1 0 0,-1 0 0,1 0 0,-1 0 0,0 0 0,0 0 0,0 0 0,1 0 0,-1 0 0,0 0 0,0 0 0,0 0 0,0-1 0,0 1 0,-1 0 0,1-1 0,0 1 0,0-1 0,0 1 0,-1-1 0,1 0 0,-2 1 0,-4 0 0,-1 0 0,1-1 0,-1 1 0,-10-2 0,8 0 0,-6 1 0,1-1 0,-1-1 0,1-1 0,0 0 0,0-1 0,-26-10 0,26 5 120,15 9-185,-1 0 1,1-1-1,-1 1 1,1-1-1,-1 1 1,1-1-1,-1 1 0,1-1 1,0 1-1,-1-1 1,1 0-1,0 1 1,-1-1-1,1 1 0,0-1 1,0 0-1,0 1 1,-1-1-1,1 0 1,0 1-1,0-1 1,0 0-1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4.0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128 31 24575,'5'-4'0,"1"0"0,0 1 0,-1-1 0,1 1 0,0 0 0,0 1 0,11-4 0,-14 6 0,0-1 0,0 1 0,1-1 0,-1 1 0,0 0 0,0 0 0,0 1 0,0-1 0,0 1 0,0-1 0,0 1 0,0 0 0,0 0 0,0 1 0,0-1 0,-1 0 0,1 1 0,3 2 0,-1 0 0,0 1 0,0-1 0,-1 1 0,1-1 0,-1 1 0,0 1 0,-1-1 0,1 1 0,-1-1 0,0 1 0,-1 0 0,1 0 0,-1 0 0,0 0 0,-1 1 0,1-1 0,0 11 0,-3-14 0,1 0 0,0 0 0,-1 0 0,0 0 0,0 1 0,0-1 0,0 0 0,0 0 0,0 0 0,-1-1 0,0 1 0,1 0 0,-1-1 0,0 1 0,0-1 0,-1 1 0,1-1 0,0 0 0,-1 0 0,1 0 0,-1 0 0,0 0 0,-3 1 0,0 0 0,1 0 0,-1-1 0,0 1 0,0-1 0,0-1 0,0 1 0,0-1 0,-1 0 0,1 0 0,0-1 0,-8 0 0,-1-2 0,0 0 0,1-1 0,-1-1 0,-19-7 0,27 8 0,0 0 0,0 0 0,1-1 0,-1 1 0,1-2 0,0 1 0,0-1 0,1 1 0,-1-2 0,-8-10 0,13 14 0,-1 1 0,1-1 0,0 0 0,0 0 0,0 0 0,0 0 0,1 0 0,-1 0 0,1 0 0,-1 0 0,1 0 0,-1 0 0,1 0 0,0-1 0,0 1 0,0 0 0,0 0 0,1 0 0,-1 0 0,1 0 0,-1 0 0,1 0 0,-1 0 0,1 0 0,0 0 0,0 0 0,0 0 0,0 0 0,1 0 0,-1 1 0,0-1 0,3-2 0,0 1 0,-1-1 0,1 1 0,0 1 0,0-1 0,0 0 0,0 1 0,1 0 0,-1 0 0,1 0 0,-1 1 0,1-1 0,0 1 0,6-1 0,20 1-1365,-18 1-5461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4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340 112 24575,'-7'-10'0,"-33"-46"0,36 50 0,-1 1 0,0 0 0,0 0 0,0 1 0,-1-1 0,0 1 0,-9-5 0,14 9 0,0-1 0,-1 1 0,1-1 0,0 1 0,-1 0 0,1-1 0,0 1 0,-1 0 0,1 0 0,0 0 0,-1 0 0,1 0 0,0 1 0,-1-1 0,1 0 0,0 0 0,-1 1 0,1-1 0,0 1 0,-1-1 0,1 1 0,0 0 0,-2 1 0,-2 2 0,0 0 0,0 1 0,1 0 0,-5 5 0,-10 11 0,12-16 0,3-2 0,-1 0 0,1 1 0,1-1 0,-1 1 0,0 0 0,-2 4 0,5-7 0,1 1 0,-1-1 0,0 0 0,1 1 0,-1-1 0,1 1 0,0-1 0,-1 0 0,1 1 0,0-1 0,0 1 0,0-1 0,0 1 0,0-1 0,0 1 0,1-1 0,-1 0 0,0 1 0,1-1 0,-1 1 0,1-1 0,-1 0 0,1 0 0,0 1 0,-1-1 0,3 2 0,1 2 0,1 0 0,0 0 0,0-1 0,0 0 0,0 0 0,1 0 0,0 0 0,10 4 0,-7-3 0,1 0 0,11 10 0,21 16 0,-29-21 0,1-1 0,-2 2 0,1 0 0,20 24 0,-32-34 0,0 1 0,1 0 0,-1 0 0,0 0 0,0 0 0,0 0 0,-1 0 0,1 0 0,0 0 0,-1 0 0,1 0 0,-1 0 0,0 0 0,0 4 0,0-5 0,0 1 0,0-1 0,-1 0 0,1 0 0,-1 1 0,1-1 0,-1 0 0,0 0 0,1 0 0,-1 0 0,0 0 0,0 0 0,0 0 0,1 0 0,-1 0 0,0 0 0,0 0 0,-1 0 0,1-1 0,0 1 0,0 0 0,0-1 0,0 1 0,-1-1 0,0 1 0,-13 3 0,1 0 0,-1-1 0,1 0 0,-26 1 0,-64-5 0,46-1 0,-9 2-1365,54 0-5461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3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280 46 24575,'0'-2'0,"0"0"0,-1 1 0,1-1 0,0 0 0,-1 1 0,0-1 0,1 0 0,-1 1 0,0-1 0,0 1 0,0-1 0,0 1 0,0 0 0,0-1 0,0 1 0,0 0 0,-1 0 0,1 0 0,0 0 0,-1 0 0,1 0 0,-1 0 0,1 0 0,-1 0 0,-1 0 0,-2-1 0,-1 0 0,1 0 0,-1 1 0,0 0 0,1 0 0,-8-1 0,2 2 0,0 1 0,0 0 0,0 0 0,0 1 0,1 0 0,-1 1 0,-19 8 0,8-5 0,14-4 0,-1 1 0,1 0 0,0 0 0,0 1 0,-14 7 0,21-10 0,0 1 0,-1-1 0,1 0 0,0 0 0,0 0 0,0 1 0,0-1 0,0 0 0,0 1 0,0-1 0,1 1 0,-1-1 0,0 1 0,0 2 0,1-1 0,-1-1 0,1 0 0,1 0 0,-1 0 0,0 0 0,0 0 0,1 0 0,-1 0 0,1 0 0,-1 0 0,1 0 0,0 0 0,0-1 0,0 1 0,1 2 0,4 5 0,1-1 0,-1 0 0,1 0 0,1 0 0,10 8 0,45 32 0,-30-26 0,-8-4 0,19 14 0,-40-29 0,0 0 0,-1 1 0,1 0 0,-1 0 0,0 0 0,0 0 0,0 0 0,2 5 0,-5-8 0,1 0 0,-1 0 0,0 0 0,1 1 0,-1-1 0,0 0 0,0 0 0,1 0 0,-1 0 0,0 0 0,0 0 0,0 0 0,-1 0 0,1 1 0,0-1 0,0 0 0,-1 0 0,1 0 0,0 0 0,-1 1 0,-1 0 0,1 0 0,0-1 0,0 1 0,-1-1 0,1 0 0,0 1 0,-1-1 0,0 0 0,1 0 0,-4 2 0,-2 0 0,-1 0 0,1-1 0,-1 0 0,-12 3 0,2-3 0,1-1 0,-1 0 0,1-1 0,-1-1 0,1-1 0,-1 0 0,-17-5 0,33 6 9,0 1-1,0-1 1,1 1-1,-1-1 1,0 0 0,0 1-1,1-1 1,-1 0-1,0 0 1,1-1-1,-1 1 1,1 0-1,-2-2 1,2 2-80,1 0 1,-1 0-1,0 0 0,1 0 0,-1 0 1,1 0-1,0-1 0,-1 1 1,1 0-1,0 0 0,0 0 0,-1 0 1,1-1-1,0 1 0,0 0 1,0 0-1,1-1 0,-1 1 0,0 0 1,1-2-1,2-6-6755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4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1 239 24575,'122'-71'0,"-99"55"0,0 0 0,-1-1 0,20-22 0,-36 33 0,0-1 0,-1 0 0,0 0 0,0-1 0,-1 1 0,4-9 0,-7 15 0,-1 1 0,0 0 0,0-1 0,1 1 0,-1-1 0,0 1 0,0-1 0,0 1 0,0-1 0,0 0 0,0 1 0,0-1 0,0 1 0,0-1 0,0 1 0,0-1 0,0 1 0,0-1 0,0 1 0,-1-1 0,1 1 0,0-1 0,0 1 0,-1-1 0,1 1 0,0 0 0,0-1 0,-1 1 0,1-1 0,-1 0 0,-1 1 0,1-1 0,0 0 0,-1 0 0,1 1 0,-1-1 0,1 1 0,-1-1 0,1 1 0,-1 0 0,-2 0 0,-3-1 0,0 1 0,0 1 0,-13 1 0,16-1 0,0 0 0,0 1 0,0 0 0,0-1 0,0 1 0,0 0 0,0 1 0,1-1 0,-1 1 0,1 0 0,0 0 0,-1 0 0,1 0 0,1 0 0,-1 1 0,0-1 0,1 1 0,0 0 0,0-1 0,0 1 0,0 0 0,1 0 0,-1 1 0,1-1 0,0 0 0,0 0 0,1 1 0,-1-1 0,1 0 0,0 1 0,0-1 0,0 1 0,1-1 0,0 0 0,-1 0 0,4 8 0,-2-7 0,0 0 0,1 0 0,0 0 0,0 0 0,0 0 0,0-1 0,1 0 0,0 1 0,0-1 0,0-1 0,0 1 0,0-1 0,1 1 0,0-1 0,0 0 0,0-1 0,10 5 0,2-1 0,0-1 0,0 0 0,1-1 0,22 2 0,-35-6-68,-1 1 0,1-1-1,-1 0 1,1-1 0,-1 1 0,0-1-1,1 0 1,-1 0 0,1 0 0,-1 0-1,0-1 1,0 1 0,0-1 0,0-1-1,0 1 1,0 0 0,-1-1-1,1 0 1,3-3 0,2-4-6758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4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169 26 24575,'-10'-3'0,"-52"-15"0,55 16 0,0 1 0,-1 0 0,1 0 0,0 1 0,-1 0 0,-10 2 0,16-2 0,1 0 0,-1 0 0,1 1 0,-1-1 0,0 1 0,1-1 0,-1 1 0,1-1 0,0 1 0,-1 0 0,1 0 0,0 0 0,-1 0 0,1 0 0,0 0 0,0 0 0,0 0 0,0 1 0,0-1 0,0 0 0,-1 2 0,1 0 0,0-1 0,1 1 0,-1-1 0,0 1 0,1-1 0,0 1 0,0-1 0,0 1 0,0 0 0,0-1 0,1 6 0,1 1 0,0-1 0,1 1 0,0 0 0,1-1 0,0 0 0,7 11 0,-6-11 0,0-1 0,0 0 0,1-1 0,0 0 0,0 0 0,1 0 0,0 0 0,0-1 0,0-1 0,1 1 0,-1-1 0,1 0 0,0-1 0,0 1 0,1-2 0,-1 1 0,0-1 0,1-1 0,0 1 0,-1-1 0,15-1 0,2 1 0,-9 0 0,0 0 0,0-2 0,0 0 0,20-3 0,-33 3-76,-1 0 1,1 0-1,-1 0 0,1 0 0,-1 0 0,0 0 0,1-1 0,-1 1 1,0-1-1,0 1 0,0-1 0,0 0 0,0 0 0,0 0 1,-1 0-1,1 0 0,2-5 0,0-2-6750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5.2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163 19 24575,'6'0'0,"0"0"0,0 0 0,0 1 0,0 0 0,-1 0 0,1 1 0,0-1 0,6 4 0,-10-4 0,-1 0 0,1 0 0,-1-1 0,0 1 0,1 0 0,-1 0 0,0 0 0,0 0 0,0 1 0,0-1 0,0 0 0,0 0 0,0 1 0,0-1 0,0 0 0,-1 1 0,1-1 0,0 1 0,-1-1 0,0 1 0,1 0 0,-1-1 0,0 1 0,1-1 0,-1 1 0,0-1 0,0 1 0,-1 0 0,1-1 0,0 1 0,0-1 0,-1 1 0,1-1 0,-2 3 0,1 0 0,-1 1 0,0-1 0,0-1 0,0 1 0,-1 0 0,1 0 0,-1-1 0,0 0 0,0 1 0,0-1 0,-1 0 0,1-1 0,-5 4 0,2-2 0,1-1 0,-1 0 0,0 0 0,-1-1 0,1 0 0,0 0 0,-1 0 0,-10 1 0,10-2 0,1-1 0,-1 0 0,1 0 0,-1 0 0,1-1 0,-1 0 0,1 0 0,-12-4 0,14 3 0,0 0 0,0 0 0,0 0 0,0 0 0,1 0 0,-1-1 0,1 1 0,-1-1 0,1 0 0,0 0 0,0-1 0,0 1 0,-3-6 0,4 6 0,1 1 0,0 0 0,-1-1 0,1 1 0,0-1 0,0 0 0,0 1 0,1-1 0,-1 0 0,1 0 0,-1 1 0,1-1 0,0 0 0,0 0 0,0 0 0,1 0 0,-1 1 0,1-1 0,-1 0 0,1 0 0,0 1 0,0-1 0,0 1 0,0-1 0,1 1 0,-1-1 0,1 1 0,-1 0 0,1-1 0,0 1 0,0 0 0,0 0 0,0 0 0,0 1 0,1-1 0,-1 0 0,0 1 0,1 0 0,-1-1 0,1 1 0,-1 0 0,1 0 0,0 0 0,-1 1 0,6-1 0,4-1 0,0 1 0,0 0 0,1 1 0,-1 0 0,0 1 0,0 0 0,0 1 0,0 1 0,0 0 0,18 7 0,-16-5-1365,-1-1-5461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5.6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24575,'17'17'0,"50"47"0,-55-53 0,0-2 0,1 1 0,25 12 0,-33-19 0,1-1 0,-1 1 0,1-1 0,0-1 0,0 1 0,0-1 0,0 0 0,0 0 0,1-1 0,5 0 0,-9 0 0,-1 0 0,0-1 0,0 1 0,0-1 0,1 1 0,-1-1 0,0 0 0,0 0 0,0 0 0,0 0 0,0 0 0,0 0 0,0 0 0,-1-1 0,1 1 0,0-1 0,-1 1 0,1-1 0,-1 0 0,1 0 0,-1 1 0,0-1 0,0 0 0,0 0 0,0 0 0,0 0 0,0 0 0,-1-1 0,2-3 0,-1-24 0,-2 26 0,1 1 0,0-1 0,0 0 0,0 0 0,1 0 0,-1 1 0,1-1 0,2-6 0,-3 10 0,1-1 0,-1 1 0,0 0 0,1-1 0,-1 1 0,0-1 0,1 1 0,-1 0 0,1 0 0,-1-1 0,1 1 0,-1 0 0,1 0 0,-1 0 0,1 0 0,-1-1 0,1 1 0,-1 0 0,1 0 0,-1 0 0,1 0 0,-1 0 0,1 0 0,0 0 0,-1 0 0,1 1 0,-1-1 0,1 0 0,-1 0 0,1 0 0,-1 1 0,1-1 0,-1 0 0,0 0 0,1 1 0,-1-1 0,1 0 0,0 1 0,19 16 0,-16-14 0,25 23 0,-23-19 0,0-1 0,0 0 0,1-1 0,0 0 0,1 0 0,-1 0 0,1-1 0,9 5 0,6-1-1365,-14-4-5461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6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69 395 24575,'-4'2'0,"-1"-1"0,1 2 0,0-1 0,-1 0 0,1 1 0,0 0 0,1 0 0,-1 0 0,0 1 0,1-1 0,0 1 0,0-1 0,0 1 0,0 0 0,-2 5 0,4-5 0,-1-1 0,1 1 0,0-1 0,0 1 0,0 0 0,1-1 0,0 1 0,-1 0 0,1 0 0,0-1 0,1 1 0,-1 0 0,1-1 0,-1 1 0,1 0 0,0-1 0,1 1 0,-1-1 0,1 1 0,1 3 0,1-1 0,0 0 0,0 0 0,0 0 0,1-1 0,-1 0 0,2 1 0,-1-1 0,0-1 0,1 1 0,0-1 0,10 5 0,-13-7 0,0-1 0,0 1 0,0-1 0,0 0 0,0 0 0,0 0 0,1-1 0,-1 1 0,0-1 0,1 0 0,-1 0 0,0 0 0,1 0 0,-1 0 0,0-1 0,0 1 0,1-1 0,-1 0 0,0 0 0,0 0 0,0-1 0,0 1 0,0-1 0,0 1 0,0-1 0,-1 0 0,4-3 0,-2 0 0,1 0 0,-1 0 0,0-1 0,-1 1 0,1-1 0,-1 0 0,0 0 0,-1-1 0,1 1 0,-1 0 0,0-1 0,-1 1 0,1-9 0,1-9 0,-1 0 0,-2-31 0,-3 8 0,-17-93 0,-24-42 0,42 173 0,-3-4 0,6 13 0,-1 0 0,0 0 0,0 1 0,0-1 0,0 0 0,0 0 0,0 0 0,0 0 0,0 0 0,0 0 0,0 0 0,0 0 0,0 0 0,0 0 0,0 0 0,0 0 0,0 0 0,0 0 0,0 1 0,0-1 0,0 0 0,0 0 0,0 0 0,0 0 0,0 0 0,0 0 0,0 0 0,0 0 0,0 0 0,0 0 0,0 0 0,-1 0 0,1 0 0,0 0 0,0 0 0,0 0 0,0 1 0,0-1 0,0 0 0,0 0 0,0 0 0,0 0 0,0 0 0,0 0 0,0 0 0,0 0 0,0 0 0,0 0 0,0 0 0,-1 0 0,1 0 0,0 0 0,0 0 0,0 0 0,0 0 0,0 0 0,0 0 0,0 0 0,0 0 0,0 0 0,0 0 0,0 0 0,0 0 0,0 0 0,0 0 0,-1 0 0,1-1 0,0 1 0,0 0 0,0 25 0,0-21 0,3 51 0,3 0 0,14 57 0,-13-79 0,1 10 60,18 48 0,-18-68-431,1-1-1,1 0 1,22 36 0,-24-46-6455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6.8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179 107 24575,'-2'-7'0,"-1"0"0,-1 0 0,1 0 0,-1 0 0,0 0 0,-1 1 0,0 0 0,0 0 0,-10-9 0,12 11 0,-1 1 0,0 0 0,0 0 0,0 1 0,-1-1 0,1 1 0,0 0 0,-1 0 0,0 0 0,1 1 0,-1-1 0,0 1 0,0 1 0,0-1 0,0 0 0,-7 1 0,10 0 0,0 1 0,0-1 0,1 0 0,-1 1 0,0-1 0,0 1 0,0 0 0,1-1 0,-1 1 0,0 0 0,0 0 0,1 0 0,-1 0 0,1 0 0,-1 1 0,1-1 0,0 0 0,-3 3 0,3-1 0,-1 0 0,1 0 0,-1-1 0,1 1 0,0 0 0,0 0 0,0 0 0,1 1 0,-1-1 0,0 5 0,1-2 0,0 0 0,1 0 0,-1 0 0,1 0 0,0 0 0,0-1 0,1 1 0,0 0 0,0-1 0,0 1 0,5 7 0,0-3 0,1-1 0,0-1 0,1 1 0,0-2 0,1 1 0,-1-1 0,1 0 0,0-1 0,1-1 0,0 1 0,0-2 0,0 1 0,16 3 0,-19-6 0,0-1 0,-1 0 0,1 0 0,0-1 0,0 0 0,0 0 0,-1-1 0,1 1 0,0-2 0,-1 1 0,15-6 0,-19 6 0,0 0 0,0-1 0,0 1 0,0-1 0,-1 1 0,1-1 0,0 0 0,-1 0 0,0 0 0,1-1 0,-1 1 0,0 0 0,0-1 0,0 1 0,0-1 0,-1 0 0,1 0 0,-1 0 0,0 0 0,0 0 0,0 0 0,0 0 0,0 0 0,0 0 0,-1 0 0,0 0 0,0-1 0,0 1 0,0 0 0,0 0 0,-1-5 0,-1 0 0,1 0 0,-1 1 0,-1-1 0,1 1 0,-1 0 0,-1 0 0,1 0 0,-1 0 0,0 1 0,-1 0 0,0-1 0,-6-5 0,7 7 0,-1 1 0,0 0 0,1 1 0,-1-1 0,-1 1 0,1 0 0,0 0 0,-1 1 0,0 0 0,1-1 0,-1 2 0,0-1 0,0 1 0,0 0 0,-12 0 0,-12 1-1365,18 1-5461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7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47 238 24575,'1'1'0,"0"0"0,1 0 0,-1 0 0,0 0 0,1-1 0,-1 1 0,1-1 0,-1 1 0,1-1 0,-1 1 0,1-1 0,0 0 0,-1 0 0,3 0 0,-3 0 0,-1 0 0,0 0 0,1 0 0,-1 0 0,0 0 0,0-1 0,1 1 0,-1 0 0,0 0 0,1 0 0,-1-1 0,0 1 0,0 0 0,1 0 0,-1 0 0,0-1 0,0 1 0,0 0 0,1-1 0,-1 1 0,0 0 0,0 0 0,0-1 0,0 1 0,0-1 0,0 0 0,1 0 0,-1-1 0,0 1 0,-1 0 0,1 0 0,0 0 0,0-1 0,0 1 0,-1 0 0,1 0 0,-1-1 0,-6-14 0,-17-26 0,15 27 0,0 0 0,-7-19 0,14 29 0,0 0 0,1 0 0,0 1 0,0-1 0,0 0 0,0 0 0,1 0 0,0 0 0,0 0 0,0 0 0,1 0 0,0-6 0,0 10 4,-1-1 0,1 0 0,0 0 0,0 1 0,-1-1 0,1 0 0,0 1 0,0-1 0,1 1 0,-1-1 0,0 1 0,0 0 0,1-1 0,-1 1 0,1 0 0,-1 0 0,1 0 0,-1 0 0,1 0 0,0 0 0,-1 0 0,1 1 0,0-1 0,0 1 0,0-1 0,-1 1 0,1 0 0,0 0 0,3-1 0,0 1-169,1 1 0,0-1 0,-1 1 0,1 0 0,0 0 0,-1 0 0,0 1 0,9 3 0,-1 2-6661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125 361 24575,'-1'0'0,"-15"0"0,-31 3 0,44-2 0,-1 0 0,0-1 0,1 1 0,-1 0 0,0 1 0,1-1 0,0 1 0,-1-1 0,1 1 0,0 0 0,0 0 0,0 1 0,-6 4 0,8-5 0,0 0 0,0-1 0,0 1 0,1 0 0,-1 0 0,0 0 0,1 0 0,-1 0 0,1 0 0,0 0 0,0 0 0,-1 0 0,1 0 0,1 0 0,-1 0 0,0 0 0,0 0 0,1 0 0,-1 0 0,1 0 0,0 0 0,-1-1 0,1 1 0,1 2 0,2 3 0,0 0 0,0 0 0,1-1 0,9 12 0,-8-12 0,0 0 0,0 0 0,1-1 0,0 0 0,0 0 0,0 0 0,1-1 0,12 5 0,-18-8 0,0 0 0,1 0 0,-1 0 0,0-1 0,1 1 0,-1-1 0,1 1 0,-1-1 0,1 0 0,-1 0 0,1 0 0,-1-1 0,1 1 0,-1 0 0,1-1 0,-1 0 0,0 1 0,1-1 0,-1 0 0,0 0 0,0 0 0,1-1 0,-1 1 0,0 0 0,0-1 0,0 0 0,-1 1 0,1-1 0,0 0 0,-1 0 0,1 0 0,-1 0 0,1 0 0,0-3 0,2-4 0,0 0 0,0 0 0,-1-1 0,-1 0 0,0 1 0,0-1 0,-1 0 0,0 0 0,0 0 0,-1 0 0,-1 0 0,-2-18 0,-4-8 0,-2 1 0,-15-40 0,19 59 0,-10-24 0,-2 0 0,-36-64 0,52 103 0,0-1 0,1 1 0,-1 0 0,0 0 0,0 0 0,0-1 0,0 1 0,0 0 0,0 0 0,0 1 0,0-1 0,0 0 0,-1 0 0,1 0 0,0 1 0,-1-1 0,1 1 0,-2-1 0,2 1 0,1 0 0,-1 0 0,0 0 0,0 1 0,1-1 0,-1 0 0,0 0 0,0 1 0,1-1 0,-1 0 0,0 1 0,1-1 0,-1 1 0,0-1 0,1 1 0,-1 0 0,1-1 0,-1 1 0,1-1 0,-1 1 0,1 0 0,-1-1 0,1 1 0,0 0 0,-1 0 0,1-1 0,0 1 0,0 0 0,0 0 0,-1-1 0,1 1 0,0 0 0,0 1 0,-2 12 0,0 0 0,0 0 0,2 1 0,0-1 0,0 1 0,4 19 0,3 2 0,14 46 0,-15-64 0,0 0 0,2 0 0,0 0 0,19 30 0,-19-37 0,0 0 0,1-1 0,0 0 0,0 0 0,1-1 0,0 0 0,21 13 0,-25-19 0,0 0 0,-1 1 0,1-2 0,1 1 0,-1-1 0,0 0 0,1 0 0,-1-1 0,1 1 0,-1-2 0,1 1 0,-1-1 0,1 0 0,0 0 0,-1-1 0,1 1 0,-1-2 0,10-2 0,-8 2 0,0-1 0,0 0 0,0-1 0,-1 0 0,1 0 0,-1-1 0,10-8 0,-12 9 0,-1 0 0,1-1 0,-1 1 0,0-1 0,0 0 0,0 0 0,-1 0 0,0-1 0,0 1 0,0-1 0,1-6 0,-3 10 0,-1 0 0,0 0 0,0 0 0,0-1 0,0 1 0,0 0 0,0 0 0,0 0 0,0 0 0,-1 0 0,0-1 0,1 1 0,-1 0 0,0 0 0,0 0 0,0 0 0,-1-1 0,1 2 0,1 0 0,-1 0 0,1 1 0,-1-1 0,1 0 0,-1 1 0,0-1 0,1 0 0,-1 1 0,0-1 0,0 1 0,0-1 0,1 1 0,-1 0 0,0-1 0,0 1 0,0 0 0,0-1 0,0 1 0,0 0 0,1 0 0,-1 0 0,0 0 0,0 0 0,0 0 0,0 0 0,0 0 0,0 0 0,0 1 0,0-1 0,0 0 0,1 1 0,-1-1 0,0 0 0,0 1 0,0-1 0,1 1 0,-1-1 0,0 1 0,0-1 0,0 2 0,-1 0 0,1-1 0,0 0 0,-1 1 0,1-1 0,0 1 0,0-1 0,0 1 0,0-1 0,0 1 0,1 0 0,-1-1 0,0 1 0,1 0 0,0 0 0,-1 0 0,1 2 0,0-1 0,0 1 0,0-1 0,0 1 0,1-1 0,-1 0 0,1 1 0,0-1 0,2 5 0,0-1 0,0 0 0,1 0 0,0 0 0,1 0 0,0-1 0,9 11 0,-7-10 0,1-1 0,0 0 0,0-1 0,0 1 0,1-2 0,0 1 0,-1-1 0,2 0 0,-1-1 0,0 0 0,1-1 0,-1 0 0,1 0 0,0-1 0,0 0 0,13-1 0,-1 1 0,33 4 0,13 2 0,-47-6 0,79-2 0,-99 1 0,0 0 0,0 0 0,-1-1 0,1 1 0,0 0 0,0 0 0,0 0 0,0-1 0,0 1 0,0 0 0,0-1 0,0 1 0,-1-1 0,1 1 0,0-1 0,0 1 0,-1-1 0,1 0 0,0 0 0,0 0 0,-1 1 0,0-1 0,0 0 0,0 1 0,1-1 0,-1 1 0,0-1 0,0 0 0,0 1 0,0-1 0,0 0 0,0 1 0,-1-1 0,1 0 0,0 1 0,0-1 0,0 0 0,-1 1 0,1-1 0,-1 0 0,-2-5 0,-1 1 0,1 0 0,-1 1 0,-8-8 0,9 8 0,-4-2 0,-11-12 0,0-1 0,2-1 0,0 0 0,-19-32 0,34 50 0,0 0 0,0 0 0,0 0 0,0 0 0,1 0 0,-1 0 0,1 0 0,0 0 0,-1 0 0,1 0 0,0-4 0,1 5 0,-1 1 0,0-1 0,0 1 0,0-1 0,1 0 0,-1 1 0,0-1 0,1 1 0,-1-1 0,1 0 0,-1 1 0,1-1 0,-1 1 0,1 0 0,-1-1 0,1 1 0,-1-1 0,1 1 0,-1 0 0,1-1 0,0 1 0,-1 0 0,1 0 0,0-1 0,-1 1 0,1 0 0,0 0 0,-1 0 0,1 0 0,0 0 0,-1 0 0,1 0 0,0 0 0,-1 0 0,1 0 0,0 0 0,-1 1 0,1-1 0,1 1 0,11 3-1365,0 1-5461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8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59 24575,'-32'-14'0,"-42"-16"0,64 27 0,0 0 0,0 0 0,0 1 0,0 1 0,-15-1 0,24 2 0,0 0 0,-1 0 0,1 0 0,0 0 0,-1 0 0,1 0 0,0 0 0,0 1 0,-1-1 0,1 1 0,0-1 0,0 1 0,-1-1 0,1 1 0,0-1 0,0 1 0,0 0 0,0 0 0,0 0 0,-1 1 0,1-1 0,1 0 0,-1 0 0,1 1 0,-1-1 0,1 0 0,0 0 0,-1 1 0,1-1 0,0 0 0,0 1 0,0-1 0,0 0 0,0 0 0,0 1 0,0-1 0,1 2 0,2 6 0,0-1 0,0 0 0,1 0 0,7 12 0,-9-17 0,16 26 0,1-1 0,2-1 0,0-2 0,45 43 0,-59-62 0,5 4 0,-1 0 0,0 2 0,-1-1 0,18 25 0,-28-35 0,0-1 0,0 0 0,1 1 0,-1-1 0,0 1 0,0-1 0,0 0 0,1 1 0,-1-1 0,0 1 0,0-1 0,0 1 0,0-1 0,0 0 0,0 1 0,0-1 0,0 1 0,0-1 0,0 1 0,0-1 0,-1 1 0,1-1 0,0 0 0,0 1 0,0-1 0,0 1 0,-1-1 0,1 0 0,0 1 0,-1 0 0,0-1 0,0 1 0,0-1 0,0 1 0,0-1 0,0 1 0,0-1 0,0 1 0,0-1 0,0 0 0,-2 1 0,-28-1 0,6-3-15,-45-12-1,36 6-1318,21 7-5492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9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21 24575,'-1'0'0,"1"0"0,0 0 0,0 0 0,0 0 0,0 0 0,-1 0 0,1 0 0,0 0 0,0 0 0,0 0 0,0 0 0,-1 0 0,1 0 0,0 0 0,0 0 0,0 0 0,0 0 0,-1 1 0,1-1 0,0 0 0,0 0 0,0 0 0,0 0 0,0 0 0,-1 0 0,1 0 0,0 1 0,0-1 0,0 0 0,0 0 0,0 0 0,0 0 0,0 0 0,0 1 0,0-1 0,0 0 0,-1 0 0,1 0 0,0 0 0,0 1 0,0-1 0,0 0 0,0 0 0,0 0 0,0 1 0,0-1 0,0 0 0,1 0 0,-1 0 0,0 0 0,0 1 0,0-1 0,0 0 0,9 14 0,19 14 0,-27-27 0,20 18 0,1-1 0,0-2 0,32 19 0,-38-25 0,1-2 0,1 0 0,-1-1 0,1-1 0,34 7 0,-49-12 0,0-1 0,0 1 0,0-1 0,0 0 0,0 0 0,0 0 0,1 0 0,-1 0 0,0-1 0,0 0 0,0 1 0,0-1 0,-1 0 0,1 0 0,0-1 0,0 1 0,-1-1 0,6-3 0,-6 3 0,0 0 0,0-1 0,0 1 0,0-1 0,-1 1 0,1-1 0,-1 0 0,0 0 0,0 1 0,1-1 0,-2 0 0,1 0 0,0 0 0,-1 0 0,1-1 0,-1 1 0,0 0 0,0-5 0,-2-1 0,1 0 0,-2 0 0,1 1 0,-1-1 0,0 1 0,-1 0 0,1 0 0,-2 0 0,1 0 0,-1 1 0,0-1 0,-1 1 0,0 0 0,-9-8 0,13 14 0,1 0 0,0 0 0,0 0 0,-1 0 0,1 0 0,-1 0 0,1 1 0,0-1 0,-1 0 0,0 1 0,1-1 0,-1 1 0,1 0 0,-3-1 0,3 1 0,0 0 0,1 1 0,-1-1 0,0 0 0,0 0 0,1 1 0,-1-1 0,0 1 0,1-1 0,-1 0 0,0 1 0,1-1 0,-1 1 0,0 0 0,1-1 0,-1 1 0,1-1 0,-1 1 0,1 0 0,0-1 0,-1 1 0,1 0 0,0 0 0,-1-1 0,1 1 0,0 0 0,0 0 0,-1-1 0,1 1 0,0 0 0,0 1 0,-1 12 0,-1-1 0,2 1 0,0-1 0,1 1 0,2 16 0,3 3 0,11 32 0,11 16 0,44 91 0,-47-117 0,-10-23 0,-8-20 0,-1 0 0,5 15 0,-11-26 0,0 0 0,0-1 0,1 1 0,-1 0 0,0-1 0,0 1 0,0 0 0,0-1 0,0 1 0,0 0 0,0 0 0,0-1 0,0 1 0,0 0 0,0-1 0,0 1 0,-1 0 0,1-1 0,0 1 0,0 0 0,-1-1 0,1 1 0,-1-1 0,1 1 0,-1 0 0,0 0 0,0 0 0,0-1 0,0 1 0,0-1 0,0 1 0,0-1 0,0 0 0,-1 1 0,1-1 0,0 0 0,0 0 0,0 0 0,-3 0 0,-2 0 0,0-1 0,0 0 0,0 0 0,-10-4 0,2 0-114,-1-1 1,1-1-1,1 0 0,-1-1 0,1-1 1,1 0-1,-1 0 0,1-2 0,1 1 1,0-1-1,-16-22 0,17 18-6712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9.8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256 34 24575,'-18'-4'0,"-12"-5"0,-1 2 0,0 2 0,-51-4 0,79 9 0,1 0 0,-1 0 0,0 0 0,1 1 0,-1-1 0,0 1 0,1-1 0,-1 1 0,1 0 0,-1 0 0,1 0 0,-1 0 0,1 1 0,0-1 0,0 1 0,0-1 0,0 1 0,0 0 0,-3 3 0,3-3 0,1 0 0,0 1 0,0-1 0,0 0 0,0 1 0,0-1 0,0 1 0,1 0 0,0-1 0,-1 1 0,1-1 0,0 1 0,0 0 0,0-1 0,0 1 0,1-1 0,-1 1 0,1-1 0,1 5 0,1 2 0,1 0 0,0-1 0,0 0 0,1 0 0,11 15 0,-2-6 0,21 20 0,-17-20 0,28 18 0,1 1 0,-46-36 0,0 1 0,0 0 0,-1 0 0,1-1 0,0 1 0,0 0 0,-1 0 0,1 0 0,0 0 0,-1 0 0,1 0 0,-1 0 0,1 0 0,-1 0 0,1 0 0,-1 0 0,0 0 0,0 0 0,1 2 0,-2-3 0,1 1 0,0 0 0,-1-1 0,1 1 0,0 0 0,-1-1 0,1 1 0,-1 0 0,1-1 0,-1 1 0,0-1 0,1 1 0,-1-1 0,1 1 0,-1-1 0,0 0 0,0 1 0,1-1 0,-1 0 0,0 1 0,1-1 0,-1 0 0,0 0 0,0 0 0,0 0 0,1 0 0,-1 0 0,-1 0 0,-114 7 0,60-2-1365,33-3-5461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0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24575,'80'262'0,"-51"-171"0,42 105 0,-67-186 0,-3-9 11,-1 1 0,1-1 0,-1 1 0,1-1 0,-1 1 0,0-1-1,0 1 1,1 0 0,-1-1 0,0 3 0,-5-1-212,-5-6-1083,2-2-5542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0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1 134 24575,'340'40'0,"-322"-39"0,1 0 0,33-3 0,-44 1 0,1-1 0,0 0 0,0 0 0,-1-1 0,1 0 0,-1 0 0,14-8 0,-20 10 0,-1 1 0,0-1 0,1 0 0,-1 0 0,0 0 0,1 0 0,-1 0 0,0 0 0,0 0 0,0-1 0,0 1 0,0 0 0,0 0 0,-1-1 0,1 1 0,0-1 0,-1 1 0,1 0 0,-1-1 0,1 1 0,-1-1 0,0 0 0,1 1 0,-1-1 0,0 1 0,0-1 0,0 1 0,0-1 0,-1 1 0,1-1 0,0 0 0,-1 1 0,1-1 0,-1 1 0,1 0 0,-1-1 0,0 1 0,-1-3 0,-2-1 0,1 0 0,-1 0 0,0 0 0,-1 1 0,1-1 0,-1 1 0,0 0 0,-8-4 0,-1-1 0,-1 1 0,-30-11 0,39 16 0,0 1 0,-1 1 0,1-1 0,-1 1 0,1 0 0,-1 0 0,0 1 0,1 0 0,-1 0 0,-9 2 0,14-2 0,0 1 0,0-1 0,-1 1 0,1 0 0,0 0 0,0 0 0,0 0 0,0 0 0,0 0 0,1 1 0,-1-1 0,0 1 0,0-1 0,1 1 0,-1-1 0,1 1 0,0 0 0,-1 0 0,1 0 0,0 0 0,0 0 0,0 0 0,0 0 0,1 0 0,-2 4 0,2-2 0,-1-1 0,1 1 0,0 0 0,0-1 0,0 1 0,1-1 0,-1 1 0,1 0 0,0-1 0,0 1 0,0-1 0,1 0 0,-1 1 0,1-1 0,3 5 0,7 10 0,1-1 0,1 0 0,1-1 0,0 0 0,1-1 0,1-1 0,26 17 0,-29-22 0,1 0 0,-1-2 0,1 0 0,1 0 0,-1-2 0,1 0 0,0 0 0,0-2 0,1 0 0,24 1 0,-38-4 15,1 0 0,0 0 0,-1 0 0,1-1 0,0 1 0,-1-1 0,8-3 0,-10 4-89,1-1-1,-1 0 1,0 0 0,1 0 0,-1 0-1,0 0 1,1 0 0,-1 0 0,0 0-1,0 0 1,0-1 0,0 1 0,0 0-1,0-1 1,-1 1 0,1-1 0,0 1-1,-1-1 1,2-2 0,0-7-6752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1.3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24575,'2'1'0,"0"-1"0,0 1 0,0 0 0,0 0 0,0 0 0,0 0 0,0 1 0,0-1 0,0 0 0,2 3 0,3 2 0,24 15 0,24 18 0,-32-19 0,1-2 0,1 0 0,54 28 0,-76-45 0,-1 0 0,1 0 0,0 0 0,0 0 0,0 0 0,0-1 0,0 1 0,0-1 0,0 0 0,0 0 0,0 0 0,0 0 0,1 0 0,2-2 0,-4 2 0,-1-1 0,1 1 0,-1-1 0,0 0 0,1 0 0,-1 0 0,0 0 0,0 0 0,1 0 0,-1 0 0,0 0 0,0 0 0,0-1 0,0 1 0,-1 0 0,1-1 0,0 1 0,0-1 0,-1 1 0,1-1 0,-1 1 0,1-1 0,-1 1 0,0-1 0,0 1 0,1-1 0,-1 1 0,0-1 0,-1-1 0,0-8 0,0 1 0,-1-1 0,0 1 0,-1 0 0,0 0 0,0 0 0,-1 0 0,-9-15 0,1 0 0,12 24 0,3 3 0,9 9 0,13 14 0,-7-6 0,0-2 0,1 0 0,1-1 0,0-1 0,1-1 0,1-1 0,0 0 0,24 8 0,-45-20 0,0-1 0,0 1 0,-1-1 0,1 0 0,0 1 0,0-1 0,0 0 0,0 1 0,0-1 0,0 0 0,0 0 0,0 0 0,0 0 0,0 0 0,0 0 0,0 0 0,0-1 0,0 1 0,0 0 0,-1 0 0,1-1 0,0 1 0,0 0 0,0-1 0,0 1 0,0-1 0,-1 1 0,1-1 0,0 0 0,0 1 0,-1-1 0,1 0 0,0 1 0,-1-1 0,1 0 0,-1 0 0,1 0 0,-1 0 0,1 1 0,-1-1 0,0 0 0,0 0 0,1 0 0,-1-2 0,1-4 0,0-1 0,0 0 0,-1 0 0,-1-13 0,0 10 0,-5-25 0,4 32 0,1-1 0,0 0 0,0 1 0,0-1 0,1 0 0,-1 0 0,1 0 0,1-9 0,0 13 0,-1 1 0,0-1 0,0 1 0,1-1 0,-1 0 0,0 1 0,1-1 0,-1 1 0,1-1 0,-1 1 0,1 0 0,-1-1 0,1 1 0,-1-1 0,1 1 0,-1 0 0,1-1 0,0 1 0,-1 0 0,1 0 0,-1-1 0,1 1 0,0 0 0,-1 0 0,1 0 0,0 0 0,-1 0 0,1 0 0,0 0 0,-1 0 0,1 0 0,0 0 0,-1 0 0,1 0 0,-1 1 0,1-1 0,0 0 0,-1 0 0,1 1 0,-1-1 0,1 0 0,0 1 0,27 16 0,-27-16 0,18 12-455,-1 1 0,32 33 0,-39-34-6371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1.8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 24575,'-4'1'0,"1"0"0,-1 1 0,1-1 0,0 1 0,0 0 0,-1 0 0,1 0 0,0 1 0,1-1 0,-1 1 0,0-1 0,1 1 0,-1 0 0,1 0 0,0 0 0,0 0 0,0 1 0,0-1 0,1 0 0,-1 1 0,1-1 0,0 1 0,0 0 0,0-1 0,1 1 0,-1 0 0,1 0 0,0-1 0,0 1 0,0 0 0,0 0 0,1-1 0,1 7 0,0-3 0,0 1 0,0-1 0,1-1 0,-1 1 0,1 0 0,1-1 0,0 1 0,0-1 0,0 0 0,0 0 0,1 0 0,0-1 0,0 0 0,1 0 0,-1 0 0,1-1 0,0 1 0,0-2 0,1 1 0,-1 0 0,1-1 0,0-1 0,8 4 0,-14-6 0,0 0 0,0 0 0,0 1 0,0-1 0,0 0 0,0 1 0,0-1 0,0 1 0,0-1 0,0 1 0,0 0 0,0-1 0,0 1 0,-1 0 0,1 0 0,0 0 0,-1-1 0,1 1 0,0 0 0,-1 0 0,1 0 0,0 2 0,-1-2 0,0 1 0,0-1 0,0 1 0,0-1 0,0 1 0,0-1 0,0 1 0,0-1 0,-1 1 0,1-1 0,-1 1 0,1-1 0,-1 1 0,0 1 0,-2 2 0,0 0 0,-1-1 0,1 1 0,-1 0 0,0-1 0,0 0 0,-7 6 0,-5 1-341,0 0 0,-1-1-1,-28 12 1,28-15-6485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5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63 24575,'-31'-18'0,"21"11"0,0 0 0,-1 1 0,1 1 0,-1 0 0,-1 0 0,-13-3 0,23 7 0,1 1 0,-1 0 0,1-1 0,-1 1 0,1 0 0,-1 0 0,1 0 0,-1 0 0,0 0 0,1 1 0,-1-1 0,1 0 0,0 1 0,-1-1 0,1 1 0,-1 0 0,1-1 0,0 1 0,-1 0 0,-1 1 0,1 0 0,1 0 0,0 0 0,-1 0 0,1-1 0,0 1 0,0 0 0,0 0 0,0 0 0,1 1 0,-1-1 0,1 0 0,-1 4 0,0 6 0,0-1 0,2 1 0,-1 0 0,4 15 0,-4-27 0,7 42 0,2-1 0,17 44 0,38 77 0,-16-64 0,75 109 0,-114-193 0,4 2 0,-9-13 0,-7-13 0,-17-29-1365,14 26-5461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5.7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315 31 24575,'-30'-3'0,"-15"-2"0,-5-2 0,4 1 0,7 2 0,7 1 0,7 1 0,6 1 0,2 1 0,6 3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6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 50 24575,'-11'-1'0,"-47"-2"0,53 3 0,-1 0 0,1 1 0,0 0 0,0 0 0,0 0 0,0 1 0,0-1 0,-8 5 0,12-6 0,-1 1 0,1 0 0,0 0 0,0-1 0,0 1 0,0 0 0,0 0 0,0 0 0,0 0 0,0 0 0,0 0 0,1 0 0,-1 0 0,0 1 0,1-1 0,-1 0 0,0 0 0,1 1 0,0-1 0,-1 0 0,1 1 0,0-1 0,0 0 0,0 1 0,-1-1 0,1 0 0,1 1 0,-1-1 0,0 1 0,0-1 0,0 0 0,1 0 0,-1 1 0,1-1 0,-1 0 0,1 1 0,-1-1 0,2 1 0,1 4 0,1-1 0,0 1 0,0-1 0,0 0 0,1 0 0,6 6 0,3 1 0,0-1 0,1-1 0,0 0 0,1-1 0,30 13 0,-33-17 0,0-1 0,0 0 0,0-1 0,1-1 0,-1 0 0,1 0 0,-1-2 0,20 0 0,-30 0 0,-1-1 0,0 1 0,1 0 0,-1-1 0,0 1 0,1-1 0,-1 0 0,0 0 0,0 0 0,0 0 0,0 0 0,0 0 0,0-1 0,0 1 0,0-1 0,0 1 0,2-4 0,-3 3 0,0 1 0,0-1 0,0 0 0,0 0 0,-1 0 0,1 1 0,-1-1 0,1 0 0,-1 0 0,0 0 0,0 0 0,0 0 0,0 0 0,0 0 0,0 0 0,0 0 0,-1 0 0,1 0 0,-1 0 0,1 1 0,-1-1 0,-1-2 0,-3-6 0,0 1 0,0 0 0,-1 0 0,-1 0 0,1 1 0,-1 0 0,-13-11 0,-3-1 0,-36-23 0,50 37 0,0 1 0,0 0 0,0 0 0,-11-2 0,17 5 0,-1 1 0,1 0 0,0 0 0,-1 1 0,1-1 0,-1 1 0,1-1 0,-1 1 0,1 0 0,-1 1 0,0-1 0,1 1 0,-1-1 0,1 1 0,-5 2 0,-1 3-1365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6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93 264 24575,'-3'1'0,"1"1"0,0-1 0,0 0 0,-1 0 0,1-1 0,0 1 0,-1 0 0,1-1 0,-1 1 0,1-1 0,0 0 0,-1 0 0,1 0 0,-1 0 0,1 0 0,-1-1 0,1 1 0,-1-1 0,1 0 0,0 1 0,-1-1 0,1 0 0,0 0 0,0-1 0,0 1 0,-1 0 0,1-1 0,1 1 0,-1-1 0,0 0 0,0 1 0,1-1 0,-1 0 0,0 0 0,1 0 0,0 0 0,0-1 0,0 1 0,0 0 0,0 0 0,0-1 0,0 1 0,1-1 0,-1 1 0,0-5 0,-1-13 0,0 0 0,1 0 0,1 0 0,1 0 0,4-22 0,-4 37 0,0 1 0,0-1 0,1 1 0,-1 0 0,1-1 0,0 1 0,0 0 0,1 0 0,-1 0 0,1 1 0,5-7 0,-6 8 0,0 0 0,0 0 0,0 1 0,1-1 0,-1 0 0,1 1 0,-1 0 0,1-1 0,-1 1 0,1 0 0,0 0 0,-1 1 0,1-1 0,0 0 0,0 1 0,0 0 0,0 0 0,-1 0 0,1 0 0,4 0 0,-5 1-136,1-1-1,-1 1 1,0 0-1,1 0 1,-1 0-1,1 0 1,-1 0-1,0 1 0,4 2 1,4 5-6690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7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24575,'43'45'0,"-2"1"0,38 57 0,-78-102 0,30 39 0,-30-38 0,1 0 0,0 0 0,0 0 0,0 0 0,0 0 0,1-1 0,-1 1 0,0-1 0,1 0 0,-1 1 0,1-1 0,-1 0 0,1 0 0,0-1 0,3 2 0,-5-3 0,0 1 0,1 0 0,-1-1 0,0 1 0,0-1 0,0 1 0,0-1 0,0 0 0,0 1 0,0-1 0,0 0 0,0 0 0,0 1 0,-1-1 0,1 0 0,0 0 0,0 0 0,-1 0 0,1 0 0,-1 0 0,1 0 0,-1 0 0,1-1 0,-1 0 0,3-3 0,-2-1 0,1 0 0,1-8 0,-1 0 0,0-5 0,6-20 0,-7 35 0,0 0 0,0 0 0,1 0 0,-1 0 0,1 1 0,0-1 0,0 0 0,0 1 0,1 0 0,-1-1 0,4-2 0,-5 5 0,1 0 0,-1 0 0,1 0 0,0 0 0,-1 0 0,1 1 0,0-1 0,0 1 0,-1-1 0,1 1 0,0 0 0,0-1 0,-1 1 0,1 0 0,0 0 0,0 0 0,0 1 0,-1-1 0,1 0 0,0 1 0,0-1 0,-1 1 0,1 0 0,0-1 0,-1 1 0,1 0 0,0 0 0,-1 0 0,3 2 0,4 3 0,0 0 0,0 1 0,12 14 0,19 24 0,-25-27 0,1-1 0,0 0 0,1-2 0,25 19 0,0-9-1365,-30-20-5461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8.2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36 24575,'0'1'0,"0"0"0,0 1 0,1-1 0,-1 0 0,1 0 0,-1 1 0,1-1 0,0 0 0,-1 0 0,1 0 0,0 0 0,0 0 0,1 2 0,16 13 0,-14-12 0,7 6 0,7 5 0,0 0 0,28 17 0,-40-29 0,0 1 0,1-1 0,-1 0 0,1-1 0,-1 0 0,1 0 0,0 0 0,0-1 0,0 0 0,0 0 0,0-1 0,11 0 0,-17 0 0,1-1 0,-1 1 0,1 0 0,-1-1 0,1 1 0,-1-1 0,0 0 0,1 1 0,-1-1 0,0 0 0,1 0 0,-1 0 0,0 0 0,0 0 0,0 0 0,0 0 0,0 0 0,0 0 0,0-1 0,0 1 0,0 0 0,-1-1 0,1 1 0,0 0 0,-1-1 0,1 1 0,-1-1 0,0 1 0,1-1 0,-1-1 0,1-6 0,0-1 0,-1 1 0,-2-19 0,1 12 0,-4-8 0,4 20 0,0 1 0,0 0 0,0-1 0,1 1 0,-1-1 0,1 1 0,0 0 0,0-6 0,0 9 0,0 0 0,0-1 0,1 1 0,-1 0 0,0 0 0,0-1 0,0 1 0,1 0 0,-1 0 0,0-1 0,0 1 0,0 0 0,1 0 0,-1 0 0,0-1 0,0 1 0,1 0 0,-1 0 0,0 0 0,1 0 0,-1 0 0,0-1 0,1 1 0,-1 0 0,0 0 0,0 0 0,1 0 0,-1 0 0,0 0 0,1 0 0,-1 0 0,0 0 0,1 0 0,-1 1 0,0-1 0,1 0 0,-1 0 0,1 0 0,12 7 0,-12-7 0,17 12 0,0 0 0,-2 2 0,18 16 0,3 3 0,-8-7 0,-17-14 0,21 16 0,-29-25 0,0-1 0,0 1 0,0-1 0,0 0 0,1 0 0,-1 0 0,1-1 0,-1 1 0,1-1 0,5 1 0,-9-2 0,1-1 0,-1 1 0,1 0 0,-1 0 0,0-1 0,1 1 0,-1 0 0,0-1 0,1 0 0,-1 1 0,0-1 0,1 0 0,-1 0 0,0 1 0,0-1 0,0 0 0,0 0 0,0 0 0,0 0 0,0-1 0,0 1 0,0 0 0,0 0 0,-1-1 0,1 1 0,-1 0 0,1-1 0,-1 1 0,1 0 0,0-3 0,1-6 0,1 0 0,-2 0 0,2-12 0,-3 17 0,1-22 0,-2 22 0,1 0 0,0 0 0,1-1 0,-1 1 0,1 0 0,2-10 0,-2 15 0,-1-1 0,0 1 0,0-1 0,0 1 0,1 0 0,-1-1 0,0 1 0,0 0 0,1-1 0,-1 1 0,0 0 0,1-1 0,-1 1 0,1 0 0,-1 0 0,0-1 0,1 1 0,-1 0 0,1 0 0,-1 0 0,0 0 0,1-1 0,-1 1 0,1 0 0,0 0 0,13 4 0,12 15 0,-24-18 0,12 11 0,127 95 0,-136-104 0,-3-2 0,0 1 0,1-1 0,-1 0 0,0 1 0,0-1 0,1 0 0,4 1 0,-6-2 0,-1 0 0,0 0 0,1 0 0,-1 0 0,1 0 0,-1 0 0,0 0 0,1 0 0,-1-1 0,1 1 0,-1 0 0,0 0 0,1 0 0,-1 0 0,1-1 0,-1 1 0,0 0 0,1 0 0,-1-1 0,0 1 0,1-1 0,-1 0 0,1 0 0,0 0 0,-1 0 0,1 0 0,-1 0 0,0 0 0,1-1 0,-1 1 0,0 0 0,1-2 0,-1-8 0,1 1 0,-2-1 0,1 1 0,-2-1 0,-2-13 0,1 5 0,2 18 0,1 1 0,0-1 0,0 1 0,0-1 0,0 0 0,-1 1 0,1-1 0,0 0 0,0 1 0,1-1 0,-1 0 0,0 1 0,0-1 0,0 0 0,0 1 0,0-1 0,1 0 0,-1 1 0,0-1 0,1 1 0,-1-1 0,0 0 0,1 1 0,-1-1 0,1 1 0,0-1 0,0 0 0,0 1 0,0 0 0,0 0 0,0 0 0,0-1 0,0 1 0,0 0 0,0 0 0,0 0 0,0 0 0,0 1 0,-1-1 0,1 0 0,0 0 0,2 1 0,5 2 0,-1 1 0,1 0 0,8 6 0,-13-9 0,150 97 0,-123-82-1365,-18-12-5461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0 154 24575,'13'-9'0,"2"-1"0,1-1 0,-2-1 0,1-1 0,-2 0 0,19-22 0,-31 33 0,0 1 0,0-1 0,0 1 0,0-1 0,0 1 0,0-1 0,-1 0 0,1 1 0,0-1 0,-1 0 0,1 0 0,-1 0 0,0 1 0,0-1 0,0 0 0,0 0 0,0 0 0,0-2 0,-1 3 0,1 0 0,-1 0 0,1 0 0,-1 0 0,0 0 0,0 0 0,1 0 0,-1 1 0,0-1 0,0 0 0,0 1 0,0-1 0,0 0 0,0 1 0,0-1 0,0 1 0,0-1 0,0 1 0,0 0 0,0 0 0,0-1 0,-1 1 0,1 0 0,0 0 0,0 0 0,0 0 0,0 0 0,0 0 0,-2 1 0,0-1 0,0 0 0,0 1 0,-1-1 0,1 1 0,0 0 0,0 0 0,0 0 0,0 0 0,1 1 0,-1-1 0,0 1 0,1-1 0,-1 1 0,1 0 0,-1 0 0,1 0 0,0 1 0,0-1 0,0 1 0,0-1 0,0 1 0,0-1 0,1 1 0,-1 0 0,1 0 0,0 0 0,0 0 0,0 0 0,0 0 0,0 0 0,0 6 0,1-4 0,-1 0 0,1 0 0,0 0 0,0 0 0,1 0 0,-1 0 0,1 0 0,0-1 0,1 1 0,-1 0 0,1 0 0,0-1 0,0 1 0,0-1 0,1 1 0,-1-1 0,1 0 0,0 0 0,6 6 0,2-2 0,0 0 0,0-1 0,1 0 0,0 0 0,1-1 0,-1-1 0,1 0 0,0-1 0,0 0 0,1-1 0,15 1 0,20 1 0,87-3 0,-83-3 0,-15 2 0,39-3 0,-76 2 0,1 0 0,-1 0 0,0 0 0,0-1 0,1 1 0,-1 0 0,0-1 0,0 1 0,1-1 0,-1 1 0,0-1 0,0 0 0,0 0 0,0 1 0,0-1 0,0 0 0,0 0 0,0 0 0,0 0 0,0-1 0,0-1 0,0 1 0,0 0 0,0 0 0,0 0 0,-1 0 0,1-1 0,-1 1 0,1 0 0,-1-1 0,0-3 0,-1-3 0,0-1 0,0 1 0,-1-1 0,-4-12 0,-26-89 0,32 110 0,-1 0 0,1-1 0,0 1 0,-1 0 0,1-1 0,0 1 0,0-1 0,0 1 0,0-1 0,0 1 0,0 0 0,0-1 0,1 1 0,-1-1 0,0 1 0,1 0 0,0-2 0,-1 3-33,1 0 1,-1 0-1,0 0 0,0 0 0,1 0 0,-1 0 0,0 0 0,0 0 1,0 0-1,1 0 0,-1 1 0,0-1 0,0 0 0,0 0 0,1 0 1,-1 0-1,0 1 0,0-1 0,0 0 0,0 0 0,0 0 0,1 0 1,-1 1-1,0-1 0,0 0 0,0 0 0,0 1 0,0-1 0,0 0 1,0 0-1,0 1 0,0-1 0,0 0 0,0 1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9.1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24575,'25'28'0,"11"11"0,-1 2 0,-3-4 0,-8-5 0,-10-9 0,-8-7-8191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9.2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24575,'15'5'0,"5"2"-8191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9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0 24575,'-5'2'0,"-17"4"0,-26 12 0,43-15 0,0-1 0,0 1 0,1-1 0,-1 1 0,1 0 0,-1 1 0,1-1 0,0 1 0,0 0 0,-6 9 0,9-11 0,0 1 0,0-1 0,0 1 0,0-1 0,0 1 0,1 0 0,0-1 0,-1 1 0,1 0 0,0 0 0,0-1 0,0 1 0,1 0 0,-1 0 0,1-1 0,-1 1 0,1 0 0,0-1 0,0 1 0,0-1 0,0 1 0,1-1 0,-1 0 0,3 3 0,2 5 0,1-2 0,0 1 0,0-1 0,14 12 0,-11-12-97,-1 0-1,1 0 1,1-1-1,-1-1 1,1 0-1,0 0 1,0-1-1,1 0 1,0-1-1,0-1 1,0 0-1,0 0 0,24 1 1,-18-4-6729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0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154 480 24575,'-77'18'0,"70"-16"0,0 0 0,0 1 0,0 0 0,0 1 0,1-1 0,-1 1 0,1 1 0,-7 5 0,12-10 0,1 1 0,-1 0 0,0-1 0,0 1 0,1 0 0,-1 0 0,0 0 0,1 0 0,-1 0 0,1 0 0,-1-1 0,1 1 0,-1 0 0,1 0 0,0 1 0,0-1 0,-1 0 0,1 0 0,0 0 0,0 0 0,0 0 0,0 2 0,1-2 0,-1 1 0,1-1 0,0 0 0,-1 1 0,1-1 0,0 0 0,0 1 0,0-1 0,0 0 0,0 0 0,0 0 0,0 0 0,3 2 0,3 1 0,0 0 0,0 0 0,1-1 0,12 5 0,-9-5 0,1 1 0,-1-2 0,1 0 0,0 0 0,0-1 0,13-1 0,-20 0 0,0 0 0,-1-1 0,1 0 0,0 0 0,-1 0 0,1 0 0,-1-1 0,5-2 0,-6 3 0,-1-1 0,0 1 0,0-1 0,0 0 0,0 0 0,0 1 0,0-1 0,0 0 0,0-1 0,-1 1 0,1 0 0,-1 0 0,0-1 0,1 1 0,0-3 0,-3 6 0,1 1 0,0 0 0,0 0 0,-1 0 0,1-1 0,0 1 0,1 0 0,-1 0 0,0 0 0,0-1 0,1 1 0,-1 0 0,1 0 0,0-1 0,-1 1 0,1 0 0,0-1 0,0 1 0,0-1 0,0 1 0,0-1 0,0 1 0,1-1 0,1 2 0,1 0 0,-1 0 0,1 0 0,0 0 0,0-1 0,0 1 0,0-1 0,0 0 0,7 3 0,2-2 0,0-1 0,0 0 0,-1-1 0,1 0 0,0 0 0,0-2 0,22-2 0,-24 1 0,-1 0 0,1-1 0,-1 0 0,1 0 0,-1-1 0,0 0 0,0-1 0,-1 0 0,14-11 0,-16 11 0,-1-1 0,1 0 0,-2 0 0,1-1 0,-1 0 0,0 0 0,0 0 0,-1-1 0,7-13 0,-7 9 0,0-1 0,0 0 0,-1 1 0,-1-1 0,2-25 0,-4 13 0,-1-1 0,-1 1 0,-1 0 0,-2-1 0,0 2 0,-10-28 0,8 32 0,-1 0 0,0 1 0,-2 1 0,0 0 0,-1 0 0,-1 0 0,0 2 0,-28-29 0,37 42 0,1 1 0,-1-1 0,0 1 0,0 0 0,0 0 0,-4-2 0,6 4 0,0 0 0,1-1 0,-1 1 0,0 0 0,0 0 0,1 0 0,-1-1 0,0 1 0,0 0 0,0 0 0,1 0 0,-1 0 0,0 1 0,0-1 0,1 0 0,-1 0 0,0 0 0,0 1 0,1-1 0,-1 0 0,0 0 0,1 1 0,-1-1 0,0 1 0,1-1 0,-1 1 0,1-1 0,-1 1 0,0-1 0,1 1 0,-1 0 0,1-1 0,0 1 0,-1 1 0,-2 3 0,1 1 0,0 0 0,0 0 0,0 0 0,1 0 0,0 0 0,0 0 0,1 0 0,0 7 0,0 9 0,4 24 0,1-15 15,1-1 0,1 1 0,2-2 0,1 1 0,1-1 0,1-1 0,22 36 0,6-2-758,89 111 1,-113-155-6084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1.2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0 24575,'-11'4'0,"0"0"0,0 0 0,0 1 0,1 1 0,-14 8 0,22-12 0,0-1 0,0 1 0,0 0 0,0 0 0,0 0 0,0 0 0,0 0 0,1 0 0,-1 0 0,1 0 0,0 1 0,-1-1 0,1 1 0,0-1 0,1 1 0,-1-1 0,0 1 0,1-1 0,-1 1 0,1 0 0,0-1 0,0 1 0,0 0 0,0 0 0,0-1 0,1 1 0,-1-1 0,1 1 0,1 4 0,1 1 0,0-1 0,1 0 0,0-1 0,0 1 0,0 0 0,8 7 0,36 33 0,-4-3 0,-27-27 0,-13-14 0,0 1 0,0-1 0,-1 1 0,0-1 0,0 1 0,0 0 0,0 1 0,0-1 0,-1 0 0,4 10 0,-6-13 0,0-1 0,1 1 0,-1 0 0,0 0 0,0 0 0,0 0 0,0-1 0,0 1 0,-1 0 0,1 0 0,0 0 0,0 0 0,0-1 0,-1 1 0,1 0 0,0 0 0,-1 0 0,1-1 0,-1 1 0,1 0 0,-1-1 0,0 2 0,-1-1 0,1 0 0,0 0 0,-1 0 0,1-1 0,-1 1 0,1-1 0,-1 1 0,1-1 0,-1 1 0,1-1 0,-3 0 0,-4 1 0,0-1 0,0 0 0,-14-3 0,21 3 0,-2-1-35,-22-2-231,0-1 0,1-1 0,0-2 0,-31-12 0,42 13-6560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1.5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24575,'17'32'0,"9"19"0,5 8 0,-1-1-1081,-2-3 1081,-4-5 0,-1-5 0,-2-4 354,-2-4-354,-4-3 180,-2-3-180,-4-4 0,0-4 0,-2-4 547,-2-2-547,-2-1 0,-2-4-8191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2.0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0 104 24575,'45'14'0,"145"37"0,-166-47 0,1 0 0,-1-1 0,1-2 0,0 0 0,46-6 0,-56 2 0,0 0 0,-1 0 0,20-8 0,-31 10 0,1 0 0,-1-1 0,0 1 0,0-1 0,0 0 0,1 0 0,-2 0 0,1 0 0,0 0 0,0-1 0,-1 1 0,1-1 0,-1 0 0,0 0 0,0 0 0,0 0 0,0 0 0,0 0 0,1-6 0,-2 6 0,-1 0 0,0-1 0,0 1 0,0 0 0,0 0 0,0 0 0,-1-1 0,0 1 0,1 0 0,-1 0 0,0 0 0,-1 0 0,1 0 0,0 0 0,-1 1 0,0-1 0,0 0 0,1 1 0,-2-1 0,1 1 0,0 0 0,0-1 0,-1 1 0,1 0 0,-5-2 0,2 0 0,-1 1 0,1-1 0,-1 1 0,0 0 0,0 1 0,0 0 0,-1 0 0,1 0 0,0 0 0,-1 1 0,-10-1 0,15 2 0,1 0 0,-1 0 0,0 0 0,0 1 0,0-1 0,0 0 0,1 1 0,-1-1 0,0 1 0,0 0 0,1-1 0,-1 1 0,0 0 0,1 0 0,-1 0 0,1 0 0,-1 0 0,1 1 0,0-1 0,-2 2 0,1-1 0,1 1 0,0-1 0,0 1 0,0-1 0,0 1 0,0-1 0,0 1 0,1 0 0,-1-1 0,1 1 0,0 0 0,0 3 0,0 3 0,1 0 0,0 0 0,1 0 0,0 0 0,0-1 0,1 1 0,5 10 0,-5-12 0,1 0 0,0-1 0,0 0 0,1 0 0,0 0 0,0 0 0,0-1 0,1 0 0,8 7 0,-10-9 0,-1-1 0,0 0 0,0 0 0,1-1 0,-1 1 0,1-1 0,0 1 0,-1-1 0,1 0 0,0-1 0,-1 1 0,1 0 0,0-1 0,0 0 0,0 0 0,0 0 0,0-1 0,-1 1 0,1-1 0,5-1 0,-7 1 0,0 0 0,-1 0 0,1 0 0,0 0 0,-1 0 0,1 0 0,0 0 0,-1 0 0,1-1 0,-1 1 0,0-1 0,1 1 0,-1-1 0,0 1 0,0-1 0,0 0 0,0 1 0,1-5 0,0 0 0,0-1 0,-1 0 0,0 1 0,1-9 0,-2 9 0,1 1 0,-1-1 0,2 0 0,2-8 0,-4 13 0,0 1 0,0-1 0,0 1 0,0 0 0,1-1 0,-1 1 0,0-1 0,0 1 0,1 0 0,-1-1 0,0 1 0,0 0 0,1-1 0,-1 1 0,0 0 0,1 0 0,-1-1 0,1 1 0,-1 0 0,0 0 0,1-1 0,-1 1 0,1 0 0,-1 0 0,1 0 0,-1 0 0,1 0 0,0 0 0,0 0 0,0 0 0,0 1 0,0-1 0,0 0 0,0 1 0,0-1 0,-1 1 0,1-1 0,0 1 0,0-1 0,1 2 0,1 1 0,0 0 0,0 0 0,-1 0 0,1 1 0,1 3 0,10 21-1365,-8-18-5461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2.7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24575,'20'66'0,"2"-1"0,4-1 0,2-1 0,67 110 0,-95-173 0,3 5 0,0-1 0,0 1 0,1-1 0,7 7 0,-11-11 0,1 1 0,-1-1 0,1 1 0,-1-1 0,1 1 0,0-1 0,-1 0 0,1 1 0,0-1 0,-1 0 0,1 0 0,0 1 0,-1-1 0,1 0 0,0 0 0,0 0 0,-1 0 0,1 0 0,0 0 0,-1 0 0,1 0 0,0 0 0,0 0 0,-1 0 0,1-1 0,0 1 0,-1 0 0,1 0 0,0-1 0,-1 1 0,1 0 0,0-1 0,-1 1 0,1-1 0,-1 1 0,1-1 0,-1 1 0,1-1 0,-1 1 0,1-1 0,-1 0 0,0 1 0,1-1 0,-1 0 0,0 1 0,1-2 0,1-2 0,-1-1 0,1 0 0,-1 0 0,0 1 0,0-10 0,-1 8 0,1 0 0,0 0 0,0 0 0,1 1 0,3-10 0,-5 14 0,1 0 0,0 0 0,-1-1 0,1 1 0,0 0 0,0 1 0,0-1 0,-1 0 0,1 0 0,0 0 0,0 0 0,0 1 0,0-1 0,1 0 0,-1 1 0,0-1 0,0 1 0,0 0 0,0-1 0,1 1 0,-1 0 0,0-1 0,0 1 0,1 0 0,-1 0 0,0 0 0,0 0 0,1 0 0,-1 1 0,2 0 0,5 0 0,-2 1 0,1 1 0,0-1 0,0 1 0,-1 0 0,8 5 0,36 28 0,-34-25 0,-14-9 0,66 52 0,-61-48 0,-1 0 0,0 1 0,0 0 0,0 0 0,-1 0 0,0 1 0,6 12 0,-11-19 0,1 0 0,-1 0 0,0 0 0,1 1 0,-1-1 0,0 0 0,0 0 0,0 0 0,0 0 0,0 0 0,0 0 0,0 0 0,0 0 0,0 0 0,0 0 0,-1 0 0,1 0 0,0 0 0,-1 0 0,1 0 0,-1 0 0,1 0 0,-1 0 0,1 0 0,-1 0 0,0 0 0,0 0 0,1 0 0,-1-1 0,0 1 0,0 0 0,0-1 0,0 1 0,1-1 0,-1 1 0,0-1 0,0 1 0,0-1 0,0 1 0,-1-1 0,-1 0 0,-4 2 0,0 0 0,0-1 0,-1 0 0,-12 0 0,3-1 0,-1-2 0,1 0 0,-1-1 0,1 0 0,0-2 0,0 0 0,1 0 0,-1-2 0,-19-11 0,32 17-136,1-2-1,0 1 1,-1 0-1,1-1 1,0 1-1,0-1 1,1 0-1,-1 0 0,-2-3 1,-1-5-6690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2.9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24575,'0'8'0,"0"4"0,3 4 0,0 1 0,3-3 0,0 0 0,-1-1 0,1-2 0,0-1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3.6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61 252 24575,'-48'-223'0,"46"215"0,2 5 0,0 1 0,-1 0 0,0 0 0,1 0 0,-1 0 0,0 0 0,-2-4 0,3 7 0,-1-1 0,1 1 0,0 0 0,-1-1 0,1 1 0,0 0 0,-1-1 0,1 1 0,0 0 0,0-1 0,0 1 0,0 0 0,0 0 0,0 1 0,1 28 0,1 1 0,2-1 0,12 50 0,-13-67 0,39 146 0,-32-129 0,2 0 0,1-1 0,18 32 0,-26-53 0,1 0 0,-1 0 0,1-1 0,1 0 0,-1 0 0,1-1 0,0 0 0,1 0 0,13 8 0,-19-13 0,1 1 0,-1-1 0,1 0 0,0 0 0,0 0 0,0 0 0,0 0 0,0 0 0,0-1 0,-1 1 0,1-1 0,0 0 0,0 0 0,0 0 0,0 0 0,0-1 0,0 1 0,0-1 0,0 0 0,0 0 0,0 0 0,0 0 0,-1 0 0,1-1 0,0 1 0,-1-1 0,1 0 0,-1 1 0,0-1 0,1 0 0,-1 0 0,0-1 0,2-2 0,-2 1 0,1 1 0,-1 0 0,0-1 0,0 0 0,-1 1 0,1-1 0,-1 0 0,0 0 0,2-7 0,-2 0 0,0-1 0,-1-12 0,0-15 0,0 39 0,0-1 0,0 1 0,0 0 0,0 0 0,0 0 0,0 0 0,0-1 0,0 1 0,0 0 0,0 0 0,0 0 0,1 0 0,-1-1 0,0 1 0,0 0 0,0 0 0,0 0 0,0 0 0,0-1 0,0 1 0,0 0 0,0 0 0,0 0 0,1 0 0,-1 0 0,0 0 0,0-1 0,0 1 0,0 0 0,0 0 0,1 0 0,-1 0 0,0 0 0,0 0 0,0 0 0,1 0 0,5 4 0,6 14 0,-10-14 0,14 19-341,1-1 0,1-1-1,24 24 1,-29-34-6485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3.8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0 24575,'0'10'0,"0"6"0,-3 3 0,0 0 0,0 0 0,-2-4 0,0-1 0,0-4-8191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4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24575,'15'30'0,"7"15"0,3 5 0,0 2 0,-3-4 0,-1-4 0,-6-5 0,-1-4 0,-2-3 0,0-2 0,-2-1 0,0-3 0,-2-1 0,-2-2 0,0-2 0,-1-3 0,-1-1 0,-1-4-8191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4.3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30 24575,'-23'-8'0,"-10"-2"0,-1 3 0,2 3 0,4 4 0,7 3-8191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4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24575,'7'16'0,"0"0"0,0-1 0,1 0 0,1 0 0,1-1 0,0-1 0,1 1 0,0-2 0,1 1 0,18 14 0,-28-26 0,-1 1 0,1-1 0,0 1 0,0-1 0,0 0 0,0 0 0,0 1 0,0-2 0,0 1 0,1 0 0,-1 0 0,0-1 0,0 1 0,1-1 0,-1 1 0,0-1 0,1 0 0,-1 0 0,0 0 0,1 0 0,-1-1 0,0 1 0,0-1 0,1 1 0,-1-1 0,0 0 0,0 0 0,0 0 0,1 0 0,-1 0 0,-1 0 0,1-1 0,0 1 0,0-1 0,0 1 0,-1-1 0,1 0 0,-1 1 0,1-1 0,-1 0 0,0 0 0,1 0 0,0-4 0,1-1 0,0 0 0,-1 0 0,0 0 0,0 0 0,-1 0 0,0 0 0,0 0 0,0-1 0,-1 1 0,0 0 0,-1-1 0,-1-8 0,-1 10 0,-1 8 0,-2 11 0,5 0 0,-1 1 0,2 0 0,0-1 0,0 1 0,5 22 0,17 67 0,-20-94 0,22 73 0,6 31 0,-27-96 0,0 0 0,-2 0 0,0 0 0,-1 0 0,-2 21 0,2-35 0,-1 0 0,1 0 0,-1-1 0,0 1 0,0 0 0,0 0 0,0-1 0,0 1 0,-1 0 0,1-1 0,-1 0 0,0 1 0,0-1 0,0 0 0,-2 3 0,0-3 0,1 1 0,-1-1 0,1 1 0,-1-1 0,0 0 0,0-1 0,0 1 0,0-1 0,-6 2 0,1-1 0,-1-1 0,1 0 0,-1-1 0,1 0 0,0 0 0,-1-1 0,1 0 0,-16-4 0,15 2 0,0-1 0,0 1 0,0-2 0,0 1 0,-10-8 0,17 10 0,0 0 0,0 0 0,0-1 0,1 1 0,-1-1 0,1 0 0,0 0 0,-3-4 0,4 5 0,0 1 0,0-1 0,1 0 0,-1 0 0,0 0 0,1 0 0,0 0 0,-1 0 0,1 1 0,0-1 0,0 0 0,0 0 0,0 0 0,0 0 0,1 0 0,0-3 0,0 3 5,-1 0 1,1 0-1,0 0 0,0 0 0,0 1 1,1-1-1,-1 0 0,0 0 0,1 1 0,-1-1 1,1 1-1,-1-1 0,1 1 0,0 0 1,2-2-1,32-12-672,-28 12-115,8-3-6044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6.4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99 0 24575,'-10'20'0,"-6"9"0,-3 3 0,0-3 0,0-5 0,3-7-8191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7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49 315 24575,'31'-26'0,"-3"3"0,-1-2 0,28-30 0,-51 50 0,0 0 0,-1 0 0,1-1 0,-1 1 0,0-1 0,0 1 0,-1-1 0,0 0 0,0 0 0,0 0 0,1-7 0,-3 9 0,0 1 0,0-1 0,0 0 0,0 1 0,-1-1 0,1 1 0,-1-1 0,0 1 0,0-1 0,0 1 0,-1-1 0,1 1 0,-1 0 0,0 0 0,0 0 0,0 0 0,0 0 0,0 0 0,-1 1 0,-3-5 0,0 3 0,1 0 0,-1 0 0,0 0 0,-1 1 0,1 0 0,0 0 0,-1 0 0,0 1 0,1 0 0,-1 0 0,-9-1 0,12 3 0,-1-1 0,1 1 0,-1-1 0,1 1 0,-1 0 0,1 1 0,-1-1 0,1 1 0,-1 0 0,1 0 0,0 1 0,0-1 0,-1 1 0,1 0 0,0 0 0,0 0 0,1 0 0,-7 6 0,7-5 0,1 0 0,-1 0 0,1 0 0,0 0 0,0 1 0,1-1 0,-1 1 0,1 0 0,-1-1 0,1 1 0,0 0 0,1 0 0,-1-1 0,1 1 0,-1 0 0,1 0 0,0 0 0,1 0 0,-1 0 0,1 0 0,-1-1 0,3 7 0,0 0 0,0 0 0,1-1 0,0 1 0,1-1 0,0 0 0,0 0 0,10 11 0,0-3 0,1-1 0,0-1 0,1 0 0,1-1 0,35 20 0,-39-26 0,-1-1 0,2-1 0,-1 0 0,21 4 0,-26-7 0,1-1 0,0-1 0,0 0 0,0 0 0,0 0 0,0-2 0,18-1 0,-25 1-114,1 0 1,0 0-1,-1 0 0,1-1 0,0 1 1,-1-1-1,0 0 0,1 0 0,-1 0 1,0 0-1,5-5 0,1-4-6712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7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0 24575,'-6'20'0,"0"0"0,1 0 0,1 0 0,1 0 0,1 1 0,1 30 0,1-41 0,1 1 0,1-1 0,-1 0 0,2 0 0,0 0 0,0 0 0,0 0 0,1 0 0,1-1 0,0 1 0,0-1 0,1-1 0,0 1 0,11 11 0,6 3 0,-51-35 0,11 4-195,-1 1 0,0 0 0,-1 1 0,1 1 0,-1 1 0,-38-3 0,44 6-6631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7.8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134 271 24575,'27'38'0,"28"52"0,-44-70 0,-2 0 0,-1 1 0,0 0 0,8 40 0,-15-49 0,-1-12 0,0 0 0,0 0 0,0 0 0,0 0 0,0 0 0,0 0 0,0 0 0,0 0 0,0 0 0,0 1 0,0-1 0,0 0 0,0 0 0,0 0 0,0 0 0,0 0 0,0 0 0,-1 0 0,1 0 0,0 0 0,0 0 0,0 0 0,0 0 0,0 0 0,0 0 0,0 0 0,0 0 0,0 0 0,0 0 0,0 0 0,0 0 0,0 0 0,-1 0 0,1 0 0,0 0 0,0 0 0,0 0 0,0 0 0,0 0 0,0 0 0,0 0 0,0 0 0,0 0 0,0 0 0,0 0 0,0 0 0,0 0 0,0-1 0,0 1 0,-1 0 0,1 0 0,0 0 0,0 0 0,0 0 0,0 0 0,0 0 0,0 0 0,0 0 0,0 0 0,0 0 0,0 0 0,-12-20 0,-90-148 0,23 44 0,63 95 0,1 0 0,-15-45 0,27 68 0,1-1 0,0 0 0,1 0 0,0 0 0,0 0 0,0-9 0,1 14 0,0 0 0,0 1 0,0-1 0,0 0 0,1 0 0,-1 0 0,1 0 0,0 0 0,-1 0 0,1 1 0,0-1 0,0 0 0,0 0 0,0 1 0,0-1 0,1 1 0,-1-1 0,0 1 0,1 0 0,-1-1 0,1 1 0,0 0 0,-1 0 0,1 0 0,0 0 0,2-1 0,4 0 0,0 0 0,-1 0 0,1 0 0,0 1 0,0 1 0,0-1 0,0 1 0,0 1 0,0-1 0,0 1 0,14 4 0,-5 0 0,0 1 0,0 0 0,0 1 0,17 10 0,-27-13 0,1 1 0,-1-1 0,0 1 0,0 1 0,-1-1 0,8 9 0,-13-13 0,0 1 0,1-1 0,-1 1 0,0 0 0,0-1 0,0 1 0,-1 0 0,1-1 0,0 1 0,-1 0 0,1 0 0,-1 0 0,1 0 0,-1-1 0,0 1 0,0 0 0,0 0 0,0 0 0,0 0 0,0 0 0,-1 0 0,1 0 0,0 0 0,-1-1 0,0 1 0,1 0 0,-1 0 0,0-1 0,0 1 0,0 0 0,0-1 0,0 1 0,-3 2 0,0 0 0,-1 0 0,1 0 0,-1-1 0,0 1 0,0-1 0,0 0 0,0 0 0,0-1 0,-1 0 0,-10 3 0,-7 1 0,-32 4 0,38-8 0,-53 9-1365,41-7-5461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8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0 24575,'-2'6'0,"0"-1"0,0 0 0,1 1 0,-1-1 0,1 0 0,0 1 0,1 0 0,-1-1 0,1 1 0,1-1 0,-1 1 0,1-1 0,-1 1 0,2-1 0,1 9 0,5 6 0,0 0 0,18 32 0,-11-23 0,41 69 0,-30-56 0,-13-24-1365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8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24575,'2'5'0,"4"7"0,1 3 0,1 5 0,2 1 0,2 3 0,2-2 0,0 2 0,1-1 0,-3-2 0,0-2 0,-3-2 0,1-1 0,-3-1 0,-2-1 0,1-2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9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15 234 24575,'7'45'0,"2"0"0,2 0 0,2-2 0,21 49 0,-33-90 0,0 1 0,0-1 0,1 1 0,0-1 0,-1 1 0,1-1 0,0 0 0,2 2 0,-4-4 0,0 1 0,1-1 0,-1 0 0,0 0 0,0 0 0,0 0 0,1 0 0,-1 0 0,0 1 0,0-1 0,1 0 0,-1 0 0,0 0 0,0 0 0,1 0 0,-1 0 0,0 0 0,0 0 0,1 0 0,-1 0 0,0 0 0,1 0 0,-1 0 0,0 0 0,0 0 0,1-1 0,-1 1 0,0 0 0,0 0 0,0 0 0,1 0 0,-1-1 0,1 1 0,-1-1 0,1 0 0,-1 0 0,1 0 0,-1-1 0,1 1 0,-1 0 0,0 0 0,1 0 0,-1 0 0,0 0 0,0-2 0,1-5 0,-1-1 0,0 1 0,0 0 0,-1-1 0,-3-13 0,-15-43 0,10 37 0,-27-76 0,-8-27 0,42 125 0,1 0 0,0 0 0,0 0 0,0 0 0,1 0 0,0 0 0,0 0 0,2-9 0,-1 13 0,-1-1 0,1 1 0,0-1 0,0 1 0,0 0 0,1-1 0,-1 1 0,0 0 0,1 0 0,-1 0 0,1 0 0,0 0 0,0 0 0,0 1 0,0-1 0,0 1 0,0-1 0,0 1 0,1 0 0,-1-1 0,0 1 0,3 0 0,4-2 0,1 0 0,-1 1 0,0 0 0,1 0 0,-1 1 0,1 1 0,0 0 0,-1 0 0,1 1 0,16 2 0,-11 1 0,0 0 0,-1 1 0,1 0 0,-1 1 0,26 16 0,-37-21 0,-1 0 0,0 0 0,0 1 0,0-1 0,0 1 0,0 0 0,-1-1 0,1 1 0,0 0 0,-1 0 0,1 0 0,-1 0 0,0 0 0,0 0 0,0 1 0,0-1 0,0 0 0,0 1 0,0 2 0,-1-2 0,0-1 0,0 0 0,0 1 0,-1-1 0,1 0 0,-1 0 0,1 0 0,-1 1 0,0-1 0,0 0 0,0 0 0,0 0 0,0 0 0,-1-1 0,1 1 0,-1 0 0,1 0 0,-1-1 0,1 1 0,-5 2 0,-8 6 0,-1 0 0,-1-1 0,-29 13 0,29-15 0,0 1 0,0 1 0,-28 20 0,42-28 0,0 1 0,0-1 0,1 1 0,-1 0 0,0 0 0,0 0 0,1 0 0,-1 0 0,1 0 0,0 0 0,0 0 0,0 1 0,0-1 0,0 0 0,0 1 0,0-1 0,1 1 0,-1-1 0,1 0 0,0 1 0,0 0 0,0-1 0,0 1 0,0-1 0,0 1 0,1-1 0,-1 0 0,1 1 0,0-1 0,0 1 0,0-1 0,0 0 0,0 0 0,0 1 0,1-1 0,-1 0 0,1 0 0,-1 0 0,1 0 0,0-1 0,-1 1 0,4 2 0,6 4 0,-1-1 0,1 0 0,1-1 0,-1 0 0,1 0 0,0-2 0,20 6 0,93 15 0,-107-22 0,116 18-1365,-120-19-5461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0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193 74 24575,'-21'-14'0,"7"5"0,1 0 0,-1 1 0,0 0 0,-1 2 0,-30-11 0,43 16 0,1 1 0,-1-1 0,0 1 0,1 0 0,-1 0 0,0-1 0,1 1 0,-1 0 0,0 0 0,1 1 0,-1-1 0,0 0 0,0 1 0,1-1 0,-1 1 0,1-1 0,-1 1 0,0 0 0,1 0 0,-1-1 0,1 1 0,0 0 0,-1 0 0,1 1 0,0-1 0,0 0 0,-1 0 0,1 1 0,0-1 0,0 0 0,0 1 0,1-1 0,-1 1 0,0-1 0,1 1 0,-1 0 0,0-1 0,1 1 0,-1 2 0,0 4 0,0 1 0,0-1 0,1 1 0,0 0 0,0-1 0,3 13 0,8 40 24,32 103-1,35 55-478,-66-188 227,127 322 101,-137-348 279,-1-4-220,0 1 0,0 0 1,-1 0-1,1-1 0,0 1 0,-1 0 0,1 0 1,-1 0-1,0-1 0,0 1 0,1 0 0,-2 3 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0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352 123 24575,'-27'-15'0,"-15"-8"0,-5 1 0,3 1 0,5 4 0,5 5 0,7 5 0,4 3 0,5 2 0,3 5 0,0 1 0,4 3 0,4 2 0,5 0 0,3 1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0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24575,'-3'3'0,"0"2"0,0 5 0,3 1 0,1 3 0,4 0 0,2 1 0,4 1 0,-1-1 0,1-2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1.0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1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179 557 24575,'6'-41'0,"-1"0"0,-3 0 0,-1 0 0,-8-74 0,3 92 0,0 1 0,-1 0 0,-2 0 0,0 1 0,-1 0 0,-1 0 0,-1 1 0,-1 0 0,-1 0 0,-18-23 0,28 41 0,1 0 0,-1 0 0,1 1 0,-1-1 0,0 0 0,1 1 0,-1-1 0,0 1 0,0 0 0,0 0 0,0 0 0,0 0 0,0 0 0,-1 0 0,-2-1 0,4 2 0,0 1 0,-1-1 0,1 0 0,0 0 0,-1 0 0,1 1 0,0-1 0,0 1 0,-1-1 0,1 1 0,0-1 0,0 1 0,0 0 0,-1 0 0,1-1 0,0 1 0,0 0 0,0 0 0,1 0 0,-1 0 0,0 0 0,0 1 0,0-1 0,1 0 0,-1 0 0,0 3 0,-2 2 0,0 1 0,1 0 0,-1-1 0,2 1 0,-1 0 0,1 0 0,-1 10 0,3 52 0,-1-62 0,2 14 0,0 0 0,2-1 0,0 0 0,1 0 0,2 0 0,0-1 0,0 1 0,2-2 0,1 1 0,0-1 0,1-1 0,1 0 0,0 0 0,1-1 0,1-1 0,1 0 0,0-1 0,1-1 0,22 15 0,-29-22-84,62 36 299,-62-38-464,0 1-1,1-2 1,0 1 0,-1-1-1,20 3 1,-14-5-6577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1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24575,'5'25'0,"5"16"0,2 6 0,-1 0 0,1-1 0,1-2 0,0-5 0,1-3 0,0-3 0,-2-2 0,0-4 0,-1-4 0,-1-3 0,0-3 0,-2-1 0,-2-2 0,-3 0 0,-1-2-8191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2.2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 24575,'77'37'0,"58"25"0,-115-54 0,1-2 0,0 0 0,1-1 0,35 4 0,-50-8 0,0-1 0,-1 0 0,1-1 0,0 0 0,-1 0 0,1 0 0,-1-1 0,0 1 0,1-2 0,-1 1 0,0-1 0,0 0 0,0 0 0,-1 0 0,7-6 0,-8 6 0,0-1 0,0 1 0,-1-1 0,0 0 0,1 0 0,-1 0 0,-1 0 0,1-1 0,-1 1 0,0-1 0,0 0 0,0 1 0,0-1 0,-1 0 0,0 0 0,0 0 0,0 0 0,-1 0 0,0 0 0,0-8 0,-1 8 0,0-1 0,0 0 0,0 1 0,-1-1 0,0 1 0,-3-7 0,4 10 0,0-1 0,0 1 0,0 0 0,-1 0 0,1 0 0,0 0 0,-1 0 0,0 0 0,0 0 0,1 0 0,-1 1 0,0-1 0,0 1 0,-1-1 0,-3-1 0,5 3 0,1 0 0,-1 0 0,1 0 0,-1 0 0,1 0 0,-1 0 0,1 0 0,-1 0 0,1 0 0,-1 0 0,1 0 0,-1 0 0,1 0 0,-1 1 0,1-1 0,-1 0 0,1 0 0,-1 1 0,1-1 0,-1 0 0,1 1 0,-1-1 0,1 0 0,0 1 0,-1-1 0,1 1 0,0-1 0,-1 0 0,1 1 0,0-1 0,0 1 0,-1-1 0,1 1 0,0-1 0,0 1 0,0-1 0,0 1 0,-1 0 0,-1 23 0,2-12 0,1 1 0,1-1 0,0 0 0,1 0 0,0 0 0,1-1 0,10 23 0,-6-19 0,0 0 0,1-1 0,0 1 0,2-2 0,13 16 0,-18-24 0,0 0 0,0 0 0,0-1 0,1 1 0,0-1 0,0-1 0,0 1 0,0-1 0,1-1 0,-1 1 0,1-1 0,-1-1 0,1 1 0,0-1 0,0-1 0,0 1 0,-1-1 0,14-2 0,-10 1 0,0-1 0,-1 0 0,1 0 0,0-1 0,-1-1 0,1 0 0,-1 0 0,0-1 0,0 0 0,-1-1 0,0 0 0,15-12 0,-21 14 0,1 0 0,-1-1 0,0 1 0,0-1 0,-1 1 0,0-1 0,0 0 0,0 0 0,0 0 0,0 0 0,-1 0 0,0 0 0,0-1 0,-1 1 0,0 0 0,0 0 0,0-1 0,0 1 0,-1 0 0,1 0 0,-2-1 0,1 1 0,0 0 0,-4-7 0,3 8 15,1 1 0,-1-1 0,-1 0 0,1 1 0,-1-1 0,1 1 0,-5-4 0,6 6-93,0-1 0,-1 1 0,1 0-1,-1 0 1,0 0 0,1 0 0,-1 0 0,0 1 0,1-1-1,-1 0 1,0 1 0,0-1 0,0 1 0,0 0 0,0-1-1,0 1 1,1 0 0,-3 0 0,-6 2-6748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2.6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19 24575,'-6'-3'0,"-1"0"0,0 0 0,-1 0 0,-11-2 0,18 4 0,-1 1 0,1 0 0,0 0 0,-1-1 0,1 1 0,-1 0 0,1 0 0,0 0 0,-1 0 0,1 1 0,0-1 0,-1 0 0,1 1 0,0-1 0,-1 1 0,1-1 0,0 1 0,0-1 0,-1 1 0,1 0 0,0 0 0,0 0 0,0 0 0,0-1 0,0 1 0,0 1 0,0-1 0,0 0 0,1 0 0,-1 0 0,0 0 0,1 0 0,-1 2 0,-1 3 0,1 0 0,0 0 0,0 1 0,0-1 0,1 0 0,0 0 0,0 1 0,1-1 0,0 0 0,0 0 0,0 0 0,1 0 0,0 0 0,3 7 0,4 8 0,1 0 0,18 27 0,-18-34 0,1 0 0,20 21 0,-20-24 0,-1 1 0,0-1 0,-1 1 0,8 14 0,-16-24-4,1 0 0,-2 0 0,1 0 0,0 0 0,0 0 0,-1 0 0,1 0 0,-1 0 0,1 0 0,-1 0 0,0 0 0,0 0 0,0 0 0,0 1 0,0-1 0,-1 0 0,1 0 0,-1 0 0,0 3 0,-1-3 19,1 1 1,-1 0-1,1-1 0,-1 0 1,0 1-1,0-1 1,0 0-1,0 0 0,-1 0 1,1 0-1,-1 0 1,-2 1-1,-5 2-227,1-1 0,-1 0 0,0 0-1,0-1 1,0 0 0,-18 2 0,10-3-6614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2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24575,'8'-10'0,"2"-1"0,-1 4 0,-1 6 0,-3 5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3.4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1 177 24575,'11'33'0,"-10"-32"0,-1 1 0,1-1 0,0 0 0,-1 1 0,1-1 0,0 0 0,0 0 0,0 1 0,0-1 0,0 0 0,0 0 0,0 0 0,0 0 0,0 0 0,1 0 0,-1 0 0,0-1 0,1 1 0,1 0 0,-2-1 0,0 0 0,-1 0 0,1 0 0,-1-1 0,1 1 0,-1 0 0,1 0 0,0-1 0,-1 1 0,0-1 0,1 1 0,-1 0 0,1-1 0,-1 1 0,1-1 0,-1 1 0,0-1 0,1 1 0,-1-1 0,0 0 0,0 1 0,1-1 0,-1 1 0,0-1 0,0 1 0,0-1 0,0 0 0,0 1 0,0-1 0,0 0 0,0 1 0,0-1 0,0 1 0,0-2 0,-1-22 0,-12-46 45,7 46-515,2 0 0,-2-35 0,5 45-6356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6B3-344E-536A-03FF-8122D88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>
            <a:extLst>
              <a:ext uri="{FF2B5EF4-FFF2-40B4-BE49-F238E27FC236}">
                <a16:creationId xmlns:a16="http://schemas.microsoft.com/office/drawing/2014/main" id="{8230D12F-BA47-5628-6C35-7E7C91A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>
            <a:extLst>
              <a:ext uri="{FF2B5EF4-FFF2-40B4-BE49-F238E27FC236}">
                <a16:creationId xmlns:a16="http://schemas.microsoft.com/office/drawing/2014/main" id="{8309C457-84A5-A9C2-9CEF-F0616AEAA4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>
            <a:extLst>
              <a:ext uri="{FF2B5EF4-FFF2-40B4-BE49-F238E27FC236}">
                <a16:creationId xmlns:a16="http://schemas.microsoft.com/office/drawing/2014/main" id="{E40FA8DF-2D0E-0FB6-5637-BD4DF9B34F0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1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935E-6303-74C5-28F6-71E223AA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>
            <a:extLst>
              <a:ext uri="{FF2B5EF4-FFF2-40B4-BE49-F238E27FC236}">
                <a16:creationId xmlns:a16="http://schemas.microsoft.com/office/drawing/2014/main" id="{BF97D775-BBEE-A106-7DB9-001BB4E6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>
            <a:extLst>
              <a:ext uri="{FF2B5EF4-FFF2-40B4-BE49-F238E27FC236}">
                <a16:creationId xmlns:a16="http://schemas.microsoft.com/office/drawing/2014/main" id="{1903876C-3089-2A92-3C18-AACEA95688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>
            <a:extLst>
              <a:ext uri="{FF2B5EF4-FFF2-40B4-BE49-F238E27FC236}">
                <a16:creationId xmlns:a16="http://schemas.microsoft.com/office/drawing/2014/main" id="{71237662-F4AC-9964-3872-3CE35E2EBA8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05671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8.xml"/><Relationship Id="rId299" Type="http://schemas.openxmlformats.org/officeDocument/2006/relationships/image" Target="../media/image160.png"/><Relationship Id="rId21" Type="http://schemas.openxmlformats.org/officeDocument/2006/relationships/customXml" Target="../ink/ink20.xml"/><Relationship Id="rId63" Type="http://schemas.openxmlformats.org/officeDocument/2006/relationships/customXml" Target="../ink/ink41.xml"/><Relationship Id="rId159" Type="http://schemas.openxmlformats.org/officeDocument/2006/relationships/customXml" Target="../ink/ink89.xml"/><Relationship Id="rId324" Type="http://schemas.openxmlformats.org/officeDocument/2006/relationships/customXml" Target="../ink/ink174.xml"/><Relationship Id="rId366" Type="http://schemas.openxmlformats.org/officeDocument/2006/relationships/customXml" Target="../ink/ink195.xml"/><Relationship Id="rId170" Type="http://schemas.openxmlformats.org/officeDocument/2006/relationships/image" Target="../media/image98.png"/><Relationship Id="rId226" Type="http://schemas.openxmlformats.org/officeDocument/2006/relationships/image" Target="../media/image125.png"/><Relationship Id="rId268" Type="http://schemas.openxmlformats.org/officeDocument/2006/relationships/customXml" Target="../ink/ink145.xml"/><Relationship Id="rId32" Type="http://schemas.openxmlformats.org/officeDocument/2006/relationships/image" Target="../media/image29.png"/><Relationship Id="rId74" Type="http://schemas.openxmlformats.org/officeDocument/2006/relationships/image" Target="../media/image50.png"/><Relationship Id="rId128" Type="http://schemas.openxmlformats.org/officeDocument/2006/relationships/image" Target="../media/image77.png"/><Relationship Id="rId335" Type="http://schemas.openxmlformats.org/officeDocument/2006/relationships/image" Target="../media/image178.png"/><Relationship Id="rId377" Type="http://schemas.openxmlformats.org/officeDocument/2006/relationships/image" Target="../media/image199.png"/><Relationship Id="rId5" Type="http://schemas.openxmlformats.org/officeDocument/2006/relationships/customXml" Target="../ink/ink12.xml"/><Relationship Id="rId181" Type="http://schemas.openxmlformats.org/officeDocument/2006/relationships/customXml" Target="../ink/ink100.xml"/><Relationship Id="rId237" Type="http://schemas.openxmlformats.org/officeDocument/2006/relationships/customXml" Target="../ink/ink129.xml"/><Relationship Id="rId279" Type="http://schemas.openxmlformats.org/officeDocument/2006/relationships/image" Target="../media/image150.png"/><Relationship Id="rId43" Type="http://schemas.openxmlformats.org/officeDocument/2006/relationships/customXml" Target="../ink/ink31.xml"/><Relationship Id="rId139" Type="http://schemas.openxmlformats.org/officeDocument/2006/relationships/customXml" Target="../ink/ink79.xml"/><Relationship Id="rId290" Type="http://schemas.openxmlformats.org/officeDocument/2006/relationships/customXml" Target="../ink/ink157.xml"/><Relationship Id="rId304" Type="http://schemas.openxmlformats.org/officeDocument/2006/relationships/customXml" Target="../ink/ink164.xml"/><Relationship Id="rId346" Type="http://schemas.openxmlformats.org/officeDocument/2006/relationships/customXml" Target="../ink/ink185.xml"/><Relationship Id="rId388" Type="http://schemas.openxmlformats.org/officeDocument/2006/relationships/customXml" Target="../ink/ink206.xml"/><Relationship Id="rId85" Type="http://schemas.openxmlformats.org/officeDocument/2006/relationships/customXml" Target="../ink/ink52.xml"/><Relationship Id="rId150" Type="http://schemas.openxmlformats.org/officeDocument/2006/relationships/image" Target="../media/image88.png"/><Relationship Id="rId192" Type="http://schemas.openxmlformats.org/officeDocument/2006/relationships/image" Target="../media/image109.png"/><Relationship Id="rId206" Type="http://schemas.openxmlformats.org/officeDocument/2006/relationships/image" Target="../media/image116.png"/><Relationship Id="rId248" Type="http://schemas.openxmlformats.org/officeDocument/2006/relationships/customXml" Target="../ink/ink135.xml"/><Relationship Id="rId12" Type="http://schemas.openxmlformats.org/officeDocument/2006/relationships/image" Target="../media/image19.png"/><Relationship Id="rId108" Type="http://schemas.openxmlformats.org/officeDocument/2006/relationships/image" Target="../media/image67.png"/><Relationship Id="rId315" Type="http://schemas.openxmlformats.org/officeDocument/2006/relationships/image" Target="../media/image168.png"/><Relationship Id="rId357" Type="http://schemas.openxmlformats.org/officeDocument/2006/relationships/image" Target="../media/image189.png"/><Relationship Id="rId54" Type="http://schemas.openxmlformats.org/officeDocument/2006/relationships/image" Target="../media/image40.png"/><Relationship Id="rId96" Type="http://schemas.openxmlformats.org/officeDocument/2006/relationships/image" Target="../media/image61.png"/><Relationship Id="rId161" Type="http://schemas.openxmlformats.org/officeDocument/2006/relationships/customXml" Target="../ink/ink90.xml"/><Relationship Id="rId217" Type="http://schemas.openxmlformats.org/officeDocument/2006/relationships/image" Target="../media/image121.png"/><Relationship Id="rId259" Type="http://schemas.openxmlformats.org/officeDocument/2006/relationships/image" Target="../media/image141.png"/><Relationship Id="rId23" Type="http://schemas.openxmlformats.org/officeDocument/2006/relationships/customXml" Target="../ink/ink21.xml"/><Relationship Id="rId119" Type="http://schemas.openxmlformats.org/officeDocument/2006/relationships/customXml" Target="../ink/ink69.xml"/><Relationship Id="rId270" Type="http://schemas.openxmlformats.org/officeDocument/2006/relationships/image" Target="../media/image146.png"/><Relationship Id="rId326" Type="http://schemas.openxmlformats.org/officeDocument/2006/relationships/customXml" Target="../ink/ink175.xml"/><Relationship Id="rId65" Type="http://schemas.openxmlformats.org/officeDocument/2006/relationships/customXml" Target="../ink/ink42.xml"/><Relationship Id="rId130" Type="http://schemas.openxmlformats.org/officeDocument/2006/relationships/image" Target="../media/image78.png"/><Relationship Id="rId368" Type="http://schemas.openxmlformats.org/officeDocument/2006/relationships/customXml" Target="../ink/ink196.xml"/><Relationship Id="rId172" Type="http://schemas.openxmlformats.org/officeDocument/2006/relationships/image" Target="../media/image99.png"/><Relationship Id="rId228" Type="http://schemas.openxmlformats.org/officeDocument/2006/relationships/image" Target="../media/image126.png"/><Relationship Id="rId281" Type="http://schemas.openxmlformats.org/officeDocument/2006/relationships/image" Target="../media/image151.png"/><Relationship Id="rId337" Type="http://schemas.openxmlformats.org/officeDocument/2006/relationships/image" Target="../media/image179.png"/><Relationship Id="rId34" Type="http://schemas.openxmlformats.org/officeDocument/2006/relationships/image" Target="../media/image30.png"/><Relationship Id="rId76" Type="http://schemas.openxmlformats.org/officeDocument/2006/relationships/image" Target="../media/image51.png"/><Relationship Id="rId141" Type="http://schemas.openxmlformats.org/officeDocument/2006/relationships/customXml" Target="../ink/ink80.xml"/><Relationship Id="rId379" Type="http://schemas.openxmlformats.org/officeDocument/2006/relationships/image" Target="../media/image200.png"/><Relationship Id="rId7" Type="http://schemas.openxmlformats.org/officeDocument/2006/relationships/customXml" Target="../ink/ink13.xml"/><Relationship Id="rId183" Type="http://schemas.openxmlformats.org/officeDocument/2006/relationships/customXml" Target="../ink/ink101.xml"/><Relationship Id="rId239" Type="http://schemas.openxmlformats.org/officeDocument/2006/relationships/customXml" Target="../ink/ink130.xml"/><Relationship Id="rId250" Type="http://schemas.openxmlformats.org/officeDocument/2006/relationships/customXml" Target="../ink/ink136.xml"/><Relationship Id="rId292" Type="http://schemas.openxmlformats.org/officeDocument/2006/relationships/customXml" Target="../ink/ink158.xml"/><Relationship Id="rId306" Type="http://schemas.openxmlformats.org/officeDocument/2006/relationships/customXml" Target="../ink/ink165.xml"/><Relationship Id="rId45" Type="http://schemas.openxmlformats.org/officeDocument/2006/relationships/customXml" Target="../ink/ink32.xml"/><Relationship Id="rId87" Type="http://schemas.openxmlformats.org/officeDocument/2006/relationships/customXml" Target="../ink/ink53.xml"/><Relationship Id="rId110" Type="http://schemas.openxmlformats.org/officeDocument/2006/relationships/image" Target="../media/image68.png"/><Relationship Id="rId348" Type="http://schemas.openxmlformats.org/officeDocument/2006/relationships/customXml" Target="../ink/ink186.xml"/><Relationship Id="rId152" Type="http://schemas.openxmlformats.org/officeDocument/2006/relationships/image" Target="../media/image89.png"/><Relationship Id="rId194" Type="http://schemas.openxmlformats.org/officeDocument/2006/relationships/image" Target="../media/image110.png"/><Relationship Id="rId208" Type="http://schemas.openxmlformats.org/officeDocument/2006/relationships/image" Target="../media/image117.png"/><Relationship Id="rId261" Type="http://schemas.openxmlformats.org/officeDocument/2006/relationships/image" Target="../media/image142.png"/><Relationship Id="rId14" Type="http://schemas.openxmlformats.org/officeDocument/2006/relationships/image" Target="../media/image20.png"/><Relationship Id="rId56" Type="http://schemas.openxmlformats.org/officeDocument/2006/relationships/image" Target="../media/image41.png"/><Relationship Id="rId317" Type="http://schemas.openxmlformats.org/officeDocument/2006/relationships/image" Target="../media/image169.png"/><Relationship Id="rId359" Type="http://schemas.openxmlformats.org/officeDocument/2006/relationships/image" Target="../media/image190.png"/><Relationship Id="rId98" Type="http://schemas.openxmlformats.org/officeDocument/2006/relationships/image" Target="../media/image62.png"/><Relationship Id="rId121" Type="http://schemas.openxmlformats.org/officeDocument/2006/relationships/customXml" Target="../ink/ink70.xml"/><Relationship Id="rId163" Type="http://schemas.openxmlformats.org/officeDocument/2006/relationships/customXml" Target="../ink/ink91.xml"/><Relationship Id="rId219" Type="http://schemas.openxmlformats.org/officeDocument/2006/relationships/image" Target="../media/image122.png"/><Relationship Id="rId370" Type="http://schemas.openxmlformats.org/officeDocument/2006/relationships/customXml" Target="../ink/ink197.xml"/><Relationship Id="rId230" Type="http://schemas.openxmlformats.org/officeDocument/2006/relationships/image" Target="../media/image127.png"/><Relationship Id="rId25" Type="http://schemas.openxmlformats.org/officeDocument/2006/relationships/customXml" Target="../ink/ink22.xml"/><Relationship Id="rId67" Type="http://schemas.openxmlformats.org/officeDocument/2006/relationships/customXml" Target="../ink/ink43.xml"/><Relationship Id="rId272" Type="http://schemas.openxmlformats.org/officeDocument/2006/relationships/customXml" Target="../ink/ink148.xml"/><Relationship Id="rId328" Type="http://schemas.openxmlformats.org/officeDocument/2006/relationships/customXml" Target="../ink/ink176.xml"/><Relationship Id="rId132" Type="http://schemas.openxmlformats.org/officeDocument/2006/relationships/image" Target="../media/image79.png"/><Relationship Id="rId174" Type="http://schemas.openxmlformats.org/officeDocument/2006/relationships/image" Target="../media/image100.png"/><Relationship Id="rId381" Type="http://schemas.openxmlformats.org/officeDocument/2006/relationships/image" Target="../media/image201.png"/><Relationship Id="rId241" Type="http://schemas.openxmlformats.org/officeDocument/2006/relationships/customXml" Target="../ink/ink131.xml"/><Relationship Id="rId36" Type="http://schemas.openxmlformats.org/officeDocument/2006/relationships/image" Target="../media/image31.png"/><Relationship Id="rId283" Type="http://schemas.openxmlformats.org/officeDocument/2006/relationships/image" Target="../media/image152.png"/><Relationship Id="rId339" Type="http://schemas.openxmlformats.org/officeDocument/2006/relationships/image" Target="../media/image180.png"/><Relationship Id="rId78" Type="http://schemas.openxmlformats.org/officeDocument/2006/relationships/image" Target="../media/image52.png"/><Relationship Id="rId101" Type="http://schemas.openxmlformats.org/officeDocument/2006/relationships/customXml" Target="../ink/ink60.xml"/><Relationship Id="rId143" Type="http://schemas.openxmlformats.org/officeDocument/2006/relationships/customXml" Target="../ink/ink81.xml"/><Relationship Id="rId185" Type="http://schemas.openxmlformats.org/officeDocument/2006/relationships/customXml" Target="../ink/ink102.xml"/><Relationship Id="rId350" Type="http://schemas.openxmlformats.org/officeDocument/2006/relationships/customXml" Target="../ink/ink187.xml"/><Relationship Id="rId9" Type="http://schemas.openxmlformats.org/officeDocument/2006/relationships/customXml" Target="../ink/ink14.xml"/><Relationship Id="rId210" Type="http://schemas.openxmlformats.org/officeDocument/2006/relationships/image" Target="../media/image118.png"/><Relationship Id="rId252" Type="http://schemas.openxmlformats.org/officeDocument/2006/relationships/customXml" Target="../ink/ink137.xml"/><Relationship Id="rId294" Type="http://schemas.openxmlformats.org/officeDocument/2006/relationships/customXml" Target="../ink/ink159.xml"/><Relationship Id="rId308" Type="http://schemas.openxmlformats.org/officeDocument/2006/relationships/customXml" Target="../ink/ink166.xml"/><Relationship Id="rId47" Type="http://schemas.openxmlformats.org/officeDocument/2006/relationships/customXml" Target="../ink/ink33.xml"/><Relationship Id="rId68" Type="http://schemas.openxmlformats.org/officeDocument/2006/relationships/image" Target="../media/image47.png"/><Relationship Id="rId89" Type="http://schemas.openxmlformats.org/officeDocument/2006/relationships/customXml" Target="../ink/ink54.xml"/><Relationship Id="rId112" Type="http://schemas.openxmlformats.org/officeDocument/2006/relationships/image" Target="../media/image69.png"/><Relationship Id="rId133" Type="http://schemas.openxmlformats.org/officeDocument/2006/relationships/customXml" Target="../ink/ink76.xml"/><Relationship Id="rId154" Type="http://schemas.openxmlformats.org/officeDocument/2006/relationships/image" Target="../media/image90.png"/><Relationship Id="rId175" Type="http://schemas.openxmlformats.org/officeDocument/2006/relationships/customXml" Target="../ink/ink97.xml"/><Relationship Id="rId340" Type="http://schemas.openxmlformats.org/officeDocument/2006/relationships/customXml" Target="../ink/ink182.xml"/><Relationship Id="rId361" Type="http://schemas.openxmlformats.org/officeDocument/2006/relationships/image" Target="../media/image191.png"/><Relationship Id="rId196" Type="http://schemas.openxmlformats.org/officeDocument/2006/relationships/image" Target="../media/image111.png"/><Relationship Id="rId200" Type="http://schemas.openxmlformats.org/officeDocument/2006/relationships/image" Target="../media/image113.png"/><Relationship Id="rId382" Type="http://schemas.openxmlformats.org/officeDocument/2006/relationships/customXml" Target="../ink/ink203.xml"/><Relationship Id="rId16" Type="http://schemas.openxmlformats.org/officeDocument/2006/relationships/image" Target="../media/image21.png"/><Relationship Id="rId221" Type="http://schemas.openxmlformats.org/officeDocument/2006/relationships/image" Target="../media/image123.png"/><Relationship Id="rId242" Type="http://schemas.openxmlformats.org/officeDocument/2006/relationships/customXml" Target="../ink/ink132.xml"/><Relationship Id="rId263" Type="http://schemas.openxmlformats.org/officeDocument/2006/relationships/image" Target="../media/image143.png"/><Relationship Id="rId284" Type="http://schemas.openxmlformats.org/officeDocument/2006/relationships/customXml" Target="../ink/ink154.xml"/><Relationship Id="rId319" Type="http://schemas.openxmlformats.org/officeDocument/2006/relationships/image" Target="../media/image170.png"/><Relationship Id="rId37" Type="http://schemas.openxmlformats.org/officeDocument/2006/relationships/customXml" Target="../ink/ink28.xml"/><Relationship Id="rId58" Type="http://schemas.openxmlformats.org/officeDocument/2006/relationships/image" Target="../media/image42.png"/><Relationship Id="rId79" Type="http://schemas.openxmlformats.org/officeDocument/2006/relationships/customXml" Target="../ink/ink49.xml"/><Relationship Id="rId102" Type="http://schemas.openxmlformats.org/officeDocument/2006/relationships/image" Target="../media/image64.png"/><Relationship Id="rId123" Type="http://schemas.openxmlformats.org/officeDocument/2006/relationships/customXml" Target="../ink/ink71.xml"/><Relationship Id="rId144" Type="http://schemas.openxmlformats.org/officeDocument/2006/relationships/image" Target="../media/image85.png"/><Relationship Id="rId330" Type="http://schemas.openxmlformats.org/officeDocument/2006/relationships/customXml" Target="../ink/ink177.xml"/><Relationship Id="rId90" Type="http://schemas.openxmlformats.org/officeDocument/2006/relationships/image" Target="../media/image58.png"/><Relationship Id="rId165" Type="http://schemas.openxmlformats.org/officeDocument/2006/relationships/customXml" Target="../ink/ink92.xml"/><Relationship Id="rId186" Type="http://schemas.openxmlformats.org/officeDocument/2006/relationships/image" Target="../media/image106.png"/><Relationship Id="rId351" Type="http://schemas.openxmlformats.org/officeDocument/2006/relationships/image" Target="../media/image186.png"/><Relationship Id="rId372" Type="http://schemas.openxmlformats.org/officeDocument/2006/relationships/customXml" Target="../ink/ink198.xml"/><Relationship Id="rId211" Type="http://schemas.openxmlformats.org/officeDocument/2006/relationships/customXml" Target="../ink/ink115.xml"/><Relationship Id="rId232" Type="http://schemas.openxmlformats.org/officeDocument/2006/relationships/image" Target="../media/image128.png"/><Relationship Id="rId253" Type="http://schemas.openxmlformats.org/officeDocument/2006/relationships/image" Target="../media/image138.png"/><Relationship Id="rId274" Type="http://schemas.openxmlformats.org/officeDocument/2006/relationships/customXml" Target="../ink/ink149.xml"/><Relationship Id="rId295" Type="http://schemas.openxmlformats.org/officeDocument/2006/relationships/image" Target="../media/image158.png"/><Relationship Id="rId309" Type="http://schemas.openxmlformats.org/officeDocument/2006/relationships/image" Target="../media/image165.png"/><Relationship Id="rId27" Type="http://schemas.openxmlformats.org/officeDocument/2006/relationships/customXml" Target="../ink/ink23.xml"/><Relationship Id="rId48" Type="http://schemas.openxmlformats.org/officeDocument/2006/relationships/image" Target="../media/image37.png"/><Relationship Id="rId69" Type="http://schemas.openxmlformats.org/officeDocument/2006/relationships/customXml" Target="../ink/ink44.xml"/><Relationship Id="rId113" Type="http://schemas.openxmlformats.org/officeDocument/2006/relationships/customXml" Target="../ink/ink66.xml"/><Relationship Id="rId134" Type="http://schemas.openxmlformats.org/officeDocument/2006/relationships/image" Target="../media/image80.png"/><Relationship Id="rId320" Type="http://schemas.openxmlformats.org/officeDocument/2006/relationships/customXml" Target="../ink/ink172.xml"/><Relationship Id="rId80" Type="http://schemas.openxmlformats.org/officeDocument/2006/relationships/image" Target="../media/image53.png"/><Relationship Id="rId155" Type="http://schemas.openxmlformats.org/officeDocument/2006/relationships/customXml" Target="../ink/ink87.xml"/><Relationship Id="rId176" Type="http://schemas.openxmlformats.org/officeDocument/2006/relationships/image" Target="../media/image101.png"/><Relationship Id="rId197" Type="http://schemas.openxmlformats.org/officeDocument/2006/relationships/customXml" Target="../ink/ink108.xml"/><Relationship Id="rId341" Type="http://schemas.openxmlformats.org/officeDocument/2006/relationships/image" Target="../media/image181.png"/><Relationship Id="rId362" Type="http://schemas.openxmlformats.org/officeDocument/2006/relationships/customXml" Target="../ink/ink193.xml"/><Relationship Id="rId383" Type="http://schemas.openxmlformats.org/officeDocument/2006/relationships/image" Target="../media/image202.png"/><Relationship Id="rId201" Type="http://schemas.openxmlformats.org/officeDocument/2006/relationships/customXml" Target="../ink/ink110.xml"/><Relationship Id="rId222" Type="http://schemas.openxmlformats.org/officeDocument/2006/relationships/customXml" Target="../ink/ink121.xml"/><Relationship Id="rId243" Type="http://schemas.openxmlformats.org/officeDocument/2006/relationships/image" Target="../media/image133.png"/><Relationship Id="rId264" Type="http://schemas.openxmlformats.org/officeDocument/2006/relationships/customXml" Target="../ink/ink143.xml"/><Relationship Id="rId285" Type="http://schemas.openxmlformats.org/officeDocument/2006/relationships/image" Target="../media/image153.png"/><Relationship Id="rId17" Type="http://schemas.openxmlformats.org/officeDocument/2006/relationships/customXml" Target="../ink/ink18.xml"/><Relationship Id="rId38" Type="http://schemas.openxmlformats.org/officeDocument/2006/relationships/image" Target="../media/image32.png"/><Relationship Id="rId59" Type="http://schemas.openxmlformats.org/officeDocument/2006/relationships/customXml" Target="../ink/ink39.xml"/><Relationship Id="rId103" Type="http://schemas.openxmlformats.org/officeDocument/2006/relationships/customXml" Target="../ink/ink61.xml"/><Relationship Id="rId124" Type="http://schemas.openxmlformats.org/officeDocument/2006/relationships/image" Target="../media/image75.png"/><Relationship Id="rId310" Type="http://schemas.openxmlformats.org/officeDocument/2006/relationships/customXml" Target="../ink/ink167.xml"/><Relationship Id="rId70" Type="http://schemas.openxmlformats.org/officeDocument/2006/relationships/image" Target="../media/image48.png"/><Relationship Id="rId91" Type="http://schemas.openxmlformats.org/officeDocument/2006/relationships/customXml" Target="../ink/ink55.xml"/><Relationship Id="rId145" Type="http://schemas.openxmlformats.org/officeDocument/2006/relationships/customXml" Target="../ink/ink82.xml"/><Relationship Id="rId166" Type="http://schemas.openxmlformats.org/officeDocument/2006/relationships/image" Target="../media/image96.png"/><Relationship Id="rId187" Type="http://schemas.openxmlformats.org/officeDocument/2006/relationships/customXml" Target="../ink/ink103.xml"/><Relationship Id="rId331" Type="http://schemas.openxmlformats.org/officeDocument/2006/relationships/image" Target="../media/image176.png"/><Relationship Id="rId352" Type="http://schemas.openxmlformats.org/officeDocument/2006/relationships/customXml" Target="../ink/ink188.xml"/><Relationship Id="rId373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19.png"/><Relationship Id="rId233" Type="http://schemas.openxmlformats.org/officeDocument/2006/relationships/customXml" Target="../ink/ink127.xml"/><Relationship Id="rId254" Type="http://schemas.openxmlformats.org/officeDocument/2006/relationships/customXml" Target="../ink/ink138.xml"/><Relationship Id="rId28" Type="http://schemas.openxmlformats.org/officeDocument/2006/relationships/image" Target="../media/image27.png"/><Relationship Id="rId49" Type="http://schemas.openxmlformats.org/officeDocument/2006/relationships/customXml" Target="../ink/ink34.xml"/><Relationship Id="rId114" Type="http://schemas.openxmlformats.org/officeDocument/2006/relationships/image" Target="../media/image70.png"/><Relationship Id="rId275" Type="http://schemas.openxmlformats.org/officeDocument/2006/relationships/image" Target="../media/image148.png"/><Relationship Id="rId296" Type="http://schemas.openxmlformats.org/officeDocument/2006/relationships/customXml" Target="../ink/ink160.xml"/><Relationship Id="rId300" Type="http://schemas.openxmlformats.org/officeDocument/2006/relationships/customXml" Target="../ink/ink162.xml"/><Relationship Id="rId60" Type="http://schemas.openxmlformats.org/officeDocument/2006/relationships/image" Target="../media/image43.png"/><Relationship Id="rId81" Type="http://schemas.openxmlformats.org/officeDocument/2006/relationships/customXml" Target="../ink/ink50.xml"/><Relationship Id="rId135" Type="http://schemas.openxmlformats.org/officeDocument/2006/relationships/customXml" Target="../ink/ink77.xml"/><Relationship Id="rId156" Type="http://schemas.openxmlformats.org/officeDocument/2006/relationships/image" Target="../media/image91.png"/><Relationship Id="rId177" Type="http://schemas.openxmlformats.org/officeDocument/2006/relationships/customXml" Target="../ink/ink98.xml"/><Relationship Id="rId198" Type="http://schemas.openxmlformats.org/officeDocument/2006/relationships/image" Target="../media/image112.png"/><Relationship Id="rId321" Type="http://schemas.openxmlformats.org/officeDocument/2006/relationships/image" Target="../media/image171.png"/><Relationship Id="rId342" Type="http://schemas.openxmlformats.org/officeDocument/2006/relationships/customXml" Target="../ink/ink183.xml"/><Relationship Id="rId363" Type="http://schemas.openxmlformats.org/officeDocument/2006/relationships/image" Target="../media/image192.png"/><Relationship Id="rId384" Type="http://schemas.openxmlformats.org/officeDocument/2006/relationships/customXml" Target="../ink/ink204.xml"/><Relationship Id="rId202" Type="http://schemas.openxmlformats.org/officeDocument/2006/relationships/image" Target="../media/image114.png"/><Relationship Id="rId223" Type="http://schemas.openxmlformats.org/officeDocument/2006/relationships/image" Target="../media/image124.png"/><Relationship Id="rId244" Type="http://schemas.openxmlformats.org/officeDocument/2006/relationships/customXml" Target="../ink/ink133.xml"/><Relationship Id="rId18" Type="http://schemas.openxmlformats.org/officeDocument/2006/relationships/image" Target="../media/image22.png"/><Relationship Id="rId39" Type="http://schemas.openxmlformats.org/officeDocument/2006/relationships/customXml" Target="../ink/ink29.xml"/><Relationship Id="rId265" Type="http://schemas.openxmlformats.org/officeDocument/2006/relationships/image" Target="../media/image144.png"/><Relationship Id="rId286" Type="http://schemas.openxmlformats.org/officeDocument/2006/relationships/customXml" Target="../ink/ink155.xml"/><Relationship Id="rId50" Type="http://schemas.openxmlformats.org/officeDocument/2006/relationships/image" Target="../media/image38.png"/><Relationship Id="rId104" Type="http://schemas.openxmlformats.org/officeDocument/2006/relationships/image" Target="../media/image65.png"/><Relationship Id="rId125" Type="http://schemas.openxmlformats.org/officeDocument/2006/relationships/customXml" Target="../ink/ink72.xml"/><Relationship Id="rId146" Type="http://schemas.openxmlformats.org/officeDocument/2006/relationships/image" Target="../media/image86.png"/><Relationship Id="rId167" Type="http://schemas.openxmlformats.org/officeDocument/2006/relationships/customXml" Target="../ink/ink93.xml"/><Relationship Id="rId188" Type="http://schemas.openxmlformats.org/officeDocument/2006/relationships/image" Target="../media/image107.png"/><Relationship Id="rId311" Type="http://schemas.openxmlformats.org/officeDocument/2006/relationships/image" Target="../media/image166.png"/><Relationship Id="rId332" Type="http://schemas.openxmlformats.org/officeDocument/2006/relationships/customXml" Target="../ink/ink178.xml"/><Relationship Id="rId353" Type="http://schemas.openxmlformats.org/officeDocument/2006/relationships/image" Target="../media/image187.png"/><Relationship Id="rId374" Type="http://schemas.openxmlformats.org/officeDocument/2006/relationships/customXml" Target="../ink/ink199.xml"/><Relationship Id="rId71" Type="http://schemas.openxmlformats.org/officeDocument/2006/relationships/customXml" Target="../ink/ink45.xml"/><Relationship Id="rId92" Type="http://schemas.openxmlformats.org/officeDocument/2006/relationships/image" Target="../media/image59.png"/><Relationship Id="rId213" Type="http://schemas.openxmlformats.org/officeDocument/2006/relationships/customXml" Target="../ink/ink116.xml"/><Relationship Id="rId234" Type="http://schemas.openxmlformats.org/officeDocument/2006/relationships/image" Target="../media/image12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24.xml"/><Relationship Id="rId255" Type="http://schemas.openxmlformats.org/officeDocument/2006/relationships/image" Target="../media/image139.png"/><Relationship Id="rId276" Type="http://schemas.openxmlformats.org/officeDocument/2006/relationships/customXml" Target="../ink/ink150.xml"/><Relationship Id="rId297" Type="http://schemas.openxmlformats.org/officeDocument/2006/relationships/image" Target="../media/image159.png"/><Relationship Id="rId40" Type="http://schemas.openxmlformats.org/officeDocument/2006/relationships/image" Target="../media/image33.png"/><Relationship Id="rId115" Type="http://schemas.openxmlformats.org/officeDocument/2006/relationships/customXml" Target="../ink/ink67.xml"/><Relationship Id="rId136" Type="http://schemas.openxmlformats.org/officeDocument/2006/relationships/image" Target="../media/image81.png"/><Relationship Id="rId157" Type="http://schemas.openxmlformats.org/officeDocument/2006/relationships/customXml" Target="../ink/ink88.xml"/><Relationship Id="rId178" Type="http://schemas.openxmlformats.org/officeDocument/2006/relationships/image" Target="../media/image102.png"/><Relationship Id="rId301" Type="http://schemas.openxmlformats.org/officeDocument/2006/relationships/image" Target="../media/image161.png"/><Relationship Id="rId322" Type="http://schemas.openxmlformats.org/officeDocument/2006/relationships/customXml" Target="../ink/ink173.xml"/><Relationship Id="rId343" Type="http://schemas.openxmlformats.org/officeDocument/2006/relationships/image" Target="../media/image182.png"/><Relationship Id="rId364" Type="http://schemas.openxmlformats.org/officeDocument/2006/relationships/customXml" Target="../ink/ink194.xml"/><Relationship Id="rId61" Type="http://schemas.openxmlformats.org/officeDocument/2006/relationships/customXml" Target="../ink/ink40.xml"/><Relationship Id="rId82" Type="http://schemas.openxmlformats.org/officeDocument/2006/relationships/image" Target="../media/image54.png"/><Relationship Id="rId199" Type="http://schemas.openxmlformats.org/officeDocument/2006/relationships/customXml" Target="../ink/ink109.xml"/><Relationship Id="rId203" Type="http://schemas.openxmlformats.org/officeDocument/2006/relationships/customXml" Target="../ink/ink111.xml"/><Relationship Id="rId385" Type="http://schemas.openxmlformats.org/officeDocument/2006/relationships/image" Target="../media/image203.png"/><Relationship Id="rId19" Type="http://schemas.openxmlformats.org/officeDocument/2006/relationships/customXml" Target="../ink/ink19.xml"/><Relationship Id="rId224" Type="http://schemas.openxmlformats.org/officeDocument/2006/relationships/customXml" Target="../ink/ink122.xml"/><Relationship Id="rId245" Type="http://schemas.openxmlformats.org/officeDocument/2006/relationships/image" Target="../media/image134.png"/><Relationship Id="rId266" Type="http://schemas.openxmlformats.org/officeDocument/2006/relationships/customXml" Target="../ink/ink144.xml"/><Relationship Id="rId287" Type="http://schemas.openxmlformats.org/officeDocument/2006/relationships/image" Target="../media/image154.png"/><Relationship Id="rId30" Type="http://schemas.openxmlformats.org/officeDocument/2006/relationships/image" Target="../media/image28.png"/><Relationship Id="rId105" Type="http://schemas.openxmlformats.org/officeDocument/2006/relationships/customXml" Target="../ink/ink62.xml"/><Relationship Id="rId126" Type="http://schemas.openxmlformats.org/officeDocument/2006/relationships/image" Target="../media/image76.png"/><Relationship Id="rId147" Type="http://schemas.openxmlformats.org/officeDocument/2006/relationships/customXml" Target="../ink/ink83.xml"/><Relationship Id="rId168" Type="http://schemas.openxmlformats.org/officeDocument/2006/relationships/image" Target="../media/image97.png"/><Relationship Id="rId312" Type="http://schemas.openxmlformats.org/officeDocument/2006/relationships/customXml" Target="../ink/ink168.xml"/><Relationship Id="rId333" Type="http://schemas.openxmlformats.org/officeDocument/2006/relationships/image" Target="../media/image177.png"/><Relationship Id="rId354" Type="http://schemas.openxmlformats.org/officeDocument/2006/relationships/customXml" Target="../ink/ink189.xml"/><Relationship Id="rId51" Type="http://schemas.openxmlformats.org/officeDocument/2006/relationships/customXml" Target="../ink/ink35.xml"/><Relationship Id="rId72" Type="http://schemas.openxmlformats.org/officeDocument/2006/relationships/image" Target="../media/image49.png"/><Relationship Id="rId93" Type="http://schemas.openxmlformats.org/officeDocument/2006/relationships/customXml" Target="../ink/ink56.xml"/><Relationship Id="rId189" Type="http://schemas.openxmlformats.org/officeDocument/2006/relationships/customXml" Target="../ink/ink104.xml"/><Relationship Id="rId375" Type="http://schemas.openxmlformats.org/officeDocument/2006/relationships/image" Target="../media/image198.png"/><Relationship Id="rId3" Type="http://schemas.openxmlformats.org/officeDocument/2006/relationships/image" Target="../media/image14.png"/><Relationship Id="rId214" Type="http://schemas.openxmlformats.org/officeDocument/2006/relationships/customXml" Target="../ink/ink117.xml"/><Relationship Id="rId235" Type="http://schemas.openxmlformats.org/officeDocument/2006/relationships/customXml" Target="../ink/ink128.xml"/><Relationship Id="rId256" Type="http://schemas.openxmlformats.org/officeDocument/2006/relationships/customXml" Target="../ink/ink139.xml"/><Relationship Id="rId277" Type="http://schemas.openxmlformats.org/officeDocument/2006/relationships/image" Target="../media/image149.png"/><Relationship Id="rId298" Type="http://schemas.openxmlformats.org/officeDocument/2006/relationships/customXml" Target="../ink/ink161.xml"/><Relationship Id="rId116" Type="http://schemas.openxmlformats.org/officeDocument/2006/relationships/image" Target="../media/image71.png"/><Relationship Id="rId137" Type="http://schemas.openxmlformats.org/officeDocument/2006/relationships/customXml" Target="../ink/ink78.xml"/><Relationship Id="rId158" Type="http://schemas.openxmlformats.org/officeDocument/2006/relationships/image" Target="../media/image92.png"/><Relationship Id="rId302" Type="http://schemas.openxmlformats.org/officeDocument/2006/relationships/customXml" Target="../ink/ink163.xml"/><Relationship Id="rId323" Type="http://schemas.openxmlformats.org/officeDocument/2006/relationships/image" Target="../media/image172.png"/><Relationship Id="rId344" Type="http://schemas.openxmlformats.org/officeDocument/2006/relationships/customXml" Target="../ink/ink184.xml"/><Relationship Id="rId20" Type="http://schemas.openxmlformats.org/officeDocument/2006/relationships/image" Target="../media/image23.png"/><Relationship Id="rId41" Type="http://schemas.openxmlformats.org/officeDocument/2006/relationships/customXml" Target="../ink/ink30.xml"/><Relationship Id="rId62" Type="http://schemas.openxmlformats.org/officeDocument/2006/relationships/image" Target="../media/image44.png"/><Relationship Id="rId83" Type="http://schemas.openxmlformats.org/officeDocument/2006/relationships/customXml" Target="../ink/ink51.xml"/><Relationship Id="rId179" Type="http://schemas.openxmlformats.org/officeDocument/2006/relationships/customXml" Target="../ink/ink99.xml"/><Relationship Id="rId365" Type="http://schemas.openxmlformats.org/officeDocument/2006/relationships/image" Target="../media/image193.png"/><Relationship Id="rId386" Type="http://schemas.openxmlformats.org/officeDocument/2006/relationships/customXml" Target="../ink/ink205.xml"/><Relationship Id="rId190" Type="http://schemas.openxmlformats.org/officeDocument/2006/relationships/image" Target="../media/image108.png"/><Relationship Id="rId204" Type="http://schemas.openxmlformats.org/officeDocument/2006/relationships/image" Target="../media/image115.png"/><Relationship Id="rId225" Type="http://schemas.openxmlformats.org/officeDocument/2006/relationships/customXml" Target="../ink/ink123.xml"/><Relationship Id="rId246" Type="http://schemas.openxmlformats.org/officeDocument/2006/relationships/customXml" Target="../ink/ink134.xml"/><Relationship Id="rId267" Type="http://schemas.openxmlformats.org/officeDocument/2006/relationships/image" Target="../media/image145.png"/><Relationship Id="rId288" Type="http://schemas.openxmlformats.org/officeDocument/2006/relationships/customXml" Target="../ink/ink156.xml"/><Relationship Id="rId106" Type="http://schemas.openxmlformats.org/officeDocument/2006/relationships/image" Target="../media/image66.png"/><Relationship Id="rId127" Type="http://schemas.openxmlformats.org/officeDocument/2006/relationships/customXml" Target="../ink/ink73.xml"/><Relationship Id="rId313" Type="http://schemas.openxmlformats.org/officeDocument/2006/relationships/image" Target="../media/image167.png"/><Relationship Id="rId10" Type="http://schemas.openxmlformats.org/officeDocument/2006/relationships/image" Target="../media/image18.png"/><Relationship Id="rId31" Type="http://schemas.openxmlformats.org/officeDocument/2006/relationships/customXml" Target="../ink/ink25.xml"/><Relationship Id="rId52" Type="http://schemas.openxmlformats.org/officeDocument/2006/relationships/image" Target="../media/image39.png"/><Relationship Id="rId73" Type="http://schemas.openxmlformats.org/officeDocument/2006/relationships/customXml" Target="../ink/ink46.xml"/><Relationship Id="rId94" Type="http://schemas.openxmlformats.org/officeDocument/2006/relationships/image" Target="../media/image60.png"/><Relationship Id="rId148" Type="http://schemas.openxmlformats.org/officeDocument/2006/relationships/image" Target="../media/image87.png"/><Relationship Id="rId169" Type="http://schemas.openxmlformats.org/officeDocument/2006/relationships/customXml" Target="../ink/ink94.xml"/><Relationship Id="rId334" Type="http://schemas.openxmlformats.org/officeDocument/2006/relationships/customXml" Target="../ink/ink179.xml"/><Relationship Id="rId355" Type="http://schemas.openxmlformats.org/officeDocument/2006/relationships/image" Target="../media/image188.png"/><Relationship Id="rId376" Type="http://schemas.openxmlformats.org/officeDocument/2006/relationships/customXml" Target="../ink/ink200.xml"/><Relationship Id="rId4" Type="http://schemas.openxmlformats.org/officeDocument/2006/relationships/image" Target="../media/image15.png"/><Relationship Id="rId180" Type="http://schemas.openxmlformats.org/officeDocument/2006/relationships/image" Target="../media/image103.png"/><Relationship Id="rId215" Type="http://schemas.openxmlformats.org/officeDocument/2006/relationships/image" Target="../media/image120.png"/><Relationship Id="rId236" Type="http://schemas.openxmlformats.org/officeDocument/2006/relationships/image" Target="../media/image130.png"/><Relationship Id="rId257" Type="http://schemas.openxmlformats.org/officeDocument/2006/relationships/image" Target="../media/image140.png"/><Relationship Id="rId278" Type="http://schemas.openxmlformats.org/officeDocument/2006/relationships/customXml" Target="../ink/ink151.xml"/><Relationship Id="rId303" Type="http://schemas.openxmlformats.org/officeDocument/2006/relationships/image" Target="../media/image162.png"/><Relationship Id="rId42" Type="http://schemas.openxmlformats.org/officeDocument/2006/relationships/image" Target="../media/image34.png"/><Relationship Id="rId84" Type="http://schemas.openxmlformats.org/officeDocument/2006/relationships/image" Target="../media/image55.png"/><Relationship Id="rId138" Type="http://schemas.openxmlformats.org/officeDocument/2006/relationships/image" Target="../media/image82.png"/><Relationship Id="rId345" Type="http://schemas.openxmlformats.org/officeDocument/2006/relationships/image" Target="../media/image183.png"/><Relationship Id="rId387" Type="http://schemas.openxmlformats.org/officeDocument/2006/relationships/image" Target="../media/image204.png"/><Relationship Id="rId191" Type="http://schemas.openxmlformats.org/officeDocument/2006/relationships/customXml" Target="../ink/ink105.xml"/><Relationship Id="rId205" Type="http://schemas.openxmlformats.org/officeDocument/2006/relationships/customXml" Target="../ink/ink112.xml"/><Relationship Id="rId247" Type="http://schemas.openxmlformats.org/officeDocument/2006/relationships/image" Target="../media/image135.png"/><Relationship Id="rId107" Type="http://schemas.openxmlformats.org/officeDocument/2006/relationships/customXml" Target="../ink/ink63.xml"/><Relationship Id="rId289" Type="http://schemas.openxmlformats.org/officeDocument/2006/relationships/image" Target="../media/image155.png"/><Relationship Id="rId11" Type="http://schemas.openxmlformats.org/officeDocument/2006/relationships/customXml" Target="../ink/ink15.xml"/><Relationship Id="rId53" Type="http://schemas.openxmlformats.org/officeDocument/2006/relationships/customXml" Target="../ink/ink36.xml"/><Relationship Id="rId149" Type="http://schemas.openxmlformats.org/officeDocument/2006/relationships/customXml" Target="../ink/ink84.xml"/><Relationship Id="rId314" Type="http://schemas.openxmlformats.org/officeDocument/2006/relationships/customXml" Target="../ink/ink169.xml"/><Relationship Id="rId356" Type="http://schemas.openxmlformats.org/officeDocument/2006/relationships/customXml" Target="../ink/ink190.xml"/><Relationship Id="rId95" Type="http://schemas.openxmlformats.org/officeDocument/2006/relationships/customXml" Target="../ink/ink57.xml"/><Relationship Id="rId160" Type="http://schemas.openxmlformats.org/officeDocument/2006/relationships/image" Target="../media/image93.png"/><Relationship Id="rId216" Type="http://schemas.openxmlformats.org/officeDocument/2006/relationships/customXml" Target="../ink/ink118.xml"/><Relationship Id="rId258" Type="http://schemas.openxmlformats.org/officeDocument/2006/relationships/customXml" Target="../ink/ink140.xml"/><Relationship Id="rId22" Type="http://schemas.openxmlformats.org/officeDocument/2006/relationships/image" Target="../media/image24.png"/><Relationship Id="rId64" Type="http://schemas.openxmlformats.org/officeDocument/2006/relationships/image" Target="../media/image45.png"/><Relationship Id="rId118" Type="http://schemas.openxmlformats.org/officeDocument/2006/relationships/image" Target="../media/image72.png"/><Relationship Id="rId325" Type="http://schemas.openxmlformats.org/officeDocument/2006/relationships/image" Target="../media/image173.png"/><Relationship Id="rId367" Type="http://schemas.openxmlformats.org/officeDocument/2006/relationships/image" Target="../media/image194.png"/><Relationship Id="rId171" Type="http://schemas.openxmlformats.org/officeDocument/2006/relationships/customXml" Target="../ink/ink95.xml"/><Relationship Id="rId227" Type="http://schemas.openxmlformats.org/officeDocument/2006/relationships/customXml" Target="../ink/ink124.xml"/><Relationship Id="rId269" Type="http://schemas.openxmlformats.org/officeDocument/2006/relationships/customXml" Target="../ink/ink146.xml"/><Relationship Id="rId33" Type="http://schemas.openxmlformats.org/officeDocument/2006/relationships/customXml" Target="../ink/ink26.xml"/><Relationship Id="rId129" Type="http://schemas.openxmlformats.org/officeDocument/2006/relationships/customXml" Target="../ink/ink74.xml"/><Relationship Id="rId280" Type="http://schemas.openxmlformats.org/officeDocument/2006/relationships/customXml" Target="../ink/ink152.xml"/><Relationship Id="rId336" Type="http://schemas.openxmlformats.org/officeDocument/2006/relationships/customXml" Target="../ink/ink180.xml"/><Relationship Id="rId75" Type="http://schemas.openxmlformats.org/officeDocument/2006/relationships/customXml" Target="../ink/ink47.xml"/><Relationship Id="rId140" Type="http://schemas.openxmlformats.org/officeDocument/2006/relationships/image" Target="../media/image83.png"/><Relationship Id="rId182" Type="http://schemas.openxmlformats.org/officeDocument/2006/relationships/image" Target="../media/image104.png"/><Relationship Id="rId378" Type="http://schemas.openxmlformats.org/officeDocument/2006/relationships/customXml" Target="../ink/ink201.xml"/><Relationship Id="rId6" Type="http://schemas.openxmlformats.org/officeDocument/2006/relationships/image" Target="../media/image16.png"/><Relationship Id="rId238" Type="http://schemas.openxmlformats.org/officeDocument/2006/relationships/image" Target="../media/image131.png"/><Relationship Id="rId291" Type="http://schemas.openxmlformats.org/officeDocument/2006/relationships/image" Target="../media/image156.png"/><Relationship Id="rId305" Type="http://schemas.openxmlformats.org/officeDocument/2006/relationships/image" Target="../media/image163.png"/><Relationship Id="rId347" Type="http://schemas.openxmlformats.org/officeDocument/2006/relationships/image" Target="../media/image184.png"/><Relationship Id="rId44" Type="http://schemas.openxmlformats.org/officeDocument/2006/relationships/image" Target="../media/image35.png"/><Relationship Id="rId86" Type="http://schemas.openxmlformats.org/officeDocument/2006/relationships/image" Target="../media/image56.png"/><Relationship Id="rId151" Type="http://schemas.openxmlformats.org/officeDocument/2006/relationships/customXml" Target="../ink/ink85.xml"/><Relationship Id="rId193" Type="http://schemas.openxmlformats.org/officeDocument/2006/relationships/customXml" Target="../ink/ink106.xml"/><Relationship Id="rId207" Type="http://schemas.openxmlformats.org/officeDocument/2006/relationships/customXml" Target="../ink/ink113.xml"/><Relationship Id="rId249" Type="http://schemas.openxmlformats.org/officeDocument/2006/relationships/image" Target="../media/image136.png"/><Relationship Id="rId13" Type="http://schemas.openxmlformats.org/officeDocument/2006/relationships/customXml" Target="../ink/ink16.xml"/><Relationship Id="rId109" Type="http://schemas.openxmlformats.org/officeDocument/2006/relationships/customXml" Target="../ink/ink64.xml"/><Relationship Id="rId260" Type="http://schemas.openxmlformats.org/officeDocument/2006/relationships/customXml" Target="../ink/ink141.xml"/><Relationship Id="rId316" Type="http://schemas.openxmlformats.org/officeDocument/2006/relationships/customXml" Target="../ink/ink170.xml"/><Relationship Id="rId55" Type="http://schemas.openxmlformats.org/officeDocument/2006/relationships/customXml" Target="../ink/ink37.xml"/><Relationship Id="rId97" Type="http://schemas.openxmlformats.org/officeDocument/2006/relationships/customXml" Target="../ink/ink58.xml"/><Relationship Id="rId120" Type="http://schemas.openxmlformats.org/officeDocument/2006/relationships/image" Target="../media/image73.png"/><Relationship Id="rId358" Type="http://schemas.openxmlformats.org/officeDocument/2006/relationships/customXml" Target="../ink/ink191.xml"/><Relationship Id="rId162" Type="http://schemas.openxmlformats.org/officeDocument/2006/relationships/image" Target="../media/image94.png"/><Relationship Id="rId218" Type="http://schemas.openxmlformats.org/officeDocument/2006/relationships/customXml" Target="../ink/ink119.xml"/><Relationship Id="rId271" Type="http://schemas.openxmlformats.org/officeDocument/2006/relationships/customXml" Target="../ink/ink147.xml"/><Relationship Id="rId24" Type="http://schemas.openxmlformats.org/officeDocument/2006/relationships/image" Target="../media/image25.png"/><Relationship Id="rId66" Type="http://schemas.openxmlformats.org/officeDocument/2006/relationships/image" Target="../media/image46.png"/><Relationship Id="rId131" Type="http://schemas.openxmlformats.org/officeDocument/2006/relationships/customXml" Target="../ink/ink75.xml"/><Relationship Id="rId327" Type="http://schemas.openxmlformats.org/officeDocument/2006/relationships/image" Target="../media/image174.png"/><Relationship Id="rId369" Type="http://schemas.openxmlformats.org/officeDocument/2006/relationships/image" Target="../media/image195.png"/><Relationship Id="rId173" Type="http://schemas.openxmlformats.org/officeDocument/2006/relationships/customXml" Target="../ink/ink96.xml"/><Relationship Id="rId229" Type="http://schemas.openxmlformats.org/officeDocument/2006/relationships/customXml" Target="../ink/ink125.xml"/><Relationship Id="rId380" Type="http://schemas.openxmlformats.org/officeDocument/2006/relationships/customXml" Target="../ink/ink202.xml"/><Relationship Id="rId240" Type="http://schemas.openxmlformats.org/officeDocument/2006/relationships/image" Target="../media/image132.png"/><Relationship Id="rId35" Type="http://schemas.openxmlformats.org/officeDocument/2006/relationships/customXml" Target="../ink/ink27.xml"/><Relationship Id="rId77" Type="http://schemas.openxmlformats.org/officeDocument/2006/relationships/customXml" Target="../ink/ink48.xml"/><Relationship Id="rId100" Type="http://schemas.openxmlformats.org/officeDocument/2006/relationships/image" Target="../media/image63.png"/><Relationship Id="rId282" Type="http://schemas.openxmlformats.org/officeDocument/2006/relationships/customXml" Target="../ink/ink153.xml"/><Relationship Id="rId338" Type="http://schemas.openxmlformats.org/officeDocument/2006/relationships/customXml" Target="../ink/ink181.xml"/><Relationship Id="rId8" Type="http://schemas.openxmlformats.org/officeDocument/2006/relationships/image" Target="../media/image17.png"/><Relationship Id="rId142" Type="http://schemas.openxmlformats.org/officeDocument/2006/relationships/image" Target="../media/image84.png"/><Relationship Id="rId184" Type="http://schemas.openxmlformats.org/officeDocument/2006/relationships/image" Target="../media/image105.png"/><Relationship Id="rId251" Type="http://schemas.openxmlformats.org/officeDocument/2006/relationships/image" Target="../media/image137.png"/><Relationship Id="rId46" Type="http://schemas.openxmlformats.org/officeDocument/2006/relationships/image" Target="../media/image36.png"/><Relationship Id="rId293" Type="http://schemas.openxmlformats.org/officeDocument/2006/relationships/image" Target="../media/image157.png"/><Relationship Id="rId307" Type="http://schemas.openxmlformats.org/officeDocument/2006/relationships/image" Target="../media/image164.png"/><Relationship Id="rId349" Type="http://schemas.openxmlformats.org/officeDocument/2006/relationships/image" Target="../media/image185.png"/><Relationship Id="rId88" Type="http://schemas.openxmlformats.org/officeDocument/2006/relationships/image" Target="../media/image57.png"/><Relationship Id="rId111" Type="http://schemas.openxmlformats.org/officeDocument/2006/relationships/customXml" Target="../ink/ink65.xml"/><Relationship Id="rId153" Type="http://schemas.openxmlformats.org/officeDocument/2006/relationships/customXml" Target="../ink/ink86.xml"/><Relationship Id="rId195" Type="http://schemas.openxmlformats.org/officeDocument/2006/relationships/customXml" Target="../ink/ink107.xml"/><Relationship Id="rId209" Type="http://schemas.openxmlformats.org/officeDocument/2006/relationships/customXml" Target="../ink/ink114.xml"/><Relationship Id="rId360" Type="http://schemas.openxmlformats.org/officeDocument/2006/relationships/customXml" Target="../ink/ink192.xml"/><Relationship Id="rId220" Type="http://schemas.openxmlformats.org/officeDocument/2006/relationships/customXml" Target="../ink/ink120.xml"/><Relationship Id="rId15" Type="http://schemas.openxmlformats.org/officeDocument/2006/relationships/customXml" Target="../ink/ink17.xml"/><Relationship Id="rId57" Type="http://schemas.openxmlformats.org/officeDocument/2006/relationships/customXml" Target="../ink/ink38.xml"/><Relationship Id="rId262" Type="http://schemas.openxmlformats.org/officeDocument/2006/relationships/customXml" Target="../ink/ink142.xml"/><Relationship Id="rId318" Type="http://schemas.openxmlformats.org/officeDocument/2006/relationships/customXml" Target="../ink/ink171.xml"/><Relationship Id="rId99" Type="http://schemas.openxmlformats.org/officeDocument/2006/relationships/customXml" Target="../ink/ink59.xml"/><Relationship Id="rId122" Type="http://schemas.openxmlformats.org/officeDocument/2006/relationships/image" Target="../media/image74.png"/><Relationship Id="rId164" Type="http://schemas.openxmlformats.org/officeDocument/2006/relationships/image" Target="../media/image95.png"/><Relationship Id="rId371" Type="http://schemas.openxmlformats.org/officeDocument/2006/relationships/image" Target="../media/image196.png"/><Relationship Id="rId26" Type="http://schemas.openxmlformats.org/officeDocument/2006/relationships/image" Target="../media/image26.png"/><Relationship Id="rId231" Type="http://schemas.openxmlformats.org/officeDocument/2006/relationships/customXml" Target="../ink/ink126.xml"/><Relationship Id="rId273" Type="http://schemas.openxmlformats.org/officeDocument/2006/relationships/image" Target="../media/image147.png"/><Relationship Id="rId329" Type="http://schemas.openxmlformats.org/officeDocument/2006/relationships/image" Target="../media/image17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3.xml"/><Relationship Id="rId21" Type="http://schemas.openxmlformats.org/officeDocument/2006/relationships/customXml" Target="../ink/ink215.xml"/><Relationship Id="rId42" Type="http://schemas.openxmlformats.org/officeDocument/2006/relationships/image" Target="../media/image225.png"/><Relationship Id="rId63" Type="http://schemas.openxmlformats.org/officeDocument/2006/relationships/customXml" Target="../ink/ink236.xml"/><Relationship Id="rId84" Type="http://schemas.openxmlformats.org/officeDocument/2006/relationships/image" Target="../media/image246.png"/><Relationship Id="rId138" Type="http://schemas.openxmlformats.org/officeDocument/2006/relationships/image" Target="../media/image49.png"/><Relationship Id="rId159" Type="http://schemas.openxmlformats.org/officeDocument/2006/relationships/image" Target="../media/image281.png"/><Relationship Id="rId170" Type="http://schemas.openxmlformats.org/officeDocument/2006/relationships/customXml" Target="../ink/ink290.xml"/><Relationship Id="rId191" Type="http://schemas.openxmlformats.org/officeDocument/2006/relationships/image" Target="../media/image297.png"/><Relationship Id="rId205" Type="http://schemas.openxmlformats.org/officeDocument/2006/relationships/customXml" Target="../ink/ink308.xml"/><Relationship Id="rId226" Type="http://schemas.openxmlformats.org/officeDocument/2006/relationships/image" Target="../media/image314.png"/><Relationship Id="rId247" Type="http://schemas.openxmlformats.org/officeDocument/2006/relationships/image" Target="../media/image324.png"/><Relationship Id="rId107" Type="http://schemas.openxmlformats.org/officeDocument/2006/relationships/customXml" Target="../ink/ink258.xml"/><Relationship Id="rId11" Type="http://schemas.openxmlformats.org/officeDocument/2006/relationships/customXml" Target="../ink/ink210.xml"/><Relationship Id="rId32" Type="http://schemas.openxmlformats.org/officeDocument/2006/relationships/image" Target="../media/image220.png"/><Relationship Id="rId53" Type="http://schemas.openxmlformats.org/officeDocument/2006/relationships/customXml" Target="../ink/ink231.xml"/><Relationship Id="rId74" Type="http://schemas.openxmlformats.org/officeDocument/2006/relationships/image" Target="../media/image241.png"/><Relationship Id="rId128" Type="http://schemas.openxmlformats.org/officeDocument/2006/relationships/image" Target="../media/image267.png"/><Relationship Id="rId149" Type="http://schemas.openxmlformats.org/officeDocument/2006/relationships/customXml" Target="../ink/ink279.xml"/><Relationship Id="rId5" Type="http://schemas.openxmlformats.org/officeDocument/2006/relationships/customXml" Target="../ink/ink207.xml"/><Relationship Id="rId95" Type="http://schemas.openxmlformats.org/officeDocument/2006/relationships/customXml" Target="../ink/ink252.xml"/><Relationship Id="rId160" Type="http://schemas.openxmlformats.org/officeDocument/2006/relationships/customXml" Target="../ink/ink285.xml"/><Relationship Id="rId181" Type="http://schemas.openxmlformats.org/officeDocument/2006/relationships/image" Target="../media/image292.png"/><Relationship Id="rId216" Type="http://schemas.openxmlformats.org/officeDocument/2006/relationships/image" Target="../media/image309.png"/><Relationship Id="rId237" Type="http://schemas.openxmlformats.org/officeDocument/2006/relationships/customXml" Target="../ink/ink324.xml"/><Relationship Id="rId22" Type="http://schemas.openxmlformats.org/officeDocument/2006/relationships/image" Target="../media/image215.png"/><Relationship Id="rId43" Type="http://schemas.openxmlformats.org/officeDocument/2006/relationships/customXml" Target="../ink/ink226.xml"/><Relationship Id="rId64" Type="http://schemas.openxmlformats.org/officeDocument/2006/relationships/image" Target="../media/image236.png"/><Relationship Id="rId118" Type="http://schemas.openxmlformats.org/officeDocument/2006/relationships/image" Target="../media/image262.png"/><Relationship Id="rId139" Type="http://schemas.openxmlformats.org/officeDocument/2006/relationships/customXml" Target="../ink/ink274.xml"/><Relationship Id="rId85" Type="http://schemas.openxmlformats.org/officeDocument/2006/relationships/customXml" Target="../ink/ink247.xml"/><Relationship Id="rId150" Type="http://schemas.openxmlformats.org/officeDocument/2006/relationships/image" Target="../media/image277.png"/><Relationship Id="rId171" Type="http://schemas.openxmlformats.org/officeDocument/2006/relationships/image" Target="../media/image287.png"/><Relationship Id="rId192" Type="http://schemas.openxmlformats.org/officeDocument/2006/relationships/customXml" Target="../ink/ink301.xml"/><Relationship Id="rId206" Type="http://schemas.openxmlformats.org/officeDocument/2006/relationships/image" Target="../media/image304.png"/><Relationship Id="rId227" Type="http://schemas.openxmlformats.org/officeDocument/2006/relationships/customXml" Target="../ink/ink319.xml"/><Relationship Id="rId248" Type="http://schemas.openxmlformats.org/officeDocument/2006/relationships/customXml" Target="../ink/ink330.xml"/><Relationship Id="rId12" Type="http://schemas.openxmlformats.org/officeDocument/2006/relationships/image" Target="../media/image210.png"/><Relationship Id="rId33" Type="http://schemas.openxmlformats.org/officeDocument/2006/relationships/customXml" Target="../ink/ink221.xml"/><Relationship Id="rId108" Type="http://schemas.openxmlformats.org/officeDocument/2006/relationships/image" Target="../media/image257.png"/><Relationship Id="rId129" Type="http://schemas.openxmlformats.org/officeDocument/2006/relationships/customXml" Target="../ink/ink269.xml"/><Relationship Id="rId54" Type="http://schemas.openxmlformats.org/officeDocument/2006/relationships/image" Target="../media/image231.png"/><Relationship Id="rId75" Type="http://schemas.openxmlformats.org/officeDocument/2006/relationships/customXml" Target="../ink/ink242.xml"/><Relationship Id="rId96" Type="http://schemas.openxmlformats.org/officeDocument/2006/relationships/image" Target="../media/image252.png"/><Relationship Id="rId140" Type="http://schemas.openxmlformats.org/officeDocument/2006/relationships/image" Target="../media/image272.png"/><Relationship Id="rId161" Type="http://schemas.openxmlformats.org/officeDocument/2006/relationships/image" Target="../media/image282.png"/><Relationship Id="rId182" Type="http://schemas.openxmlformats.org/officeDocument/2006/relationships/customXml" Target="../ink/ink296.xml"/><Relationship Id="rId217" Type="http://schemas.openxmlformats.org/officeDocument/2006/relationships/customXml" Target="../ink/ink314.xml"/><Relationship Id="rId6" Type="http://schemas.openxmlformats.org/officeDocument/2006/relationships/image" Target="../media/image207.png"/><Relationship Id="rId238" Type="http://schemas.openxmlformats.org/officeDocument/2006/relationships/image" Target="../media/image320.png"/><Relationship Id="rId23" Type="http://schemas.openxmlformats.org/officeDocument/2006/relationships/customXml" Target="../ink/ink216.xml"/><Relationship Id="rId119" Type="http://schemas.openxmlformats.org/officeDocument/2006/relationships/customXml" Target="../ink/ink264.xml"/><Relationship Id="rId44" Type="http://schemas.openxmlformats.org/officeDocument/2006/relationships/image" Target="../media/image226.png"/><Relationship Id="rId65" Type="http://schemas.openxmlformats.org/officeDocument/2006/relationships/customXml" Target="../ink/ink237.xml"/><Relationship Id="rId86" Type="http://schemas.openxmlformats.org/officeDocument/2006/relationships/image" Target="../media/image247.png"/><Relationship Id="rId130" Type="http://schemas.openxmlformats.org/officeDocument/2006/relationships/image" Target="../media/image268.png"/><Relationship Id="rId151" Type="http://schemas.openxmlformats.org/officeDocument/2006/relationships/customXml" Target="../ink/ink280.xml"/><Relationship Id="rId172" Type="http://schemas.openxmlformats.org/officeDocument/2006/relationships/customXml" Target="../ink/ink291.xml"/><Relationship Id="rId193" Type="http://schemas.openxmlformats.org/officeDocument/2006/relationships/image" Target="../media/image298.png"/><Relationship Id="rId207" Type="http://schemas.openxmlformats.org/officeDocument/2006/relationships/customXml" Target="../ink/ink309.xml"/><Relationship Id="rId228" Type="http://schemas.openxmlformats.org/officeDocument/2006/relationships/image" Target="../media/image315.png"/><Relationship Id="rId249" Type="http://schemas.openxmlformats.org/officeDocument/2006/relationships/image" Target="../media/image325.png"/><Relationship Id="rId13" Type="http://schemas.openxmlformats.org/officeDocument/2006/relationships/customXml" Target="../ink/ink211.xml"/><Relationship Id="rId109" Type="http://schemas.openxmlformats.org/officeDocument/2006/relationships/customXml" Target="../ink/ink259.xml"/><Relationship Id="rId34" Type="http://schemas.openxmlformats.org/officeDocument/2006/relationships/image" Target="../media/image221.png"/><Relationship Id="rId55" Type="http://schemas.openxmlformats.org/officeDocument/2006/relationships/customXml" Target="../ink/ink232.xml"/><Relationship Id="rId76" Type="http://schemas.openxmlformats.org/officeDocument/2006/relationships/image" Target="../media/image242.png"/><Relationship Id="rId97" Type="http://schemas.openxmlformats.org/officeDocument/2006/relationships/customXml" Target="../ink/ink253.xml"/><Relationship Id="rId120" Type="http://schemas.openxmlformats.org/officeDocument/2006/relationships/image" Target="../media/image263.png"/><Relationship Id="rId141" Type="http://schemas.openxmlformats.org/officeDocument/2006/relationships/customXml" Target="../ink/ink275.xml"/><Relationship Id="rId7" Type="http://schemas.openxmlformats.org/officeDocument/2006/relationships/customXml" Target="../ink/ink208.xml"/><Relationship Id="rId162" Type="http://schemas.openxmlformats.org/officeDocument/2006/relationships/customXml" Target="../ink/ink286.xml"/><Relationship Id="rId183" Type="http://schemas.openxmlformats.org/officeDocument/2006/relationships/image" Target="../media/image293.png"/><Relationship Id="rId218" Type="http://schemas.openxmlformats.org/officeDocument/2006/relationships/image" Target="../media/image310.png"/><Relationship Id="rId239" Type="http://schemas.openxmlformats.org/officeDocument/2006/relationships/customXml" Target="../ink/ink325.xml"/><Relationship Id="rId250" Type="http://schemas.openxmlformats.org/officeDocument/2006/relationships/customXml" Target="../ink/ink331.xml"/><Relationship Id="rId24" Type="http://schemas.openxmlformats.org/officeDocument/2006/relationships/image" Target="../media/image216.png"/><Relationship Id="rId45" Type="http://schemas.openxmlformats.org/officeDocument/2006/relationships/customXml" Target="../ink/ink227.xml"/><Relationship Id="rId66" Type="http://schemas.openxmlformats.org/officeDocument/2006/relationships/image" Target="../media/image237.png"/><Relationship Id="rId87" Type="http://schemas.openxmlformats.org/officeDocument/2006/relationships/customXml" Target="../ink/ink248.xml"/><Relationship Id="rId110" Type="http://schemas.openxmlformats.org/officeDocument/2006/relationships/image" Target="../media/image258.png"/><Relationship Id="rId131" Type="http://schemas.openxmlformats.org/officeDocument/2006/relationships/customXml" Target="../ink/ink270.xml"/><Relationship Id="rId152" Type="http://schemas.openxmlformats.org/officeDocument/2006/relationships/image" Target="../media/image278.png"/><Relationship Id="rId173" Type="http://schemas.openxmlformats.org/officeDocument/2006/relationships/image" Target="../media/image288.png"/><Relationship Id="rId194" Type="http://schemas.openxmlformats.org/officeDocument/2006/relationships/customXml" Target="../ink/ink302.xml"/><Relationship Id="rId208" Type="http://schemas.openxmlformats.org/officeDocument/2006/relationships/image" Target="../media/image305.png"/><Relationship Id="rId229" Type="http://schemas.openxmlformats.org/officeDocument/2006/relationships/customXml" Target="../ink/ink320.xml"/><Relationship Id="rId240" Type="http://schemas.openxmlformats.org/officeDocument/2006/relationships/image" Target="../media/image321.png"/><Relationship Id="rId14" Type="http://schemas.openxmlformats.org/officeDocument/2006/relationships/image" Target="../media/image211.png"/><Relationship Id="rId35" Type="http://schemas.openxmlformats.org/officeDocument/2006/relationships/customXml" Target="../ink/ink222.xml"/><Relationship Id="rId56" Type="http://schemas.openxmlformats.org/officeDocument/2006/relationships/image" Target="../media/image232.png"/><Relationship Id="rId77" Type="http://schemas.openxmlformats.org/officeDocument/2006/relationships/customXml" Target="../ink/ink243.xml"/><Relationship Id="rId100" Type="http://schemas.openxmlformats.org/officeDocument/2006/relationships/image" Target="../media/image254.png"/><Relationship Id="rId8" Type="http://schemas.openxmlformats.org/officeDocument/2006/relationships/image" Target="../media/image208.png"/><Relationship Id="rId98" Type="http://schemas.openxmlformats.org/officeDocument/2006/relationships/image" Target="../media/image253.png"/><Relationship Id="rId121" Type="http://schemas.openxmlformats.org/officeDocument/2006/relationships/customXml" Target="../ink/ink265.xml"/><Relationship Id="rId142" Type="http://schemas.openxmlformats.org/officeDocument/2006/relationships/image" Target="../media/image273.png"/><Relationship Id="rId163" Type="http://schemas.openxmlformats.org/officeDocument/2006/relationships/image" Target="../media/image283.png"/><Relationship Id="rId184" Type="http://schemas.openxmlformats.org/officeDocument/2006/relationships/customXml" Target="../ink/ink297.xml"/><Relationship Id="rId219" Type="http://schemas.openxmlformats.org/officeDocument/2006/relationships/customXml" Target="../ink/ink315.xml"/><Relationship Id="rId230" Type="http://schemas.openxmlformats.org/officeDocument/2006/relationships/image" Target="../media/image316.png"/><Relationship Id="rId251" Type="http://schemas.openxmlformats.org/officeDocument/2006/relationships/image" Target="../media/image326.png"/><Relationship Id="rId25" Type="http://schemas.openxmlformats.org/officeDocument/2006/relationships/customXml" Target="../ink/ink217.xml"/><Relationship Id="rId46" Type="http://schemas.openxmlformats.org/officeDocument/2006/relationships/image" Target="../media/image227.png"/><Relationship Id="rId67" Type="http://schemas.openxmlformats.org/officeDocument/2006/relationships/customXml" Target="../ink/ink238.xml"/><Relationship Id="rId88" Type="http://schemas.openxmlformats.org/officeDocument/2006/relationships/image" Target="../media/image248.png"/><Relationship Id="rId111" Type="http://schemas.openxmlformats.org/officeDocument/2006/relationships/customXml" Target="../ink/ink260.xml"/><Relationship Id="rId132" Type="http://schemas.openxmlformats.org/officeDocument/2006/relationships/image" Target="../media/image269.png"/><Relationship Id="rId153" Type="http://schemas.openxmlformats.org/officeDocument/2006/relationships/customXml" Target="../ink/ink281.xml"/><Relationship Id="rId174" Type="http://schemas.openxmlformats.org/officeDocument/2006/relationships/customXml" Target="../ink/ink292.xml"/><Relationship Id="rId195" Type="http://schemas.openxmlformats.org/officeDocument/2006/relationships/image" Target="../media/image299.png"/><Relationship Id="rId209" Type="http://schemas.openxmlformats.org/officeDocument/2006/relationships/customXml" Target="../ink/ink310.xml"/><Relationship Id="rId220" Type="http://schemas.openxmlformats.org/officeDocument/2006/relationships/image" Target="../media/image311.png"/><Relationship Id="rId241" Type="http://schemas.openxmlformats.org/officeDocument/2006/relationships/customXml" Target="../ink/ink326.xml"/><Relationship Id="rId15" Type="http://schemas.openxmlformats.org/officeDocument/2006/relationships/customXml" Target="../ink/ink212.xml"/><Relationship Id="rId36" Type="http://schemas.openxmlformats.org/officeDocument/2006/relationships/image" Target="../media/image222.png"/><Relationship Id="rId57" Type="http://schemas.openxmlformats.org/officeDocument/2006/relationships/customXml" Target="../ink/ink233.xml"/><Relationship Id="rId78" Type="http://schemas.openxmlformats.org/officeDocument/2006/relationships/image" Target="../media/image243.png"/><Relationship Id="rId99" Type="http://schemas.openxmlformats.org/officeDocument/2006/relationships/customXml" Target="../ink/ink254.xml"/><Relationship Id="rId101" Type="http://schemas.openxmlformats.org/officeDocument/2006/relationships/customXml" Target="../ink/ink255.xml"/><Relationship Id="rId122" Type="http://schemas.openxmlformats.org/officeDocument/2006/relationships/image" Target="../media/image264.png"/><Relationship Id="rId143" Type="http://schemas.openxmlformats.org/officeDocument/2006/relationships/customXml" Target="../ink/ink276.xml"/><Relationship Id="rId164" Type="http://schemas.openxmlformats.org/officeDocument/2006/relationships/customXml" Target="../ink/ink287.xml"/><Relationship Id="rId185" Type="http://schemas.openxmlformats.org/officeDocument/2006/relationships/image" Target="../media/image294.png"/><Relationship Id="rId9" Type="http://schemas.openxmlformats.org/officeDocument/2006/relationships/customXml" Target="../ink/ink209.xml"/><Relationship Id="rId210" Type="http://schemas.openxmlformats.org/officeDocument/2006/relationships/image" Target="../media/image306.png"/><Relationship Id="rId26" Type="http://schemas.openxmlformats.org/officeDocument/2006/relationships/image" Target="../media/image217.png"/><Relationship Id="rId231" Type="http://schemas.openxmlformats.org/officeDocument/2006/relationships/customXml" Target="../ink/ink321.xml"/><Relationship Id="rId252" Type="http://schemas.openxmlformats.org/officeDocument/2006/relationships/customXml" Target="../ink/ink332.xml"/><Relationship Id="rId47" Type="http://schemas.openxmlformats.org/officeDocument/2006/relationships/customXml" Target="../ink/ink228.xml"/><Relationship Id="rId68" Type="http://schemas.openxmlformats.org/officeDocument/2006/relationships/image" Target="../media/image238.png"/><Relationship Id="rId89" Type="http://schemas.openxmlformats.org/officeDocument/2006/relationships/customXml" Target="../ink/ink249.xml"/><Relationship Id="rId112" Type="http://schemas.openxmlformats.org/officeDocument/2006/relationships/image" Target="../media/image259.png"/><Relationship Id="rId133" Type="http://schemas.openxmlformats.org/officeDocument/2006/relationships/customXml" Target="../ink/ink271.xml"/><Relationship Id="rId154" Type="http://schemas.openxmlformats.org/officeDocument/2006/relationships/image" Target="../media/image279.png"/><Relationship Id="rId175" Type="http://schemas.openxmlformats.org/officeDocument/2006/relationships/image" Target="../media/image289.png"/><Relationship Id="rId196" Type="http://schemas.openxmlformats.org/officeDocument/2006/relationships/customXml" Target="../ink/ink303.xml"/><Relationship Id="rId200" Type="http://schemas.openxmlformats.org/officeDocument/2006/relationships/image" Target="../media/image301.png"/><Relationship Id="rId16" Type="http://schemas.openxmlformats.org/officeDocument/2006/relationships/image" Target="../media/image212.png"/><Relationship Id="rId221" Type="http://schemas.openxmlformats.org/officeDocument/2006/relationships/customXml" Target="../ink/ink316.xml"/><Relationship Id="rId242" Type="http://schemas.openxmlformats.org/officeDocument/2006/relationships/image" Target="../media/image322.png"/><Relationship Id="rId37" Type="http://schemas.openxmlformats.org/officeDocument/2006/relationships/customXml" Target="../ink/ink223.xml"/><Relationship Id="rId58" Type="http://schemas.openxmlformats.org/officeDocument/2006/relationships/image" Target="../media/image233.png"/><Relationship Id="rId79" Type="http://schemas.openxmlformats.org/officeDocument/2006/relationships/customXml" Target="../ink/ink244.xml"/><Relationship Id="rId102" Type="http://schemas.openxmlformats.org/officeDocument/2006/relationships/image" Target="../media/image86.png"/><Relationship Id="rId123" Type="http://schemas.openxmlformats.org/officeDocument/2006/relationships/customXml" Target="../ink/ink266.xml"/><Relationship Id="rId144" Type="http://schemas.openxmlformats.org/officeDocument/2006/relationships/image" Target="../media/image274.png"/><Relationship Id="rId90" Type="http://schemas.openxmlformats.org/officeDocument/2006/relationships/image" Target="../media/image249.png"/><Relationship Id="rId165" Type="http://schemas.openxmlformats.org/officeDocument/2006/relationships/image" Target="../media/image284.png"/><Relationship Id="rId186" Type="http://schemas.openxmlformats.org/officeDocument/2006/relationships/customXml" Target="../ink/ink298.xml"/><Relationship Id="rId211" Type="http://schemas.openxmlformats.org/officeDocument/2006/relationships/customXml" Target="../ink/ink311.xml"/><Relationship Id="rId232" Type="http://schemas.openxmlformats.org/officeDocument/2006/relationships/image" Target="../media/image317.png"/><Relationship Id="rId253" Type="http://schemas.openxmlformats.org/officeDocument/2006/relationships/image" Target="../media/image327.png"/><Relationship Id="rId27" Type="http://schemas.openxmlformats.org/officeDocument/2006/relationships/customXml" Target="../ink/ink218.xml"/><Relationship Id="rId48" Type="http://schemas.openxmlformats.org/officeDocument/2006/relationships/image" Target="../media/image228.png"/><Relationship Id="rId69" Type="http://schemas.openxmlformats.org/officeDocument/2006/relationships/customXml" Target="../ink/ink239.xml"/><Relationship Id="rId113" Type="http://schemas.openxmlformats.org/officeDocument/2006/relationships/customXml" Target="../ink/ink261.xml"/><Relationship Id="rId134" Type="http://schemas.openxmlformats.org/officeDocument/2006/relationships/image" Target="../media/image270.png"/><Relationship Id="rId80" Type="http://schemas.openxmlformats.org/officeDocument/2006/relationships/image" Target="../media/image244.png"/><Relationship Id="rId155" Type="http://schemas.openxmlformats.org/officeDocument/2006/relationships/customXml" Target="../ink/ink282.xml"/><Relationship Id="rId176" Type="http://schemas.openxmlformats.org/officeDocument/2006/relationships/customXml" Target="../ink/ink293.xml"/><Relationship Id="rId197" Type="http://schemas.openxmlformats.org/officeDocument/2006/relationships/image" Target="../media/image300.png"/><Relationship Id="rId201" Type="http://schemas.openxmlformats.org/officeDocument/2006/relationships/customXml" Target="../ink/ink306.xml"/><Relationship Id="rId222" Type="http://schemas.openxmlformats.org/officeDocument/2006/relationships/image" Target="../media/image312.png"/><Relationship Id="rId243" Type="http://schemas.openxmlformats.org/officeDocument/2006/relationships/customXml" Target="../ink/ink327.xml"/><Relationship Id="rId17" Type="http://schemas.openxmlformats.org/officeDocument/2006/relationships/customXml" Target="../ink/ink213.xml"/><Relationship Id="rId38" Type="http://schemas.openxmlformats.org/officeDocument/2006/relationships/image" Target="../media/image223.png"/><Relationship Id="rId59" Type="http://schemas.openxmlformats.org/officeDocument/2006/relationships/customXml" Target="../ink/ink234.xml"/><Relationship Id="rId103" Type="http://schemas.openxmlformats.org/officeDocument/2006/relationships/customXml" Target="../ink/ink256.xml"/><Relationship Id="rId124" Type="http://schemas.openxmlformats.org/officeDocument/2006/relationships/image" Target="../media/image265.png"/><Relationship Id="rId70" Type="http://schemas.openxmlformats.org/officeDocument/2006/relationships/image" Target="../media/image239.png"/><Relationship Id="rId91" Type="http://schemas.openxmlformats.org/officeDocument/2006/relationships/customXml" Target="../ink/ink250.xml"/><Relationship Id="rId145" Type="http://schemas.openxmlformats.org/officeDocument/2006/relationships/customXml" Target="../ink/ink277.xml"/><Relationship Id="rId166" Type="http://schemas.openxmlformats.org/officeDocument/2006/relationships/customXml" Target="../ink/ink288.xml"/><Relationship Id="rId187" Type="http://schemas.openxmlformats.org/officeDocument/2006/relationships/image" Target="../media/image295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307.png"/><Relationship Id="rId233" Type="http://schemas.openxmlformats.org/officeDocument/2006/relationships/customXml" Target="../ink/ink322.xml"/><Relationship Id="rId28" Type="http://schemas.openxmlformats.org/officeDocument/2006/relationships/image" Target="../media/image218.png"/><Relationship Id="rId49" Type="http://schemas.openxmlformats.org/officeDocument/2006/relationships/customXml" Target="../ink/ink229.xml"/><Relationship Id="rId114" Type="http://schemas.openxmlformats.org/officeDocument/2006/relationships/image" Target="../media/image260.png"/><Relationship Id="rId60" Type="http://schemas.openxmlformats.org/officeDocument/2006/relationships/image" Target="../media/image234.png"/><Relationship Id="rId81" Type="http://schemas.openxmlformats.org/officeDocument/2006/relationships/customXml" Target="../ink/ink245.xml"/><Relationship Id="rId135" Type="http://schemas.openxmlformats.org/officeDocument/2006/relationships/customXml" Target="../ink/ink272.xml"/><Relationship Id="rId156" Type="http://schemas.openxmlformats.org/officeDocument/2006/relationships/image" Target="../media/image280.png"/><Relationship Id="rId177" Type="http://schemas.openxmlformats.org/officeDocument/2006/relationships/image" Target="../media/image290.png"/><Relationship Id="rId198" Type="http://schemas.openxmlformats.org/officeDocument/2006/relationships/customXml" Target="../ink/ink304.xml"/><Relationship Id="rId202" Type="http://schemas.openxmlformats.org/officeDocument/2006/relationships/image" Target="../media/image302.png"/><Relationship Id="rId223" Type="http://schemas.openxmlformats.org/officeDocument/2006/relationships/customXml" Target="../ink/ink317.xml"/><Relationship Id="rId244" Type="http://schemas.openxmlformats.org/officeDocument/2006/relationships/image" Target="../media/image323.png"/><Relationship Id="rId18" Type="http://schemas.openxmlformats.org/officeDocument/2006/relationships/image" Target="../media/image213.png"/><Relationship Id="rId39" Type="http://schemas.openxmlformats.org/officeDocument/2006/relationships/customXml" Target="../ink/ink224.xml"/><Relationship Id="rId50" Type="http://schemas.openxmlformats.org/officeDocument/2006/relationships/image" Target="../media/image229.png"/><Relationship Id="rId104" Type="http://schemas.openxmlformats.org/officeDocument/2006/relationships/image" Target="../media/image255.png"/><Relationship Id="rId125" Type="http://schemas.openxmlformats.org/officeDocument/2006/relationships/customXml" Target="../ink/ink267.xml"/><Relationship Id="rId146" Type="http://schemas.openxmlformats.org/officeDocument/2006/relationships/image" Target="../media/image275.png"/><Relationship Id="rId167" Type="http://schemas.openxmlformats.org/officeDocument/2006/relationships/image" Target="../media/image285.png"/><Relationship Id="rId188" Type="http://schemas.openxmlformats.org/officeDocument/2006/relationships/customXml" Target="../ink/ink299.xml"/><Relationship Id="rId71" Type="http://schemas.openxmlformats.org/officeDocument/2006/relationships/customXml" Target="../ink/ink240.xml"/><Relationship Id="rId92" Type="http://schemas.openxmlformats.org/officeDocument/2006/relationships/image" Target="../media/image250.png"/><Relationship Id="rId213" Type="http://schemas.openxmlformats.org/officeDocument/2006/relationships/customXml" Target="../ink/ink312.xml"/><Relationship Id="rId234" Type="http://schemas.openxmlformats.org/officeDocument/2006/relationships/image" Target="../media/image318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19.xml"/><Relationship Id="rId40" Type="http://schemas.openxmlformats.org/officeDocument/2006/relationships/image" Target="../media/image224.png"/><Relationship Id="rId115" Type="http://schemas.openxmlformats.org/officeDocument/2006/relationships/customXml" Target="../ink/ink262.xml"/><Relationship Id="rId136" Type="http://schemas.openxmlformats.org/officeDocument/2006/relationships/image" Target="../media/image271.png"/><Relationship Id="rId157" Type="http://schemas.openxmlformats.org/officeDocument/2006/relationships/customXml" Target="../ink/ink283.xml"/><Relationship Id="rId178" Type="http://schemas.openxmlformats.org/officeDocument/2006/relationships/customXml" Target="../ink/ink294.xml"/><Relationship Id="rId61" Type="http://schemas.openxmlformats.org/officeDocument/2006/relationships/customXml" Target="../ink/ink235.xml"/><Relationship Id="rId82" Type="http://schemas.openxmlformats.org/officeDocument/2006/relationships/image" Target="../media/image245.png"/><Relationship Id="rId199" Type="http://schemas.openxmlformats.org/officeDocument/2006/relationships/customXml" Target="../ink/ink305.xml"/><Relationship Id="rId203" Type="http://schemas.openxmlformats.org/officeDocument/2006/relationships/customXml" Target="../ink/ink307.xml"/><Relationship Id="rId19" Type="http://schemas.openxmlformats.org/officeDocument/2006/relationships/customXml" Target="../ink/ink214.xml"/><Relationship Id="rId224" Type="http://schemas.openxmlformats.org/officeDocument/2006/relationships/image" Target="../media/image313.png"/><Relationship Id="rId245" Type="http://schemas.openxmlformats.org/officeDocument/2006/relationships/customXml" Target="../ink/ink328.xml"/><Relationship Id="rId30" Type="http://schemas.openxmlformats.org/officeDocument/2006/relationships/image" Target="../media/image219.png"/><Relationship Id="rId105" Type="http://schemas.openxmlformats.org/officeDocument/2006/relationships/customXml" Target="../ink/ink257.xml"/><Relationship Id="rId126" Type="http://schemas.openxmlformats.org/officeDocument/2006/relationships/image" Target="../media/image266.png"/><Relationship Id="rId147" Type="http://schemas.openxmlformats.org/officeDocument/2006/relationships/customXml" Target="../ink/ink278.xml"/><Relationship Id="rId168" Type="http://schemas.openxmlformats.org/officeDocument/2006/relationships/customXml" Target="../ink/ink289.xml"/><Relationship Id="rId51" Type="http://schemas.openxmlformats.org/officeDocument/2006/relationships/customXml" Target="../ink/ink230.xml"/><Relationship Id="rId72" Type="http://schemas.openxmlformats.org/officeDocument/2006/relationships/image" Target="../media/image240.png"/><Relationship Id="rId93" Type="http://schemas.openxmlformats.org/officeDocument/2006/relationships/customXml" Target="../ink/ink251.xml"/><Relationship Id="rId189" Type="http://schemas.openxmlformats.org/officeDocument/2006/relationships/image" Target="../media/image296.png"/><Relationship Id="rId3" Type="http://schemas.openxmlformats.org/officeDocument/2006/relationships/image" Target="../media/image205.png"/><Relationship Id="rId214" Type="http://schemas.openxmlformats.org/officeDocument/2006/relationships/image" Target="../media/image308.png"/><Relationship Id="rId235" Type="http://schemas.openxmlformats.org/officeDocument/2006/relationships/customXml" Target="../ink/ink323.xml"/><Relationship Id="rId116" Type="http://schemas.openxmlformats.org/officeDocument/2006/relationships/image" Target="../media/image261.png"/><Relationship Id="rId137" Type="http://schemas.openxmlformats.org/officeDocument/2006/relationships/customXml" Target="../ink/ink273.xml"/><Relationship Id="rId158" Type="http://schemas.openxmlformats.org/officeDocument/2006/relationships/customXml" Target="../ink/ink284.xml"/><Relationship Id="rId20" Type="http://schemas.openxmlformats.org/officeDocument/2006/relationships/image" Target="../media/image214.png"/><Relationship Id="rId41" Type="http://schemas.openxmlformats.org/officeDocument/2006/relationships/customXml" Target="../ink/ink225.xml"/><Relationship Id="rId62" Type="http://schemas.openxmlformats.org/officeDocument/2006/relationships/image" Target="../media/image235.png"/><Relationship Id="rId83" Type="http://schemas.openxmlformats.org/officeDocument/2006/relationships/customXml" Target="../ink/ink246.xml"/><Relationship Id="rId179" Type="http://schemas.openxmlformats.org/officeDocument/2006/relationships/image" Target="../media/image291.png"/><Relationship Id="rId190" Type="http://schemas.openxmlformats.org/officeDocument/2006/relationships/customXml" Target="../ink/ink300.xml"/><Relationship Id="rId204" Type="http://schemas.openxmlformats.org/officeDocument/2006/relationships/image" Target="../media/image303.png"/><Relationship Id="rId225" Type="http://schemas.openxmlformats.org/officeDocument/2006/relationships/customXml" Target="../ink/ink318.xml"/><Relationship Id="rId246" Type="http://schemas.openxmlformats.org/officeDocument/2006/relationships/customXml" Target="../ink/ink329.xml"/><Relationship Id="rId106" Type="http://schemas.openxmlformats.org/officeDocument/2006/relationships/image" Target="../media/image256.png"/><Relationship Id="rId127" Type="http://schemas.openxmlformats.org/officeDocument/2006/relationships/customXml" Target="../ink/ink268.xml"/><Relationship Id="rId10" Type="http://schemas.openxmlformats.org/officeDocument/2006/relationships/image" Target="../media/image209.png"/><Relationship Id="rId31" Type="http://schemas.openxmlformats.org/officeDocument/2006/relationships/customXml" Target="../ink/ink220.xml"/><Relationship Id="rId52" Type="http://schemas.openxmlformats.org/officeDocument/2006/relationships/image" Target="../media/image230.png"/><Relationship Id="rId73" Type="http://schemas.openxmlformats.org/officeDocument/2006/relationships/customXml" Target="../ink/ink241.xml"/><Relationship Id="rId94" Type="http://schemas.openxmlformats.org/officeDocument/2006/relationships/image" Target="../media/image251.png"/><Relationship Id="rId148" Type="http://schemas.openxmlformats.org/officeDocument/2006/relationships/image" Target="../media/image276.png"/><Relationship Id="rId169" Type="http://schemas.openxmlformats.org/officeDocument/2006/relationships/image" Target="../media/image286.png"/><Relationship Id="rId4" Type="http://schemas.openxmlformats.org/officeDocument/2006/relationships/image" Target="../media/image206.png"/><Relationship Id="rId180" Type="http://schemas.openxmlformats.org/officeDocument/2006/relationships/customXml" Target="../ink/ink295.xml"/><Relationship Id="rId215" Type="http://schemas.openxmlformats.org/officeDocument/2006/relationships/customXml" Target="../ink/ink313.xml"/><Relationship Id="rId236" Type="http://schemas.openxmlformats.org/officeDocument/2006/relationships/image" Target="../media/image3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9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4.xml"/><Relationship Id="rId21" Type="http://schemas.openxmlformats.org/officeDocument/2006/relationships/image" Target="../media/image340.png"/><Relationship Id="rId42" Type="http://schemas.openxmlformats.org/officeDocument/2006/relationships/customXml" Target="../ink/ink352.xml"/><Relationship Id="rId47" Type="http://schemas.openxmlformats.org/officeDocument/2006/relationships/image" Target="../media/image353.png"/><Relationship Id="rId63" Type="http://schemas.openxmlformats.org/officeDocument/2006/relationships/image" Target="../media/image361.png"/><Relationship Id="rId68" Type="http://schemas.openxmlformats.org/officeDocument/2006/relationships/customXml" Target="../ink/ink365.xml"/><Relationship Id="rId84" Type="http://schemas.openxmlformats.org/officeDocument/2006/relationships/customXml" Target="../ink/ink373.xml"/><Relationship Id="rId89" Type="http://schemas.openxmlformats.org/officeDocument/2006/relationships/image" Target="../media/image374.png"/><Relationship Id="rId16" Type="http://schemas.openxmlformats.org/officeDocument/2006/relationships/customXml" Target="../ink/ink339.xml"/><Relationship Id="rId107" Type="http://schemas.openxmlformats.org/officeDocument/2006/relationships/image" Target="../media/image383.png"/><Relationship Id="rId11" Type="http://schemas.openxmlformats.org/officeDocument/2006/relationships/image" Target="../media/image335.png"/><Relationship Id="rId32" Type="http://schemas.openxmlformats.org/officeDocument/2006/relationships/customXml" Target="../ink/ink347.xml"/><Relationship Id="rId37" Type="http://schemas.openxmlformats.org/officeDocument/2006/relationships/image" Target="../media/image348.png"/><Relationship Id="rId53" Type="http://schemas.openxmlformats.org/officeDocument/2006/relationships/image" Target="../media/image356.png"/><Relationship Id="rId58" Type="http://schemas.openxmlformats.org/officeDocument/2006/relationships/customXml" Target="../ink/ink360.xml"/><Relationship Id="rId74" Type="http://schemas.openxmlformats.org/officeDocument/2006/relationships/customXml" Target="../ink/ink368.xml"/><Relationship Id="rId79" Type="http://schemas.openxmlformats.org/officeDocument/2006/relationships/image" Target="../media/image369.png"/><Relationship Id="rId102" Type="http://schemas.openxmlformats.org/officeDocument/2006/relationships/customXml" Target="../ink/ink382.xml"/><Relationship Id="rId5" Type="http://schemas.openxmlformats.org/officeDocument/2006/relationships/image" Target="../media/image332.png"/><Relationship Id="rId90" Type="http://schemas.openxmlformats.org/officeDocument/2006/relationships/customXml" Target="../ink/ink376.xml"/><Relationship Id="rId95" Type="http://schemas.openxmlformats.org/officeDocument/2006/relationships/image" Target="../media/image377.png"/><Relationship Id="rId22" Type="http://schemas.openxmlformats.org/officeDocument/2006/relationships/customXml" Target="../ink/ink342.xml"/><Relationship Id="rId27" Type="http://schemas.openxmlformats.org/officeDocument/2006/relationships/image" Target="../media/image343.png"/><Relationship Id="rId43" Type="http://schemas.openxmlformats.org/officeDocument/2006/relationships/image" Target="../media/image351.png"/><Relationship Id="rId48" Type="http://schemas.openxmlformats.org/officeDocument/2006/relationships/customXml" Target="../ink/ink355.xml"/><Relationship Id="rId64" Type="http://schemas.openxmlformats.org/officeDocument/2006/relationships/customXml" Target="../ink/ink363.xml"/><Relationship Id="rId69" Type="http://schemas.openxmlformats.org/officeDocument/2006/relationships/image" Target="../media/image364.png"/><Relationship Id="rId80" Type="http://schemas.openxmlformats.org/officeDocument/2006/relationships/customXml" Target="../ink/ink371.xml"/><Relationship Id="rId85" Type="http://schemas.openxmlformats.org/officeDocument/2006/relationships/image" Target="../media/image372.png"/><Relationship Id="rId12" Type="http://schemas.openxmlformats.org/officeDocument/2006/relationships/customXml" Target="../ink/ink337.xml"/><Relationship Id="rId17" Type="http://schemas.openxmlformats.org/officeDocument/2006/relationships/image" Target="../media/image338.png"/><Relationship Id="rId33" Type="http://schemas.openxmlformats.org/officeDocument/2006/relationships/image" Target="../media/image346.png"/><Relationship Id="rId38" Type="http://schemas.openxmlformats.org/officeDocument/2006/relationships/customXml" Target="../ink/ink350.xml"/><Relationship Id="rId59" Type="http://schemas.openxmlformats.org/officeDocument/2006/relationships/image" Target="../media/image359.png"/><Relationship Id="rId103" Type="http://schemas.openxmlformats.org/officeDocument/2006/relationships/image" Target="../media/image381.png"/><Relationship Id="rId108" Type="http://schemas.openxmlformats.org/officeDocument/2006/relationships/customXml" Target="../ink/ink385.xml"/><Relationship Id="rId54" Type="http://schemas.openxmlformats.org/officeDocument/2006/relationships/customXml" Target="../ink/ink358.xml"/><Relationship Id="rId70" Type="http://schemas.openxmlformats.org/officeDocument/2006/relationships/customXml" Target="../ink/ink366.xml"/><Relationship Id="rId75" Type="http://schemas.openxmlformats.org/officeDocument/2006/relationships/image" Target="../media/image367.png"/><Relationship Id="rId91" Type="http://schemas.openxmlformats.org/officeDocument/2006/relationships/image" Target="../media/image375.png"/><Relationship Id="rId96" Type="http://schemas.openxmlformats.org/officeDocument/2006/relationships/customXml" Target="../ink/ink37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34.xml"/><Relationship Id="rId15" Type="http://schemas.openxmlformats.org/officeDocument/2006/relationships/image" Target="../media/image337.png"/><Relationship Id="rId23" Type="http://schemas.openxmlformats.org/officeDocument/2006/relationships/image" Target="../media/image341.png"/><Relationship Id="rId28" Type="http://schemas.openxmlformats.org/officeDocument/2006/relationships/customXml" Target="../ink/ink345.xml"/><Relationship Id="rId36" Type="http://schemas.openxmlformats.org/officeDocument/2006/relationships/customXml" Target="../ink/ink349.xml"/><Relationship Id="rId49" Type="http://schemas.openxmlformats.org/officeDocument/2006/relationships/image" Target="../media/image354.png"/><Relationship Id="rId57" Type="http://schemas.openxmlformats.org/officeDocument/2006/relationships/image" Target="../media/image358.png"/><Relationship Id="rId106" Type="http://schemas.openxmlformats.org/officeDocument/2006/relationships/customXml" Target="../ink/ink384.xml"/><Relationship Id="rId10" Type="http://schemas.openxmlformats.org/officeDocument/2006/relationships/customXml" Target="../ink/ink336.xml"/><Relationship Id="rId31" Type="http://schemas.openxmlformats.org/officeDocument/2006/relationships/image" Target="../media/image345.png"/><Relationship Id="rId44" Type="http://schemas.openxmlformats.org/officeDocument/2006/relationships/customXml" Target="../ink/ink353.xml"/><Relationship Id="rId52" Type="http://schemas.openxmlformats.org/officeDocument/2006/relationships/customXml" Target="../ink/ink357.xml"/><Relationship Id="rId60" Type="http://schemas.openxmlformats.org/officeDocument/2006/relationships/customXml" Target="../ink/ink361.xml"/><Relationship Id="rId65" Type="http://schemas.openxmlformats.org/officeDocument/2006/relationships/image" Target="../media/image362.png"/><Relationship Id="rId73" Type="http://schemas.openxmlformats.org/officeDocument/2006/relationships/image" Target="../media/image366.png"/><Relationship Id="rId78" Type="http://schemas.openxmlformats.org/officeDocument/2006/relationships/customXml" Target="../ink/ink370.xml"/><Relationship Id="rId81" Type="http://schemas.openxmlformats.org/officeDocument/2006/relationships/image" Target="../media/image370.png"/><Relationship Id="rId86" Type="http://schemas.openxmlformats.org/officeDocument/2006/relationships/customXml" Target="../ink/ink374.xml"/><Relationship Id="rId94" Type="http://schemas.openxmlformats.org/officeDocument/2006/relationships/customXml" Target="../ink/ink378.xml"/><Relationship Id="rId99" Type="http://schemas.openxmlformats.org/officeDocument/2006/relationships/image" Target="../media/image379.png"/><Relationship Id="rId101" Type="http://schemas.openxmlformats.org/officeDocument/2006/relationships/image" Target="../media/image380.png"/><Relationship Id="rId4" Type="http://schemas.openxmlformats.org/officeDocument/2006/relationships/customXml" Target="../ink/ink333.xml"/><Relationship Id="rId9" Type="http://schemas.openxmlformats.org/officeDocument/2006/relationships/image" Target="../media/image334.png"/><Relationship Id="rId13" Type="http://schemas.openxmlformats.org/officeDocument/2006/relationships/image" Target="../media/image336.png"/><Relationship Id="rId18" Type="http://schemas.openxmlformats.org/officeDocument/2006/relationships/customXml" Target="../ink/ink340.xml"/><Relationship Id="rId39" Type="http://schemas.openxmlformats.org/officeDocument/2006/relationships/image" Target="../media/image349.png"/><Relationship Id="rId109" Type="http://schemas.openxmlformats.org/officeDocument/2006/relationships/image" Target="../media/image384.png"/><Relationship Id="rId34" Type="http://schemas.openxmlformats.org/officeDocument/2006/relationships/customXml" Target="../ink/ink348.xml"/><Relationship Id="rId50" Type="http://schemas.openxmlformats.org/officeDocument/2006/relationships/customXml" Target="../ink/ink356.xml"/><Relationship Id="rId55" Type="http://schemas.openxmlformats.org/officeDocument/2006/relationships/image" Target="../media/image357.png"/><Relationship Id="rId76" Type="http://schemas.openxmlformats.org/officeDocument/2006/relationships/customXml" Target="../ink/ink369.xml"/><Relationship Id="rId97" Type="http://schemas.openxmlformats.org/officeDocument/2006/relationships/image" Target="../media/image378.png"/><Relationship Id="rId104" Type="http://schemas.openxmlformats.org/officeDocument/2006/relationships/customXml" Target="../ink/ink383.xml"/><Relationship Id="rId7" Type="http://schemas.openxmlformats.org/officeDocument/2006/relationships/image" Target="../media/image333.png"/><Relationship Id="rId71" Type="http://schemas.openxmlformats.org/officeDocument/2006/relationships/image" Target="../media/image365.png"/><Relationship Id="rId92" Type="http://schemas.openxmlformats.org/officeDocument/2006/relationships/customXml" Target="../ink/ink377.xml"/><Relationship Id="rId2" Type="http://schemas.openxmlformats.org/officeDocument/2006/relationships/image" Target="../media/image330.png"/><Relationship Id="rId29" Type="http://schemas.openxmlformats.org/officeDocument/2006/relationships/image" Target="../media/image344.png"/><Relationship Id="rId24" Type="http://schemas.openxmlformats.org/officeDocument/2006/relationships/customXml" Target="../ink/ink343.xml"/><Relationship Id="rId40" Type="http://schemas.openxmlformats.org/officeDocument/2006/relationships/customXml" Target="../ink/ink351.xml"/><Relationship Id="rId45" Type="http://schemas.openxmlformats.org/officeDocument/2006/relationships/image" Target="../media/image352.png"/><Relationship Id="rId66" Type="http://schemas.openxmlformats.org/officeDocument/2006/relationships/customXml" Target="../ink/ink364.xml"/><Relationship Id="rId87" Type="http://schemas.openxmlformats.org/officeDocument/2006/relationships/image" Target="../media/image373.png"/><Relationship Id="rId110" Type="http://schemas.openxmlformats.org/officeDocument/2006/relationships/customXml" Target="../ink/ink386.xml"/><Relationship Id="rId61" Type="http://schemas.openxmlformats.org/officeDocument/2006/relationships/image" Target="../media/image360.png"/><Relationship Id="rId82" Type="http://schemas.openxmlformats.org/officeDocument/2006/relationships/customXml" Target="../ink/ink372.xml"/><Relationship Id="rId19" Type="http://schemas.openxmlformats.org/officeDocument/2006/relationships/image" Target="../media/image339.png"/><Relationship Id="rId14" Type="http://schemas.openxmlformats.org/officeDocument/2006/relationships/customXml" Target="../ink/ink338.xml"/><Relationship Id="rId30" Type="http://schemas.openxmlformats.org/officeDocument/2006/relationships/customXml" Target="../ink/ink346.xml"/><Relationship Id="rId35" Type="http://schemas.openxmlformats.org/officeDocument/2006/relationships/image" Target="../media/image347.png"/><Relationship Id="rId56" Type="http://schemas.openxmlformats.org/officeDocument/2006/relationships/customXml" Target="../ink/ink359.xml"/><Relationship Id="rId77" Type="http://schemas.openxmlformats.org/officeDocument/2006/relationships/image" Target="../media/image368.png"/><Relationship Id="rId100" Type="http://schemas.openxmlformats.org/officeDocument/2006/relationships/customXml" Target="../ink/ink381.xml"/><Relationship Id="rId105" Type="http://schemas.openxmlformats.org/officeDocument/2006/relationships/image" Target="../media/image382.png"/><Relationship Id="rId8" Type="http://schemas.openxmlformats.org/officeDocument/2006/relationships/customXml" Target="../ink/ink335.xml"/><Relationship Id="rId51" Type="http://schemas.openxmlformats.org/officeDocument/2006/relationships/image" Target="../media/image355.png"/><Relationship Id="rId72" Type="http://schemas.openxmlformats.org/officeDocument/2006/relationships/customXml" Target="../ink/ink367.xml"/><Relationship Id="rId93" Type="http://schemas.openxmlformats.org/officeDocument/2006/relationships/image" Target="../media/image376.png"/><Relationship Id="rId98" Type="http://schemas.openxmlformats.org/officeDocument/2006/relationships/customXml" Target="../ink/ink380.xml"/><Relationship Id="rId3" Type="http://schemas.openxmlformats.org/officeDocument/2006/relationships/image" Target="../media/image331.png"/><Relationship Id="rId25" Type="http://schemas.openxmlformats.org/officeDocument/2006/relationships/image" Target="../media/image342.png"/><Relationship Id="rId46" Type="http://schemas.openxmlformats.org/officeDocument/2006/relationships/customXml" Target="../ink/ink354.xml"/><Relationship Id="rId67" Type="http://schemas.openxmlformats.org/officeDocument/2006/relationships/image" Target="../media/image363.png"/><Relationship Id="rId20" Type="http://schemas.openxmlformats.org/officeDocument/2006/relationships/customXml" Target="../ink/ink341.xml"/><Relationship Id="rId41" Type="http://schemas.openxmlformats.org/officeDocument/2006/relationships/image" Target="../media/image350.png"/><Relationship Id="rId62" Type="http://schemas.openxmlformats.org/officeDocument/2006/relationships/customXml" Target="../ink/ink362.xml"/><Relationship Id="rId83" Type="http://schemas.openxmlformats.org/officeDocument/2006/relationships/image" Target="../media/image371.png"/><Relationship Id="rId88" Type="http://schemas.openxmlformats.org/officeDocument/2006/relationships/customXml" Target="../ink/ink375.xml"/><Relationship Id="rId111" Type="http://schemas.openxmlformats.org/officeDocument/2006/relationships/image" Target="../media/image38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9.xml"/><Relationship Id="rId13" Type="http://schemas.openxmlformats.org/officeDocument/2006/relationships/image" Target="../media/image394.png"/><Relationship Id="rId3" Type="http://schemas.openxmlformats.org/officeDocument/2006/relationships/image" Target="../media/image389.png"/><Relationship Id="rId7" Type="http://schemas.openxmlformats.org/officeDocument/2006/relationships/image" Target="../media/image391.png"/><Relationship Id="rId12" Type="http://schemas.openxmlformats.org/officeDocument/2006/relationships/customXml" Target="../ink/ink391.xml"/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88.xml"/><Relationship Id="rId11" Type="http://schemas.openxmlformats.org/officeDocument/2006/relationships/image" Target="../media/image393.png"/><Relationship Id="rId5" Type="http://schemas.openxmlformats.org/officeDocument/2006/relationships/image" Target="../media/image390.png"/><Relationship Id="rId10" Type="http://schemas.openxmlformats.org/officeDocument/2006/relationships/customXml" Target="../ink/ink390.xml"/><Relationship Id="rId4" Type="http://schemas.openxmlformats.org/officeDocument/2006/relationships/customXml" Target="../ink/ink387.xml"/><Relationship Id="rId9" Type="http://schemas.openxmlformats.org/officeDocument/2006/relationships/image" Target="../media/image39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6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48.xml"/><Relationship Id="rId21" Type="http://schemas.openxmlformats.org/officeDocument/2006/relationships/customXml" Target="../ink/ink400.xml"/><Relationship Id="rId42" Type="http://schemas.openxmlformats.org/officeDocument/2006/relationships/image" Target="../media/image417.png"/><Relationship Id="rId63" Type="http://schemas.openxmlformats.org/officeDocument/2006/relationships/customXml" Target="../ink/ink421.xml"/><Relationship Id="rId84" Type="http://schemas.openxmlformats.org/officeDocument/2006/relationships/image" Target="../media/image438.png"/><Relationship Id="rId138" Type="http://schemas.openxmlformats.org/officeDocument/2006/relationships/image" Target="../media/image464.png"/><Relationship Id="rId107" Type="http://schemas.openxmlformats.org/officeDocument/2006/relationships/customXml" Target="../ink/ink443.xml"/><Relationship Id="rId11" Type="http://schemas.openxmlformats.org/officeDocument/2006/relationships/customXml" Target="../ink/ink395.xml"/><Relationship Id="rId32" Type="http://schemas.openxmlformats.org/officeDocument/2006/relationships/image" Target="../media/image412.png"/><Relationship Id="rId53" Type="http://schemas.openxmlformats.org/officeDocument/2006/relationships/customXml" Target="../ink/ink416.xml"/><Relationship Id="rId74" Type="http://schemas.openxmlformats.org/officeDocument/2006/relationships/image" Target="../media/image433.png"/><Relationship Id="rId128" Type="http://schemas.openxmlformats.org/officeDocument/2006/relationships/image" Target="../media/image459.png"/><Relationship Id="rId149" Type="http://schemas.openxmlformats.org/officeDocument/2006/relationships/image" Target="../media/image469.png"/><Relationship Id="rId5" Type="http://schemas.openxmlformats.org/officeDocument/2006/relationships/customXml" Target="../ink/ink392.xml"/><Relationship Id="rId95" Type="http://schemas.openxmlformats.org/officeDocument/2006/relationships/customXml" Target="../ink/ink437.xml"/><Relationship Id="rId22" Type="http://schemas.openxmlformats.org/officeDocument/2006/relationships/image" Target="../media/image407.png"/><Relationship Id="rId27" Type="http://schemas.openxmlformats.org/officeDocument/2006/relationships/customXml" Target="../ink/ink403.xml"/><Relationship Id="rId43" Type="http://schemas.openxmlformats.org/officeDocument/2006/relationships/customXml" Target="../ink/ink411.xml"/><Relationship Id="rId48" Type="http://schemas.openxmlformats.org/officeDocument/2006/relationships/image" Target="../media/image420.png"/><Relationship Id="rId64" Type="http://schemas.openxmlformats.org/officeDocument/2006/relationships/image" Target="../media/image428.png"/><Relationship Id="rId69" Type="http://schemas.openxmlformats.org/officeDocument/2006/relationships/customXml" Target="../ink/ink424.xml"/><Relationship Id="rId113" Type="http://schemas.openxmlformats.org/officeDocument/2006/relationships/customXml" Target="../ink/ink446.xml"/><Relationship Id="rId118" Type="http://schemas.openxmlformats.org/officeDocument/2006/relationships/image" Target="../media/image454.png"/><Relationship Id="rId134" Type="http://schemas.openxmlformats.org/officeDocument/2006/relationships/image" Target="../media/image462.png"/><Relationship Id="rId139" Type="http://schemas.openxmlformats.org/officeDocument/2006/relationships/customXml" Target="../ink/ink459.xml"/><Relationship Id="rId80" Type="http://schemas.openxmlformats.org/officeDocument/2006/relationships/image" Target="../media/image436.png"/><Relationship Id="rId85" Type="http://schemas.openxmlformats.org/officeDocument/2006/relationships/customXml" Target="../ink/ink432.xml"/><Relationship Id="rId150" Type="http://schemas.openxmlformats.org/officeDocument/2006/relationships/customXml" Target="../ink/ink465.xml"/><Relationship Id="rId12" Type="http://schemas.openxmlformats.org/officeDocument/2006/relationships/image" Target="../media/image402.png"/><Relationship Id="rId17" Type="http://schemas.openxmlformats.org/officeDocument/2006/relationships/customXml" Target="../ink/ink398.xml"/><Relationship Id="rId33" Type="http://schemas.openxmlformats.org/officeDocument/2006/relationships/customXml" Target="../ink/ink406.xml"/><Relationship Id="rId38" Type="http://schemas.openxmlformats.org/officeDocument/2006/relationships/image" Target="../media/image415.png"/><Relationship Id="rId59" Type="http://schemas.openxmlformats.org/officeDocument/2006/relationships/customXml" Target="../ink/ink419.xml"/><Relationship Id="rId103" Type="http://schemas.openxmlformats.org/officeDocument/2006/relationships/customXml" Target="../ink/ink441.xml"/><Relationship Id="rId108" Type="http://schemas.openxmlformats.org/officeDocument/2006/relationships/image" Target="../media/image449.png"/><Relationship Id="rId124" Type="http://schemas.openxmlformats.org/officeDocument/2006/relationships/image" Target="../media/image457.png"/><Relationship Id="rId129" Type="http://schemas.openxmlformats.org/officeDocument/2006/relationships/customXml" Target="../ink/ink454.xml"/><Relationship Id="rId54" Type="http://schemas.openxmlformats.org/officeDocument/2006/relationships/image" Target="../media/image423.png"/><Relationship Id="rId70" Type="http://schemas.openxmlformats.org/officeDocument/2006/relationships/image" Target="../media/image431.png"/><Relationship Id="rId75" Type="http://schemas.openxmlformats.org/officeDocument/2006/relationships/customXml" Target="../ink/ink427.xml"/><Relationship Id="rId91" Type="http://schemas.openxmlformats.org/officeDocument/2006/relationships/customXml" Target="../ink/ink435.xml"/><Relationship Id="rId96" Type="http://schemas.openxmlformats.org/officeDocument/2006/relationships/image" Target="../media/image443.png"/><Relationship Id="rId140" Type="http://schemas.openxmlformats.org/officeDocument/2006/relationships/image" Target="../media/image465.png"/><Relationship Id="rId145" Type="http://schemas.openxmlformats.org/officeDocument/2006/relationships/image" Target="../media/image4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9.png"/><Relationship Id="rId23" Type="http://schemas.openxmlformats.org/officeDocument/2006/relationships/customXml" Target="../ink/ink401.xml"/><Relationship Id="rId28" Type="http://schemas.openxmlformats.org/officeDocument/2006/relationships/image" Target="../media/image410.png"/><Relationship Id="rId49" Type="http://schemas.openxmlformats.org/officeDocument/2006/relationships/customXml" Target="../ink/ink414.xml"/><Relationship Id="rId114" Type="http://schemas.openxmlformats.org/officeDocument/2006/relationships/image" Target="../media/image452.png"/><Relationship Id="rId119" Type="http://schemas.openxmlformats.org/officeDocument/2006/relationships/customXml" Target="../ink/ink449.xml"/><Relationship Id="rId44" Type="http://schemas.openxmlformats.org/officeDocument/2006/relationships/image" Target="../media/image418.png"/><Relationship Id="rId60" Type="http://schemas.openxmlformats.org/officeDocument/2006/relationships/image" Target="../media/image426.png"/><Relationship Id="rId65" Type="http://schemas.openxmlformats.org/officeDocument/2006/relationships/customXml" Target="../ink/ink422.xml"/><Relationship Id="rId81" Type="http://schemas.openxmlformats.org/officeDocument/2006/relationships/customXml" Target="../ink/ink430.xml"/><Relationship Id="rId86" Type="http://schemas.openxmlformats.org/officeDocument/2006/relationships/image" Target="../media/image439.png"/><Relationship Id="rId130" Type="http://schemas.openxmlformats.org/officeDocument/2006/relationships/image" Target="../media/image460.png"/><Relationship Id="rId135" Type="http://schemas.openxmlformats.org/officeDocument/2006/relationships/customXml" Target="../ink/ink457.xml"/><Relationship Id="rId151" Type="http://schemas.openxmlformats.org/officeDocument/2006/relationships/image" Target="../media/image470.png"/><Relationship Id="rId13" Type="http://schemas.openxmlformats.org/officeDocument/2006/relationships/customXml" Target="../ink/ink396.xml"/><Relationship Id="rId18" Type="http://schemas.openxmlformats.org/officeDocument/2006/relationships/image" Target="../media/image405.png"/><Relationship Id="rId39" Type="http://schemas.openxmlformats.org/officeDocument/2006/relationships/customXml" Target="../ink/ink409.xml"/><Relationship Id="rId109" Type="http://schemas.openxmlformats.org/officeDocument/2006/relationships/customXml" Target="../ink/ink444.xml"/><Relationship Id="rId34" Type="http://schemas.openxmlformats.org/officeDocument/2006/relationships/image" Target="../media/image413.png"/><Relationship Id="rId50" Type="http://schemas.openxmlformats.org/officeDocument/2006/relationships/image" Target="../media/image421.png"/><Relationship Id="rId55" Type="http://schemas.openxmlformats.org/officeDocument/2006/relationships/customXml" Target="../ink/ink417.xml"/><Relationship Id="rId76" Type="http://schemas.openxmlformats.org/officeDocument/2006/relationships/image" Target="../media/image434.png"/><Relationship Id="rId97" Type="http://schemas.openxmlformats.org/officeDocument/2006/relationships/customXml" Target="../ink/ink438.xml"/><Relationship Id="rId104" Type="http://schemas.openxmlformats.org/officeDocument/2006/relationships/image" Target="../media/image447.png"/><Relationship Id="rId120" Type="http://schemas.openxmlformats.org/officeDocument/2006/relationships/image" Target="../media/image455.png"/><Relationship Id="rId125" Type="http://schemas.openxmlformats.org/officeDocument/2006/relationships/customXml" Target="../ink/ink452.xml"/><Relationship Id="rId141" Type="http://schemas.openxmlformats.org/officeDocument/2006/relationships/customXml" Target="../ink/ink460.xml"/><Relationship Id="rId146" Type="http://schemas.openxmlformats.org/officeDocument/2006/relationships/customXml" Target="../ink/ink463.xml"/><Relationship Id="rId7" Type="http://schemas.openxmlformats.org/officeDocument/2006/relationships/customXml" Target="../ink/ink393.xml"/><Relationship Id="rId71" Type="http://schemas.openxmlformats.org/officeDocument/2006/relationships/customXml" Target="../ink/ink425.xml"/><Relationship Id="rId92" Type="http://schemas.openxmlformats.org/officeDocument/2006/relationships/image" Target="../media/image226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404.xml"/><Relationship Id="rId24" Type="http://schemas.openxmlformats.org/officeDocument/2006/relationships/image" Target="../media/image408.png"/><Relationship Id="rId40" Type="http://schemas.openxmlformats.org/officeDocument/2006/relationships/image" Target="../media/image416.png"/><Relationship Id="rId45" Type="http://schemas.openxmlformats.org/officeDocument/2006/relationships/customXml" Target="../ink/ink412.xml"/><Relationship Id="rId66" Type="http://schemas.openxmlformats.org/officeDocument/2006/relationships/image" Target="../media/image429.png"/><Relationship Id="rId87" Type="http://schemas.openxmlformats.org/officeDocument/2006/relationships/customXml" Target="../ink/ink433.xml"/><Relationship Id="rId110" Type="http://schemas.openxmlformats.org/officeDocument/2006/relationships/image" Target="../media/image450.png"/><Relationship Id="rId115" Type="http://schemas.openxmlformats.org/officeDocument/2006/relationships/customXml" Target="../ink/ink447.xml"/><Relationship Id="rId131" Type="http://schemas.openxmlformats.org/officeDocument/2006/relationships/customXml" Target="../ink/ink455.xml"/><Relationship Id="rId136" Type="http://schemas.openxmlformats.org/officeDocument/2006/relationships/image" Target="../media/image463.png"/><Relationship Id="rId61" Type="http://schemas.openxmlformats.org/officeDocument/2006/relationships/customXml" Target="../ink/ink420.xml"/><Relationship Id="rId82" Type="http://schemas.openxmlformats.org/officeDocument/2006/relationships/image" Target="../media/image437.png"/><Relationship Id="rId19" Type="http://schemas.openxmlformats.org/officeDocument/2006/relationships/customXml" Target="../ink/ink399.xml"/><Relationship Id="rId14" Type="http://schemas.openxmlformats.org/officeDocument/2006/relationships/image" Target="../media/image403.png"/><Relationship Id="rId30" Type="http://schemas.openxmlformats.org/officeDocument/2006/relationships/image" Target="../media/image411.png"/><Relationship Id="rId35" Type="http://schemas.openxmlformats.org/officeDocument/2006/relationships/customXml" Target="../ink/ink407.xml"/><Relationship Id="rId56" Type="http://schemas.openxmlformats.org/officeDocument/2006/relationships/image" Target="../media/image424.png"/><Relationship Id="rId77" Type="http://schemas.openxmlformats.org/officeDocument/2006/relationships/customXml" Target="../ink/ink428.xml"/><Relationship Id="rId100" Type="http://schemas.openxmlformats.org/officeDocument/2006/relationships/image" Target="../media/image445.png"/><Relationship Id="rId105" Type="http://schemas.openxmlformats.org/officeDocument/2006/relationships/customXml" Target="../ink/ink442.xml"/><Relationship Id="rId126" Type="http://schemas.openxmlformats.org/officeDocument/2006/relationships/image" Target="../media/image458.png"/><Relationship Id="rId147" Type="http://schemas.openxmlformats.org/officeDocument/2006/relationships/image" Target="../media/image468.png"/><Relationship Id="rId8" Type="http://schemas.openxmlformats.org/officeDocument/2006/relationships/image" Target="../media/image400.png"/><Relationship Id="rId51" Type="http://schemas.openxmlformats.org/officeDocument/2006/relationships/customXml" Target="../ink/ink415.xml"/><Relationship Id="rId72" Type="http://schemas.openxmlformats.org/officeDocument/2006/relationships/image" Target="../media/image432.png"/><Relationship Id="rId93" Type="http://schemas.openxmlformats.org/officeDocument/2006/relationships/customXml" Target="../ink/ink436.xml"/><Relationship Id="rId98" Type="http://schemas.openxmlformats.org/officeDocument/2006/relationships/image" Target="../media/image444.png"/><Relationship Id="rId121" Type="http://schemas.openxmlformats.org/officeDocument/2006/relationships/customXml" Target="../ink/ink450.xml"/><Relationship Id="rId142" Type="http://schemas.openxmlformats.org/officeDocument/2006/relationships/customXml" Target="../ink/ink461.xml"/><Relationship Id="rId3" Type="http://schemas.openxmlformats.org/officeDocument/2006/relationships/image" Target="../media/image397.png"/><Relationship Id="rId25" Type="http://schemas.openxmlformats.org/officeDocument/2006/relationships/customXml" Target="../ink/ink402.xml"/><Relationship Id="rId46" Type="http://schemas.openxmlformats.org/officeDocument/2006/relationships/image" Target="../media/image419.png"/><Relationship Id="rId67" Type="http://schemas.openxmlformats.org/officeDocument/2006/relationships/customXml" Target="../ink/ink423.xml"/><Relationship Id="rId116" Type="http://schemas.openxmlformats.org/officeDocument/2006/relationships/image" Target="../media/image453.png"/><Relationship Id="rId137" Type="http://schemas.openxmlformats.org/officeDocument/2006/relationships/customXml" Target="../ink/ink458.xml"/><Relationship Id="rId20" Type="http://schemas.openxmlformats.org/officeDocument/2006/relationships/image" Target="../media/image406.png"/><Relationship Id="rId41" Type="http://schemas.openxmlformats.org/officeDocument/2006/relationships/customXml" Target="../ink/ink410.xml"/><Relationship Id="rId62" Type="http://schemas.openxmlformats.org/officeDocument/2006/relationships/image" Target="../media/image427.png"/><Relationship Id="rId83" Type="http://schemas.openxmlformats.org/officeDocument/2006/relationships/customXml" Target="../ink/ink431.xml"/><Relationship Id="rId88" Type="http://schemas.openxmlformats.org/officeDocument/2006/relationships/image" Target="../media/image440.png"/><Relationship Id="rId111" Type="http://schemas.openxmlformats.org/officeDocument/2006/relationships/customXml" Target="../ink/ink445.xml"/><Relationship Id="rId132" Type="http://schemas.openxmlformats.org/officeDocument/2006/relationships/image" Target="../media/image461.png"/><Relationship Id="rId15" Type="http://schemas.openxmlformats.org/officeDocument/2006/relationships/customXml" Target="../ink/ink397.xml"/><Relationship Id="rId36" Type="http://schemas.openxmlformats.org/officeDocument/2006/relationships/image" Target="../media/image414.png"/><Relationship Id="rId57" Type="http://schemas.openxmlformats.org/officeDocument/2006/relationships/customXml" Target="../ink/ink418.xml"/><Relationship Id="rId106" Type="http://schemas.openxmlformats.org/officeDocument/2006/relationships/image" Target="../media/image448.png"/><Relationship Id="rId127" Type="http://schemas.openxmlformats.org/officeDocument/2006/relationships/customXml" Target="../ink/ink453.xml"/><Relationship Id="rId10" Type="http://schemas.openxmlformats.org/officeDocument/2006/relationships/image" Target="../media/image401.png"/><Relationship Id="rId31" Type="http://schemas.openxmlformats.org/officeDocument/2006/relationships/customXml" Target="../ink/ink405.xml"/><Relationship Id="rId52" Type="http://schemas.openxmlformats.org/officeDocument/2006/relationships/image" Target="../media/image422.png"/><Relationship Id="rId73" Type="http://schemas.openxmlformats.org/officeDocument/2006/relationships/customXml" Target="../ink/ink426.xml"/><Relationship Id="rId78" Type="http://schemas.openxmlformats.org/officeDocument/2006/relationships/image" Target="../media/image435.png"/><Relationship Id="rId94" Type="http://schemas.openxmlformats.org/officeDocument/2006/relationships/image" Target="../media/image442.png"/><Relationship Id="rId99" Type="http://schemas.openxmlformats.org/officeDocument/2006/relationships/customXml" Target="../ink/ink439.xml"/><Relationship Id="rId101" Type="http://schemas.openxmlformats.org/officeDocument/2006/relationships/customXml" Target="../ink/ink440.xml"/><Relationship Id="rId122" Type="http://schemas.openxmlformats.org/officeDocument/2006/relationships/image" Target="../media/image456.png"/><Relationship Id="rId143" Type="http://schemas.openxmlformats.org/officeDocument/2006/relationships/image" Target="../media/image466.png"/><Relationship Id="rId148" Type="http://schemas.openxmlformats.org/officeDocument/2006/relationships/customXml" Target="../ink/ink464.xml"/><Relationship Id="rId4" Type="http://schemas.openxmlformats.org/officeDocument/2006/relationships/image" Target="../media/image398.png"/><Relationship Id="rId9" Type="http://schemas.openxmlformats.org/officeDocument/2006/relationships/customXml" Target="../ink/ink394.xml"/><Relationship Id="rId26" Type="http://schemas.openxmlformats.org/officeDocument/2006/relationships/image" Target="../media/image409.png"/><Relationship Id="rId47" Type="http://schemas.openxmlformats.org/officeDocument/2006/relationships/customXml" Target="../ink/ink413.xml"/><Relationship Id="rId68" Type="http://schemas.openxmlformats.org/officeDocument/2006/relationships/image" Target="../media/image430.png"/><Relationship Id="rId89" Type="http://schemas.openxmlformats.org/officeDocument/2006/relationships/customXml" Target="../ink/ink434.xml"/><Relationship Id="rId112" Type="http://schemas.openxmlformats.org/officeDocument/2006/relationships/image" Target="../media/image451.png"/><Relationship Id="rId133" Type="http://schemas.openxmlformats.org/officeDocument/2006/relationships/customXml" Target="../ink/ink456.xml"/><Relationship Id="rId16" Type="http://schemas.openxmlformats.org/officeDocument/2006/relationships/image" Target="../media/image404.png"/><Relationship Id="rId37" Type="http://schemas.openxmlformats.org/officeDocument/2006/relationships/customXml" Target="../ink/ink408.xml"/><Relationship Id="rId58" Type="http://schemas.openxmlformats.org/officeDocument/2006/relationships/image" Target="../media/image425.png"/><Relationship Id="rId79" Type="http://schemas.openxmlformats.org/officeDocument/2006/relationships/customXml" Target="../ink/ink429.xml"/><Relationship Id="rId102" Type="http://schemas.openxmlformats.org/officeDocument/2006/relationships/image" Target="../media/image446.png"/><Relationship Id="rId123" Type="http://schemas.openxmlformats.org/officeDocument/2006/relationships/customXml" Target="../ink/ink451.xml"/><Relationship Id="rId144" Type="http://schemas.openxmlformats.org/officeDocument/2006/relationships/customXml" Target="../ink/ink462.xml"/><Relationship Id="rId90" Type="http://schemas.openxmlformats.org/officeDocument/2006/relationships/image" Target="../media/image4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6.png"/><Relationship Id="rId299" Type="http://schemas.openxmlformats.org/officeDocument/2006/relationships/image" Target="../media/image627.png"/><Relationship Id="rId21" Type="http://schemas.openxmlformats.org/officeDocument/2006/relationships/image" Target="../media/image488.png"/><Relationship Id="rId63" Type="http://schemas.openxmlformats.org/officeDocument/2006/relationships/image" Target="../media/image509.png"/><Relationship Id="rId159" Type="http://schemas.openxmlformats.org/officeDocument/2006/relationships/image" Target="../media/image557.png"/><Relationship Id="rId324" Type="http://schemas.openxmlformats.org/officeDocument/2006/relationships/customXml" Target="../ink/ink626.xml"/><Relationship Id="rId366" Type="http://schemas.openxmlformats.org/officeDocument/2006/relationships/customXml" Target="../ink/ink647.xml"/><Relationship Id="rId170" Type="http://schemas.openxmlformats.org/officeDocument/2006/relationships/customXml" Target="../ink/ink549.xml"/><Relationship Id="rId226" Type="http://schemas.openxmlformats.org/officeDocument/2006/relationships/customXml" Target="../ink/ink577.xml"/><Relationship Id="rId433" Type="http://schemas.openxmlformats.org/officeDocument/2006/relationships/image" Target="../media/image694.png"/><Relationship Id="rId268" Type="http://schemas.openxmlformats.org/officeDocument/2006/relationships/customXml" Target="../ink/ink598.xml"/><Relationship Id="rId475" Type="http://schemas.openxmlformats.org/officeDocument/2006/relationships/image" Target="../media/image715.png"/><Relationship Id="rId32" Type="http://schemas.openxmlformats.org/officeDocument/2006/relationships/customXml" Target="../ink/ink480.xml"/><Relationship Id="rId74" Type="http://schemas.openxmlformats.org/officeDocument/2006/relationships/customXml" Target="../ink/ink501.xml"/><Relationship Id="rId128" Type="http://schemas.openxmlformats.org/officeDocument/2006/relationships/customXml" Target="../ink/ink528.xml"/><Relationship Id="rId335" Type="http://schemas.openxmlformats.org/officeDocument/2006/relationships/image" Target="../media/image645.png"/><Relationship Id="rId377" Type="http://schemas.openxmlformats.org/officeDocument/2006/relationships/image" Target="../media/image666.png"/><Relationship Id="rId5" Type="http://schemas.openxmlformats.org/officeDocument/2006/relationships/image" Target="../media/image480.png"/><Relationship Id="rId181" Type="http://schemas.openxmlformats.org/officeDocument/2006/relationships/image" Target="../media/image568.png"/><Relationship Id="rId237" Type="http://schemas.openxmlformats.org/officeDocument/2006/relationships/image" Target="../media/image596.png"/><Relationship Id="rId402" Type="http://schemas.openxmlformats.org/officeDocument/2006/relationships/customXml" Target="../ink/ink665.xml"/><Relationship Id="rId279" Type="http://schemas.openxmlformats.org/officeDocument/2006/relationships/image" Target="../media/image617.png"/><Relationship Id="rId444" Type="http://schemas.openxmlformats.org/officeDocument/2006/relationships/customXml" Target="../ink/ink686.xml"/><Relationship Id="rId43" Type="http://schemas.openxmlformats.org/officeDocument/2006/relationships/image" Target="../media/image499.png"/><Relationship Id="rId139" Type="http://schemas.openxmlformats.org/officeDocument/2006/relationships/image" Target="../media/image547.png"/><Relationship Id="rId290" Type="http://schemas.openxmlformats.org/officeDocument/2006/relationships/customXml" Target="../ink/ink609.xml"/><Relationship Id="rId304" Type="http://schemas.openxmlformats.org/officeDocument/2006/relationships/customXml" Target="../ink/ink616.xml"/><Relationship Id="rId346" Type="http://schemas.openxmlformats.org/officeDocument/2006/relationships/customXml" Target="../ink/ink637.xml"/><Relationship Id="rId388" Type="http://schemas.openxmlformats.org/officeDocument/2006/relationships/customXml" Target="../ink/ink658.xml"/><Relationship Id="rId85" Type="http://schemas.openxmlformats.org/officeDocument/2006/relationships/image" Target="../media/image520.png"/><Relationship Id="rId150" Type="http://schemas.openxmlformats.org/officeDocument/2006/relationships/customXml" Target="../ink/ink539.xml"/><Relationship Id="rId192" Type="http://schemas.openxmlformats.org/officeDocument/2006/relationships/customXml" Target="../ink/ink560.xml"/><Relationship Id="rId206" Type="http://schemas.openxmlformats.org/officeDocument/2006/relationships/customXml" Target="../ink/ink567.xml"/><Relationship Id="rId413" Type="http://schemas.openxmlformats.org/officeDocument/2006/relationships/image" Target="../media/image684.png"/><Relationship Id="rId248" Type="http://schemas.openxmlformats.org/officeDocument/2006/relationships/customXml" Target="../ink/ink588.xml"/><Relationship Id="rId455" Type="http://schemas.openxmlformats.org/officeDocument/2006/relationships/image" Target="../media/image705.png"/><Relationship Id="rId12" Type="http://schemas.openxmlformats.org/officeDocument/2006/relationships/customXml" Target="../ink/ink470.xml"/><Relationship Id="rId108" Type="http://schemas.openxmlformats.org/officeDocument/2006/relationships/customXml" Target="../ink/ink518.xml"/><Relationship Id="rId315" Type="http://schemas.openxmlformats.org/officeDocument/2006/relationships/image" Target="../media/image635.png"/><Relationship Id="rId357" Type="http://schemas.openxmlformats.org/officeDocument/2006/relationships/image" Target="../media/image656.png"/><Relationship Id="rId54" Type="http://schemas.openxmlformats.org/officeDocument/2006/relationships/customXml" Target="../ink/ink491.xml"/><Relationship Id="rId96" Type="http://schemas.openxmlformats.org/officeDocument/2006/relationships/customXml" Target="../ink/ink512.xml"/><Relationship Id="rId161" Type="http://schemas.openxmlformats.org/officeDocument/2006/relationships/image" Target="../media/image558.png"/><Relationship Id="rId217" Type="http://schemas.openxmlformats.org/officeDocument/2006/relationships/image" Target="../media/image586.png"/><Relationship Id="rId399" Type="http://schemas.openxmlformats.org/officeDocument/2006/relationships/image" Target="../media/image677.png"/><Relationship Id="rId259" Type="http://schemas.openxmlformats.org/officeDocument/2006/relationships/image" Target="../media/image607.png"/><Relationship Id="rId424" Type="http://schemas.openxmlformats.org/officeDocument/2006/relationships/customXml" Target="../ink/ink676.xml"/><Relationship Id="rId466" Type="http://schemas.openxmlformats.org/officeDocument/2006/relationships/customXml" Target="../ink/ink697.xml"/><Relationship Id="rId23" Type="http://schemas.openxmlformats.org/officeDocument/2006/relationships/image" Target="../media/image489.png"/><Relationship Id="rId119" Type="http://schemas.openxmlformats.org/officeDocument/2006/relationships/image" Target="../media/image537.png"/><Relationship Id="rId270" Type="http://schemas.openxmlformats.org/officeDocument/2006/relationships/customXml" Target="../ink/ink599.xml"/><Relationship Id="rId326" Type="http://schemas.openxmlformats.org/officeDocument/2006/relationships/customXml" Target="../ink/ink627.xml"/><Relationship Id="rId65" Type="http://schemas.openxmlformats.org/officeDocument/2006/relationships/image" Target="../media/image510.png"/><Relationship Id="rId130" Type="http://schemas.openxmlformats.org/officeDocument/2006/relationships/customXml" Target="../ink/ink529.xml"/><Relationship Id="rId368" Type="http://schemas.openxmlformats.org/officeDocument/2006/relationships/customXml" Target="../ink/ink648.xml"/><Relationship Id="rId172" Type="http://schemas.openxmlformats.org/officeDocument/2006/relationships/customXml" Target="../ink/ink550.xml"/><Relationship Id="rId228" Type="http://schemas.openxmlformats.org/officeDocument/2006/relationships/customXml" Target="../ink/ink578.xml"/><Relationship Id="rId435" Type="http://schemas.openxmlformats.org/officeDocument/2006/relationships/image" Target="../media/image695.png"/><Relationship Id="rId477" Type="http://schemas.openxmlformats.org/officeDocument/2006/relationships/image" Target="../media/image716.png"/><Relationship Id="rId281" Type="http://schemas.openxmlformats.org/officeDocument/2006/relationships/image" Target="../media/image618.png"/><Relationship Id="rId337" Type="http://schemas.openxmlformats.org/officeDocument/2006/relationships/image" Target="../media/image646.png"/><Relationship Id="rId34" Type="http://schemas.openxmlformats.org/officeDocument/2006/relationships/customXml" Target="../ink/ink481.xml"/><Relationship Id="rId76" Type="http://schemas.openxmlformats.org/officeDocument/2006/relationships/customXml" Target="../ink/ink502.xml"/><Relationship Id="rId141" Type="http://schemas.openxmlformats.org/officeDocument/2006/relationships/image" Target="../media/image548.png"/><Relationship Id="rId379" Type="http://schemas.openxmlformats.org/officeDocument/2006/relationships/image" Target="../media/image667.png"/><Relationship Id="rId7" Type="http://schemas.openxmlformats.org/officeDocument/2006/relationships/image" Target="../media/image481.png"/><Relationship Id="rId183" Type="http://schemas.openxmlformats.org/officeDocument/2006/relationships/image" Target="../media/image569.png"/><Relationship Id="rId239" Type="http://schemas.openxmlformats.org/officeDocument/2006/relationships/image" Target="../media/image597.png"/><Relationship Id="rId390" Type="http://schemas.openxmlformats.org/officeDocument/2006/relationships/customXml" Target="../ink/ink659.xml"/><Relationship Id="rId404" Type="http://schemas.openxmlformats.org/officeDocument/2006/relationships/customXml" Target="../ink/ink666.xml"/><Relationship Id="rId446" Type="http://schemas.openxmlformats.org/officeDocument/2006/relationships/customXml" Target="../ink/ink687.xml"/><Relationship Id="rId250" Type="http://schemas.openxmlformats.org/officeDocument/2006/relationships/customXml" Target="../ink/ink589.xml"/><Relationship Id="rId292" Type="http://schemas.openxmlformats.org/officeDocument/2006/relationships/customXml" Target="../ink/ink610.xml"/><Relationship Id="rId306" Type="http://schemas.openxmlformats.org/officeDocument/2006/relationships/customXml" Target="../ink/ink617.xml"/><Relationship Id="rId45" Type="http://schemas.openxmlformats.org/officeDocument/2006/relationships/image" Target="../media/image500.png"/><Relationship Id="rId87" Type="http://schemas.openxmlformats.org/officeDocument/2006/relationships/image" Target="../media/image521.png"/><Relationship Id="rId110" Type="http://schemas.openxmlformats.org/officeDocument/2006/relationships/customXml" Target="../ink/ink519.xml"/><Relationship Id="rId348" Type="http://schemas.openxmlformats.org/officeDocument/2006/relationships/customXml" Target="../ink/ink638.xml"/><Relationship Id="rId152" Type="http://schemas.openxmlformats.org/officeDocument/2006/relationships/customXml" Target="../ink/ink540.xml"/><Relationship Id="rId194" Type="http://schemas.openxmlformats.org/officeDocument/2006/relationships/customXml" Target="../ink/ink561.xml"/><Relationship Id="rId208" Type="http://schemas.openxmlformats.org/officeDocument/2006/relationships/customXml" Target="../ink/ink568.xml"/><Relationship Id="rId415" Type="http://schemas.openxmlformats.org/officeDocument/2006/relationships/image" Target="../media/image685.png"/><Relationship Id="rId457" Type="http://schemas.openxmlformats.org/officeDocument/2006/relationships/image" Target="../media/image706.png"/><Relationship Id="rId261" Type="http://schemas.openxmlformats.org/officeDocument/2006/relationships/image" Target="../media/image608.png"/><Relationship Id="rId14" Type="http://schemas.openxmlformats.org/officeDocument/2006/relationships/customXml" Target="../ink/ink471.xml"/><Relationship Id="rId56" Type="http://schemas.openxmlformats.org/officeDocument/2006/relationships/customXml" Target="../ink/ink492.xml"/><Relationship Id="rId317" Type="http://schemas.openxmlformats.org/officeDocument/2006/relationships/image" Target="../media/image636.png"/><Relationship Id="rId359" Type="http://schemas.openxmlformats.org/officeDocument/2006/relationships/image" Target="../media/image657.png"/><Relationship Id="rId98" Type="http://schemas.openxmlformats.org/officeDocument/2006/relationships/customXml" Target="../ink/ink513.xml"/><Relationship Id="rId121" Type="http://schemas.openxmlformats.org/officeDocument/2006/relationships/image" Target="../media/image538.png"/><Relationship Id="rId163" Type="http://schemas.openxmlformats.org/officeDocument/2006/relationships/image" Target="../media/image559.png"/><Relationship Id="rId219" Type="http://schemas.openxmlformats.org/officeDocument/2006/relationships/image" Target="../media/image587.png"/><Relationship Id="rId370" Type="http://schemas.openxmlformats.org/officeDocument/2006/relationships/customXml" Target="../ink/ink649.xml"/><Relationship Id="rId426" Type="http://schemas.openxmlformats.org/officeDocument/2006/relationships/customXml" Target="../ink/ink677.xml"/><Relationship Id="rId230" Type="http://schemas.openxmlformats.org/officeDocument/2006/relationships/customXml" Target="../ink/ink579.xml"/><Relationship Id="rId468" Type="http://schemas.openxmlformats.org/officeDocument/2006/relationships/customXml" Target="../ink/ink698.xml"/><Relationship Id="rId25" Type="http://schemas.openxmlformats.org/officeDocument/2006/relationships/image" Target="../media/image490.png"/><Relationship Id="rId67" Type="http://schemas.openxmlformats.org/officeDocument/2006/relationships/image" Target="../media/image511.png"/><Relationship Id="rId272" Type="http://schemas.openxmlformats.org/officeDocument/2006/relationships/customXml" Target="../ink/ink600.xml"/><Relationship Id="rId328" Type="http://schemas.openxmlformats.org/officeDocument/2006/relationships/customXml" Target="../ink/ink628.xml"/><Relationship Id="rId132" Type="http://schemas.openxmlformats.org/officeDocument/2006/relationships/customXml" Target="../ink/ink530.xml"/><Relationship Id="rId174" Type="http://schemas.openxmlformats.org/officeDocument/2006/relationships/customXml" Target="../ink/ink551.xml"/><Relationship Id="rId381" Type="http://schemas.openxmlformats.org/officeDocument/2006/relationships/image" Target="../media/image668.png"/><Relationship Id="rId241" Type="http://schemas.openxmlformats.org/officeDocument/2006/relationships/image" Target="../media/image598.png"/><Relationship Id="rId437" Type="http://schemas.openxmlformats.org/officeDocument/2006/relationships/image" Target="../media/image696.png"/><Relationship Id="rId479" Type="http://schemas.openxmlformats.org/officeDocument/2006/relationships/image" Target="../media/image717.png"/><Relationship Id="rId36" Type="http://schemas.openxmlformats.org/officeDocument/2006/relationships/customXml" Target="../ink/ink482.xml"/><Relationship Id="rId283" Type="http://schemas.openxmlformats.org/officeDocument/2006/relationships/image" Target="../media/image619.png"/><Relationship Id="rId339" Type="http://schemas.openxmlformats.org/officeDocument/2006/relationships/image" Target="../media/image647.png"/><Relationship Id="rId78" Type="http://schemas.openxmlformats.org/officeDocument/2006/relationships/customXml" Target="../ink/ink503.xml"/><Relationship Id="rId101" Type="http://schemas.openxmlformats.org/officeDocument/2006/relationships/image" Target="../media/image528.png"/><Relationship Id="rId143" Type="http://schemas.openxmlformats.org/officeDocument/2006/relationships/image" Target="../media/image549.png"/><Relationship Id="rId185" Type="http://schemas.openxmlformats.org/officeDocument/2006/relationships/image" Target="../media/image570.png"/><Relationship Id="rId350" Type="http://schemas.openxmlformats.org/officeDocument/2006/relationships/customXml" Target="../ink/ink639.xml"/><Relationship Id="rId406" Type="http://schemas.openxmlformats.org/officeDocument/2006/relationships/customXml" Target="../ink/ink667.xml"/><Relationship Id="rId9" Type="http://schemas.openxmlformats.org/officeDocument/2006/relationships/image" Target="../media/image482.png"/><Relationship Id="rId210" Type="http://schemas.openxmlformats.org/officeDocument/2006/relationships/customXml" Target="../ink/ink569.xml"/><Relationship Id="rId392" Type="http://schemas.openxmlformats.org/officeDocument/2006/relationships/customXml" Target="../ink/ink660.xml"/><Relationship Id="rId448" Type="http://schemas.openxmlformats.org/officeDocument/2006/relationships/customXml" Target="../ink/ink688.xml"/><Relationship Id="rId252" Type="http://schemas.openxmlformats.org/officeDocument/2006/relationships/customXml" Target="../ink/ink590.xml"/><Relationship Id="rId294" Type="http://schemas.openxmlformats.org/officeDocument/2006/relationships/customXml" Target="../ink/ink611.xml"/><Relationship Id="rId308" Type="http://schemas.openxmlformats.org/officeDocument/2006/relationships/customXml" Target="../ink/ink618.xml"/><Relationship Id="rId47" Type="http://schemas.openxmlformats.org/officeDocument/2006/relationships/image" Target="../media/image501.png"/><Relationship Id="rId89" Type="http://schemas.openxmlformats.org/officeDocument/2006/relationships/image" Target="../media/image522.png"/><Relationship Id="rId112" Type="http://schemas.openxmlformats.org/officeDocument/2006/relationships/customXml" Target="../ink/ink520.xml"/><Relationship Id="rId154" Type="http://schemas.openxmlformats.org/officeDocument/2006/relationships/customXml" Target="../ink/ink541.xml"/><Relationship Id="rId361" Type="http://schemas.openxmlformats.org/officeDocument/2006/relationships/image" Target="../media/image658.png"/><Relationship Id="rId196" Type="http://schemas.openxmlformats.org/officeDocument/2006/relationships/customXml" Target="../ink/ink562.xml"/><Relationship Id="rId417" Type="http://schemas.openxmlformats.org/officeDocument/2006/relationships/image" Target="../media/image686.png"/><Relationship Id="rId459" Type="http://schemas.openxmlformats.org/officeDocument/2006/relationships/image" Target="../media/image707.png"/><Relationship Id="rId16" Type="http://schemas.openxmlformats.org/officeDocument/2006/relationships/customXml" Target="../ink/ink472.xml"/><Relationship Id="rId221" Type="http://schemas.openxmlformats.org/officeDocument/2006/relationships/image" Target="../media/image588.png"/><Relationship Id="rId263" Type="http://schemas.openxmlformats.org/officeDocument/2006/relationships/image" Target="../media/image609.png"/><Relationship Id="rId319" Type="http://schemas.openxmlformats.org/officeDocument/2006/relationships/image" Target="../media/image637.png"/><Relationship Id="rId470" Type="http://schemas.openxmlformats.org/officeDocument/2006/relationships/customXml" Target="../ink/ink699.xml"/><Relationship Id="rId58" Type="http://schemas.openxmlformats.org/officeDocument/2006/relationships/customXml" Target="../ink/ink493.xml"/><Relationship Id="rId123" Type="http://schemas.openxmlformats.org/officeDocument/2006/relationships/image" Target="../media/image539.png"/><Relationship Id="rId330" Type="http://schemas.openxmlformats.org/officeDocument/2006/relationships/customXml" Target="../ink/ink629.xml"/><Relationship Id="rId165" Type="http://schemas.openxmlformats.org/officeDocument/2006/relationships/image" Target="../media/image560.png"/><Relationship Id="rId372" Type="http://schemas.openxmlformats.org/officeDocument/2006/relationships/customXml" Target="../ink/ink650.xml"/><Relationship Id="rId428" Type="http://schemas.openxmlformats.org/officeDocument/2006/relationships/customXml" Target="../ink/ink678.xml"/><Relationship Id="rId232" Type="http://schemas.openxmlformats.org/officeDocument/2006/relationships/customXml" Target="../ink/ink580.xml"/><Relationship Id="rId274" Type="http://schemas.openxmlformats.org/officeDocument/2006/relationships/customXml" Target="../ink/ink601.xml"/><Relationship Id="rId27" Type="http://schemas.openxmlformats.org/officeDocument/2006/relationships/image" Target="../media/image491.png"/><Relationship Id="rId69" Type="http://schemas.openxmlformats.org/officeDocument/2006/relationships/image" Target="../media/image512.png"/><Relationship Id="rId134" Type="http://schemas.openxmlformats.org/officeDocument/2006/relationships/customXml" Target="../ink/ink531.xml"/><Relationship Id="rId80" Type="http://schemas.openxmlformats.org/officeDocument/2006/relationships/customXml" Target="../ink/ink504.xml"/><Relationship Id="rId176" Type="http://schemas.openxmlformats.org/officeDocument/2006/relationships/customXml" Target="../ink/ink552.xml"/><Relationship Id="rId341" Type="http://schemas.openxmlformats.org/officeDocument/2006/relationships/image" Target="../media/image648.png"/><Relationship Id="rId383" Type="http://schemas.openxmlformats.org/officeDocument/2006/relationships/image" Target="../media/image669.png"/><Relationship Id="rId439" Type="http://schemas.openxmlformats.org/officeDocument/2006/relationships/image" Target="../media/image697.png"/><Relationship Id="rId201" Type="http://schemas.openxmlformats.org/officeDocument/2006/relationships/image" Target="../media/image578.png"/><Relationship Id="rId243" Type="http://schemas.openxmlformats.org/officeDocument/2006/relationships/image" Target="../media/image599.png"/><Relationship Id="rId285" Type="http://schemas.openxmlformats.org/officeDocument/2006/relationships/image" Target="../media/image620.png"/><Relationship Id="rId450" Type="http://schemas.openxmlformats.org/officeDocument/2006/relationships/customXml" Target="../ink/ink689.xml"/><Relationship Id="rId38" Type="http://schemas.openxmlformats.org/officeDocument/2006/relationships/customXml" Target="../ink/ink483.xml"/><Relationship Id="rId103" Type="http://schemas.openxmlformats.org/officeDocument/2006/relationships/image" Target="../media/image529.png"/><Relationship Id="rId310" Type="http://schemas.openxmlformats.org/officeDocument/2006/relationships/customXml" Target="../ink/ink619.xml"/><Relationship Id="rId91" Type="http://schemas.openxmlformats.org/officeDocument/2006/relationships/image" Target="../media/image523.png"/><Relationship Id="rId145" Type="http://schemas.openxmlformats.org/officeDocument/2006/relationships/image" Target="../media/image550.png"/><Relationship Id="rId187" Type="http://schemas.openxmlformats.org/officeDocument/2006/relationships/image" Target="../media/image571.png"/><Relationship Id="rId352" Type="http://schemas.openxmlformats.org/officeDocument/2006/relationships/customXml" Target="../ink/ink640.xml"/><Relationship Id="rId394" Type="http://schemas.openxmlformats.org/officeDocument/2006/relationships/customXml" Target="../ink/ink661.xml"/><Relationship Id="rId408" Type="http://schemas.openxmlformats.org/officeDocument/2006/relationships/customXml" Target="../ink/ink668.xml"/><Relationship Id="rId212" Type="http://schemas.openxmlformats.org/officeDocument/2006/relationships/customXml" Target="../ink/ink570.xml"/><Relationship Id="rId254" Type="http://schemas.openxmlformats.org/officeDocument/2006/relationships/customXml" Target="../ink/ink591.xml"/><Relationship Id="rId49" Type="http://schemas.openxmlformats.org/officeDocument/2006/relationships/image" Target="../media/image502.png"/><Relationship Id="rId114" Type="http://schemas.openxmlformats.org/officeDocument/2006/relationships/customXml" Target="../ink/ink521.xml"/><Relationship Id="rId296" Type="http://schemas.openxmlformats.org/officeDocument/2006/relationships/customXml" Target="../ink/ink612.xml"/><Relationship Id="rId461" Type="http://schemas.openxmlformats.org/officeDocument/2006/relationships/image" Target="../media/image708.png"/><Relationship Id="rId60" Type="http://schemas.openxmlformats.org/officeDocument/2006/relationships/customXml" Target="../ink/ink494.xml"/><Relationship Id="rId156" Type="http://schemas.openxmlformats.org/officeDocument/2006/relationships/customXml" Target="../ink/ink542.xml"/><Relationship Id="rId198" Type="http://schemas.openxmlformats.org/officeDocument/2006/relationships/customXml" Target="../ink/ink563.xml"/><Relationship Id="rId321" Type="http://schemas.openxmlformats.org/officeDocument/2006/relationships/image" Target="../media/image638.png"/><Relationship Id="rId363" Type="http://schemas.openxmlformats.org/officeDocument/2006/relationships/image" Target="../media/image659.png"/><Relationship Id="rId419" Type="http://schemas.openxmlformats.org/officeDocument/2006/relationships/image" Target="../media/image687.png"/><Relationship Id="rId223" Type="http://schemas.openxmlformats.org/officeDocument/2006/relationships/image" Target="../media/image589.png"/><Relationship Id="rId430" Type="http://schemas.openxmlformats.org/officeDocument/2006/relationships/customXml" Target="../ink/ink679.xml"/><Relationship Id="rId18" Type="http://schemas.openxmlformats.org/officeDocument/2006/relationships/customXml" Target="../ink/ink473.xml"/><Relationship Id="rId265" Type="http://schemas.openxmlformats.org/officeDocument/2006/relationships/image" Target="../media/image610.png"/><Relationship Id="rId472" Type="http://schemas.openxmlformats.org/officeDocument/2006/relationships/customXml" Target="../ink/ink700.xml"/><Relationship Id="rId125" Type="http://schemas.openxmlformats.org/officeDocument/2006/relationships/image" Target="../media/image540.png"/><Relationship Id="rId167" Type="http://schemas.openxmlformats.org/officeDocument/2006/relationships/image" Target="../media/image561.png"/><Relationship Id="rId332" Type="http://schemas.openxmlformats.org/officeDocument/2006/relationships/customXml" Target="../ink/ink630.xml"/><Relationship Id="rId374" Type="http://schemas.openxmlformats.org/officeDocument/2006/relationships/customXml" Target="../ink/ink651.xml"/><Relationship Id="rId71" Type="http://schemas.openxmlformats.org/officeDocument/2006/relationships/image" Target="../media/image513.png"/><Relationship Id="rId234" Type="http://schemas.openxmlformats.org/officeDocument/2006/relationships/customXml" Target="../ink/ink581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492.png"/><Relationship Id="rId276" Type="http://schemas.openxmlformats.org/officeDocument/2006/relationships/customXml" Target="../ink/ink602.xml"/><Relationship Id="rId441" Type="http://schemas.openxmlformats.org/officeDocument/2006/relationships/image" Target="../media/image698.png"/><Relationship Id="rId40" Type="http://schemas.openxmlformats.org/officeDocument/2006/relationships/customXml" Target="../ink/ink484.xml"/><Relationship Id="rId136" Type="http://schemas.openxmlformats.org/officeDocument/2006/relationships/customXml" Target="../ink/ink532.xml"/><Relationship Id="rId178" Type="http://schemas.openxmlformats.org/officeDocument/2006/relationships/customXml" Target="../ink/ink553.xml"/><Relationship Id="rId301" Type="http://schemas.openxmlformats.org/officeDocument/2006/relationships/image" Target="../media/image628.png"/><Relationship Id="rId343" Type="http://schemas.openxmlformats.org/officeDocument/2006/relationships/image" Target="../media/image649.png"/><Relationship Id="rId82" Type="http://schemas.openxmlformats.org/officeDocument/2006/relationships/customXml" Target="../ink/ink505.xml"/><Relationship Id="rId203" Type="http://schemas.openxmlformats.org/officeDocument/2006/relationships/image" Target="../media/image579.png"/><Relationship Id="rId385" Type="http://schemas.openxmlformats.org/officeDocument/2006/relationships/image" Target="../media/image670.png"/><Relationship Id="rId245" Type="http://schemas.openxmlformats.org/officeDocument/2006/relationships/image" Target="../media/image600.png"/><Relationship Id="rId287" Type="http://schemas.openxmlformats.org/officeDocument/2006/relationships/image" Target="../media/image621.png"/><Relationship Id="rId410" Type="http://schemas.openxmlformats.org/officeDocument/2006/relationships/customXml" Target="../ink/ink669.xml"/><Relationship Id="rId452" Type="http://schemas.openxmlformats.org/officeDocument/2006/relationships/customXml" Target="../ink/ink690.xml"/><Relationship Id="rId105" Type="http://schemas.openxmlformats.org/officeDocument/2006/relationships/image" Target="../media/image530.png"/><Relationship Id="rId147" Type="http://schemas.openxmlformats.org/officeDocument/2006/relationships/image" Target="../media/image551.png"/><Relationship Id="rId312" Type="http://schemas.openxmlformats.org/officeDocument/2006/relationships/customXml" Target="../ink/ink620.xml"/><Relationship Id="rId354" Type="http://schemas.openxmlformats.org/officeDocument/2006/relationships/customXml" Target="../ink/ink641.xml"/><Relationship Id="rId51" Type="http://schemas.openxmlformats.org/officeDocument/2006/relationships/image" Target="../media/image503.png"/><Relationship Id="rId72" Type="http://schemas.openxmlformats.org/officeDocument/2006/relationships/customXml" Target="../ink/ink500.xml"/><Relationship Id="rId93" Type="http://schemas.openxmlformats.org/officeDocument/2006/relationships/image" Target="../media/image524.png"/><Relationship Id="rId189" Type="http://schemas.openxmlformats.org/officeDocument/2006/relationships/image" Target="../media/image572.png"/><Relationship Id="rId375" Type="http://schemas.openxmlformats.org/officeDocument/2006/relationships/image" Target="../media/image665.png"/><Relationship Id="rId396" Type="http://schemas.openxmlformats.org/officeDocument/2006/relationships/customXml" Target="../ink/ink662.xml"/><Relationship Id="rId3" Type="http://schemas.openxmlformats.org/officeDocument/2006/relationships/image" Target="../media/image479.png"/><Relationship Id="rId214" Type="http://schemas.openxmlformats.org/officeDocument/2006/relationships/customXml" Target="../ink/ink571.xml"/><Relationship Id="rId235" Type="http://schemas.openxmlformats.org/officeDocument/2006/relationships/image" Target="../media/image595.png"/><Relationship Id="rId256" Type="http://schemas.openxmlformats.org/officeDocument/2006/relationships/customXml" Target="../ink/ink592.xml"/><Relationship Id="rId277" Type="http://schemas.openxmlformats.org/officeDocument/2006/relationships/image" Target="../media/image616.png"/><Relationship Id="rId298" Type="http://schemas.openxmlformats.org/officeDocument/2006/relationships/customXml" Target="../ink/ink613.xml"/><Relationship Id="rId400" Type="http://schemas.openxmlformats.org/officeDocument/2006/relationships/customXml" Target="../ink/ink664.xml"/><Relationship Id="rId421" Type="http://schemas.openxmlformats.org/officeDocument/2006/relationships/image" Target="../media/image688.png"/><Relationship Id="rId442" Type="http://schemas.openxmlformats.org/officeDocument/2006/relationships/customXml" Target="../ink/ink685.xml"/><Relationship Id="rId463" Type="http://schemas.openxmlformats.org/officeDocument/2006/relationships/image" Target="../media/image709.png"/><Relationship Id="rId116" Type="http://schemas.openxmlformats.org/officeDocument/2006/relationships/customXml" Target="../ink/ink522.xml"/><Relationship Id="rId137" Type="http://schemas.openxmlformats.org/officeDocument/2006/relationships/image" Target="../media/image546.png"/><Relationship Id="rId158" Type="http://schemas.openxmlformats.org/officeDocument/2006/relationships/customXml" Target="../ink/ink543.xml"/><Relationship Id="rId302" Type="http://schemas.openxmlformats.org/officeDocument/2006/relationships/customXml" Target="../ink/ink615.xml"/><Relationship Id="rId323" Type="http://schemas.openxmlformats.org/officeDocument/2006/relationships/image" Target="../media/image639.png"/><Relationship Id="rId344" Type="http://schemas.openxmlformats.org/officeDocument/2006/relationships/customXml" Target="../ink/ink636.xml"/><Relationship Id="rId20" Type="http://schemas.openxmlformats.org/officeDocument/2006/relationships/customXml" Target="../ink/ink474.xml"/><Relationship Id="rId41" Type="http://schemas.openxmlformats.org/officeDocument/2006/relationships/image" Target="../media/image498.png"/><Relationship Id="rId62" Type="http://schemas.openxmlformats.org/officeDocument/2006/relationships/customXml" Target="../ink/ink495.xml"/><Relationship Id="rId83" Type="http://schemas.openxmlformats.org/officeDocument/2006/relationships/image" Target="../media/image519.png"/><Relationship Id="rId179" Type="http://schemas.openxmlformats.org/officeDocument/2006/relationships/image" Target="../media/image567.png"/><Relationship Id="rId365" Type="http://schemas.openxmlformats.org/officeDocument/2006/relationships/image" Target="../media/image660.png"/><Relationship Id="rId386" Type="http://schemas.openxmlformats.org/officeDocument/2006/relationships/customXml" Target="../ink/ink657.xml"/><Relationship Id="rId190" Type="http://schemas.openxmlformats.org/officeDocument/2006/relationships/customXml" Target="../ink/ink559.xml"/><Relationship Id="rId204" Type="http://schemas.openxmlformats.org/officeDocument/2006/relationships/customXml" Target="../ink/ink566.xml"/><Relationship Id="rId225" Type="http://schemas.openxmlformats.org/officeDocument/2006/relationships/image" Target="../media/image590.png"/><Relationship Id="rId246" Type="http://schemas.openxmlformats.org/officeDocument/2006/relationships/customXml" Target="../ink/ink587.xml"/><Relationship Id="rId267" Type="http://schemas.openxmlformats.org/officeDocument/2006/relationships/image" Target="../media/image611.png"/><Relationship Id="rId288" Type="http://schemas.openxmlformats.org/officeDocument/2006/relationships/customXml" Target="../ink/ink608.xml"/><Relationship Id="rId411" Type="http://schemas.openxmlformats.org/officeDocument/2006/relationships/image" Target="../media/image683.png"/><Relationship Id="rId432" Type="http://schemas.openxmlformats.org/officeDocument/2006/relationships/customXml" Target="../ink/ink680.xml"/><Relationship Id="rId453" Type="http://schemas.openxmlformats.org/officeDocument/2006/relationships/image" Target="../media/image704.png"/><Relationship Id="rId474" Type="http://schemas.openxmlformats.org/officeDocument/2006/relationships/customXml" Target="../ink/ink701.xml"/><Relationship Id="rId106" Type="http://schemas.openxmlformats.org/officeDocument/2006/relationships/customXml" Target="../ink/ink517.xml"/><Relationship Id="rId127" Type="http://schemas.openxmlformats.org/officeDocument/2006/relationships/image" Target="../media/image541.png"/><Relationship Id="rId313" Type="http://schemas.openxmlformats.org/officeDocument/2006/relationships/image" Target="../media/image634.png"/><Relationship Id="rId10" Type="http://schemas.openxmlformats.org/officeDocument/2006/relationships/customXml" Target="../ink/ink469.xml"/><Relationship Id="rId31" Type="http://schemas.openxmlformats.org/officeDocument/2006/relationships/image" Target="../media/image493.png"/><Relationship Id="rId52" Type="http://schemas.openxmlformats.org/officeDocument/2006/relationships/customXml" Target="../ink/ink490.xml"/><Relationship Id="rId73" Type="http://schemas.openxmlformats.org/officeDocument/2006/relationships/image" Target="../media/image514.png"/><Relationship Id="rId94" Type="http://schemas.openxmlformats.org/officeDocument/2006/relationships/customXml" Target="../ink/ink511.xml"/><Relationship Id="rId148" Type="http://schemas.openxmlformats.org/officeDocument/2006/relationships/customXml" Target="../ink/ink538.xml"/><Relationship Id="rId169" Type="http://schemas.openxmlformats.org/officeDocument/2006/relationships/image" Target="../media/image562.png"/><Relationship Id="rId334" Type="http://schemas.openxmlformats.org/officeDocument/2006/relationships/customXml" Target="../ink/ink631.xml"/><Relationship Id="rId355" Type="http://schemas.openxmlformats.org/officeDocument/2006/relationships/image" Target="../media/image655.png"/><Relationship Id="rId376" Type="http://schemas.openxmlformats.org/officeDocument/2006/relationships/customXml" Target="../ink/ink652.xml"/><Relationship Id="rId397" Type="http://schemas.openxmlformats.org/officeDocument/2006/relationships/image" Target="../media/image676.png"/><Relationship Id="rId4" Type="http://schemas.openxmlformats.org/officeDocument/2006/relationships/customXml" Target="../ink/ink466.xml"/><Relationship Id="rId180" Type="http://schemas.openxmlformats.org/officeDocument/2006/relationships/customXml" Target="../ink/ink554.xml"/><Relationship Id="rId215" Type="http://schemas.openxmlformats.org/officeDocument/2006/relationships/image" Target="../media/image585.png"/><Relationship Id="rId236" Type="http://schemas.openxmlformats.org/officeDocument/2006/relationships/customXml" Target="../ink/ink582.xml"/><Relationship Id="rId257" Type="http://schemas.openxmlformats.org/officeDocument/2006/relationships/image" Target="../media/image606.png"/><Relationship Id="rId278" Type="http://schemas.openxmlformats.org/officeDocument/2006/relationships/customXml" Target="../ink/ink603.xml"/><Relationship Id="rId401" Type="http://schemas.openxmlformats.org/officeDocument/2006/relationships/image" Target="../media/image678.png"/><Relationship Id="rId422" Type="http://schemas.openxmlformats.org/officeDocument/2006/relationships/customXml" Target="../ink/ink675.xml"/><Relationship Id="rId443" Type="http://schemas.openxmlformats.org/officeDocument/2006/relationships/image" Target="../media/image699.png"/><Relationship Id="rId464" Type="http://schemas.openxmlformats.org/officeDocument/2006/relationships/customXml" Target="../ink/ink696.xml"/><Relationship Id="rId303" Type="http://schemas.openxmlformats.org/officeDocument/2006/relationships/image" Target="../media/image629.png"/><Relationship Id="rId42" Type="http://schemas.openxmlformats.org/officeDocument/2006/relationships/customXml" Target="../ink/ink485.xml"/><Relationship Id="rId84" Type="http://schemas.openxmlformats.org/officeDocument/2006/relationships/customXml" Target="../ink/ink506.xml"/><Relationship Id="rId138" Type="http://schemas.openxmlformats.org/officeDocument/2006/relationships/customXml" Target="../ink/ink533.xml"/><Relationship Id="rId345" Type="http://schemas.openxmlformats.org/officeDocument/2006/relationships/image" Target="../media/image650.png"/><Relationship Id="rId387" Type="http://schemas.openxmlformats.org/officeDocument/2006/relationships/image" Target="../media/image671.png"/><Relationship Id="rId191" Type="http://schemas.openxmlformats.org/officeDocument/2006/relationships/image" Target="../media/image573.png"/><Relationship Id="rId205" Type="http://schemas.openxmlformats.org/officeDocument/2006/relationships/image" Target="../media/image580.png"/><Relationship Id="rId247" Type="http://schemas.openxmlformats.org/officeDocument/2006/relationships/image" Target="../media/image601.png"/><Relationship Id="rId412" Type="http://schemas.openxmlformats.org/officeDocument/2006/relationships/customXml" Target="../ink/ink670.xml"/><Relationship Id="rId107" Type="http://schemas.openxmlformats.org/officeDocument/2006/relationships/image" Target="../media/image531.png"/><Relationship Id="rId289" Type="http://schemas.openxmlformats.org/officeDocument/2006/relationships/image" Target="../media/image622.png"/><Relationship Id="rId454" Type="http://schemas.openxmlformats.org/officeDocument/2006/relationships/customXml" Target="../ink/ink691.xml"/><Relationship Id="rId11" Type="http://schemas.openxmlformats.org/officeDocument/2006/relationships/image" Target="../media/image483.png"/><Relationship Id="rId53" Type="http://schemas.openxmlformats.org/officeDocument/2006/relationships/image" Target="../media/image504.png"/><Relationship Id="rId149" Type="http://schemas.openxmlformats.org/officeDocument/2006/relationships/image" Target="../media/image552.png"/><Relationship Id="rId314" Type="http://schemas.openxmlformats.org/officeDocument/2006/relationships/customXml" Target="../ink/ink621.xml"/><Relationship Id="rId356" Type="http://schemas.openxmlformats.org/officeDocument/2006/relationships/customXml" Target="../ink/ink642.xml"/><Relationship Id="rId398" Type="http://schemas.openxmlformats.org/officeDocument/2006/relationships/customXml" Target="../ink/ink663.xml"/><Relationship Id="rId95" Type="http://schemas.openxmlformats.org/officeDocument/2006/relationships/image" Target="../media/image525.png"/><Relationship Id="rId160" Type="http://schemas.openxmlformats.org/officeDocument/2006/relationships/customXml" Target="../ink/ink544.xml"/><Relationship Id="rId216" Type="http://schemas.openxmlformats.org/officeDocument/2006/relationships/customXml" Target="../ink/ink572.xml"/><Relationship Id="rId423" Type="http://schemas.openxmlformats.org/officeDocument/2006/relationships/image" Target="../media/image689.png"/><Relationship Id="rId258" Type="http://schemas.openxmlformats.org/officeDocument/2006/relationships/customXml" Target="../ink/ink593.xml"/><Relationship Id="rId465" Type="http://schemas.openxmlformats.org/officeDocument/2006/relationships/image" Target="../media/image710.png"/><Relationship Id="rId22" Type="http://schemas.openxmlformats.org/officeDocument/2006/relationships/customXml" Target="../ink/ink475.xml"/><Relationship Id="rId64" Type="http://schemas.openxmlformats.org/officeDocument/2006/relationships/customXml" Target="../ink/ink496.xml"/><Relationship Id="rId118" Type="http://schemas.openxmlformats.org/officeDocument/2006/relationships/customXml" Target="../ink/ink523.xml"/><Relationship Id="rId325" Type="http://schemas.openxmlformats.org/officeDocument/2006/relationships/image" Target="../media/image640.png"/><Relationship Id="rId367" Type="http://schemas.openxmlformats.org/officeDocument/2006/relationships/image" Target="../media/image661.png"/><Relationship Id="rId171" Type="http://schemas.openxmlformats.org/officeDocument/2006/relationships/image" Target="../media/image563.png"/><Relationship Id="rId227" Type="http://schemas.openxmlformats.org/officeDocument/2006/relationships/image" Target="../media/image591.png"/><Relationship Id="rId269" Type="http://schemas.openxmlformats.org/officeDocument/2006/relationships/image" Target="../media/image612.png"/><Relationship Id="rId434" Type="http://schemas.openxmlformats.org/officeDocument/2006/relationships/customXml" Target="../ink/ink681.xml"/><Relationship Id="rId476" Type="http://schemas.openxmlformats.org/officeDocument/2006/relationships/customXml" Target="../ink/ink702.xml"/><Relationship Id="rId33" Type="http://schemas.openxmlformats.org/officeDocument/2006/relationships/image" Target="../media/image494.png"/><Relationship Id="rId129" Type="http://schemas.openxmlformats.org/officeDocument/2006/relationships/image" Target="../media/image542.png"/><Relationship Id="rId280" Type="http://schemas.openxmlformats.org/officeDocument/2006/relationships/customXml" Target="../ink/ink604.xml"/><Relationship Id="rId336" Type="http://schemas.openxmlformats.org/officeDocument/2006/relationships/customXml" Target="../ink/ink632.xml"/><Relationship Id="rId75" Type="http://schemas.openxmlformats.org/officeDocument/2006/relationships/image" Target="../media/image515.png"/><Relationship Id="rId140" Type="http://schemas.openxmlformats.org/officeDocument/2006/relationships/customXml" Target="../ink/ink534.xml"/><Relationship Id="rId182" Type="http://schemas.openxmlformats.org/officeDocument/2006/relationships/customXml" Target="../ink/ink555.xml"/><Relationship Id="rId378" Type="http://schemas.openxmlformats.org/officeDocument/2006/relationships/customXml" Target="../ink/ink653.xml"/><Relationship Id="rId403" Type="http://schemas.openxmlformats.org/officeDocument/2006/relationships/image" Target="../media/image679.png"/><Relationship Id="rId6" Type="http://schemas.openxmlformats.org/officeDocument/2006/relationships/customXml" Target="../ink/ink467.xml"/><Relationship Id="rId238" Type="http://schemas.openxmlformats.org/officeDocument/2006/relationships/customXml" Target="../ink/ink583.xml"/><Relationship Id="rId445" Type="http://schemas.openxmlformats.org/officeDocument/2006/relationships/image" Target="../media/image700.png"/><Relationship Id="rId291" Type="http://schemas.openxmlformats.org/officeDocument/2006/relationships/image" Target="../media/image623.png"/><Relationship Id="rId305" Type="http://schemas.openxmlformats.org/officeDocument/2006/relationships/image" Target="../media/image630.png"/><Relationship Id="rId347" Type="http://schemas.openxmlformats.org/officeDocument/2006/relationships/image" Target="../media/image651.png"/><Relationship Id="rId44" Type="http://schemas.openxmlformats.org/officeDocument/2006/relationships/customXml" Target="../ink/ink486.xml"/><Relationship Id="rId86" Type="http://schemas.openxmlformats.org/officeDocument/2006/relationships/customXml" Target="../ink/ink507.xml"/><Relationship Id="rId151" Type="http://schemas.openxmlformats.org/officeDocument/2006/relationships/image" Target="../media/image553.png"/><Relationship Id="rId389" Type="http://schemas.openxmlformats.org/officeDocument/2006/relationships/image" Target="../media/image672.png"/><Relationship Id="rId193" Type="http://schemas.openxmlformats.org/officeDocument/2006/relationships/image" Target="../media/image574.png"/><Relationship Id="rId207" Type="http://schemas.openxmlformats.org/officeDocument/2006/relationships/image" Target="../media/image581.png"/><Relationship Id="rId249" Type="http://schemas.openxmlformats.org/officeDocument/2006/relationships/image" Target="../media/image602.png"/><Relationship Id="rId414" Type="http://schemas.openxmlformats.org/officeDocument/2006/relationships/customXml" Target="../ink/ink671.xml"/><Relationship Id="rId456" Type="http://schemas.openxmlformats.org/officeDocument/2006/relationships/customXml" Target="../ink/ink692.xml"/><Relationship Id="rId13" Type="http://schemas.openxmlformats.org/officeDocument/2006/relationships/image" Target="../media/image484.png"/><Relationship Id="rId109" Type="http://schemas.openxmlformats.org/officeDocument/2006/relationships/image" Target="../media/image532.png"/><Relationship Id="rId260" Type="http://schemas.openxmlformats.org/officeDocument/2006/relationships/customXml" Target="../ink/ink594.xml"/><Relationship Id="rId316" Type="http://schemas.openxmlformats.org/officeDocument/2006/relationships/customXml" Target="../ink/ink622.xml"/><Relationship Id="rId55" Type="http://schemas.openxmlformats.org/officeDocument/2006/relationships/image" Target="../media/image505.png"/><Relationship Id="rId97" Type="http://schemas.openxmlformats.org/officeDocument/2006/relationships/image" Target="../media/image526.png"/><Relationship Id="rId120" Type="http://schemas.openxmlformats.org/officeDocument/2006/relationships/customXml" Target="../ink/ink524.xml"/><Relationship Id="rId358" Type="http://schemas.openxmlformats.org/officeDocument/2006/relationships/customXml" Target="../ink/ink643.xml"/><Relationship Id="rId162" Type="http://schemas.openxmlformats.org/officeDocument/2006/relationships/customXml" Target="../ink/ink545.xml"/><Relationship Id="rId218" Type="http://schemas.openxmlformats.org/officeDocument/2006/relationships/customXml" Target="../ink/ink573.xml"/><Relationship Id="rId425" Type="http://schemas.openxmlformats.org/officeDocument/2006/relationships/image" Target="../media/image690.png"/><Relationship Id="rId467" Type="http://schemas.openxmlformats.org/officeDocument/2006/relationships/image" Target="../media/image711.png"/><Relationship Id="rId271" Type="http://schemas.openxmlformats.org/officeDocument/2006/relationships/image" Target="../media/image613.png"/><Relationship Id="rId24" Type="http://schemas.openxmlformats.org/officeDocument/2006/relationships/customXml" Target="../ink/ink476.xml"/><Relationship Id="rId66" Type="http://schemas.openxmlformats.org/officeDocument/2006/relationships/customXml" Target="../ink/ink497.xml"/><Relationship Id="rId131" Type="http://schemas.openxmlformats.org/officeDocument/2006/relationships/image" Target="../media/image543.png"/><Relationship Id="rId327" Type="http://schemas.openxmlformats.org/officeDocument/2006/relationships/image" Target="../media/image641.png"/><Relationship Id="rId369" Type="http://schemas.openxmlformats.org/officeDocument/2006/relationships/image" Target="../media/image662.png"/><Relationship Id="rId173" Type="http://schemas.openxmlformats.org/officeDocument/2006/relationships/image" Target="../media/image564.png"/><Relationship Id="rId229" Type="http://schemas.openxmlformats.org/officeDocument/2006/relationships/image" Target="../media/image592.png"/><Relationship Id="rId380" Type="http://schemas.openxmlformats.org/officeDocument/2006/relationships/customXml" Target="../ink/ink654.xml"/><Relationship Id="rId436" Type="http://schemas.openxmlformats.org/officeDocument/2006/relationships/customXml" Target="../ink/ink682.xml"/><Relationship Id="rId240" Type="http://schemas.openxmlformats.org/officeDocument/2006/relationships/customXml" Target="../ink/ink584.xml"/><Relationship Id="rId478" Type="http://schemas.openxmlformats.org/officeDocument/2006/relationships/customXml" Target="../ink/ink703.xml"/><Relationship Id="rId35" Type="http://schemas.openxmlformats.org/officeDocument/2006/relationships/image" Target="../media/image495.png"/><Relationship Id="rId77" Type="http://schemas.openxmlformats.org/officeDocument/2006/relationships/image" Target="../media/image516.png"/><Relationship Id="rId100" Type="http://schemas.openxmlformats.org/officeDocument/2006/relationships/customXml" Target="../ink/ink514.xml"/><Relationship Id="rId282" Type="http://schemas.openxmlformats.org/officeDocument/2006/relationships/customXml" Target="../ink/ink605.xml"/><Relationship Id="rId338" Type="http://schemas.openxmlformats.org/officeDocument/2006/relationships/customXml" Target="../ink/ink633.xml"/><Relationship Id="rId8" Type="http://schemas.openxmlformats.org/officeDocument/2006/relationships/customXml" Target="../ink/ink468.xml"/><Relationship Id="rId142" Type="http://schemas.openxmlformats.org/officeDocument/2006/relationships/customXml" Target="../ink/ink535.xml"/><Relationship Id="rId184" Type="http://schemas.openxmlformats.org/officeDocument/2006/relationships/customXml" Target="../ink/ink556.xml"/><Relationship Id="rId391" Type="http://schemas.openxmlformats.org/officeDocument/2006/relationships/image" Target="../media/image673.png"/><Relationship Id="rId405" Type="http://schemas.openxmlformats.org/officeDocument/2006/relationships/image" Target="../media/image680.png"/><Relationship Id="rId447" Type="http://schemas.openxmlformats.org/officeDocument/2006/relationships/image" Target="../media/image701.png"/><Relationship Id="rId251" Type="http://schemas.openxmlformats.org/officeDocument/2006/relationships/image" Target="../media/image603.png"/><Relationship Id="rId46" Type="http://schemas.openxmlformats.org/officeDocument/2006/relationships/customXml" Target="../ink/ink487.xml"/><Relationship Id="rId293" Type="http://schemas.openxmlformats.org/officeDocument/2006/relationships/image" Target="../media/image624.png"/><Relationship Id="rId307" Type="http://schemas.openxmlformats.org/officeDocument/2006/relationships/image" Target="../media/image631.png"/><Relationship Id="rId349" Type="http://schemas.openxmlformats.org/officeDocument/2006/relationships/image" Target="../media/image652.png"/><Relationship Id="rId88" Type="http://schemas.openxmlformats.org/officeDocument/2006/relationships/customXml" Target="../ink/ink508.xml"/><Relationship Id="rId111" Type="http://schemas.openxmlformats.org/officeDocument/2006/relationships/image" Target="../media/image533.png"/><Relationship Id="rId153" Type="http://schemas.openxmlformats.org/officeDocument/2006/relationships/image" Target="../media/image554.png"/><Relationship Id="rId195" Type="http://schemas.openxmlformats.org/officeDocument/2006/relationships/image" Target="../media/image575.png"/><Relationship Id="rId209" Type="http://schemas.openxmlformats.org/officeDocument/2006/relationships/image" Target="../media/image582.png"/><Relationship Id="rId360" Type="http://schemas.openxmlformats.org/officeDocument/2006/relationships/customXml" Target="../ink/ink644.xml"/><Relationship Id="rId416" Type="http://schemas.openxmlformats.org/officeDocument/2006/relationships/customXml" Target="../ink/ink672.xml"/><Relationship Id="rId220" Type="http://schemas.openxmlformats.org/officeDocument/2006/relationships/customXml" Target="../ink/ink574.xml"/><Relationship Id="rId458" Type="http://schemas.openxmlformats.org/officeDocument/2006/relationships/customXml" Target="../ink/ink693.xml"/><Relationship Id="rId15" Type="http://schemas.openxmlformats.org/officeDocument/2006/relationships/image" Target="../media/image485.png"/><Relationship Id="rId57" Type="http://schemas.openxmlformats.org/officeDocument/2006/relationships/image" Target="../media/image506.png"/><Relationship Id="rId262" Type="http://schemas.openxmlformats.org/officeDocument/2006/relationships/customXml" Target="../ink/ink595.xml"/><Relationship Id="rId318" Type="http://schemas.openxmlformats.org/officeDocument/2006/relationships/customXml" Target="../ink/ink623.xml"/><Relationship Id="rId99" Type="http://schemas.openxmlformats.org/officeDocument/2006/relationships/image" Target="../media/image527.png"/><Relationship Id="rId122" Type="http://schemas.openxmlformats.org/officeDocument/2006/relationships/customXml" Target="../ink/ink525.xml"/><Relationship Id="rId164" Type="http://schemas.openxmlformats.org/officeDocument/2006/relationships/customXml" Target="../ink/ink546.xml"/><Relationship Id="rId371" Type="http://schemas.openxmlformats.org/officeDocument/2006/relationships/image" Target="../media/image663.png"/><Relationship Id="rId427" Type="http://schemas.openxmlformats.org/officeDocument/2006/relationships/image" Target="../media/image691.png"/><Relationship Id="rId469" Type="http://schemas.openxmlformats.org/officeDocument/2006/relationships/image" Target="../media/image712.png"/><Relationship Id="rId26" Type="http://schemas.openxmlformats.org/officeDocument/2006/relationships/customXml" Target="../ink/ink477.xml"/><Relationship Id="rId231" Type="http://schemas.openxmlformats.org/officeDocument/2006/relationships/image" Target="../media/image593.png"/><Relationship Id="rId273" Type="http://schemas.openxmlformats.org/officeDocument/2006/relationships/image" Target="../media/image614.png"/><Relationship Id="rId329" Type="http://schemas.openxmlformats.org/officeDocument/2006/relationships/image" Target="../media/image642.png"/><Relationship Id="rId68" Type="http://schemas.openxmlformats.org/officeDocument/2006/relationships/customXml" Target="../ink/ink498.xml"/><Relationship Id="rId133" Type="http://schemas.openxmlformats.org/officeDocument/2006/relationships/image" Target="../media/image544.png"/><Relationship Id="rId175" Type="http://schemas.openxmlformats.org/officeDocument/2006/relationships/image" Target="../media/image565.png"/><Relationship Id="rId340" Type="http://schemas.openxmlformats.org/officeDocument/2006/relationships/customXml" Target="../ink/ink634.xml"/><Relationship Id="rId200" Type="http://schemas.openxmlformats.org/officeDocument/2006/relationships/customXml" Target="../ink/ink564.xml"/><Relationship Id="rId382" Type="http://schemas.openxmlformats.org/officeDocument/2006/relationships/customXml" Target="../ink/ink655.xml"/><Relationship Id="rId438" Type="http://schemas.openxmlformats.org/officeDocument/2006/relationships/customXml" Target="../ink/ink683.xml"/><Relationship Id="rId242" Type="http://schemas.openxmlformats.org/officeDocument/2006/relationships/customXml" Target="../ink/ink585.xml"/><Relationship Id="rId284" Type="http://schemas.openxmlformats.org/officeDocument/2006/relationships/customXml" Target="../ink/ink606.xml"/><Relationship Id="rId37" Type="http://schemas.openxmlformats.org/officeDocument/2006/relationships/image" Target="../media/image496.png"/><Relationship Id="rId79" Type="http://schemas.openxmlformats.org/officeDocument/2006/relationships/image" Target="../media/image517.png"/><Relationship Id="rId102" Type="http://schemas.openxmlformats.org/officeDocument/2006/relationships/customXml" Target="../ink/ink515.xml"/><Relationship Id="rId144" Type="http://schemas.openxmlformats.org/officeDocument/2006/relationships/customXml" Target="../ink/ink536.xml"/><Relationship Id="rId90" Type="http://schemas.openxmlformats.org/officeDocument/2006/relationships/customXml" Target="../ink/ink509.xml"/><Relationship Id="rId186" Type="http://schemas.openxmlformats.org/officeDocument/2006/relationships/customXml" Target="../ink/ink557.xml"/><Relationship Id="rId351" Type="http://schemas.openxmlformats.org/officeDocument/2006/relationships/image" Target="../media/image653.png"/><Relationship Id="rId393" Type="http://schemas.openxmlformats.org/officeDocument/2006/relationships/image" Target="../media/image674.png"/><Relationship Id="rId407" Type="http://schemas.openxmlformats.org/officeDocument/2006/relationships/image" Target="../media/image681.png"/><Relationship Id="rId449" Type="http://schemas.openxmlformats.org/officeDocument/2006/relationships/image" Target="../media/image702.png"/><Relationship Id="rId211" Type="http://schemas.openxmlformats.org/officeDocument/2006/relationships/image" Target="../media/image583.png"/><Relationship Id="rId253" Type="http://schemas.openxmlformats.org/officeDocument/2006/relationships/image" Target="../media/image604.png"/><Relationship Id="rId295" Type="http://schemas.openxmlformats.org/officeDocument/2006/relationships/image" Target="../media/image625.png"/><Relationship Id="rId309" Type="http://schemas.openxmlformats.org/officeDocument/2006/relationships/image" Target="../media/image632.png"/><Relationship Id="rId460" Type="http://schemas.openxmlformats.org/officeDocument/2006/relationships/customXml" Target="../ink/ink694.xml"/><Relationship Id="rId48" Type="http://schemas.openxmlformats.org/officeDocument/2006/relationships/customXml" Target="../ink/ink488.xml"/><Relationship Id="rId113" Type="http://schemas.openxmlformats.org/officeDocument/2006/relationships/image" Target="../media/image534.png"/><Relationship Id="rId320" Type="http://schemas.openxmlformats.org/officeDocument/2006/relationships/customXml" Target="../ink/ink624.xml"/><Relationship Id="rId155" Type="http://schemas.openxmlformats.org/officeDocument/2006/relationships/image" Target="../media/image555.png"/><Relationship Id="rId197" Type="http://schemas.openxmlformats.org/officeDocument/2006/relationships/image" Target="../media/image576.png"/><Relationship Id="rId362" Type="http://schemas.openxmlformats.org/officeDocument/2006/relationships/customXml" Target="../ink/ink645.xml"/><Relationship Id="rId418" Type="http://schemas.openxmlformats.org/officeDocument/2006/relationships/customXml" Target="../ink/ink673.xml"/><Relationship Id="rId222" Type="http://schemas.openxmlformats.org/officeDocument/2006/relationships/customXml" Target="../ink/ink575.xml"/><Relationship Id="rId264" Type="http://schemas.openxmlformats.org/officeDocument/2006/relationships/customXml" Target="../ink/ink596.xml"/><Relationship Id="rId471" Type="http://schemas.openxmlformats.org/officeDocument/2006/relationships/image" Target="../media/image713.png"/><Relationship Id="rId17" Type="http://schemas.openxmlformats.org/officeDocument/2006/relationships/image" Target="../media/image486.png"/><Relationship Id="rId59" Type="http://schemas.openxmlformats.org/officeDocument/2006/relationships/image" Target="../media/image507.png"/><Relationship Id="rId124" Type="http://schemas.openxmlformats.org/officeDocument/2006/relationships/customXml" Target="../ink/ink526.xml"/><Relationship Id="rId70" Type="http://schemas.openxmlformats.org/officeDocument/2006/relationships/customXml" Target="../ink/ink499.xml"/><Relationship Id="rId166" Type="http://schemas.openxmlformats.org/officeDocument/2006/relationships/customXml" Target="../ink/ink547.xml"/><Relationship Id="rId331" Type="http://schemas.openxmlformats.org/officeDocument/2006/relationships/image" Target="../media/image643.png"/><Relationship Id="rId373" Type="http://schemas.openxmlformats.org/officeDocument/2006/relationships/image" Target="../media/image664.png"/><Relationship Id="rId429" Type="http://schemas.openxmlformats.org/officeDocument/2006/relationships/image" Target="../media/image69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594.png"/><Relationship Id="rId440" Type="http://schemas.openxmlformats.org/officeDocument/2006/relationships/customXml" Target="../ink/ink684.xml"/><Relationship Id="rId28" Type="http://schemas.openxmlformats.org/officeDocument/2006/relationships/customXml" Target="../ink/ink478.xml"/><Relationship Id="rId275" Type="http://schemas.openxmlformats.org/officeDocument/2006/relationships/image" Target="../media/image615.png"/><Relationship Id="rId300" Type="http://schemas.openxmlformats.org/officeDocument/2006/relationships/customXml" Target="../ink/ink614.xml"/><Relationship Id="rId81" Type="http://schemas.openxmlformats.org/officeDocument/2006/relationships/image" Target="../media/image518.png"/><Relationship Id="rId135" Type="http://schemas.openxmlformats.org/officeDocument/2006/relationships/image" Target="../media/image545.png"/><Relationship Id="rId177" Type="http://schemas.openxmlformats.org/officeDocument/2006/relationships/image" Target="../media/image566.png"/><Relationship Id="rId342" Type="http://schemas.openxmlformats.org/officeDocument/2006/relationships/customXml" Target="../ink/ink635.xml"/><Relationship Id="rId384" Type="http://schemas.openxmlformats.org/officeDocument/2006/relationships/customXml" Target="../ink/ink656.xml"/><Relationship Id="rId202" Type="http://schemas.openxmlformats.org/officeDocument/2006/relationships/customXml" Target="../ink/ink565.xml"/><Relationship Id="rId244" Type="http://schemas.openxmlformats.org/officeDocument/2006/relationships/customXml" Target="../ink/ink586.xml"/><Relationship Id="rId39" Type="http://schemas.openxmlformats.org/officeDocument/2006/relationships/image" Target="../media/image497.png"/><Relationship Id="rId286" Type="http://schemas.openxmlformats.org/officeDocument/2006/relationships/customXml" Target="../ink/ink607.xml"/><Relationship Id="rId451" Type="http://schemas.openxmlformats.org/officeDocument/2006/relationships/image" Target="../media/image703.png"/><Relationship Id="rId50" Type="http://schemas.openxmlformats.org/officeDocument/2006/relationships/customXml" Target="../ink/ink489.xml"/><Relationship Id="rId104" Type="http://schemas.openxmlformats.org/officeDocument/2006/relationships/customXml" Target="../ink/ink516.xml"/><Relationship Id="rId146" Type="http://schemas.openxmlformats.org/officeDocument/2006/relationships/customXml" Target="../ink/ink537.xml"/><Relationship Id="rId188" Type="http://schemas.openxmlformats.org/officeDocument/2006/relationships/customXml" Target="../ink/ink558.xml"/><Relationship Id="rId311" Type="http://schemas.openxmlformats.org/officeDocument/2006/relationships/image" Target="../media/image633.png"/><Relationship Id="rId353" Type="http://schemas.openxmlformats.org/officeDocument/2006/relationships/image" Target="../media/image654.png"/><Relationship Id="rId395" Type="http://schemas.openxmlformats.org/officeDocument/2006/relationships/image" Target="../media/image675.png"/><Relationship Id="rId409" Type="http://schemas.openxmlformats.org/officeDocument/2006/relationships/image" Target="../media/image682.png"/><Relationship Id="rId92" Type="http://schemas.openxmlformats.org/officeDocument/2006/relationships/customXml" Target="../ink/ink510.xml"/><Relationship Id="rId213" Type="http://schemas.openxmlformats.org/officeDocument/2006/relationships/image" Target="../media/image584.png"/><Relationship Id="rId420" Type="http://schemas.openxmlformats.org/officeDocument/2006/relationships/customXml" Target="../ink/ink674.xml"/><Relationship Id="rId255" Type="http://schemas.openxmlformats.org/officeDocument/2006/relationships/image" Target="../media/image605.png"/><Relationship Id="rId297" Type="http://schemas.openxmlformats.org/officeDocument/2006/relationships/image" Target="../media/image626.png"/><Relationship Id="rId462" Type="http://schemas.openxmlformats.org/officeDocument/2006/relationships/customXml" Target="../ink/ink695.xml"/><Relationship Id="rId115" Type="http://schemas.openxmlformats.org/officeDocument/2006/relationships/image" Target="../media/image535.png"/><Relationship Id="rId157" Type="http://schemas.openxmlformats.org/officeDocument/2006/relationships/image" Target="../media/image556.png"/><Relationship Id="rId322" Type="http://schemas.openxmlformats.org/officeDocument/2006/relationships/customXml" Target="../ink/ink625.xml"/><Relationship Id="rId364" Type="http://schemas.openxmlformats.org/officeDocument/2006/relationships/customXml" Target="../ink/ink646.xml"/><Relationship Id="rId61" Type="http://schemas.openxmlformats.org/officeDocument/2006/relationships/image" Target="../media/image508.png"/><Relationship Id="rId199" Type="http://schemas.openxmlformats.org/officeDocument/2006/relationships/image" Target="../media/image577.png"/><Relationship Id="rId19" Type="http://schemas.openxmlformats.org/officeDocument/2006/relationships/image" Target="../media/image487.png"/><Relationship Id="rId224" Type="http://schemas.openxmlformats.org/officeDocument/2006/relationships/customXml" Target="../ink/ink576.xml"/><Relationship Id="rId266" Type="http://schemas.openxmlformats.org/officeDocument/2006/relationships/customXml" Target="../ink/ink597.xml"/><Relationship Id="rId431" Type="http://schemas.openxmlformats.org/officeDocument/2006/relationships/image" Target="../media/image693.png"/><Relationship Id="rId473" Type="http://schemas.openxmlformats.org/officeDocument/2006/relationships/image" Target="../media/image714.png"/><Relationship Id="rId30" Type="http://schemas.openxmlformats.org/officeDocument/2006/relationships/customXml" Target="../ink/ink479.xml"/><Relationship Id="rId126" Type="http://schemas.openxmlformats.org/officeDocument/2006/relationships/customXml" Target="../ink/ink527.xml"/><Relationship Id="rId168" Type="http://schemas.openxmlformats.org/officeDocument/2006/relationships/customXml" Target="../ink/ink548.xml"/><Relationship Id="rId333" Type="http://schemas.openxmlformats.org/officeDocument/2006/relationships/image" Target="../media/image644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3.png"/><Relationship Id="rId21" Type="http://schemas.openxmlformats.org/officeDocument/2006/relationships/image" Target="../media/image726.png"/><Relationship Id="rId324" Type="http://schemas.openxmlformats.org/officeDocument/2006/relationships/customXml" Target="../ink/ink866.xml"/><Relationship Id="rId531" Type="http://schemas.openxmlformats.org/officeDocument/2006/relationships/image" Target="../media/image979.png"/><Relationship Id="rId170" Type="http://schemas.openxmlformats.org/officeDocument/2006/relationships/customXml" Target="../ink/ink788.xml"/><Relationship Id="rId268" Type="http://schemas.openxmlformats.org/officeDocument/2006/relationships/customXml" Target="../ink/ink837.xml"/><Relationship Id="rId475" Type="http://schemas.openxmlformats.org/officeDocument/2006/relationships/image" Target="../media/image951.png"/><Relationship Id="rId32" Type="http://schemas.openxmlformats.org/officeDocument/2006/relationships/customXml" Target="../ink/ink718.xml"/><Relationship Id="rId128" Type="http://schemas.openxmlformats.org/officeDocument/2006/relationships/customXml" Target="../ink/ink767.xml"/><Relationship Id="rId335" Type="http://schemas.openxmlformats.org/officeDocument/2006/relationships/image" Target="../media/image881.png"/><Relationship Id="rId542" Type="http://schemas.openxmlformats.org/officeDocument/2006/relationships/customXml" Target="../ink/ink975.xml"/><Relationship Id="rId181" Type="http://schemas.openxmlformats.org/officeDocument/2006/relationships/image" Target="../media/image805.png"/><Relationship Id="rId402" Type="http://schemas.openxmlformats.org/officeDocument/2006/relationships/customXml" Target="../ink/ink905.xml"/><Relationship Id="rId279" Type="http://schemas.openxmlformats.org/officeDocument/2006/relationships/customXml" Target="../ink/ink843.xml"/><Relationship Id="rId486" Type="http://schemas.openxmlformats.org/officeDocument/2006/relationships/customXml" Target="../ink/ink947.xml"/><Relationship Id="rId43" Type="http://schemas.openxmlformats.org/officeDocument/2006/relationships/customXml" Target="../ink/ink724.xml"/><Relationship Id="rId139" Type="http://schemas.openxmlformats.org/officeDocument/2006/relationships/image" Target="../media/image784.png"/><Relationship Id="rId346" Type="http://schemas.openxmlformats.org/officeDocument/2006/relationships/customXml" Target="../ink/ink877.xml"/><Relationship Id="rId553" Type="http://schemas.openxmlformats.org/officeDocument/2006/relationships/image" Target="../media/image990.png"/><Relationship Id="rId192" Type="http://schemas.openxmlformats.org/officeDocument/2006/relationships/customXml" Target="../ink/ink799.xml"/><Relationship Id="rId206" Type="http://schemas.openxmlformats.org/officeDocument/2006/relationships/customXml" Target="../ink/ink806.xml"/><Relationship Id="rId413" Type="http://schemas.openxmlformats.org/officeDocument/2006/relationships/image" Target="../media/image920.png"/><Relationship Id="rId497" Type="http://schemas.openxmlformats.org/officeDocument/2006/relationships/image" Target="../media/image962.png"/><Relationship Id="rId357" Type="http://schemas.openxmlformats.org/officeDocument/2006/relationships/image" Target="../media/image892.png"/><Relationship Id="rId54" Type="http://schemas.openxmlformats.org/officeDocument/2006/relationships/image" Target="../media/image742.png"/><Relationship Id="rId217" Type="http://schemas.openxmlformats.org/officeDocument/2006/relationships/image" Target="../media/image823.png"/><Relationship Id="rId564" Type="http://schemas.openxmlformats.org/officeDocument/2006/relationships/customXml" Target="../ink/ink986.xml"/><Relationship Id="rId424" Type="http://schemas.openxmlformats.org/officeDocument/2006/relationships/customXml" Target="../ink/ink916.xml"/><Relationship Id="rId270" Type="http://schemas.openxmlformats.org/officeDocument/2006/relationships/customXml" Target="../ink/ink838.xml"/><Relationship Id="rId65" Type="http://schemas.openxmlformats.org/officeDocument/2006/relationships/customXml" Target="../ink/ink735.xml"/><Relationship Id="rId130" Type="http://schemas.openxmlformats.org/officeDocument/2006/relationships/customXml" Target="../ink/ink768.xml"/><Relationship Id="rId368" Type="http://schemas.openxmlformats.org/officeDocument/2006/relationships/customXml" Target="../ink/ink888.xml"/><Relationship Id="rId575" Type="http://schemas.openxmlformats.org/officeDocument/2006/relationships/image" Target="../media/image1001.png"/><Relationship Id="rId228" Type="http://schemas.openxmlformats.org/officeDocument/2006/relationships/customXml" Target="../ink/ink817.xml"/><Relationship Id="rId435" Type="http://schemas.openxmlformats.org/officeDocument/2006/relationships/image" Target="../media/image931.png"/><Relationship Id="rId281" Type="http://schemas.openxmlformats.org/officeDocument/2006/relationships/customXml" Target="../ink/ink844.xml"/><Relationship Id="rId502" Type="http://schemas.openxmlformats.org/officeDocument/2006/relationships/customXml" Target="../ink/ink955.xml"/><Relationship Id="rId76" Type="http://schemas.openxmlformats.org/officeDocument/2006/relationships/image" Target="../media/image753.png"/><Relationship Id="rId141" Type="http://schemas.openxmlformats.org/officeDocument/2006/relationships/image" Target="../media/image785.png"/><Relationship Id="rId379" Type="http://schemas.openxmlformats.org/officeDocument/2006/relationships/image" Target="../media/image903.png"/><Relationship Id="rId586" Type="http://schemas.openxmlformats.org/officeDocument/2006/relationships/customXml" Target="../ink/ink997.xml"/><Relationship Id="rId7" Type="http://schemas.openxmlformats.org/officeDocument/2006/relationships/image" Target="../media/image720.png"/><Relationship Id="rId239" Type="http://schemas.openxmlformats.org/officeDocument/2006/relationships/image" Target="../media/image834.png"/><Relationship Id="rId446" Type="http://schemas.openxmlformats.org/officeDocument/2006/relationships/customXml" Target="../ink/ink927.xml"/><Relationship Id="rId292" Type="http://schemas.openxmlformats.org/officeDocument/2006/relationships/image" Target="../media/image860.png"/><Relationship Id="rId306" Type="http://schemas.openxmlformats.org/officeDocument/2006/relationships/customXml" Target="../ink/ink857.xml"/><Relationship Id="rId87" Type="http://schemas.openxmlformats.org/officeDocument/2006/relationships/customXml" Target="../ink/ink746.xml"/><Relationship Id="rId513" Type="http://schemas.openxmlformats.org/officeDocument/2006/relationships/image" Target="../media/image970.png"/><Relationship Id="rId597" Type="http://schemas.openxmlformats.org/officeDocument/2006/relationships/image" Target="../media/image1012.png"/><Relationship Id="rId152" Type="http://schemas.openxmlformats.org/officeDocument/2006/relationships/customXml" Target="../ink/ink779.xml"/><Relationship Id="rId457" Type="http://schemas.openxmlformats.org/officeDocument/2006/relationships/image" Target="../media/image942.png"/><Relationship Id="rId14" Type="http://schemas.openxmlformats.org/officeDocument/2006/relationships/customXml" Target="../ink/ink709.xml"/><Relationship Id="rId317" Type="http://schemas.openxmlformats.org/officeDocument/2006/relationships/image" Target="../media/image872.png"/><Relationship Id="rId524" Type="http://schemas.openxmlformats.org/officeDocument/2006/relationships/customXml" Target="../ink/ink966.xml"/><Relationship Id="rId98" Type="http://schemas.openxmlformats.org/officeDocument/2006/relationships/image" Target="../media/image764.png"/><Relationship Id="rId163" Type="http://schemas.openxmlformats.org/officeDocument/2006/relationships/image" Target="../media/image796.png"/><Relationship Id="rId370" Type="http://schemas.openxmlformats.org/officeDocument/2006/relationships/customXml" Target="../ink/ink889.xml"/><Relationship Id="rId230" Type="http://schemas.openxmlformats.org/officeDocument/2006/relationships/customXml" Target="../ink/ink818.xml"/><Relationship Id="rId468" Type="http://schemas.openxmlformats.org/officeDocument/2006/relationships/customXml" Target="../ink/ink938.xml"/><Relationship Id="rId25" Type="http://schemas.openxmlformats.org/officeDocument/2006/relationships/image" Target="../media/image728.png"/><Relationship Id="rId328" Type="http://schemas.openxmlformats.org/officeDocument/2006/relationships/customXml" Target="../ink/ink868.xml"/><Relationship Id="rId535" Type="http://schemas.openxmlformats.org/officeDocument/2006/relationships/image" Target="../media/image981.png"/><Relationship Id="rId132" Type="http://schemas.openxmlformats.org/officeDocument/2006/relationships/customXml" Target="../ink/ink769.xml"/><Relationship Id="rId174" Type="http://schemas.openxmlformats.org/officeDocument/2006/relationships/customXml" Target="../ink/ink790.xml"/><Relationship Id="rId381" Type="http://schemas.openxmlformats.org/officeDocument/2006/relationships/image" Target="../media/image904.png"/><Relationship Id="rId602" Type="http://schemas.openxmlformats.org/officeDocument/2006/relationships/customXml" Target="../ink/ink1005.xml"/><Relationship Id="rId241" Type="http://schemas.openxmlformats.org/officeDocument/2006/relationships/image" Target="../media/image835.png"/><Relationship Id="rId437" Type="http://schemas.openxmlformats.org/officeDocument/2006/relationships/image" Target="../media/image932.png"/><Relationship Id="rId479" Type="http://schemas.openxmlformats.org/officeDocument/2006/relationships/image" Target="../media/image953.png"/><Relationship Id="rId36" Type="http://schemas.openxmlformats.org/officeDocument/2006/relationships/image" Target="../media/image733.png"/><Relationship Id="rId283" Type="http://schemas.openxmlformats.org/officeDocument/2006/relationships/customXml" Target="../ink/ink845.xml"/><Relationship Id="rId339" Type="http://schemas.openxmlformats.org/officeDocument/2006/relationships/image" Target="../media/image883.png"/><Relationship Id="rId490" Type="http://schemas.openxmlformats.org/officeDocument/2006/relationships/customXml" Target="../ink/ink949.xml"/><Relationship Id="rId504" Type="http://schemas.openxmlformats.org/officeDocument/2006/relationships/customXml" Target="../ink/ink956.xml"/><Relationship Id="rId546" Type="http://schemas.openxmlformats.org/officeDocument/2006/relationships/customXml" Target="../ink/ink977.xml"/><Relationship Id="rId78" Type="http://schemas.openxmlformats.org/officeDocument/2006/relationships/image" Target="../media/image754.png"/><Relationship Id="rId101" Type="http://schemas.openxmlformats.org/officeDocument/2006/relationships/customXml" Target="../ink/ink753.xml"/><Relationship Id="rId143" Type="http://schemas.openxmlformats.org/officeDocument/2006/relationships/image" Target="../media/image786.png"/><Relationship Id="rId185" Type="http://schemas.openxmlformats.org/officeDocument/2006/relationships/image" Target="../media/image807.png"/><Relationship Id="rId350" Type="http://schemas.openxmlformats.org/officeDocument/2006/relationships/customXml" Target="../ink/ink879.xml"/><Relationship Id="rId406" Type="http://schemas.openxmlformats.org/officeDocument/2006/relationships/customXml" Target="../ink/ink907.xml"/><Relationship Id="rId588" Type="http://schemas.openxmlformats.org/officeDocument/2006/relationships/customXml" Target="../ink/ink998.xml"/><Relationship Id="rId9" Type="http://schemas.openxmlformats.org/officeDocument/2006/relationships/image" Target="../media/image721.png"/><Relationship Id="rId210" Type="http://schemas.openxmlformats.org/officeDocument/2006/relationships/customXml" Target="../ink/ink808.xml"/><Relationship Id="rId392" Type="http://schemas.openxmlformats.org/officeDocument/2006/relationships/customXml" Target="../ink/ink900.xml"/><Relationship Id="rId448" Type="http://schemas.openxmlformats.org/officeDocument/2006/relationships/customXml" Target="../ink/ink928.xml"/><Relationship Id="rId613" Type="http://schemas.openxmlformats.org/officeDocument/2006/relationships/image" Target="../media/image1020.png"/><Relationship Id="rId252" Type="http://schemas.openxmlformats.org/officeDocument/2006/relationships/customXml" Target="../ink/ink829.xml"/><Relationship Id="rId294" Type="http://schemas.openxmlformats.org/officeDocument/2006/relationships/image" Target="../media/image861.png"/><Relationship Id="rId308" Type="http://schemas.openxmlformats.org/officeDocument/2006/relationships/customXml" Target="../ink/ink858.xml"/><Relationship Id="rId515" Type="http://schemas.openxmlformats.org/officeDocument/2006/relationships/image" Target="../media/image971.png"/><Relationship Id="rId47" Type="http://schemas.openxmlformats.org/officeDocument/2006/relationships/customXml" Target="../ink/ink726.xml"/><Relationship Id="rId89" Type="http://schemas.openxmlformats.org/officeDocument/2006/relationships/customXml" Target="../ink/ink747.xml"/><Relationship Id="rId112" Type="http://schemas.openxmlformats.org/officeDocument/2006/relationships/customXml" Target="../ink/ink759.xml"/><Relationship Id="rId154" Type="http://schemas.openxmlformats.org/officeDocument/2006/relationships/customXml" Target="../ink/ink780.xml"/><Relationship Id="rId361" Type="http://schemas.openxmlformats.org/officeDocument/2006/relationships/image" Target="../media/image894.png"/><Relationship Id="rId557" Type="http://schemas.openxmlformats.org/officeDocument/2006/relationships/image" Target="../media/image992.png"/><Relationship Id="rId599" Type="http://schemas.openxmlformats.org/officeDocument/2006/relationships/image" Target="../media/image1013.png"/><Relationship Id="rId196" Type="http://schemas.openxmlformats.org/officeDocument/2006/relationships/customXml" Target="../ink/ink801.xml"/><Relationship Id="rId417" Type="http://schemas.openxmlformats.org/officeDocument/2006/relationships/image" Target="../media/image922.png"/><Relationship Id="rId459" Type="http://schemas.openxmlformats.org/officeDocument/2006/relationships/image" Target="../media/image943.png"/><Relationship Id="rId16" Type="http://schemas.openxmlformats.org/officeDocument/2006/relationships/customXml" Target="../ink/ink710.xml"/><Relationship Id="rId221" Type="http://schemas.openxmlformats.org/officeDocument/2006/relationships/image" Target="../media/image825.png"/><Relationship Id="rId263" Type="http://schemas.openxmlformats.org/officeDocument/2006/relationships/image" Target="../media/image846.png"/><Relationship Id="rId319" Type="http://schemas.openxmlformats.org/officeDocument/2006/relationships/image" Target="../media/image873.png"/><Relationship Id="rId470" Type="http://schemas.openxmlformats.org/officeDocument/2006/relationships/customXml" Target="../ink/ink939.xml"/><Relationship Id="rId526" Type="http://schemas.openxmlformats.org/officeDocument/2006/relationships/customXml" Target="../ink/ink967.xml"/><Relationship Id="rId58" Type="http://schemas.openxmlformats.org/officeDocument/2006/relationships/image" Target="../media/image744.png"/><Relationship Id="rId123" Type="http://schemas.openxmlformats.org/officeDocument/2006/relationships/image" Target="../media/image776.png"/><Relationship Id="rId330" Type="http://schemas.openxmlformats.org/officeDocument/2006/relationships/customXml" Target="../ink/ink869.xml"/><Relationship Id="rId568" Type="http://schemas.openxmlformats.org/officeDocument/2006/relationships/customXml" Target="../ink/ink988.xml"/><Relationship Id="rId165" Type="http://schemas.openxmlformats.org/officeDocument/2006/relationships/image" Target="../media/image797.png"/><Relationship Id="rId372" Type="http://schemas.openxmlformats.org/officeDocument/2006/relationships/customXml" Target="../ink/ink890.xml"/><Relationship Id="rId428" Type="http://schemas.openxmlformats.org/officeDocument/2006/relationships/customXml" Target="../ink/ink918.xml"/><Relationship Id="rId232" Type="http://schemas.openxmlformats.org/officeDocument/2006/relationships/customXml" Target="../ink/ink819.xml"/><Relationship Id="rId274" Type="http://schemas.openxmlformats.org/officeDocument/2006/relationships/customXml" Target="../ink/ink840.xml"/><Relationship Id="rId481" Type="http://schemas.openxmlformats.org/officeDocument/2006/relationships/image" Target="../media/image954.png"/><Relationship Id="rId27" Type="http://schemas.openxmlformats.org/officeDocument/2006/relationships/image" Target="../media/image729.png"/><Relationship Id="rId69" Type="http://schemas.openxmlformats.org/officeDocument/2006/relationships/customXml" Target="../ink/ink737.xml"/><Relationship Id="rId134" Type="http://schemas.openxmlformats.org/officeDocument/2006/relationships/customXml" Target="../ink/ink770.xml"/><Relationship Id="rId537" Type="http://schemas.openxmlformats.org/officeDocument/2006/relationships/image" Target="../media/image982.png"/><Relationship Id="rId579" Type="http://schemas.openxmlformats.org/officeDocument/2006/relationships/image" Target="../media/image1003.png"/><Relationship Id="rId80" Type="http://schemas.openxmlformats.org/officeDocument/2006/relationships/image" Target="../media/image755.png"/><Relationship Id="rId176" Type="http://schemas.openxmlformats.org/officeDocument/2006/relationships/customXml" Target="../ink/ink791.xml"/><Relationship Id="rId341" Type="http://schemas.openxmlformats.org/officeDocument/2006/relationships/image" Target="../media/image884.png"/><Relationship Id="rId383" Type="http://schemas.openxmlformats.org/officeDocument/2006/relationships/image" Target="../media/image905.png"/><Relationship Id="rId439" Type="http://schemas.openxmlformats.org/officeDocument/2006/relationships/image" Target="../media/image933.png"/><Relationship Id="rId590" Type="http://schemas.openxmlformats.org/officeDocument/2006/relationships/customXml" Target="../ink/ink999.xml"/><Relationship Id="rId604" Type="http://schemas.openxmlformats.org/officeDocument/2006/relationships/customXml" Target="../ink/ink1006.xml"/><Relationship Id="rId201" Type="http://schemas.openxmlformats.org/officeDocument/2006/relationships/image" Target="../media/image815.png"/><Relationship Id="rId243" Type="http://schemas.openxmlformats.org/officeDocument/2006/relationships/image" Target="../media/image836.png"/><Relationship Id="rId285" Type="http://schemas.openxmlformats.org/officeDocument/2006/relationships/customXml" Target="../ink/ink846.xml"/><Relationship Id="rId450" Type="http://schemas.openxmlformats.org/officeDocument/2006/relationships/customXml" Target="../ink/ink929.xml"/><Relationship Id="rId506" Type="http://schemas.openxmlformats.org/officeDocument/2006/relationships/customXml" Target="../ink/ink957.xml"/><Relationship Id="rId38" Type="http://schemas.openxmlformats.org/officeDocument/2006/relationships/image" Target="../media/image734.png"/><Relationship Id="rId103" Type="http://schemas.openxmlformats.org/officeDocument/2006/relationships/customXml" Target="../ink/ink754.xml"/><Relationship Id="rId310" Type="http://schemas.openxmlformats.org/officeDocument/2006/relationships/customXml" Target="../ink/ink859.xml"/><Relationship Id="rId492" Type="http://schemas.openxmlformats.org/officeDocument/2006/relationships/customXml" Target="../ink/ink950.xml"/><Relationship Id="rId548" Type="http://schemas.openxmlformats.org/officeDocument/2006/relationships/customXml" Target="../ink/ink978.xml"/><Relationship Id="rId91" Type="http://schemas.openxmlformats.org/officeDocument/2006/relationships/customXml" Target="../ink/ink748.xml"/><Relationship Id="rId145" Type="http://schemas.openxmlformats.org/officeDocument/2006/relationships/image" Target="../media/image787.png"/><Relationship Id="rId187" Type="http://schemas.openxmlformats.org/officeDocument/2006/relationships/image" Target="../media/image808.png"/><Relationship Id="rId352" Type="http://schemas.openxmlformats.org/officeDocument/2006/relationships/customXml" Target="../ink/ink880.xml"/><Relationship Id="rId394" Type="http://schemas.openxmlformats.org/officeDocument/2006/relationships/customXml" Target="../ink/ink901.xml"/><Relationship Id="rId408" Type="http://schemas.openxmlformats.org/officeDocument/2006/relationships/customXml" Target="../ink/ink908.xml"/><Relationship Id="rId615" Type="http://schemas.openxmlformats.org/officeDocument/2006/relationships/image" Target="../media/image1021.png"/><Relationship Id="rId212" Type="http://schemas.openxmlformats.org/officeDocument/2006/relationships/customXml" Target="../ink/ink809.xml"/><Relationship Id="rId254" Type="http://schemas.openxmlformats.org/officeDocument/2006/relationships/customXml" Target="../ink/ink830.xml"/><Relationship Id="rId49" Type="http://schemas.openxmlformats.org/officeDocument/2006/relationships/customXml" Target="../ink/ink727.xml"/><Relationship Id="rId114" Type="http://schemas.openxmlformats.org/officeDocument/2006/relationships/customXml" Target="../ink/ink760.xml"/><Relationship Id="rId296" Type="http://schemas.openxmlformats.org/officeDocument/2006/relationships/customXml" Target="../ink/ink852.xml"/><Relationship Id="rId461" Type="http://schemas.openxmlformats.org/officeDocument/2006/relationships/image" Target="../media/image944.png"/><Relationship Id="rId517" Type="http://schemas.openxmlformats.org/officeDocument/2006/relationships/image" Target="../media/image972.png"/><Relationship Id="rId559" Type="http://schemas.openxmlformats.org/officeDocument/2006/relationships/image" Target="../media/image993.png"/><Relationship Id="rId60" Type="http://schemas.openxmlformats.org/officeDocument/2006/relationships/image" Target="../media/image745.png"/><Relationship Id="rId156" Type="http://schemas.openxmlformats.org/officeDocument/2006/relationships/customXml" Target="../ink/ink781.xml"/><Relationship Id="rId198" Type="http://schemas.openxmlformats.org/officeDocument/2006/relationships/customXml" Target="../ink/ink802.xml"/><Relationship Id="rId321" Type="http://schemas.openxmlformats.org/officeDocument/2006/relationships/image" Target="../media/image874.png"/><Relationship Id="rId363" Type="http://schemas.openxmlformats.org/officeDocument/2006/relationships/image" Target="../media/image895.png"/><Relationship Id="rId419" Type="http://schemas.openxmlformats.org/officeDocument/2006/relationships/image" Target="../media/image923.png"/><Relationship Id="rId570" Type="http://schemas.openxmlformats.org/officeDocument/2006/relationships/customXml" Target="../ink/ink989.xml"/><Relationship Id="rId223" Type="http://schemas.openxmlformats.org/officeDocument/2006/relationships/image" Target="../media/image826.png"/><Relationship Id="rId430" Type="http://schemas.openxmlformats.org/officeDocument/2006/relationships/customXml" Target="../ink/ink919.xml"/><Relationship Id="rId18" Type="http://schemas.openxmlformats.org/officeDocument/2006/relationships/customXml" Target="../ink/ink711.xml"/><Relationship Id="rId265" Type="http://schemas.openxmlformats.org/officeDocument/2006/relationships/image" Target="../media/image847.png"/><Relationship Id="rId472" Type="http://schemas.openxmlformats.org/officeDocument/2006/relationships/customXml" Target="../ink/ink940.xml"/><Relationship Id="rId528" Type="http://schemas.openxmlformats.org/officeDocument/2006/relationships/customXml" Target="../ink/ink968.xml"/><Relationship Id="rId125" Type="http://schemas.openxmlformats.org/officeDocument/2006/relationships/image" Target="../media/image777.png"/><Relationship Id="rId167" Type="http://schemas.openxmlformats.org/officeDocument/2006/relationships/image" Target="../media/image798.png"/><Relationship Id="rId332" Type="http://schemas.openxmlformats.org/officeDocument/2006/relationships/customXml" Target="../ink/ink870.xml"/><Relationship Id="rId374" Type="http://schemas.openxmlformats.org/officeDocument/2006/relationships/customXml" Target="../ink/ink891.xml"/><Relationship Id="rId581" Type="http://schemas.openxmlformats.org/officeDocument/2006/relationships/image" Target="../media/image1004.png"/><Relationship Id="rId71" Type="http://schemas.openxmlformats.org/officeDocument/2006/relationships/customXml" Target="../ink/ink738.xml"/><Relationship Id="rId234" Type="http://schemas.openxmlformats.org/officeDocument/2006/relationships/customXml" Target="../ink/ink820.xml"/><Relationship Id="rId2" Type="http://schemas.openxmlformats.org/officeDocument/2006/relationships/notesSlide" Target="../notesSlides/notesSlide16.xml"/><Relationship Id="rId29" Type="http://schemas.openxmlformats.org/officeDocument/2006/relationships/image" Target="../media/image730.png"/><Relationship Id="rId276" Type="http://schemas.openxmlformats.org/officeDocument/2006/relationships/image" Target="../media/image852.png"/><Relationship Id="rId441" Type="http://schemas.openxmlformats.org/officeDocument/2006/relationships/image" Target="../media/image934.png"/><Relationship Id="rId483" Type="http://schemas.openxmlformats.org/officeDocument/2006/relationships/image" Target="../media/image955.png"/><Relationship Id="rId539" Type="http://schemas.openxmlformats.org/officeDocument/2006/relationships/image" Target="../media/image983.png"/><Relationship Id="rId40" Type="http://schemas.openxmlformats.org/officeDocument/2006/relationships/image" Target="../media/image735.png"/><Relationship Id="rId136" Type="http://schemas.openxmlformats.org/officeDocument/2006/relationships/customXml" Target="../ink/ink771.xml"/><Relationship Id="rId178" Type="http://schemas.openxmlformats.org/officeDocument/2006/relationships/customXml" Target="../ink/ink792.xml"/><Relationship Id="rId301" Type="http://schemas.openxmlformats.org/officeDocument/2006/relationships/image" Target="../media/image864.png"/><Relationship Id="rId343" Type="http://schemas.openxmlformats.org/officeDocument/2006/relationships/image" Target="../media/image885.png"/><Relationship Id="rId550" Type="http://schemas.openxmlformats.org/officeDocument/2006/relationships/customXml" Target="../ink/ink979.xml"/><Relationship Id="rId82" Type="http://schemas.openxmlformats.org/officeDocument/2006/relationships/image" Target="../media/image756.png"/><Relationship Id="rId203" Type="http://schemas.openxmlformats.org/officeDocument/2006/relationships/image" Target="../media/image816.png"/><Relationship Id="rId385" Type="http://schemas.openxmlformats.org/officeDocument/2006/relationships/image" Target="../media/image906.png"/><Relationship Id="rId592" Type="http://schemas.openxmlformats.org/officeDocument/2006/relationships/customXml" Target="../ink/ink1000.xml"/><Relationship Id="rId606" Type="http://schemas.openxmlformats.org/officeDocument/2006/relationships/customXml" Target="../ink/ink1007.xml"/><Relationship Id="rId245" Type="http://schemas.openxmlformats.org/officeDocument/2006/relationships/image" Target="../media/image837.png"/><Relationship Id="rId287" Type="http://schemas.openxmlformats.org/officeDocument/2006/relationships/customXml" Target="../ink/ink847.xml"/><Relationship Id="rId410" Type="http://schemas.openxmlformats.org/officeDocument/2006/relationships/customXml" Target="../ink/ink909.xml"/><Relationship Id="rId452" Type="http://schemas.openxmlformats.org/officeDocument/2006/relationships/customXml" Target="../ink/ink930.xml"/><Relationship Id="rId494" Type="http://schemas.openxmlformats.org/officeDocument/2006/relationships/customXml" Target="../ink/ink951.xml"/><Relationship Id="rId508" Type="http://schemas.openxmlformats.org/officeDocument/2006/relationships/customXml" Target="../ink/ink958.xml"/><Relationship Id="rId105" Type="http://schemas.openxmlformats.org/officeDocument/2006/relationships/customXml" Target="../ink/ink755.xml"/><Relationship Id="rId147" Type="http://schemas.openxmlformats.org/officeDocument/2006/relationships/image" Target="../media/image788.png"/><Relationship Id="rId312" Type="http://schemas.openxmlformats.org/officeDocument/2006/relationships/customXml" Target="../ink/ink860.xml"/><Relationship Id="rId354" Type="http://schemas.openxmlformats.org/officeDocument/2006/relationships/customXml" Target="../ink/ink881.xml"/><Relationship Id="rId51" Type="http://schemas.openxmlformats.org/officeDocument/2006/relationships/customXml" Target="../ink/ink728.xml"/><Relationship Id="rId93" Type="http://schemas.openxmlformats.org/officeDocument/2006/relationships/customXml" Target="../ink/ink749.xml"/><Relationship Id="rId189" Type="http://schemas.openxmlformats.org/officeDocument/2006/relationships/image" Target="../media/image809.png"/><Relationship Id="rId396" Type="http://schemas.openxmlformats.org/officeDocument/2006/relationships/customXml" Target="../ink/ink902.xml"/><Relationship Id="rId561" Type="http://schemas.openxmlformats.org/officeDocument/2006/relationships/image" Target="../media/image994.png"/><Relationship Id="rId617" Type="http://schemas.openxmlformats.org/officeDocument/2006/relationships/image" Target="../media/image1022.png"/><Relationship Id="rId214" Type="http://schemas.openxmlformats.org/officeDocument/2006/relationships/customXml" Target="../ink/ink810.xml"/><Relationship Id="rId256" Type="http://schemas.openxmlformats.org/officeDocument/2006/relationships/customXml" Target="../ink/ink831.xml"/><Relationship Id="rId298" Type="http://schemas.openxmlformats.org/officeDocument/2006/relationships/customXml" Target="../ink/ink853.xml"/><Relationship Id="rId421" Type="http://schemas.openxmlformats.org/officeDocument/2006/relationships/image" Target="../media/image924.png"/><Relationship Id="rId463" Type="http://schemas.openxmlformats.org/officeDocument/2006/relationships/image" Target="../media/image945.png"/><Relationship Id="rId519" Type="http://schemas.openxmlformats.org/officeDocument/2006/relationships/image" Target="../media/image973.png"/><Relationship Id="rId116" Type="http://schemas.openxmlformats.org/officeDocument/2006/relationships/customXml" Target="../ink/ink761.xml"/><Relationship Id="rId158" Type="http://schemas.openxmlformats.org/officeDocument/2006/relationships/customXml" Target="../ink/ink782.xml"/><Relationship Id="rId323" Type="http://schemas.openxmlformats.org/officeDocument/2006/relationships/image" Target="../media/image875.png"/><Relationship Id="rId530" Type="http://schemas.openxmlformats.org/officeDocument/2006/relationships/customXml" Target="../ink/ink969.xml"/><Relationship Id="rId20" Type="http://schemas.openxmlformats.org/officeDocument/2006/relationships/customXml" Target="../ink/ink712.xml"/><Relationship Id="rId62" Type="http://schemas.openxmlformats.org/officeDocument/2006/relationships/image" Target="../media/image746.png"/><Relationship Id="rId365" Type="http://schemas.openxmlformats.org/officeDocument/2006/relationships/image" Target="../media/image896.png"/><Relationship Id="rId572" Type="http://schemas.openxmlformats.org/officeDocument/2006/relationships/customXml" Target="../ink/ink990.xml"/><Relationship Id="rId225" Type="http://schemas.openxmlformats.org/officeDocument/2006/relationships/image" Target="../media/image827.png"/><Relationship Id="rId267" Type="http://schemas.openxmlformats.org/officeDocument/2006/relationships/image" Target="../media/image848.png"/><Relationship Id="rId432" Type="http://schemas.openxmlformats.org/officeDocument/2006/relationships/customXml" Target="../ink/ink920.xml"/><Relationship Id="rId474" Type="http://schemas.openxmlformats.org/officeDocument/2006/relationships/customXml" Target="../ink/ink941.xml"/><Relationship Id="rId127" Type="http://schemas.openxmlformats.org/officeDocument/2006/relationships/image" Target="../media/image778.png"/><Relationship Id="rId31" Type="http://schemas.openxmlformats.org/officeDocument/2006/relationships/image" Target="../media/image731.png"/><Relationship Id="rId73" Type="http://schemas.openxmlformats.org/officeDocument/2006/relationships/customXml" Target="../ink/ink739.xml"/><Relationship Id="rId169" Type="http://schemas.openxmlformats.org/officeDocument/2006/relationships/image" Target="../media/image799.png"/><Relationship Id="rId334" Type="http://schemas.openxmlformats.org/officeDocument/2006/relationships/customXml" Target="../ink/ink871.xml"/><Relationship Id="rId376" Type="http://schemas.openxmlformats.org/officeDocument/2006/relationships/customXml" Target="../ink/ink892.xml"/><Relationship Id="rId541" Type="http://schemas.openxmlformats.org/officeDocument/2006/relationships/image" Target="../media/image984.png"/><Relationship Id="rId583" Type="http://schemas.openxmlformats.org/officeDocument/2006/relationships/image" Target="../media/image1005.png"/><Relationship Id="rId4" Type="http://schemas.openxmlformats.org/officeDocument/2006/relationships/customXml" Target="../ink/ink704.xml"/><Relationship Id="rId180" Type="http://schemas.openxmlformats.org/officeDocument/2006/relationships/customXml" Target="../ink/ink793.xml"/><Relationship Id="rId236" Type="http://schemas.openxmlformats.org/officeDocument/2006/relationships/customXml" Target="../ink/ink821.xml"/><Relationship Id="rId278" Type="http://schemas.openxmlformats.org/officeDocument/2006/relationships/image" Target="../media/image853.png"/><Relationship Id="rId401" Type="http://schemas.openxmlformats.org/officeDocument/2006/relationships/image" Target="../media/image914.png"/><Relationship Id="rId443" Type="http://schemas.openxmlformats.org/officeDocument/2006/relationships/image" Target="../media/image935.png"/><Relationship Id="rId303" Type="http://schemas.openxmlformats.org/officeDocument/2006/relationships/image" Target="../media/image865.png"/><Relationship Id="rId485" Type="http://schemas.openxmlformats.org/officeDocument/2006/relationships/image" Target="../media/image956.png"/><Relationship Id="rId42" Type="http://schemas.openxmlformats.org/officeDocument/2006/relationships/image" Target="../media/image736.png"/><Relationship Id="rId84" Type="http://schemas.openxmlformats.org/officeDocument/2006/relationships/image" Target="../media/image757.png"/><Relationship Id="rId138" Type="http://schemas.openxmlformats.org/officeDocument/2006/relationships/customXml" Target="../ink/ink772.xml"/><Relationship Id="rId345" Type="http://schemas.openxmlformats.org/officeDocument/2006/relationships/image" Target="../media/image886.png"/><Relationship Id="rId387" Type="http://schemas.openxmlformats.org/officeDocument/2006/relationships/image" Target="../media/image907.png"/><Relationship Id="rId510" Type="http://schemas.openxmlformats.org/officeDocument/2006/relationships/customXml" Target="../ink/ink959.xml"/><Relationship Id="rId552" Type="http://schemas.openxmlformats.org/officeDocument/2006/relationships/customXml" Target="../ink/ink980.xml"/><Relationship Id="rId594" Type="http://schemas.openxmlformats.org/officeDocument/2006/relationships/customXml" Target="../ink/ink1001.xml"/><Relationship Id="rId608" Type="http://schemas.openxmlformats.org/officeDocument/2006/relationships/customXml" Target="../ink/ink1008.xml"/><Relationship Id="rId191" Type="http://schemas.openxmlformats.org/officeDocument/2006/relationships/image" Target="../media/image810.png"/><Relationship Id="rId205" Type="http://schemas.openxmlformats.org/officeDocument/2006/relationships/image" Target="../media/image817.png"/><Relationship Id="rId247" Type="http://schemas.openxmlformats.org/officeDocument/2006/relationships/image" Target="../media/image838.png"/><Relationship Id="rId412" Type="http://schemas.openxmlformats.org/officeDocument/2006/relationships/customXml" Target="../ink/ink910.xml"/><Relationship Id="rId107" Type="http://schemas.openxmlformats.org/officeDocument/2006/relationships/image" Target="../media/image768.png"/><Relationship Id="rId289" Type="http://schemas.openxmlformats.org/officeDocument/2006/relationships/customXml" Target="../ink/ink848.xml"/><Relationship Id="rId454" Type="http://schemas.openxmlformats.org/officeDocument/2006/relationships/customXml" Target="../ink/ink931.xml"/><Relationship Id="rId496" Type="http://schemas.openxmlformats.org/officeDocument/2006/relationships/customXml" Target="../ink/ink952.xml"/><Relationship Id="rId11" Type="http://schemas.openxmlformats.org/officeDocument/2006/relationships/image" Target="../media/image722.png"/><Relationship Id="rId53" Type="http://schemas.openxmlformats.org/officeDocument/2006/relationships/customXml" Target="../ink/ink729.xml"/><Relationship Id="rId149" Type="http://schemas.openxmlformats.org/officeDocument/2006/relationships/image" Target="../media/image789.png"/><Relationship Id="rId314" Type="http://schemas.openxmlformats.org/officeDocument/2006/relationships/customXml" Target="../ink/ink861.xml"/><Relationship Id="rId356" Type="http://schemas.openxmlformats.org/officeDocument/2006/relationships/customXml" Target="../ink/ink882.xml"/><Relationship Id="rId398" Type="http://schemas.openxmlformats.org/officeDocument/2006/relationships/customXml" Target="../ink/ink903.xml"/><Relationship Id="rId521" Type="http://schemas.openxmlformats.org/officeDocument/2006/relationships/image" Target="../media/image974.png"/><Relationship Id="rId563" Type="http://schemas.openxmlformats.org/officeDocument/2006/relationships/image" Target="../media/image995.png"/><Relationship Id="rId619" Type="http://schemas.openxmlformats.org/officeDocument/2006/relationships/image" Target="../media/image1023.png"/><Relationship Id="rId95" Type="http://schemas.openxmlformats.org/officeDocument/2006/relationships/customXml" Target="../ink/ink750.xml"/><Relationship Id="rId160" Type="http://schemas.openxmlformats.org/officeDocument/2006/relationships/customXml" Target="../ink/ink783.xml"/><Relationship Id="rId216" Type="http://schemas.openxmlformats.org/officeDocument/2006/relationships/customXml" Target="../ink/ink811.xml"/><Relationship Id="rId423" Type="http://schemas.openxmlformats.org/officeDocument/2006/relationships/image" Target="../media/image925.png"/><Relationship Id="rId258" Type="http://schemas.openxmlformats.org/officeDocument/2006/relationships/customXml" Target="../ink/ink832.xml"/><Relationship Id="rId465" Type="http://schemas.openxmlformats.org/officeDocument/2006/relationships/image" Target="../media/image946.png"/><Relationship Id="rId22" Type="http://schemas.openxmlformats.org/officeDocument/2006/relationships/customXml" Target="../ink/ink713.xml"/><Relationship Id="rId64" Type="http://schemas.openxmlformats.org/officeDocument/2006/relationships/image" Target="../media/image747.png"/><Relationship Id="rId118" Type="http://schemas.openxmlformats.org/officeDocument/2006/relationships/customXml" Target="../ink/ink762.xml"/><Relationship Id="rId325" Type="http://schemas.openxmlformats.org/officeDocument/2006/relationships/image" Target="../media/image876.png"/><Relationship Id="rId367" Type="http://schemas.openxmlformats.org/officeDocument/2006/relationships/image" Target="../media/image897.png"/><Relationship Id="rId532" Type="http://schemas.openxmlformats.org/officeDocument/2006/relationships/customXml" Target="../ink/ink970.xml"/><Relationship Id="rId574" Type="http://schemas.openxmlformats.org/officeDocument/2006/relationships/customXml" Target="../ink/ink991.xml"/><Relationship Id="rId171" Type="http://schemas.openxmlformats.org/officeDocument/2006/relationships/image" Target="../media/image800.png"/><Relationship Id="rId227" Type="http://schemas.openxmlformats.org/officeDocument/2006/relationships/image" Target="../media/image828.png"/><Relationship Id="rId269" Type="http://schemas.openxmlformats.org/officeDocument/2006/relationships/image" Target="../media/image849.png"/><Relationship Id="rId434" Type="http://schemas.openxmlformats.org/officeDocument/2006/relationships/customXml" Target="../ink/ink921.xml"/><Relationship Id="rId476" Type="http://schemas.openxmlformats.org/officeDocument/2006/relationships/customXml" Target="../ink/ink942.xml"/><Relationship Id="rId33" Type="http://schemas.openxmlformats.org/officeDocument/2006/relationships/image" Target="../media/image732.png"/><Relationship Id="rId129" Type="http://schemas.openxmlformats.org/officeDocument/2006/relationships/image" Target="../media/image779.png"/><Relationship Id="rId280" Type="http://schemas.openxmlformats.org/officeDocument/2006/relationships/image" Target="../media/image854.png"/><Relationship Id="rId336" Type="http://schemas.openxmlformats.org/officeDocument/2006/relationships/customXml" Target="../ink/ink872.xml"/><Relationship Id="rId501" Type="http://schemas.openxmlformats.org/officeDocument/2006/relationships/image" Target="../media/image964.png"/><Relationship Id="rId543" Type="http://schemas.openxmlformats.org/officeDocument/2006/relationships/image" Target="../media/image985.png"/><Relationship Id="rId75" Type="http://schemas.openxmlformats.org/officeDocument/2006/relationships/customXml" Target="../ink/ink740.xml"/><Relationship Id="rId140" Type="http://schemas.openxmlformats.org/officeDocument/2006/relationships/customXml" Target="../ink/ink773.xml"/><Relationship Id="rId182" Type="http://schemas.openxmlformats.org/officeDocument/2006/relationships/customXml" Target="../ink/ink794.xml"/><Relationship Id="rId378" Type="http://schemas.openxmlformats.org/officeDocument/2006/relationships/customXml" Target="../ink/ink893.xml"/><Relationship Id="rId403" Type="http://schemas.openxmlformats.org/officeDocument/2006/relationships/image" Target="../media/image915.png"/><Relationship Id="rId585" Type="http://schemas.openxmlformats.org/officeDocument/2006/relationships/image" Target="../media/image1006.png"/><Relationship Id="rId6" Type="http://schemas.openxmlformats.org/officeDocument/2006/relationships/customXml" Target="../ink/ink705.xml"/><Relationship Id="rId238" Type="http://schemas.openxmlformats.org/officeDocument/2006/relationships/customXml" Target="../ink/ink822.xml"/><Relationship Id="rId445" Type="http://schemas.openxmlformats.org/officeDocument/2006/relationships/image" Target="../media/image936.png"/><Relationship Id="rId487" Type="http://schemas.openxmlformats.org/officeDocument/2006/relationships/image" Target="../media/image957.png"/><Relationship Id="rId610" Type="http://schemas.openxmlformats.org/officeDocument/2006/relationships/customXml" Target="../ink/ink1009.xml"/><Relationship Id="rId291" Type="http://schemas.openxmlformats.org/officeDocument/2006/relationships/customXml" Target="../ink/ink849.xml"/><Relationship Id="rId305" Type="http://schemas.openxmlformats.org/officeDocument/2006/relationships/image" Target="../media/image866.png"/><Relationship Id="rId347" Type="http://schemas.openxmlformats.org/officeDocument/2006/relationships/image" Target="../media/image887.png"/><Relationship Id="rId512" Type="http://schemas.openxmlformats.org/officeDocument/2006/relationships/customXml" Target="../ink/ink960.xml"/><Relationship Id="rId44" Type="http://schemas.openxmlformats.org/officeDocument/2006/relationships/image" Target="../media/image737.png"/><Relationship Id="rId86" Type="http://schemas.openxmlformats.org/officeDocument/2006/relationships/image" Target="../media/image758.png"/><Relationship Id="rId151" Type="http://schemas.openxmlformats.org/officeDocument/2006/relationships/image" Target="../media/image790.png"/><Relationship Id="rId389" Type="http://schemas.openxmlformats.org/officeDocument/2006/relationships/image" Target="../media/image908.png"/><Relationship Id="rId554" Type="http://schemas.openxmlformats.org/officeDocument/2006/relationships/customXml" Target="../ink/ink981.xml"/><Relationship Id="rId596" Type="http://schemas.openxmlformats.org/officeDocument/2006/relationships/customXml" Target="../ink/ink1002.xml"/><Relationship Id="rId193" Type="http://schemas.openxmlformats.org/officeDocument/2006/relationships/image" Target="../media/image811.png"/><Relationship Id="rId207" Type="http://schemas.openxmlformats.org/officeDocument/2006/relationships/image" Target="../media/image818.png"/><Relationship Id="rId249" Type="http://schemas.openxmlformats.org/officeDocument/2006/relationships/image" Target="../media/image839.png"/><Relationship Id="rId414" Type="http://schemas.openxmlformats.org/officeDocument/2006/relationships/customXml" Target="../ink/ink911.xml"/><Relationship Id="rId456" Type="http://schemas.openxmlformats.org/officeDocument/2006/relationships/customXml" Target="../ink/ink932.xml"/><Relationship Id="rId498" Type="http://schemas.openxmlformats.org/officeDocument/2006/relationships/customXml" Target="../ink/ink953.xml"/><Relationship Id="rId13" Type="http://schemas.openxmlformats.org/officeDocument/2006/relationships/image" Target="../media/image723.png"/><Relationship Id="rId109" Type="http://schemas.openxmlformats.org/officeDocument/2006/relationships/image" Target="../media/image769.png"/><Relationship Id="rId260" Type="http://schemas.openxmlformats.org/officeDocument/2006/relationships/customXml" Target="../ink/ink833.xml"/><Relationship Id="rId316" Type="http://schemas.openxmlformats.org/officeDocument/2006/relationships/customXml" Target="../ink/ink862.xml"/><Relationship Id="rId523" Type="http://schemas.openxmlformats.org/officeDocument/2006/relationships/image" Target="../media/image975.png"/><Relationship Id="rId55" Type="http://schemas.openxmlformats.org/officeDocument/2006/relationships/customXml" Target="../ink/ink730.xml"/><Relationship Id="rId97" Type="http://schemas.openxmlformats.org/officeDocument/2006/relationships/customXml" Target="../ink/ink751.xml"/><Relationship Id="rId120" Type="http://schemas.openxmlformats.org/officeDocument/2006/relationships/customXml" Target="../ink/ink763.xml"/><Relationship Id="rId358" Type="http://schemas.openxmlformats.org/officeDocument/2006/relationships/customXml" Target="../ink/ink883.xml"/><Relationship Id="rId565" Type="http://schemas.openxmlformats.org/officeDocument/2006/relationships/image" Target="../media/image996.png"/><Relationship Id="rId162" Type="http://schemas.openxmlformats.org/officeDocument/2006/relationships/customXml" Target="../ink/ink784.xml"/><Relationship Id="rId218" Type="http://schemas.openxmlformats.org/officeDocument/2006/relationships/customXml" Target="../ink/ink812.xml"/><Relationship Id="rId425" Type="http://schemas.openxmlformats.org/officeDocument/2006/relationships/image" Target="../media/image926.png"/><Relationship Id="rId467" Type="http://schemas.openxmlformats.org/officeDocument/2006/relationships/image" Target="../media/image947.png"/><Relationship Id="rId271" Type="http://schemas.openxmlformats.org/officeDocument/2006/relationships/image" Target="../media/image850.png"/><Relationship Id="rId24" Type="http://schemas.openxmlformats.org/officeDocument/2006/relationships/customXml" Target="../ink/ink714.xml"/><Relationship Id="rId66" Type="http://schemas.openxmlformats.org/officeDocument/2006/relationships/image" Target="../media/image748.png"/><Relationship Id="rId131" Type="http://schemas.openxmlformats.org/officeDocument/2006/relationships/image" Target="../media/image780.png"/><Relationship Id="rId327" Type="http://schemas.openxmlformats.org/officeDocument/2006/relationships/image" Target="../media/image877.png"/><Relationship Id="rId369" Type="http://schemas.openxmlformats.org/officeDocument/2006/relationships/image" Target="../media/image898.png"/><Relationship Id="rId534" Type="http://schemas.openxmlformats.org/officeDocument/2006/relationships/customXml" Target="../ink/ink971.xml"/><Relationship Id="rId576" Type="http://schemas.openxmlformats.org/officeDocument/2006/relationships/customXml" Target="../ink/ink992.xml"/><Relationship Id="rId173" Type="http://schemas.openxmlformats.org/officeDocument/2006/relationships/image" Target="../media/image801.png"/><Relationship Id="rId229" Type="http://schemas.openxmlformats.org/officeDocument/2006/relationships/image" Target="../media/image829.png"/><Relationship Id="rId380" Type="http://schemas.openxmlformats.org/officeDocument/2006/relationships/customXml" Target="../ink/ink894.xml"/><Relationship Id="rId436" Type="http://schemas.openxmlformats.org/officeDocument/2006/relationships/customXml" Target="../ink/ink922.xml"/><Relationship Id="rId601" Type="http://schemas.openxmlformats.org/officeDocument/2006/relationships/image" Target="../media/image1014.png"/><Relationship Id="rId240" Type="http://schemas.openxmlformats.org/officeDocument/2006/relationships/customXml" Target="../ink/ink823.xml"/><Relationship Id="rId478" Type="http://schemas.openxmlformats.org/officeDocument/2006/relationships/customXml" Target="../ink/ink943.xml"/><Relationship Id="rId35" Type="http://schemas.openxmlformats.org/officeDocument/2006/relationships/customXml" Target="../ink/ink720.xml"/><Relationship Id="rId77" Type="http://schemas.openxmlformats.org/officeDocument/2006/relationships/customXml" Target="../ink/ink741.xml"/><Relationship Id="rId100" Type="http://schemas.openxmlformats.org/officeDocument/2006/relationships/image" Target="../media/image765.png"/><Relationship Id="rId282" Type="http://schemas.openxmlformats.org/officeDocument/2006/relationships/image" Target="../media/image855.png"/><Relationship Id="rId338" Type="http://schemas.openxmlformats.org/officeDocument/2006/relationships/customXml" Target="../ink/ink873.xml"/><Relationship Id="rId503" Type="http://schemas.openxmlformats.org/officeDocument/2006/relationships/image" Target="../media/image965.png"/><Relationship Id="rId545" Type="http://schemas.openxmlformats.org/officeDocument/2006/relationships/image" Target="../media/image986.png"/><Relationship Id="rId587" Type="http://schemas.openxmlformats.org/officeDocument/2006/relationships/image" Target="../media/image1007.png"/><Relationship Id="rId8" Type="http://schemas.openxmlformats.org/officeDocument/2006/relationships/customXml" Target="../ink/ink706.xml"/><Relationship Id="rId142" Type="http://schemas.openxmlformats.org/officeDocument/2006/relationships/customXml" Target="../ink/ink774.xml"/><Relationship Id="rId184" Type="http://schemas.openxmlformats.org/officeDocument/2006/relationships/customXml" Target="../ink/ink795.xml"/><Relationship Id="rId391" Type="http://schemas.openxmlformats.org/officeDocument/2006/relationships/image" Target="../media/image909.png"/><Relationship Id="rId405" Type="http://schemas.openxmlformats.org/officeDocument/2006/relationships/image" Target="../media/image916.png"/><Relationship Id="rId447" Type="http://schemas.openxmlformats.org/officeDocument/2006/relationships/image" Target="../media/image937.png"/><Relationship Id="rId612" Type="http://schemas.openxmlformats.org/officeDocument/2006/relationships/customXml" Target="../ink/ink1010.xml"/><Relationship Id="rId251" Type="http://schemas.openxmlformats.org/officeDocument/2006/relationships/image" Target="../media/image840.png"/><Relationship Id="rId489" Type="http://schemas.openxmlformats.org/officeDocument/2006/relationships/image" Target="../media/image958.png"/><Relationship Id="rId46" Type="http://schemas.openxmlformats.org/officeDocument/2006/relationships/image" Target="../media/image738.png"/><Relationship Id="rId293" Type="http://schemas.openxmlformats.org/officeDocument/2006/relationships/customXml" Target="../ink/ink850.xml"/><Relationship Id="rId307" Type="http://schemas.openxmlformats.org/officeDocument/2006/relationships/image" Target="../media/image867.png"/><Relationship Id="rId349" Type="http://schemas.openxmlformats.org/officeDocument/2006/relationships/image" Target="../media/image888.png"/><Relationship Id="rId514" Type="http://schemas.openxmlformats.org/officeDocument/2006/relationships/customXml" Target="../ink/ink961.xml"/><Relationship Id="rId556" Type="http://schemas.openxmlformats.org/officeDocument/2006/relationships/customXml" Target="../ink/ink982.xml"/><Relationship Id="rId88" Type="http://schemas.openxmlformats.org/officeDocument/2006/relationships/image" Target="../media/image759.png"/><Relationship Id="rId111" Type="http://schemas.openxmlformats.org/officeDocument/2006/relationships/image" Target="../media/image770.png"/><Relationship Id="rId153" Type="http://schemas.openxmlformats.org/officeDocument/2006/relationships/image" Target="../media/image791.png"/><Relationship Id="rId195" Type="http://schemas.openxmlformats.org/officeDocument/2006/relationships/image" Target="../media/image812.png"/><Relationship Id="rId209" Type="http://schemas.openxmlformats.org/officeDocument/2006/relationships/image" Target="../media/image819.png"/><Relationship Id="rId360" Type="http://schemas.openxmlformats.org/officeDocument/2006/relationships/customXml" Target="../ink/ink884.xml"/><Relationship Id="rId416" Type="http://schemas.openxmlformats.org/officeDocument/2006/relationships/customXml" Target="../ink/ink912.xml"/><Relationship Id="rId598" Type="http://schemas.openxmlformats.org/officeDocument/2006/relationships/customXml" Target="../ink/ink1003.xml"/><Relationship Id="rId220" Type="http://schemas.openxmlformats.org/officeDocument/2006/relationships/customXml" Target="../ink/ink813.xml"/><Relationship Id="rId458" Type="http://schemas.openxmlformats.org/officeDocument/2006/relationships/customXml" Target="../ink/ink933.xml"/><Relationship Id="rId15" Type="http://schemas.openxmlformats.org/officeDocument/2006/relationships/image" Target="../media/image724.png"/><Relationship Id="rId57" Type="http://schemas.openxmlformats.org/officeDocument/2006/relationships/customXml" Target="../ink/ink731.xml"/><Relationship Id="rId262" Type="http://schemas.openxmlformats.org/officeDocument/2006/relationships/customXml" Target="../ink/ink834.xml"/><Relationship Id="rId318" Type="http://schemas.openxmlformats.org/officeDocument/2006/relationships/customXml" Target="../ink/ink863.xml"/><Relationship Id="rId525" Type="http://schemas.openxmlformats.org/officeDocument/2006/relationships/image" Target="../media/image976.png"/><Relationship Id="rId567" Type="http://schemas.openxmlformats.org/officeDocument/2006/relationships/image" Target="../media/image997.png"/><Relationship Id="rId99" Type="http://schemas.openxmlformats.org/officeDocument/2006/relationships/customXml" Target="../ink/ink752.xml"/><Relationship Id="rId122" Type="http://schemas.openxmlformats.org/officeDocument/2006/relationships/customXml" Target="../ink/ink764.xml"/><Relationship Id="rId164" Type="http://schemas.openxmlformats.org/officeDocument/2006/relationships/customXml" Target="../ink/ink785.xml"/><Relationship Id="rId371" Type="http://schemas.openxmlformats.org/officeDocument/2006/relationships/image" Target="../media/image899.png"/><Relationship Id="rId427" Type="http://schemas.openxmlformats.org/officeDocument/2006/relationships/image" Target="../media/image927.png"/><Relationship Id="rId469" Type="http://schemas.openxmlformats.org/officeDocument/2006/relationships/image" Target="../media/image948.png"/><Relationship Id="rId26" Type="http://schemas.openxmlformats.org/officeDocument/2006/relationships/customXml" Target="../ink/ink715.xml"/><Relationship Id="rId231" Type="http://schemas.openxmlformats.org/officeDocument/2006/relationships/image" Target="../media/image830.png"/><Relationship Id="rId273" Type="http://schemas.openxmlformats.org/officeDocument/2006/relationships/image" Target="../media/image851.png"/><Relationship Id="rId329" Type="http://schemas.openxmlformats.org/officeDocument/2006/relationships/image" Target="../media/image878.png"/><Relationship Id="rId480" Type="http://schemas.openxmlformats.org/officeDocument/2006/relationships/customXml" Target="../ink/ink944.xml"/><Relationship Id="rId536" Type="http://schemas.openxmlformats.org/officeDocument/2006/relationships/customXml" Target="../ink/ink972.xml"/><Relationship Id="rId68" Type="http://schemas.openxmlformats.org/officeDocument/2006/relationships/image" Target="../media/image749.png"/><Relationship Id="rId133" Type="http://schemas.openxmlformats.org/officeDocument/2006/relationships/image" Target="../media/image781.png"/><Relationship Id="rId175" Type="http://schemas.openxmlformats.org/officeDocument/2006/relationships/image" Target="../media/image802.png"/><Relationship Id="rId340" Type="http://schemas.openxmlformats.org/officeDocument/2006/relationships/customXml" Target="../ink/ink874.xml"/><Relationship Id="rId578" Type="http://schemas.openxmlformats.org/officeDocument/2006/relationships/customXml" Target="../ink/ink993.xml"/><Relationship Id="rId200" Type="http://schemas.openxmlformats.org/officeDocument/2006/relationships/customXml" Target="../ink/ink803.xml"/><Relationship Id="rId382" Type="http://schemas.openxmlformats.org/officeDocument/2006/relationships/customXml" Target="../ink/ink895.xml"/><Relationship Id="rId438" Type="http://schemas.openxmlformats.org/officeDocument/2006/relationships/customXml" Target="../ink/ink923.xml"/><Relationship Id="rId603" Type="http://schemas.openxmlformats.org/officeDocument/2006/relationships/image" Target="../media/image1015.png"/><Relationship Id="rId242" Type="http://schemas.openxmlformats.org/officeDocument/2006/relationships/customXml" Target="../ink/ink824.xml"/><Relationship Id="rId284" Type="http://schemas.openxmlformats.org/officeDocument/2006/relationships/image" Target="../media/image856.png"/><Relationship Id="rId491" Type="http://schemas.openxmlformats.org/officeDocument/2006/relationships/image" Target="../media/image959.png"/><Relationship Id="rId505" Type="http://schemas.openxmlformats.org/officeDocument/2006/relationships/image" Target="../media/image966.png"/><Relationship Id="rId37" Type="http://schemas.openxmlformats.org/officeDocument/2006/relationships/customXml" Target="../ink/ink721.xml"/><Relationship Id="rId79" Type="http://schemas.openxmlformats.org/officeDocument/2006/relationships/customXml" Target="../ink/ink742.xml"/><Relationship Id="rId102" Type="http://schemas.openxmlformats.org/officeDocument/2006/relationships/image" Target="../media/image766.png"/><Relationship Id="rId144" Type="http://schemas.openxmlformats.org/officeDocument/2006/relationships/customXml" Target="../ink/ink775.xml"/><Relationship Id="rId547" Type="http://schemas.openxmlformats.org/officeDocument/2006/relationships/image" Target="../media/image987.png"/><Relationship Id="rId589" Type="http://schemas.openxmlformats.org/officeDocument/2006/relationships/image" Target="../media/image1008.png"/><Relationship Id="rId90" Type="http://schemas.openxmlformats.org/officeDocument/2006/relationships/image" Target="../media/image760.png"/><Relationship Id="rId186" Type="http://schemas.openxmlformats.org/officeDocument/2006/relationships/customXml" Target="../ink/ink796.xml"/><Relationship Id="rId351" Type="http://schemas.openxmlformats.org/officeDocument/2006/relationships/image" Target="../media/image889.png"/><Relationship Id="rId393" Type="http://schemas.openxmlformats.org/officeDocument/2006/relationships/image" Target="../media/image910.png"/><Relationship Id="rId407" Type="http://schemas.openxmlformats.org/officeDocument/2006/relationships/image" Target="../media/image917.png"/><Relationship Id="rId449" Type="http://schemas.openxmlformats.org/officeDocument/2006/relationships/image" Target="../media/image938.png"/><Relationship Id="rId614" Type="http://schemas.openxmlformats.org/officeDocument/2006/relationships/customXml" Target="../ink/ink1011.xml"/><Relationship Id="rId211" Type="http://schemas.openxmlformats.org/officeDocument/2006/relationships/image" Target="../media/image820.png"/><Relationship Id="rId253" Type="http://schemas.openxmlformats.org/officeDocument/2006/relationships/image" Target="../media/image841.png"/><Relationship Id="rId295" Type="http://schemas.openxmlformats.org/officeDocument/2006/relationships/customXml" Target="../ink/ink851.xml"/><Relationship Id="rId309" Type="http://schemas.openxmlformats.org/officeDocument/2006/relationships/image" Target="../media/image868.png"/><Relationship Id="rId460" Type="http://schemas.openxmlformats.org/officeDocument/2006/relationships/customXml" Target="../ink/ink934.xml"/><Relationship Id="rId516" Type="http://schemas.openxmlformats.org/officeDocument/2006/relationships/customXml" Target="../ink/ink962.xml"/><Relationship Id="rId48" Type="http://schemas.openxmlformats.org/officeDocument/2006/relationships/image" Target="../media/image739.png"/><Relationship Id="rId113" Type="http://schemas.openxmlformats.org/officeDocument/2006/relationships/image" Target="../media/image771.png"/><Relationship Id="rId320" Type="http://schemas.openxmlformats.org/officeDocument/2006/relationships/customXml" Target="../ink/ink864.xml"/><Relationship Id="rId558" Type="http://schemas.openxmlformats.org/officeDocument/2006/relationships/customXml" Target="../ink/ink983.xml"/><Relationship Id="rId155" Type="http://schemas.openxmlformats.org/officeDocument/2006/relationships/image" Target="../media/image792.png"/><Relationship Id="rId197" Type="http://schemas.openxmlformats.org/officeDocument/2006/relationships/image" Target="../media/image813.png"/><Relationship Id="rId362" Type="http://schemas.openxmlformats.org/officeDocument/2006/relationships/customXml" Target="../ink/ink885.xml"/><Relationship Id="rId418" Type="http://schemas.openxmlformats.org/officeDocument/2006/relationships/customXml" Target="../ink/ink913.xml"/><Relationship Id="rId222" Type="http://schemas.openxmlformats.org/officeDocument/2006/relationships/customXml" Target="../ink/ink814.xml"/><Relationship Id="rId264" Type="http://schemas.openxmlformats.org/officeDocument/2006/relationships/customXml" Target="../ink/ink835.xml"/><Relationship Id="rId471" Type="http://schemas.openxmlformats.org/officeDocument/2006/relationships/image" Target="../media/image949.png"/><Relationship Id="rId17" Type="http://schemas.openxmlformats.org/officeDocument/2006/relationships/image" Target="../media/image698.png"/><Relationship Id="rId59" Type="http://schemas.openxmlformats.org/officeDocument/2006/relationships/customXml" Target="../ink/ink732.xml"/><Relationship Id="rId124" Type="http://schemas.openxmlformats.org/officeDocument/2006/relationships/customXml" Target="../ink/ink765.xml"/><Relationship Id="rId527" Type="http://schemas.openxmlformats.org/officeDocument/2006/relationships/image" Target="../media/image977.png"/><Relationship Id="rId569" Type="http://schemas.openxmlformats.org/officeDocument/2006/relationships/image" Target="../media/image998.png"/><Relationship Id="rId70" Type="http://schemas.openxmlformats.org/officeDocument/2006/relationships/image" Target="../media/image750.png"/><Relationship Id="rId166" Type="http://schemas.openxmlformats.org/officeDocument/2006/relationships/customXml" Target="../ink/ink786.xml"/><Relationship Id="rId331" Type="http://schemas.openxmlformats.org/officeDocument/2006/relationships/image" Target="../media/image879.png"/><Relationship Id="rId373" Type="http://schemas.openxmlformats.org/officeDocument/2006/relationships/image" Target="../media/image900.png"/><Relationship Id="rId429" Type="http://schemas.openxmlformats.org/officeDocument/2006/relationships/image" Target="../media/image928.png"/><Relationship Id="rId580" Type="http://schemas.openxmlformats.org/officeDocument/2006/relationships/customXml" Target="../ink/ink994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831.png"/><Relationship Id="rId440" Type="http://schemas.openxmlformats.org/officeDocument/2006/relationships/customXml" Target="../ink/ink924.xml"/><Relationship Id="rId28" Type="http://schemas.openxmlformats.org/officeDocument/2006/relationships/customXml" Target="../ink/ink716.xml"/><Relationship Id="rId275" Type="http://schemas.openxmlformats.org/officeDocument/2006/relationships/customXml" Target="../ink/ink841.xml"/><Relationship Id="rId300" Type="http://schemas.openxmlformats.org/officeDocument/2006/relationships/customXml" Target="../ink/ink854.xml"/><Relationship Id="rId482" Type="http://schemas.openxmlformats.org/officeDocument/2006/relationships/customXml" Target="../ink/ink945.xml"/><Relationship Id="rId538" Type="http://schemas.openxmlformats.org/officeDocument/2006/relationships/customXml" Target="../ink/ink973.xml"/><Relationship Id="rId81" Type="http://schemas.openxmlformats.org/officeDocument/2006/relationships/customXml" Target="../ink/ink743.xml"/><Relationship Id="rId135" Type="http://schemas.openxmlformats.org/officeDocument/2006/relationships/image" Target="../media/image782.png"/><Relationship Id="rId177" Type="http://schemas.openxmlformats.org/officeDocument/2006/relationships/image" Target="../media/image803.png"/><Relationship Id="rId342" Type="http://schemas.openxmlformats.org/officeDocument/2006/relationships/customXml" Target="../ink/ink875.xml"/><Relationship Id="rId384" Type="http://schemas.openxmlformats.org/officeDocument/2006/relationships/customXml" Target="../ink/ink896.xml"/><Relationship Id="rId591" Type="http://schemas.openxmlformats.org/officeDocument/2006/relationships/image" Target="../media/image1009.png"/><Relationship Id="rId605" Type="http://schemas.openxmlformats.org/officeDocument/2006/relationships/image" Target="../media/image1016.png"/><Relationship Id="rId202" Type="http://schemas.openxmlformats.org/officeDocument/2006/relationships/customXml" Target="../ink/ink804.xml"/><Relationship Id="rId244" Type="http://schemas.openxmlformats.org/officeDocument/2006/relationships/customXml" Target="../ink/ink825.xml"/><Relationship Id="rId39" Type="http://schemas.openxmlformats.org/officeDocument/2006/relationships/customXml" Target="../ink/ink722.xml"/><Relationship Id="rId286" Type="http://schemas.openxmlformats.org/officeDocument/2006/relationships/image" Target="../media/image857.png"/><Relationship Id="rId451" Type="http://schemas.openxmlformats.org/officeDocument/2006/relationships/image" Target="../media/image939.png"/><Relationship Id="rId493" Type="http://schemas.openxmlformats.org/officeDocument/2006/relationships/image" Target="../media/image960.png"/><Relationship Id="rId507" Type="http://schemas.openxmlformats.org/officeDocument/2006/relationships/image" Target="../media/image967.png"/><Relationship Id="rId549" Type="http://schemas.openxmlformats.org/officeDocument/2006/relationships/image" Target="../media/image988.png"/><Relationship Id="rId50" Type="http://schemas.openxmlformats.org/officeDocument/2006/relationships/image" Target="../media/image740.png"/><Relationship Id="rId104" Type="http://schemas.openxmlformats.org/officeDocument/2006/relationships/image" Target="../media/image767.png"/><Relationship Id="rId146" Type="http://schemas.openxmlformats.org/officeDocument/2006/relationships/customXml" Target="../ink/ink776.xml"/><Relationship Id="rId188" Type="http://schemas.openxmlformats.org/officeDocument/2006/relationships/customXml" Target="../ink/ink797.xml"/><Relationship Id="rId311" Type="http://schemas.openxmlformats.org/officeDocument/2006/relationships/image" Target="../media/image869.png"/><Relationship Id="rId353" Type="http://schemas.openxmlformats.org/officeDocument/2006/relationships/image" Target="../media/image890.png"/><Relationship Id="rId395" Type="http://schemas.openxmlformats.org/officeDocument/2006/relationships/image" Target="../media/image911.png"/><Relationship Id="rId409" Type="http://schemas.openxmlformats.org/officeDocument/2006/relationships/image" Target="../media/image918.png"/><Relationship Id="rId560" Type="http://schemas.openxmlformats.org/officeDocument/2006/relationships/customXml" Target="../ink/ink984.xml"/><Relationship Id="rId92" Type="http://schemas.openxmlformats.org/officeDocument/2006/relationships/image" Target="../media/image761.png"/><Relationship Id="rId213" Type="http://schemas.openxmlformats.org/officeDocument/2006/relationships/image" Target="../media/image821.png"/><Relationship Id="rId420" Type="http://schemas.openxmlformats.org/officeDocument/2006/relationships/customXml" Target="../ink/ink914.xml"/><Relationship Id="rId616" Type="http://schemas.openxmlformats.org/officeDocument/2006/relationships/customXml" Target="../ink/ink1012.xml"/><Relationship Id="rId255" Type="http://schemas.openxmlformats.org/officeDocument/2006/relationships/image" Target="../media/image842.png"/><Relationship Id="rId297" Type="http://schemas.openxmlformats.org/officeDocument/2006/relationships/image" Target="../media/image862.png"/><Relationship Id="rId462" Type="http://schemas.openxmlformats.org/officeDocument/2006/relationships/customXml" Target="../ink/ink935.xml"/><Relationship Id="rId518" Type="http://schemas.openxmlformats.org/officeDocument/2006/relationships/customXml" Target="../ink/ink963.xml"/><Relationship Id="rId115" Type="http://schemas.openxmlformats.org/officeDocument/2006/relationships/image" Target="../media/image772.png"/><Relationship Id="rId157" Type="http://schemas.openxmlformats.org/officeDocument/2006/relationships/image" Target="../media/image793.png"/><Relationship Id="rId322" Type="http://schemas.openxmlformats.org/officeDocument/2006/relationships/customXml" Target="../ink/ink865.xml"/><Relationship Id="rId364" Type="http://schemas.openxmlformats.org/officeDocument/2006/relationships/customXml" Target="../ink/ink886.xml"/><Relationship Id="rId61" Type="http://schemas.openxmlformats.org/officeDocument/2006/relationships/customXml" Target="../ink/ink733.xml"/><Relationship Id="rId199" Type="http://schemas.openxmlformats.org/officeDocument/2006/relationships/image" Target="../media/image814.png"/><Relationship Id="rId571" Type="http://schemas.openxmlformats.org/officeDocument/2006/relationships/image" Target="../media/image999.png"/><Relationship Id="rId19" Type="http://schemas.openxmlformats.org/officeDocument/2006/relationships/image" Target="../media/image725.png"/><Relationship Id="rId224" Type="http://schemas.openxmlformats.org/officeDocument/2006/relationships/customXml" Target="../ink/ink815.xml"/><Relationship Id="rId266" Type="http://schemas.openxmlformats.org/officeDocument/2006/relationships/customXml" Target="../ink/ink836.xml"/><Relationship Id="rId431" Type="http://schemas.openxmlformats.org/officeDocument/2006/relationships/image" Target="../media/image929.png"/><Relationship Id="rId473" Type="http://schemas.openxmlformats.org/officeDocument/2006/relationships/image" Target="../media/image950.png"/><Relationship Id="rId529" Type="http://schemas.openxmlformats.org/officeDocument/2006/relationships/image" Target="../media/image978.png"/><Relationship Id="rId30" Type="http://schemas.openxmlformats.org/officeDocument/2006/relationships/customXml" Target="../ink/ink717.xml"/><Relationship Id="rId126" Type="http://schemas.openxmlformats.org/officeDocument/2006/relationships/customXml" Target="../ink/ink766.xml"/><Relationship Id="rId168" Type="http://schemas.openxmlformats.org/officeDocument/2006/relationships/customXml" Target="../ink/ink787.xml"/><Relationship Id="rId333" Type="http://schemas.openxmlformats.org/officeDocument/2006/relationships/image" Target="../media/image880.png"/><Relationship Id="rId540" Type="http://schemas.openxmlformats.org/officeDocument/2006/relationships/customXml" Target="../ink/ink974.xml"/><Relationship Id="rId72" Type="http://schemas.openxmlformats.org/officeDocument/2006/relationships/image" Target="../media/image751.png"/><Relationship Id="rId375" Type="http://schemas.openxmlformats.org/officeDocument/2006/relationships/image" Target="../media/image901.png"/><Relationship Id="rId582" Type="http://schemas.openxmlformats.org/officeDocument/2006/relationships/customXml" Target="../ink/ink995.xml"/><Relationship Id="rId3" Type="http://schemas.openxmlformats.org/officeDocument/2006/relationships/image" Target="../media/image718.png"/><Relationship Id="rId235" Type="http://schemas.openxmlformats.org/officeDocument/2006/relationships/image" Target="../media/image832.png"/><Relationship Id="rId277" Type="http://schemas.openxmlformats.org/officeDocument/2006/relationships/customXml" Target="../ink/ink842.xml"/><Relationship Id="rId400" Type="http://schemas.openxmlformats.org/officeDocument/2006/relationships/customXml" Target="../ink/ink904.xml"/><Relationship Id="rId442" Type="http://schemas.openxmlformats.org/officeDocument/2006/relationships/customXml" Target="../ink/ink925.xml"/><Relationship Id="rId484" Type="http://schemas.openxmlformats.org/officeDocument/2006/relationships/customXml" Target="../ink/ink946.xml"/><Relationship Id="rId137" Type="http://schemas.openxmlformats.org/officeDocument/2006/relationships/image" Target="../media/image783.png"/><Relationship Id="rId302" Type="http://schemas.openxmlformats.org/officeDocument/2006/relationships/customXml" Target="../ink/ink855.xml"/><Relationship Id="rId344" Type="http://schemas.openxmlformats.org/officeDocument/2006/relationships/customXml" Target="../ink/ink876.xml"/><Relationship Id="rId41" Type="http://schemas.openxmlformats.org/officeDocument/2006/relationships/customXml" Target="../ink/ink723.xml"/><Relationship Id="rId83" Type="http://schemas.openxmlformats.org/officeDocument/2006/relationships/customXml" Target="../ink/ink744.xml"/><Relationship Id="rId179" Type="http://schemas.openxmlformats.org/officeDocument/2006/relationships/image" Target="../media/image804.png"/><Relationship Id="rId386" Type="http://schemas.openxmlformats.org/officeDocument/2006/relationships/customXml" Target="../ink/ink897.xml"/><Relationship Id="rId551" Type="http://schemas.openxmlformats.org/officeDocument/2006/relationships/image" Target="../media/image989.png"/><Relationship Id="rId593" Type="http://schemas.openxmlformats.org/officeDocument/2006/relationships/image" Target="../media/image1010.png"/><Relationship Id="rId607" Type="http://schemas.openxmlformats.org/officeDocument/2006/relationships/image" Target="../media/image1017.png"/><Relationship Id="rId190" Type="http://schemas.openxmlformats.org/officeDocument/2006/relationships/customXml" Target="../ink/ink798.xml"/><Relationship Id="rId204" Type="http://schemas.openxmlformats.org/officeDocument/2006/relationships/customXml" Target="../ink/ink805.xml"/><Relationship Id="rId246" Type="http://schemas.openxmlformats.org/officeDocument/2006/relationships/customXml" Target="../ink/ink826.xml"/><Relationship Id="rId288" Type="http://schemas.openxmlformats.org/officeDocument/2006/relationships/image" Target="../media/image858.png"/><Relationship Id="rId411" Type="http://schemas.openxmlformats.org/officeDocument/2006/relationships/image" Target="../media/image919.png"/><Relationship Id="rId453" Type="http://schemas.openxmlformats.org/officeDocument/2006/relationships/image" Target="../media/image940.png"/><Relationship Id="rId509" Type="http://schemas.openxmlformats.org/officeDocument/2006/relationships/image" Target="../media/image968.png"/><Relationship Id="rId106" Type="http://schemas.openxmlformats.org/officeDocument/2006/relationships/customXml" Target="../ink/ink756.xml"/><Relationship Id="rId313" Type="http://schemas.openxmlformats.org/officeDocument/2006/relationships/image" Target="../media/image870.png"/><Relationship Id="rId495" Type="http://schemas.openxmlformats.org/officeDocument/2006/relationships/image" Target="../media/image961.png"/><Relationship Id="rId10" Type="http://schemas.openxmlformats.org/officeDocument/2006/relationships/customXml" Target="../ink/ink707.xml"/><Relationship Id="rId52" Type="http://schemas.openxmlformats.org/officeDocument/2006/relationships/image" Target="../media/image741.png"/><Relationship Id="rId94" Type="http://schemas.openxmlformats.org/officeDocument/2006/relationships/image" Target="../media/image762.png"/><Relationship Id="rId148" Type="http://schemas.openxmlformats.org/officeDocument/2006/relationships/customXml" Target="../ink/ink777.xml"/><Relationship Id="rId355" Type="http://schemas.openxmlformats.org/officeDocument/2006/relationships/image" Target="../media/image891.png"/><Relationship Id="rId397" Type="http://schemas.openxmlformats.org/officeDocument/2006/relationships/image" Target="../media/image912.png"/><Relationship Id="rId520" Type="http://schemas.openxmlformats.org/officeDocument/2006/relationships/customXml" Target="../ink/ink964.xml"/><Relationship Id="rId562" Type="http://schemas.openxmlformats.org/officeDocument/2006/relationships/customXml" Target="../ink/ink985.xml"/><Relationship Id="rId618" Type="http://schemas.openxmlformats.org/officeDocument/2006/relationships/customXml" Target="../ink/ink1013.xml"/><Relationship Id="rId215" Type="http://schemas.openxmlformats.org/officeDocument/2006/relationships/image" Target="../media/image822.png"/><Relationship Id="rId257" Type="http://schemas.openxmlformats.org/officeDocument/2006/relationships/image" Target="../media/image843.png"/><Relationship Id="rId422" Type="http://schemas.openxmlformats.org/officeDocument/2006/relationships/customXml" Target="../ink/ink915.xml"/><Relationship Id="rId464" Type="http://schemas.openxmlformats.org/officeDocument/2006/relationships/customXml" Target="../ink/ink936.xml"/><Relationship Id="rId299" Type="http://schemas.openxmlformats.org/officeDocument/2006/relationships/image" Target="../media/image863.png"/><Relationship Id="rId63" Type="http://schemas.openxmlformats.org/officeDocument/2006/relationships/customXml" Target="../ink/ink734.xml"/><Relationship Id="rId159" Type="http://schemas.openxmlformats.org/officeDocument/2006/relationships/image" Target="../media/image794.png"/><Relationship Id="rId366" Type="http://schemas.openxmlformats.org/officeDocument/2006/relationships/customXml" Target="../ink/ink887.xml"/><Relationship Id="rId573" Type="http://schemas.openxmlformats.org/officeDocument/2006/relationships/image" Target="../media/image1000.png"/><Relationship Id="rId226" Type="http://schemas.openxmlformats.org/officeDocument/2006/relationships/customXml" Target="../ink/ink816.xml"/><Relationship Id="rId433" Type="http://schemas.openxmlformats.org/officeDocument/2006/relationships/image" Target="../media/image930.png"/><Relationship Id="rId74" Type="http://schemas.openxmlformats.org/officeDocument/2006/relationships/image" Target="../media/image752.png"/><Relationship Id="rId377" Type="http://schemas.openxmlformats.org/officeDocument/2006/relationships/image" Target="../media/image902.png"/><Relationship Id="rId500" Type="http://schemas.openxmlformats.org/officeDocument/2006/relationships/customXml" Target="../ink/ink954.xml"/><Relationship Id="rId584" Type="http://schemas.openxmlformats.org/officeDocument/2006/relationships/customXml" Target="../ink/ink996.xml"/><Relationship Id="rId5" Type="http://schemas.openxmlformats.org/officeDocument/2006/relationships/image" Target="../media/image719.png"/><Relationship Id="rId237" Type="http://schemas.openxmlformats.org/officeDocument/2006/relationships/image" Target="../media/image833.png"/><Relationship Id="rId444" Type="http://schemas.openxmlformats.org/officeDocument/2006/relationships/customXml" Target="../ink/ink926.xml"/><Relationship Id="rId290" Type="http://schemas.openxmlformats.org/officeDocument/2006/relationships/image" Target="../media/image859.png"/><Relationship Id="rId304" Type="http://schemas.openxmlformats.org/officeDocument/2006/relationships/customXml" Target="../ink/ink856.xml"/><Relationship Id="rId388" Type="http://schemas.openxmlformats.org/officeDocument/2006/relationships/customXml" Target="../ink/ink898.xml"/><Relationship Id="rId511" Type="http://schemas.openxmlformats.org/officeDocument/2006/relationships/image" Target="../media/image969.png"/><Relationship Id="rId609" Type="http://schemas.openxmlformats.org/officeDocument/2006/relationships/image" Target="../media/image1018.png"/><Relationship Id="rId85" Type="http://schemas.openxmlformats.org/officeDocument/2006/relationships/customXml" Target="../ink/ink745.xml"/><Relationship Id="rId150" Type="http://schemas.openxmlformats.org/officeDocument/2006/relationships/customXml" Target="../ink/ink778.xml"/><Relationship Id="rId595" Type="http://schemas.openxmlformats.org/officeDocument/2006/relationships/image" Target="../media/image1011.png"/><Relationship Id="rId248" Type="http://schemas.openxmlformats.org/officeDocument/2006/relationships/customXml" Target="../ink/ink827.xml"/><Relationship Id="rId455" Type="http://schemas.openxmlformats.org/officeDocument/2006/relationships/image" Target="../media/image941.png"/><Relationship Id="rId12" Type="http://schemas.openxmlformats.org/officeDocument/2006/relationships/customXml" Target="../ink/ink708.xml"/><Relationship Id="rId108" Type="http://schemas.openxmlformats.org/officeDocument/2006/relationships/customXml" Target="../ink/ink757.xml"/><Relationship Id="rId315" Type="http://schemas.openxmlformats.org/officeDocument/2006/relationships/image" Target="../media/image871.png"/><Relationship Id="rId522" Type="http://schemas.openxmlformats.org/officeDocument/2006/relationships/customXml" Target="../ink/ink965.xml"/><Relationship Id="rId96" Type="http://schemas.openxmlformats.org/officeDocument/2006/relationships/image" Target="../media/image763.png"/><Relationship Id="rId161" Type="http://schemas.openxmlformats.org/officeDocument/2006/relationships/image" Target="../media/image795.png"/><Relationship Id="rId399" Type="http://schemas.openxmlformats.org/officeDocument/2006/relationships/image" Target="../media/image913.png"/><Relationship Id="rId259" Type="http://schemas.openxmlformats.org/officeDocument/2006/relationships/image" Target="../media/image844.png"/><Relationship Id="rId466" Type="http://schemas.openxmlformats.org/officeDocument/2006/relationships/customXml" Target="../ink/ink937.xml"/><Relationship Id="rId23" Type="http://schemas.openxmlformats.org/officeDocument/2006/relationships/image" Target="../media/image727.png"/><Relationship Id="rId119" Type="http://schemas.openxmlformats.org/officeDocument/2006/relationships/image" Target="../media/image774.png"/><Relationship Id="rId326" Type="http://schemas.openxmlformats.org/officeDocument/2006/relationships/customXml" Target="../ink/ink867.xml"/><Relationship Id="rId533" Type="http://schemas.openxmlformats.org/officeDocument/2006/relationships/image" Target="../media/image980.png"/><Relationship Id="rId172" Type="http://schemas.openxmlformats.org/officeDocument/2006/relationships/customXml" Target="../ink/ink789.xml"/><Relationship Id="rId477" Type="http://schemas.openxmlformats.org/officeDocument/2006/relationships/image" Target="../media/image952.png"/><Relationship Id="rId600" Type="http://schemas.openxmlformats.org/officeDocument/2006/relationships/customXml" Target="../ink/ink1004.xml"/><Relationship Id="rId337" Type="http://schemas.openxmlformats.org/officeDocument/2006/relationships/image" Target="../media/image882.png"/><Relationship Id="rId34" Type="http://schemas.openxmlformats.org/officeDocument/2006/relationships/customXml" Target="../ink/ink719.xml"/><Relationship Id="rId544" Type="http://schemas.openxmlformats.org/officeDocument/2006/relationships/customXml" Target="../ink/ink976.xml"/><Relationship Id="rId183" Type="http://schemas.openxmlformats.org/officeDocument/2006/relationships/image" Target="../media/image806.png"/><Relationship Id="rId390" Type="http://schemas.openxmlformats.org/officeDocument/2006/relationships/customXml" Target="../ink/ink899.xml"/><Relationship Id="rId404" Type="http://schemas.openxmlformats.org/officeDocument/2006/relationships/customXml" Target="../ink/ink906.xml"/><Relationship Id="rId611" Type="http://schemas.openxmlformats.org/officeDocument/2006/relationships/image" Target="../media/image1019.png"/><Relationship Id="rId250" Type="http://schemas.openxmlformats.org/officeDocument/2006/relationships/customXml" Target="../ink/ink828.xml"/><Relationship Id="rId488" Type="http://schemas.openxmlformats.org/officeDocument/2006/relationships/customXml" Target="../ink/ink948.xml"/><Relationship Id="rId45" Type="http://schemas.openxmlformats.org/officeDocument/2006/relationships/customXml" Target="../ink/ink725.xml"/><Relationship Id="rId110" Type="http://schemas.openxmlformats.org/officeDocument/2006/relationships/customXml" Target="../ink/ink758.xml"/><Relationship Id="rId348" Type="http://schemas.openxmlformats.org/officeDocument/2006/relationships/customXml" Target="../ink/ink878.xml"/><Relationship Id="rId555" Type="http://schemas.openxmlformats.org/officeDocument/2006/relationships/image" Target="../media/image991.png"/><Relationship Id="rId194" Type="http://schemas.openxmlformats.org/officeDocument/2006/relationships/customXml" Target="../ink/ink800.xml"/><Relationship Id="rId208" Type="http://schemas.openxmlformats.org/officeDocument/2006/relationships/customXml" Target="../ink/ink807.xml"/><Relationship Id="rId415" Type="http://schemas.openxmlformats.org/officeDocument/2006/relationships/image" Target="../media/image921.png"/><Relationship Id="rId261" Type="http://schemas.openxmlformats.org/officeDocument/2006/relationships/image" Target="../media/image845.png"/><Relationship Id="rId499" Type="http://schemas.openxmlformats.org/officeDocument/2006/relationships/image" Target="../media/image963.png"/><Relationship Id="rId56" Type="http://schemas.openxmlformats.org/officeDocument/2006/relationships/image" Target="../media/image743.png"/><Relationship Id="rId359" Type="http://schemas.openxmlformats.org/officeDocument/2006/relationships/image" Target="../media/image893.png"/><Relationship Id="rId566" Type="http://schemas.openxmlformats.org/officeDocument/2006/relationships/customXml" Target="../ink/ink987.xml"/><Relationship Id="rId121" Type="http://schemas.openxmlformats.org/officeDocument/2006/relationships/image" Target="../media/image775.png"/><Relationship Id="rId219" Type="http://schemas.openxmlformats.org/officeDocument/2006/relationships/image" Target="../media/image824.png"/><Relationship Id="rId426" Type="http://schemas.openxmlformats.org/officeDocument/2006/relationships/customXml" Target="../ink/ink917.xml"/><Relationship Id="rId67" Type="http://schemas.openxmlformats.org/officeDocument/2006/relationships/customXml" Target="../ink/ink736.xml"/><Relationship Id="rId272" Type="http://schemas.openxmlformats.org/officeDocument/2006/relationships/customXml" Target="../ink/ink839.xml"/><Relationship Id="rId577" Type="http://schemas.openxmlformats.org/officeDocument/2006/relationships/image" Target="../media/image100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71.xml"/><Relationship Id="rId21" Type="http://schemas.openxmlformats.org/officeDocument/2006/relationships/customXml" Target="../ink/ink1023.xml"/><Relationship Id="rId42" Type="http://schemas.openxmlformats.org/officeDocument/2006/relationships/image" Target="../media/image1043.png"/><Relationship Id="rId63" Type="http://schemas.openxmlformats.org/officeDocument/2006/relationships/customXml" Target="../ink/ink1044.xml"/><Relationship Id="rId84" Type="http://schemas.openxmlformats.org/officeDocument/2006/relationships/image" Target="../media/image1063.png"/><Relationship Id="rId138" Type="http://schemas.openxmlformats.org/officeDocument/2006/relationships/image" Target="../media/image1090.png"/><Relationship Id="rId107" Type="http://schemas.openxmlformats.org/officeDocument/2006/relationships/customXml" Target="../ink/ink1066.xml"/><Relationship Id="rId11" Type="http://schemas.openxmlformats.org/officeDocument/2006/relationships/customXml" Target="../ink/ink1018.xml"/><Relationship Id="rId32" Type="http://schemas.openxmlformats.org/officeDocument/2006/relationships/image" Target="../media/image1038.png"/><Relationship Id="rId53" Type="http://schemas.openxmlformats.org/officeDocument/2006/relationships/customXml" Target="../ink/ink1039.xml"/><Relationship Id="rId74" Type="http://schemas.openxmlformats.org/officeDocument/2006/relationships/image" Target="../media/image1059.png"/><Relationship Id="rId128" Type="http://schemas.openxmlformats.org/officeDocument/2006/relationships/image" Target="../media/image1085.png"/><Relationship Id="rId149" Type="http://schemas.openxmlformats.org/officeDocument/2006/relationships/customXml" Target="../ink/ink1087.xml"/><Relationship Id="rId5" Type="http://schemas.openxmlformats.org/officeDocument/2006/relationships/customXml" Target="../ink/ink1015.xml"/><Relationship Id="rId95" Type="http://schemas.openxmlformats.org/officeDocument/2006/relationships/customXml" Target="../ink/ink1060.xml"/><Relationship Id="rId22" Type="http://schemas.openxmlformats.org/officeDocument/2006/relationships/image" Target="../media/image1033.png"/><Relationship Id="rId43" Type="http://schemas.openxmlformats.org/officeDocument/2006/relationships/customXml" Target="../ink/ink1034.xml"/><Relationship Id="rId64" Type="http://schemas.openxmlformats.org/officeDocument/2006/relationships/image" Target="../media/image1054.png"/><Relationship Id="rId118" Type="http://schemas.openxmlformats.org/officeDocument/2006/relationships/image" Target="../media/image1080.png"/><Relationship Id="rId139" Type="http://schemas.openxmlformats.org/officeDocument/2006/relationships/customXml" Target="../ink/ink1082.xml"/><Relationship Id="rId80" Type="http://schemas.openxmlformats.org/officeDocument/2006/relationships/image" Target="../media/image698.png"/><Relationship Id="rId85" Type="http://schemas.openxmlformats.org/officeDocument/2006/relationships/customXml" Target="../ink/ink1055.xml"/><Relationship Id="rId150" Type="http://schemas.openxmlformats.org/officeDocument/2006/relationships/image" Target="../media/image1096.png"/><Relationship Id="rId155" Type="http://schemas.openxmlformats.org/officeDocument/2006/relationships/customXml" Target="../ink/ink1090.xml"/><Relationship Id="rId12" Type="http://schemas.openxmlformats.org/officeDocument/2006/relationships/image" Target="../media/image1028.png"/><Relationship Id="rId17" Type="http://schemas.openxmlformats.org/officeDocument/2006/relationships/customXml" Target="../ink/ink1021.xml"/><Relationship Id="rId33" Type="http://schemas.openxmlformats.org/officeDocument/2006/relationships/customXml" Target="../ink/ink1029.xml"/><Relationship Id="rId38" Type="http://schemas.openxmlformats.org/officeDocument/2006/relationships/image" Target="../media/image1041.png"/><Relationship Id="rId59" Type="http://schemas.openxmlformats.org/officeDocument/2006/relationships/customXml" Target="../ink/ink1042.xml"/><Relationship Id="rId103" Type="http://schemas.openxmlformats.org/officeDocument/2006/relationships/customXml" Target="../ink/ink1064.xml"/><Relationship Id="rId108" Type="http://schemas.openxmlformats.org/officeDocument/2006/relationships/image" Target="../media/image1075.png"/><Relationship Id="rId124" Type="http://schemas.openxmlformats.org/officeDocument/2006/relationships/image" Target="../media/image1083.png"/><Relationship Id="rId129" Type="http://schemas.openxmlformats.org/officeDocument/2006/relationships/customXml" Target="../ink/ink1077.xml"/><Relationship Id="rId54" Type="http://schemas.openxmlformats.org/officeDocument/2006/relationships/image" Target="../media/image1049.png"/><Relationship Id="rId70" Type="http://schemas.openxmlformats.org/officeDocument/2006/relationships/image" Target="../media/image1057.png"/><Relationship Id="rId75" Type="http://schemas.openxmlformats.org/officeDocument/2006/relationships/customXml" Target="../ink/ink1050.xml"/><Relationship Id="rId91" Type="http://schemas.openxmlformats.org/officeDocument/2006/relationships/customXml" Target="../ink/ink1058.xml"/><Relationship Id="rId96" Type="http://schemas.openxmlformats.org/officeDocument/2006/relationships/image" Target="../media/image1069.png"/><Relationship Id="rId140" Type="http://schemas.openxmlformats.org/officeDocument/2006/relationships/image" Target="../media/image1091.png"/><Relationship Id="rId145" Type="http://schemas.openxmlformats.org/officeDocument/2006/relationships/customXml" Target="../ink/ink10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5.png"/><Relationship Id="rId23" Type="http://schemas.openxmlformats.org/officeDocument/2006/relationships/customXml" Target="../ink/ink1024.xml"/><Relationship Id="rId28" Type="http://schemas.openxmlformats.org/officeDocument/2006/relationships/image" Target="../media/image1036.png"/><Relationship Id="rId49" Type="http://schemas.openxmlformats.org/officeDocument/2006/relationships/customXml" Target="../ink/ink1037.xml"/><Relationship Id="rId114" Type="http://schemas.openxmlformats.org/officeDocument/2006/relationships/image" Target="../media/image1078.png"/><Relationship Id="rId119" Type="http://schemas.openxmlformats.org/officeDocument/2006/relationships/customXml" Target="../ink/ink1072.xml"/><Relationship Id="rId44" Type="http://schemas.openxmlformats.org/officeDocument/2006/relationships/image" Target="../media/image1044.png"/><Relationship Id="rId60" Type="http://schemas.openxmlformats.org/officeDocument/2006/relationships/image" Target="../media/image1052.png"/><Relationship Id="rId65" Type="http://schemas.openxmlformats.org/officeDocument/2006/relationships/customXml" Target="../ink/ink1045.xml"/><Relationship Id="rId81" Type="http://schemas.openxmlformats.org/officeDocument/2006/relationships/customXml" Target="../ink/ink1053.xml"/><Relationship Id="rId86" Type="http://schemas.openxmlformats.org/officeDocument/2006/relationships/image" Target="../media/image1064.png"/><Relationship Id="rId130" Type="http://schemas.openxmlformats.org/officeDocument/2006/relationships/image" Target="../media/image1086.png"/><Relationship Id="rId135" Type="http://schemas.openxmlformats.org/officeDocument/2006/relationships/customXml" Target="../ink/ink1080.xml"/><Relationship Id="rId151" Type="http://schemas.openxmlformats.org/officeDocument/2006/relationships/customXml" Target="../ink/ink1088.xml"/><Relationship Id="rId156" Type="http://schemas.openxmlformats.org/officeDocument/2006/relationships/image" Target="../media/image1099.png"/><Relationship Id="rId13" Type="http://schemas.openxmlformats.org/officeDocument/2006/relationships/customXml" Target="../ink/ink1019.xml"/><Relationship Id="rId18" Type="http://schemas.openxmlformats.org/officeDocument/2006/relationships/image" Target="../media/image1031.png"/><Relationship Id="rId39" Type="http://schemas.openxmlformats.org/officeDocument/2006/relationships/customXml" Target="../ink/ink1032.xml"/><Relationship Id="rId109" Type="http://schemas.openxmlformats.org/officeDocument/2006/relationships/customXml" Target="../ink/ink1067.xml"/><Relationship Id="rId34" Type="http://schemas.openxmlformats.org/officeDocument/2006/relationships/image" Target="../media/image1039.png"/><Relationship Id="rId50" Type="http://schemas.openxmlformats.org/officeDocument/2006/relationships/image" Target="../media/image1047.png"/><Relationship Id="rId55" Type="http://schemas.openxmlformats.org/officeDocument/2006/relationships/customXml" Target="../ink/ink1040.xml"/><Relationship Id="rId76" Type="http://schemas.openxmlformats.org/officeDocument/2006/relationships/image" Target="../media/image1060.png"/><Relationship Id="rId97" Type="http://schemas.openxmlformats.org/officeDocument/2006/relationships/customXml" Target="../ink/ink1061.xml"/><Relationship Id="rId104" Type="http://schemas.openxmlformats.org/officeDocument/2006/relationships/image" Target="../media/image1073.png"/><Relationship Id="rId120" Type="http://schemas.openxmlformats.org/officeDocument/2006/relationships/image" Target="../media/image1081.png"/><Relationship Id="rId125" Type="http://schemas.openxmlformats.org/officeDocument/2006/relationships/customXml" Target="../ink/ink1075.xml"/><Relationship Id="rId141" Type="http://schemas.openxmlformats.org/officeDocument/2006/relationships/customXml" Target="../ink/ink1083.xml"/><Relationship Id="rId146" Type="http://schemas.openxmlformats.org/officeDocument/2006/relationships/image" Target="../media/image1094.png"/><Relationship Id="rId7" Type="http://schemas.openxmlformats.org/officeDocument/2006/relationships/customXml" Target="../ink/ink1016.xml"/><Relationship Id="rId71" Type="http://schemas.openxmlformats.org/officeDocument/2006/relationships/customXml" Target="../ink/ink1048.xml"/><Relationship Id="rId92" Type="http://schemas.openxmlformats.org/officeDocument/2006/relationships/image" Target="../media/image1067.png"/><Relationship Id="rId2" Type="http://schemas.openxmlformats.org/officeDocument/2006/relationships/notesSlide" Target="../notesSlides/notesSlide18.xml"/><Relationship Id="rId29" Type="http://schemas.openxmlformats.org/officeDocument/2006/relationships/customXml" Target="../ink/ink1027.xml"/><Relationship Id="rId24" Type="http://schemas.openxmlformats.org/officeDocument/2006/relationships/image" Target="../media/image1034.png"/><Relationship Id="rId40" Type="http://schemas.openxmlformats.org/officeDocument/2006/relationships/image" Target="../media/image1042.png"/><Relationship Id="rId45" Type="http://schemas.openxmlformats.org/officeDocument/2006/relationships/customXml" Target="../ink/ink1035.xml"/><Relationship Id="rId66" Type="http://schemas.openxmlformats.org/officeDocument/2006/relationships/image" Target="../media/image1055.png"/><Relationship Id="rId87" Type="http://schemas.openxmlformats.org/officeDocument/2006/relationships/customXml" Target="../ink/ink1056.xml"/><Relationship Id="rId110" Type="http://schemas.openxmlformats.org/officeDocument/2006/relationships/image" Target="../media/image1076.png"/><Relationship Id="rId115" Type="http://schemas.openxmlformats.org/officeDocument/2006/relationships/customXml" Target="../ink/ink1070.xml"/><Relationship Id="rId131" Type="http://schemas.openxmlformats.org/officeDocument/2006/relationships/customXml" Target="../ink/ink1078.xml"/><Relationship Id="rId136" Type="http://schemas.openxmlformats.org/officeDocument/2006/relationships/image" Target="../media/image1089.png"/><Relationship Id="rId157" Type="http://schemas.openxmlformats.org/officeDocument/2006/relationships/customXml" Target="../ink/ink1091.xml"/><Relationship Id="rId61" Type="http://schemas.openxmlformats.org/officeDocument/2006/relationships/customXml" Target="../ink/ink1043.xml"/><Relationship Id="rId82" Type="http://schemas.openxmlformats.org/officeDocument/2006/relationships/image" Target="../media/image1062.png"/><Relationship Id="rId152" Type="http://schemas.openxmlformats.org/officeDocument/2006/relationships/image" Target="../media/image1097.png"/><Relationship Id="rId19" Type="http://schemas.openxmlformats.org/officeDocument/2006/relationships/customXml" Target="../ink/ink1022.xml"/><Relationship Id="rId14" Type="http://schemas.openxmlformats.org/officeDocument/2006/relationships/image" Target="../media/image1029.png"/><Relationship Id="rId30" Type="http://schemas.openxmlformats.org/officeDocument/2006/relationships/image" Target="../media/image1037.png"/><Relationship Id="rId35" Type="http://schemas.openxmlformats.org/officeDocument/2006/relationships/customXml" Target="../ink/ink1030.xml"/><Relationship Id="rId56" Type="http://schemas.openxmlformats.org/officeDocument/2006/relationships/image" Target="../media/image1050.png"/><Relationship Id="rId77" Type="http://schemas.openxmlformats.org/officeDocument/2006/relationships/customXml" Target="../ink/ink1051.xml"/><Relationship Id="rId100" Type="http://schemas.openxmlformats.org/officeDocument/2006/relationships/image" Target="../media/image1071.png"/><Relationship Id="rId105" Type="http://schemas.openxmlformats.org/officeDocument/2006/relationships/customXml" Target="../ink/ink1065.xml"/><Relationship Id="rId126" Type="http://schemas.openxmlformats.org/officeDocument/2006/relationships/image" Target="../media/image1084.png"/><Relationship Id="rId147" Type="http://schemas.openxmlformats.org/officeDocument/2006/relationships/customXml" Target="../ink/ink1086.xml"/><Relationship Id="rId8" Type="http://schemas.openxmlformats.org/officeDocument/2006/relationships/image" Target="../media/image1026.png"/><Relationship Id="rId51" Type="http://schemas.openxmlformats.org/officeDocument/2006/relationships/customXml" Target="../ink/ink1038.xml"/><Relationship Id="rId72" Type="http://schemas.openxmlformats.org/officeDocument/2006/relationships/image" Target="../media/image1058.png"/><Relationship Id="rId93" Type="http://schemas.openxmlformats.org/officeDocument/2006/relationships/customXml" Target="../ink/ink1059.xml"/><Relationship Id="rId98" Type="http://schemas.openxmlformats.org/officeDocument/2006/relationships/image" Target="../media/image1070.png"/><Relationship Id="rId121" Type="http://schemas.openxmlformats.org/officeDocument/2006/relationships/customXml" Target="../ink/ink1073.xml"/><Relationship Id="rId142" Type="http://schemas.openxmlformats.org/officeDocument/2006/relationships/image" Target="../media/image1092.png"/><Relationship Id="rId3" Type="http://schemas.openxmlformats.org/officeDocument/2006/relationships/customXml" Target="../ink/ink1014.xml"/><Relationship Id="rId25" Type="http://schemas.openxmlformats.org/officeDocument/2006/relationships/customXml" Target="../ink/ink1025.xml"/><Relationship Id="rId46" Type="http://schemas.openxmlformats.org/officeDocument/2006/relationships/image" Target="../media/image1045.png"/><Relationship Id="rId67" Type="http://schemas.openxmlformats.org/officeDocument/2006/relationships/customXml" Target="../ink/ink1046.xml"/><Relationship Id="rId116" Type="http://schemas.openxmlformats.org/officeDocument/2006/relationships/image" Target="../media/image1079.png"/><Relationship Id="rId137" Type="http://schemas.openxmlformats.org/officeDocument/2006/relationships/customXml" Target="../ink/ink1081.xml"/><Relationship Id="rId158" Type="http://schemas.openxmlformats.org/officeDocument/2006/relationships/image" Target="../media/image1100.png"/><Relationship Id="rId20" Type="http://schemas.openxmlformats.org/officeDocument/2006/relationships/image" Target="../media/image1032.png"/><Relationship Id="rId41" Type="http://schemas.openxmlformats.org/officeDocument/2006/relationships/customXml" Target="../ink/ink1033.xml"/><Relationship Id="rId62" Type="http://schemas.openxmlformats.org/officeDocument/2006/relationships/image" Target="../media/image1053.png"/><Relationship Id="rId83" Type="http://schemas.openxmlformats.org/officeDocument/2006/relationships/customXml" Target="../ink/ink1054.xml"/><Relationship Id="rId88" Type="http://schemas.openxmlformats.org/officeDocument/2006/relationships/image" Target="../media/image1065.png"/><Relationship Id="rId111" Type="http://schemas.openxmlformats.org/officeDocument/2006/relationships/customXml" Target="../ink/ink1068.xml"/><Relationship Id="rId132" Type="http://schemas.openxmlformats.org/officeDocument/2006/relationships/image" Target="../media/image1087.png"/><Relationship Id="rId153" Type="http://schemas.openxmlformats.org/officeDocument/2006/relationships/customXml" Target="../ink/ink1089.xml"/><Relationship Id="rId15" Type="http://schemas.openxmlformats.org/officeDocument/2006/relationships/customXml" Target="../ink/ink1020.xml"/><Relationship Id="rId36" Type="http://schemas.openxmlformats.org/officeDocument/2006/relationships/image" Target="../media/image1040.png"/><Relationship Id="rId57" Type="http://schemas.openxmlformats.org/officeDocument/2006/relationships/customXml" Target="../ink/ink1041.xml"/><Relationship Id="rId106" Type="http://schemas.openxmlformats.org/officeDocument/2006/relationships/image" Target="../media/image1074.png"/><Relationship Id="rId127" Type="http://schemas.openxmlformats.org/officeDocument/2006/relationships/customXml" Target="../ink/ink1076.xml"/><Relationship Id="rId10" Type="http://schemas.openxmlformats.org/officeDocument/2006/relationships/image" Target="../media/image1027.png"/><Relationship Id="rId31" Type="http://schemas.openxmlformats.org/officeDocument/2006/relationships/customXml" Target="../ink/ink1028.xml"/><Relationship Id="rId52" Type="http://schemas.openxmlformats.org/officeDocument/2006/relationships/image" Target="../media/image1048.png"/><Relationship Id="rId73" Type="http://schemas.openxmlformats.org/officeDocument/2006/relationships/customXml" Target="../ink/ink1049.xml"/><Relationship Id="rId78" Type="http://schemas.openxmlformats.org/officeDocument/2006/relationships/image" Target="../media/image1061.png"/><Relationship Id="rId94" Type="http://schemas.openxmlformats.org/officeDocument/2006/relationships/image" Target="../media/image1068.png"/><Relationship Id="rId99" Type="http://schemas.openxmlformats.org/officeDocument/2006/relationships/customXml" Target="../ink/ink1062.xml"/><Relationship Id="rId101" Type="http://schemas.openxmlformats.org/officeDocument/2006/relationships/customXml" Target="../ink/ink1063.xml"/><Relationship Id="rId122" Type="http://schemas.openxmlformats.org/officeDocument/2006/relationships/image" Target="../media/image1082.png"/><Relationship Id="rId143" Type="http://schemas.openxmlformats.org/officeDocument/2006/relationships/customXml" Target="../ink/ink1084.xml"/><Relationship Id="rId148" Type="http://schemas.openxmlformats.org/officeDocument/2006/relationships/image" Target="../media/image1095.png"/><Relationship Id="rId4" Type="http://schemas.openxmlformats.org/officeDocument/2006/relationships/image" Target="../media/image1024.png"/><Relationship Id="rId9" Type="http://schemas.openxmlformats.org/officeDocument/2006/relationships/customXml" Target="../ink/ink1017.xml"/><Relationship Id="rId26" Type="http://schemas.openxmlformats.org/officeDocument/2006/relationships/image" Target="../media/image1035.png"/><Relationship Id="rId47" Type="http://schemas.openxmlformats.org/officeDocument/2006/relationships/customXml" Target="../ink/ink1036.xml"/><Relationship Id="rId68" Type="http://schemas.openxmlformats.org/officeDocument/2006/relationships/image" Target="../media/image1056.png"/><Relationship Id="rId89" Type="http://schemas.openxmlformats.org/officeDocument/2006/relationships/customXml" Target="../ink/ink1057.xml"/><Relationship Id="rId112" Type="http://schemas.openxmlformats.org/officeDocument/2006/relationships/image" Target="../media/image1077.png"/><Relationship Id="rId133" Type="http://schemas.openxmlformats.org/officeDocument/2006/relationships/customXml" Target="../ink/ink1079.xml"/><Relationship Id="rId154" Type="http://schemas.openxmlformats.org/officeDocument/2006/relationships/image" Target="../media/image1098.png"/><Relationship Id="rId16" Type="http://schemas.openxmlformats.org/officeDocument/2006/relationships/image" Target="../media/image1030.png"/><Relationship Id="rId37" Type="http://schemas.openxmlformats.org/officeDocument/2006/relationships/customXml" Target="../ink/ink1031.xml"/><Relationship Id="rId58" Type="http://schemas.openxmlformats.org/officeDocument/2006/relationships/image" Target="../media/image1051.png"/><Relationship Id="rId79" Type="http://schemas.openxmlformats.org/officeDocument/2006/relationships/customXml" Target="../ink/ink1052.xml"/><Relationship Id="rId102" Type="http://schemas.openxmlformats.org/officeDocument/2006/relationships/image" Target="../media/image1072.png"/><Relationship Id="rId123" Type="http://schemas.openxmlformats.org/officeDocument/2006/relationships/customXml" Target="../ink/ink1074.xml"/><Relationship Id="rId144" Type="http://schemas.openxmlformats.org/officeDocument/2006/relationships/image" Target="../media/image1093.png"/><Relationship Id="rId90" Type="http://schemas.openxmlformats.org/officeDocument/2006/relationships/image" Target="../media/image1066.png"/><Relationship Id="rId27" Type="http://schemas.openxmlformats.org/officeDocument/2006/relationships/customXml" Target="../ink/ink1026.xml"/><Relationship Id="rId48" Type="http://schemas.openxmlformats.org/officeDocument/2006/relationships/image" Target="../media/image1046.png"/><Relationship Id="rId69" Type="http://schemas.openxmlformats.org/officeDocument/2006/relationships/customXml" Target="../ink/ink1047.xml"/><Relationship Id="rId113" Type="http://schemas.openxmlformats.org/officeDocument/2006/relationships/customXml" Target="../ink/ink1069.xml"/><Relationship Id="rId134" Type="http://schemas.openxmlformats.org/officeDocument/2006/relationships/image" Target="../media/image108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49.xml"/><Relationship Id="rId21" Type="http://schemas.openxmlformats.org/officeDocument/2006/relationships/customXml" Target="../ink/ink1101.xml"/><Relationship Id="rId42" Type="http://schemas.openxmlformats.org/officeDocument/2006/relationships/image" Target="../media/image1120.png"/><Relationship Id="rId63" Type="http://schemas.openxmlformats.org/officeDocument/2006/relationships/customXml" Target="../ink/ink1122.xml"/><Relationship Id="rId84" Type="http://schemas.openxmlformats.org/officeDocument/2006/relationships/image" Target="../media/image1141.png"/><Relationship Id="rId138" Type="http://schemas.openxmlformats.org/officeDocument/2006/relationships/image" Target="../media/image1168.png"/><Relationship Id="rId159" Type="http://schemas.openxmlformats.org/officeDocument/2006/relationships/customXml" Target="../ink/ink1170.xml"/><Relationship Id="rId170" Type="http://schemas.openxmlformats.org/officeDocument/2006/relationships/image" Target="../media/image1184.png"/><Relationship Id="rId191" Type="http://schemas.openxmlformats.org/officeDocument/2006/relationships/customXml" Target="../ink/ink1186.xml"/><Relationship Id="rId205" Type="http://schemas.openxmlformats.org/officeDocument/2006/relationships/customXml" Target="../ink/ink1193.xml"/><Relationship Id="rId226" Type="http://schemas.openxmlformats.org/officeDocument/2006/relationships/image" Target="../media/image1212.png"/><Relationship Id="rId247" Type="http://schemas.openxmlformats.org/officeDocument/2006/relationships/customXml" Target="../ink/ink1214.xml"/><Relationship Id="rId107" Type="http://schemas.openxmlformats.org/officeDocument/2006/relationships/customXml" Target="../ink/ink1144.xml"/><Relationship Id="rId11" Type="http://schemas.openxmlformats.org/officeDocument/2006/relationships/customXml" Target="../ink/ink1096.xml"/><Relationship Id="rId32" Type="http://schemas.openxmlformats.org/officeDocument/2006/relationships/image" Target="../media/image1115.png"/><Relationship Id="rId53" Type="http://schemas.openxmlformats.org/officeDocument/2006/relationships/customXml" Target="../ink/ink1117.xml"/><Relationship Id="rId74" Type="http://schemas.openxmlformats.org/officeDocument/2006/relationships/image" Target="../media/image1136.png"/><Relationship Id="rId128" Type="http://schemas.openxmlformats.org/officeDocument/2006/relationships/image" Target="../media/image1163.png"/><Relationship Id="rId149" Type="http://schemas.openxmlformats.org/officeDocument/2006/relationships/customXml" Target="../ink/ink1165.xml"/><Relationship Id="rId5" Type="http://schemas.openxmlformats.org/officeDocument/2006/relationships/customXml" Target="../ink/ink1093.xml"/><Relationship Id="rId95" Type="http://schemas.openxmlformats.org/officeDocument/2006/relationships/customXml" Target="../ink/ink1138.xml"/><Relationship Id="rId160" Type="http://schemas.openxmlformats.org/officeDocument/2006/relationships/image" Target="../media/image1179.png"/><Relationship Id="rId181" Type="http://schemas.openxmlformats.org/officeDocument/2006/relationships/customXml" Target="../ink/ink1181.xml"/><Relationship Id="rId216" Type="http://schemas.openxmlformats.org/officeDocument/2006/relationships/image" Target="../media/image1207.png"/><Relationship Id="rId237" Type="http://schemas.openxmlformats.org/officeDocument/2006/relationships/customXml" Target="../ink/ink1209.xml"/><Relationship Id="rId22" Type="http://schemas.openxmlformats.org/officeDocument/2006/relationships/image" Target="../media/image1110.png"/><Relationship Id="rId43" Type="http://schemas.openxmlformats.org/officeDocument/2006/relationships/customXml" Target="../ink/ink1112.xml"/><Relationship Id="rId64" Type="http://schemas.openxmlformats.org/officeDocument/2006/relationships/image" Target="../media/image1131.png"/><Relationship Id="rId118" Type="http://schemas.openxmlformats.org/officeDocument/2006/relationships/image" Target="../media/image1158.png"/><Relationship Id="rId139" Type="http://schemas.openxmlformats.org/officeDocument/2006/relationships/customXml" Target="../ink/ink1160.xml"/><Relationship Id="rId85" Type="http://schemas.openxmlformats.org/officeDocument/2006/relationships/customXml" Target="../ink/ink1133.xml"/><Relationship Id="rId150" Type="http://schemas.openxmlformats.org/officeDocument/2006/relationships/image" Target="../media/image1174.png"/><Relationship Id="rId171" Type="http://schemas.openxmlformats.org/officeDocument/2006/relationships/customXml" Target="../ink/ink1176.xml"/><Relationship Id="rId192" Type="http://schemas.openxmlformats.org/officeDocument/2006/relationships/image" Target="../media/image1195.png"/><Relationship Id="rId206" Type="http://schemas.openxmlformats.org/officeDocument/2006/relationships/image" Target="../media/image1202.png"/><Relationship Id="rId227" Type="http://schemas.openxmlformats.org/officeDocument/2006/relationships/customXml" Target="../ink/ink1204.xml"/><Relationship Id="rId248" Type="http://schemas.openxmlformats.org/officeDocument/2006/relationships/image" Target="../media/image1222.png"/><Relationship Id="rId12" Type="http://schemas.openxmlformats.org/officeDocument/2006/relationships/image" Target="../media/image1105.png"/><Relationship Id="rId33" Type="http://schemas.openxmlformats.org/officeDocument/2006/relationships/customXml" Target="../ink/ink1107.xml"/><Relationship Id="rId108" Type="http://schemas.openxmlformats.org/officeDocument/2006/relationships/image" Target="../media/image1153.png"/><Relationship Id="rId129" Type="http://schemas.openxmlformats.org/officeDocument/2006/relationships/customXml" Target="../ink/ink1155.xml"/><Relationship Id="rId54" Type="http://schemas.openxmlformats.org/officeDocument/2006/relationships/image" Target="../media/image1126.png"/><Relationship Id="rId75" Type="http://schemas.openxmlformats.org/officeDocument/2006/relationships/customXml" Target="../ink/ink1128.xml"/><Relationship Id="rId96" Type="http://schemas.openxmlformats.org/officeDocument/2006/relationships/image" Target="../media/image1147.png"/><Relationship Id="rId140" Type="http://schemas.openxmlformats.org/officeDocument/2006/relationships/image" Target="../media/image1169.png"/><Relationship Id="rId161" Type="http://schemas.openxmlformats.org/officeDocument/2006/relationships/customXml" Target="../ink/ink1171.xml"/><Relationship Id="rId182" Type="http://schemas.openxmlformats.org/officeDocument/2006/relationships/image" Target="../media/image1190.png"/><Relationship Id="rId217" Type="http://schemas.openxmlformats.org/officeDocument/2006/relationships/customXml" Target="../ink/ink1199.xml"/><Relationship Id="rId6" Type="http://schemas.openxmlformats.org/officeDocument/2006/relationships/image" Target="../media/image1102.png"/><Relationship Id="rId238" Type="http://schemas.openxmlformats.org/officeDocument/2006/relationships/image" Target="../media/image1218.png"/><Relationship Id="rId23" Type="http://schemas.openxmlformats.org/officeDocument/2006/relationships/customXml" Target="../ink/ink1102.xml"/><Relationship Id="rId119" Type="http://schemas.openxmlformats.org/officeDocument/2006/relationships/customXml" Target="../ink/ink1150.xml"/><Relationship Id="rId44" Type="http://schemas.openxmlformats.org/officeDocument/2006/relationships/image" Target="../media/image1121.png"/><Relationship Id="rId65" Type="http://schemas.openxmlformats.org/officeDocument/2006/relationships/customXml" Target="../ink/ink1123.xml"/><Relationship Id="rId86" Type="http://schemas.openxmlformats.org/officeDocument/2006/relationships/image" Target="../media/image1142.png"/><Relationship Id="rId130" Type="http://schemas.openxmlformats.org/officeDocument/2006/relationships/image" Target="../media/image1164.png"/><Relationship Id="rId151" Type="http://schemas.openxmlformats.org/officeDocument/2006/relationships/customXml" Target="../ink/ink1166.xml"/><Relationship Id="rId172" Type="http://schemas.openxmlformats.org/officeDocument/2006/relationships/image" Target="../media/image1185.png"/><Relationship Id="rId193" Type="http://schemas.openxmlformats.org/officeDocument/2006/relationships/customXml" Target="../ink/ink1187.xml"/><Relationship Id="rId207" Type="http://schemas.openxmlformats.org/officeDocument/2006/relationships/customXml" Target="../ink/ink1194.xml"/><Relationship Id="rId228" Type="http://schemas.openxmlformats.org/officeDocument/2006/relationships/image" Target="../media/image1213.png"/><Relationship Id="rId249" Type="http://schemas.openxmlformats.org/officeDocument/2006/relationships/customXml" Target="../ink/ink1215.xml"/><Relationship Id="rId13" Type="http://schemas.openxmlformats.org/officeDocument/2006/relationships/customXml" Target="../ink/ink1097.xml"/><Relationship Id="rId109" Type="http://schemas.openxmlformats.org/officeDocument/2006/relationships/customXml" Target="../ink/ink1145.xml"/><Relationship Id="rId34" Type="http://schemas.openxmlformats.org/officeDocument/2006/relationships/image" Target="../media/image1116.png"/><Relationship Id="rId55" Type="http://schemas.openxmlformats.org/officeDocument/2006/relationships/customXml" Target="../ink/ink1118.xml"/><Relationship Id="rId76" Type="http://schemas.openxmlformats.org/officeDocument/2006/relationships/image" Target="../media/image1137.png"/><Relationship Id="rId97" Type="http://schemas.openxmlformats.org/officeDocument/2006/relationships/customXml" Target="../ink/ink1139.xml"/><Relationship Id="rId120" Type="http://schemas.openxmlformats.org/officeDocument/2006/relationships/image" Target="../media/image1159.png"/><Relationship Id="rId141" Type="http://schemas.openxmlformats.org/officeDocument/2006/relationships/customXml" Target="../ink/ink1161.xml"/><Relationship Id="rId7" Type="http://schemas.openxmlformats.org/officeDocument/2006/relationships/customXml" Target="../ink/ink1094.xml"/><Relationship Id="rId162" Type="http://schemas.openxmlformats.org/officeDocument/2006/relationships/image" Target="../media/image1180.png"/><Relationship Id="rId183" Type="http://schemas.openxmlformats.org/officeDocument/2006/relationships/customXml" Target="../ink/ink1182.xml"/><Relationship Id="rId218" Type="http://schemas.openxmlformats.org/officeDocument/2006/relationships/image" Target="../media/image1208.png"/><Relationship Id="rId239" Type="http://schemas.openxmlformats.org/officeDocument/2006/relationships/customXml" Target="../ink/ink1210.xml"/><Relationship Id="rId250" Type="http://schemas.openxmlformats.org/officeDocument/2006/relationships/image" Target="../media/image1223.png"/><Relationship Id="rId24" Type="http://schemas.openxmlformats.org/officeDocument/2006/relationships/image" Target="../media/image1111.png"/><Relationship Id="rId45" Type="http://schemas.openxmlformats.org/officeDocument/2006/relationships/customXml" Target="../ink/ink1113.xml"/><Relationship Id="rId66" Type="http://schemas.openxmlformats.org/officeDocument/2006/relationships/image" Target="../media/image1132.png"/><Relationship Id="rId87" Type="http://schemas.openxmlformats.org/officeDocument/2006/relationships/customXml" Target="../ink/ink1134.xml"/><Relationship Id="rId110" Type="http://schemas.openxmlformats.org/officeDocument/2006/relationships/image" Target="../media/image1154.png"/><Relationship Id="rId131" Type="http://schemas.openxmlformats.org/officeDocument/2006/relationships/customXml" Target="../ink/ink1156.xml"/><Relationship Id="rId152" Type="http://schemas.openxmlformats.org/officeDocument/2006/relationships/image" Target="../media/image1175.png"/><Relationship Id="rId173" Type="http://schemas.openxmlformats.org/officeDocument/2006/relationships/customXml" Target="../ink/ink1177.xml"/><Relationship Id="rId194" Type="http://schemas.openxmlformats.org/officeDocument/2006/relationships/image" Target="../media/image1196.png"/><Relationship Id="rId208" Type="http://schemas.openxmlformats.org/officeDocument/2006/relationships/image" Target="../media/image1203.png"/><Relationship Id="rId229" Type="http://schemas.openxmlformats.org/officeDocument/2006/relationships/customXml" Target="../ink/ink1205.xml"/><Relationship Id="rId240" Type="http://schemas.openxmlformats.org/officeDocument/2006/relationships/image" Target="../media/image587.png"/><Relationship Id="rId14" Type="http://schemas.openxmlformats.org/officeDocument/2006/relationships/image" Target="../media/image1106.png"/><Relationship Id="rId35" Type="http://schemas.openxmlformats.org/officeDocument/2006/relationships/customXml" Target="../ink/ink1108.xml"/><Relationship Id="rId56" Type="http://schemas.openxmlformats.org/officeDocument/2006/relationships/image" Target="../media/image1127.png"/><Relationship Id="rId77" Type="http://schemas.openxmlformats.org/officeDocument/2006/relationships/customXml" Target="../ink/ink1129.xml"/><Relationship Id="rId100" Type="http://schemas.openxmlformats.org/officeDocument/2006/relationships/image" Target="../media/image1149.png"/><Relationship Id="rId8" Type="http://schemas.openxmlformats.org/officeDocument/2006/relationships/image" Target="../media/image1103.png"/><Relationship Id="rId98" Type="http://schemas.openxmlformats.org/officeDocument/2006/relationships/image" Target="../media/image1148.png"/><Relationship Id="rId121" Type="http://schemas.openxmlformats.org/officeDocument/2006/relationships/customXml" Target="../ink/ink1151.xml"/><Relationship Id="rId142" Type="http://schemas.openxmlformats.org/officeDocument/2006/relationships/image" Target="../media/image1170.png"/><Relationship Id="rId163" Type="http://schemas.openxmlformats.org/officeDocument/2006/relationships/customXml" Target="../ink/ink1172.xml"/><Relationship Id="rId184" Type="http://schemas.openxmlformats.org/officeDocument/2006/relationships/image" Target="../media/image1191.png"/><Relationship Id="rId219" Type="http://schemas.openxmlformats.org/officeDocument/2006/relationships/customXml" Target="../ink/ink1200.xml"/><Relationship Id="rId230" Type="http://schemas.openxmlformats.org/officeDocument/2006/relationships/image" Target="../media/image1214.png"/><Relationship Id="rId251" Type="http://schemas.openxmlformats.org/officeDocument/2006/relationships/customXml" Target="../ink/ink1216.xml"/><Relationship Id="rId25" Type="http://schemas.openxmlformats.org/officeDocument/2006/relationships/customXml" Target="../ink/ink1103.xml"/><Relationship Id="rId46" Type="http://schemas.openxmlformats.org/officeDocument/2006/relationships/image" Target="../media/image1122.png"/><Relationship Id="rId67" Type="http://schemas.openxmlformats.org/officeDocument/2006/relationships/customXml" Target="../ink/ink1124.xml"/><Relationship Id="rId88" Type="http://schemas.openxmlformats.org/officeDocument/2006/relationships/image" Target="../media/image1143.png"/><Relationship Id="rId111" Type="http://schemas.openxmlformats.org/officeDocument/2006/relationships/customXml" Target="../ink/ink1146.xml"/><Relationship Id="rId132" Type="http://schemas.openxmlformats.org/officeDocument/2006/relationships/image" Target="../media/image1165.png"/><Relationship Id="rId153" Type="http://schemas.openxmlformats.org/officeDocument/2006/relationships/customXml" Target="../ink/ink1167.xml"/><Relationship Id="rId174" Type="http://schemas.openxmlformats.org/officeDocument/2006/relationships/image" Target="../media/image1186.png"/><Relationship Id="rId195" Type="http://schemas.openxmlformats.org/officeDocument/2006/relationships/customXml" Target="../ink/ink1188.xml"/><Relationship Id="rId209" Type="http://schemas.openxmlformats.org/officeDocument/2006/relationships/customXml" Target="../ink/ink1195.xml"/><Relationship Id="rId220" Type="http://schemas.openxmlformats.org/officeDocument/2006/relationships/image" Target="../media/image1209.png"/><Relationship Id="rId241" Type="http://schemas.openxmlformats.org/officeDocument/2006/relationships/customXml" Target="../ink/ink1211.xml"/><Relationship Id="rId15" Type="http://schemas.openxmlformats.org/officeDocument/2006/relationships/customXml" Target="../ink/ink1098.xml"/><Relationship Id="rId36" Type="http://schemas.openxmlformats.org/officeDocument/2006/relationships/image" Target="../media/image1117.png"/><Relationship Id="rId57" Type="http://schemas.openxmlformats.org/officeDocument/2006/relationships/customXml" Target="../ink/ink1119.xml"/><Relationship Id="rId78" Type="http://schemas.openxmlformats.org/officeDocument/2006/relationships/image" Target="../media/image1138.png"/><Relationship Id="rId99" Type="http://schemas.openxmlformats.org/officeDocument/2006/relationships/customXml" Target="../ink/ink1140.xml"/><Relationship Id="rId101" Type="http://schemas.openxmlformats.org/officeDocument/2006/relationships/customXml" Target="../ink/ink1141.xml"/><Relationship Id="rId122" Type="http://schemas.openxmlformats.org/officeDocument/2006/relationships/image" Target="../media/image1160.png"/><Relationship Id="rId143" Type="http://schemas.openxmlformats.org/officeDocument/2006/relationships/customXml" Target="../ink/ink1162.xml"/><Relationship Id="rId164" Type="http://schemas.openxmlformats.org/officeDocument/2006/relationships/image" Target="../media/image1181.png"/><Relationship Id="rId185" Type="http://schemas.openxmlformats.org/officeDocument/2006/relationships/customXml" Target="../ink/ink1183.xml"/><Relationship Id="rId4" Type="http://schemas.openxmlformats.org/officeDocument/2006/relationships/image" Target="../media/image1101.png"/><Relationship Id="rId9" Type="http://schemas.openxmlformats.org/officeDocument/2006/relationships/customXml" Target="../ink/ink1095.xml"/><Relationship Id="rId180" Type="http://schemas.openxmlformats.org/officeDocument/2006/relationships/image" Target="../media/image1189.png"/><Relationship Id="rId210" Type="http://schemas.openxmlformats.org/officeDocument/2006/relationships/image" Target="../media/image1204.png"/><Relationship Id="rId215" Type="http://schemas.openxmlformats.org/officeDocument/2006/relationships/customXml" Target="../ink/ink1198.xml"/><Relationship Id="rId236" Type="http://schemas.openxmlformats.org/officeDocument/2006/relationships/image" Target="../media/image1217.png"/><Relationship Id="rId26" Type="http://schemas.openxmlformats.org/officeDocument/2006/relationships/image" Target="../media/image1112.png"/><Relationship Id="rId231" Type="http://schemas.openxmlformats.org/officeDocument/2006/relationships/customXml" Target="../ink/ink1206.xml"/><Relationship Id="rId252" Type="http://schemas.openxmlformats.org/officeDocument/2006/relationships/image" Target="../media/image1224.png"/><Relationship Id="rId47" Type="http://schemas.openxmlformats.org/officeDocument/2006/relationships/customXml" Target="../ink/ink1114.xml"/><Relationship Id="rId68" Type="http://schemas.openxmlformats.org/officeDocument/2006/relationships/image" Target="../media/image1133.png"/><Relationship Id="rId89" Type="http://schemas.openxmlformats.org/officeDocument/2006/relationships/customXml" Target="../ink/ink1135.xml"/><Relationship Id="rId112" Type="http://schemas.openxmlformats.org/officeDocument/2006/relationships/image" Target="../media/image1155.png"/><Relationship Id="rId133" Type="http://schemas.openxmlformats.org/officeDocument/2006/relationships/customXml" Target="../ink/ink1157.xml"/><Relationship Id="rId154" Type="http://schemas.openxmlformats.org/officeDocument/2006/relationships/image" Target="../media/image1176.png"/><Relationship Id="rId175" Type="http://schemas.openxmlformats.org/officeDocument/2006/relationships/customXml" Target="../ink/ink1178.xml"/><Relationship Id="rId196" Type="http://schemas.openxmlformats.org/officeDocument/2006/relationships/image" Target="../media/image1197.png"/><Relationship Id="rId200" Type="http://schemas.openxmlformats.org/officeDocument/2006/relationships/image" Target="../media/image1199.png"/><Relationship Id="rId16" Type="http://schemas.openxmlformats.org/officeDocument/2006/relationships/image" Target="../media/image1107.png"/><Relationship Id="rId221" Type="http://schemas.openxmlformats.org/officeDocument/2006/relationships/customXml" Target="../ink/ink1201.xml"/><Relationship Id="rId242" Type="http://schemas.openxmlformats.org/officeDocument/2006/relationships/image" Target="../media/image1219.png"/><Relationship Id="rId37" Type="http://schemas.openxmlformats.org/officeDocument/2006/relationships/customXml" Target="../ink/ink1109.xml"/><Relationship Id="rId58" Type="http://schemas.openxmlformats.org/officeDocument/2006/relationships/image" Target="../media/image1128.png"/><Relationship Id="rId79" Type="http://schemas.openxmlformats.org/officeDocument/2006/relationships/customXml" Target="../ink/ink1130.xml"/><Relationship Id="rId102" Type="http://schemas.openxmlformats.org/officeDocument/2006/relationships/image" Target="../media/image1150.png"/><Relationship Id="rId123" Type="http://schemas.openxmlformats.org/officeDocument/2006/relationships/customXml" Target="../ink/ink1152.xml"/><Relationship Id="rId144" Type="http://schemas.openxmlformats.org/officeDocument/2006/relationships/image" Target="../media/image1171.png"/><Relationship Id="rId90" Type="http://schemas.openxmlformats.org/officeDocument/2006/relationships/image" Target="../media/image1144.png"/><Relationship Id="rId165" Type="http://schemas.openxmlformats.org/officeDocument/2006/relationships/customXml" Target="../ink/ink1173.xml"/><Relationship Id="rId186" Type="http://schemas.openxmlformats.org/officeDocument/2006/relationships/image" Target="../media/image1192.png"/><Relationship Id="rId211" Type="http://schemas.openxmlformats.org/officeDocument/2006/relationships/customXml" Target="../ink/ink1196.xml"/><Relationship Id="rId232" Type="http://schemas.openxmlformats.org/officeDocument/2006/relationships/image" Target="../media/image1215.png"/><Relationship Id="rId27" Type="http://schemas.openxmlformats.org/officeDocument/2006/relationships/customXml" Target="../ink/ink1104.xml"/><Relationship Id="rId48" Type="http://schemas.openxmlformats.org/officeDocument/2006/relationships/image" Target="../media/image1123.png"/><Relationship Id="rId69" Type="http://schemas.openxmlformats.org/officeDocument/2006/relationships/customXml" Target="../ink/ink1125.xml"/><Relationship Id="rId113" Type="http://schemas.openxmlformats.org/officeDocument/2006/relationships/customXml" Target="../ink/ink1147.xml"/><Relationship Id="rId134" Type="http://schemas.openxmlformats.org/officeDocument/2006/relationships/image" Target="../media/image1166.png"/><Relationship Id="rId80" Type="http://schemas.openxmlformats.org/officeDocument/2006/relationships/image" Target="../media/image1139.png"/><Relationship Id="rId155" Type="http://schemas.openxmlformats.org/officeDocument/2006/relationships/customXml" Target="../ink/ink1168.xml"/><Relationship Id="rId176" Type="http://schemas.openxmlformats.org/officeDocument/2006/relationships/image" Target="../media/image1187.png"/><Relationship Id="rId197" Type="http://schemas.openxmlformats.org/officeDocument/2006/relationships/customXml" Target="../ink/ink1189.xml"/><Relationship Id="rId201" Type="http://schemas.openxmlformats.org/officeDocument/2006/relationships/customXml" Target="../ink/ink1191.xml"/><Relationship Id="rId222" Type="http://schemas.openxmlformats.org/officeDocument/2006/relationships/image" Target="../media/image1210.png"/><Relationship Id="rId243" Type="http://schemas.openxmlformats.org/officeDocument/2006/relationships/customXml" Target="../ink/ink1212.xml"/><Relationship Id="rId17" Type="http://schemas.openxmlformats.org/officeDocument/2006/relationships/customXml" Target="../ink/ink1099.xml"/><Relationship Id="rId38" Type="http://schemas.openxmlformats.org/officeDocument/2006/relationships/image" Target="../media/image1118.png"/><Relationship Id="rId59" Type="http://schemas.openxmlformats.org/officeDocument/2006/relationships/customXml" Target="../ink/ink1120.xml"/><Relationship Id="rId103" Type="http://schemas.openxmlformats.org/officeDocument/2006/relationships/customXml" Target="../ink/ink1142.xml"/><Relationship Id="rId124" Type="http://schemas.openxmlformats.org/officeDocument/2006/relationships/image" Target="../media/image1161.png"/><Relationship Id="rId70" Type="http://schemas.openxmlformats.org/officeDocument/2006/relationships/image" Target="../media/image1134.png"/><Relationship Id="rId91" Type="http://schemas.openxmlformats.org/officeDocument/2006/relationships/customXml" Target="../ink/ink1136.xml"/><Relationship Id="rId145" Type="http://schemas.openxmlformats.org/officeDocument/2006/relationships/customXml" Target="../ink/ink1163.xml"/><Relationship Id="rId166" Type="http://schemas.openxmlformats.org/officeDocument/2006/relationships/image" Target="../media/image1182.png"/><Relationship Id="rId187" Type="http://schemas.openxmlformats.org/officeDocument/2006/relationships/customXml" Target="../ink/ink1184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205.png"/><Relationship Id="rId233" Type="http://schemas.openxmlformats.org/officeDocument/2006/relationships/customXml" Target="../ink/ink1207.xml"/><Relationship Id="rId28" Type="http://schemas.openxmlformats.org/officeDocument/2006/relationships/image" Target="../media/image1113.png"/><Relationship Id="rId49" Type="http://schemas.openxmlformats.org/officeDocument/2006/relationships/customXml" Target="../ink/ink1115.xml"/><Relationship Id="rId114" Type="http://schemas.openxmlformats.org/officeDocument/2006/relationships/image" Target="../media/image1156.png"/><Relationship Id="rId60" Type="http://schemas.openxmlformats.org/officeDocument/2006/relationships/image" Target="../media/image1129.png"/><Relationship Id="rId81" Type="http://schemas.openxmlformats.org/officeDocument/2006/relationships/customXml" Target="../ink/ink1131.xml"/><Relationship Id="rId135" Type="http://schemas.openxmlformats.org/officeDocument/2006/relationships/customXml" Target="../ink/ink1158.xml"/><Relationship Id="rId156" Type="http://schemas.openxmlformats.org/officeDocument/2006/relationships/image" Target="../media/image1177.png"/><Relationship Id="rId177" Type="http://schemas.openxmlformats.org/officeDocument/2006/relationships/customXml" Target="../ink/ink1179.xml"/><Relationship Id="rId198" Type="http://schemas.openxmlformats.org/officeDocument/2006/relationships/image" Target="../media/image1198.png"/><Relationship Id="rId202" Type="http://schemas.openxmlformats.org/officeDocument/2006/relationships/image" Target="../media/image1200.png"/><Relationship Id="rId223" Type="http://schemas.openxmlformats.org/officeDocument/2006/relationships/customXml" Target="../ink/ink1202.xml"/><Relationship Id="rId244" Type="http://schemas.openxmlformats.org/officeDocument/2006/relationships/image" Target="../media/image1220.png"/><Relationship Id="rId18" Type="http://schemas.openxmlformats.org/officeDocument/2006/relationships/image" Target="../media/image1108.png"/><Relationship Id="rId39" Type="http://schemas.openxmlformats.org/officeDocument/2006/relationships/customXml" Target="../ink/ink1110.xml"/><Relationship Id="rId50" Type="http://schemas.openxmlformats.org/officeDocument/2006/relationships/image" Target="../media/image1124.png"/><Relationship Id="rId104" Type="http://schemas.openxmlformats.org/officeDocument/2006/relationships/image" Target="../media/image1151.png"/><Relationship Id="rId125" Type="http://schemas.openxmlformats.org/officeDocument/2006/relationships/customXml" Target="../ink/ink1153.xml"/><Relationship Id="rId146" Type="http://schemas.openxmlformats.org/officeDocument/2006/relationships/image" Target="../media/image1172.png"/><Relationship Id="rId167" Type="http://schemas.openxmlformats.org/officeDocument/2006/relationships/customXml" Target="../ink/ink1174.xml"/><Relationship Id="rId188" Type="http://schemas.openxmlformats.org/officeDocument/2006/relationships/image" Target="../media/image1193.png"/><Relationship Id="rId71" Type="http://schemas.openxmlformats.org/officeDocument/2006/relationships/customXml" Target="../ink/ink1126.xml"/><Relationship Id="rId92" Type="http://schemas.openxmlformats.org/officeDocument/2006/relationships/image" Target="../media/image1145.png"/><Relationship Id="rId213" Type="http://schemas.openxmlformats.org/officeDocument/2006/relationships/customXml" Target="../ink/ink1197.xml"/><Relationship Id="rId234" Type="http://schemas.openxmlformats.org/officeDocument/2006/relationships/image" Target="../media/image1216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1105.xml"/><Relationship Id="rId40" Type="http://schemas.openxmlformats.org/officeDocument/2006/relationships/image" Target="../media/image1119.png"/><Relationship Id="rId115" Type="http://schemas.openxmlformats.org/officeDocument/2006/relationships/customXml" Target="../ink/ink1148.xml"/><Relationship Id="rId136" Type="http://schemas.openxmlformats.org/officeDocument/2006/relationships/image" Target="../media/image1167.png"/><Relationship Id="rId157" Type="http://schemas.openxmlformats.org/officeDocument/2006/relationships/customXml" Target="../ink/ink1169.xml"/><Relationship Id="rId178" Type="http://schemas.openxmlformats.org/officeDocument/2006/relationships/image" Target="../media/image1188.png"/><Relationship Id="rId61" Type="http://schemas.openxmlformats.org/officeDocument/2006/relationships/customXml" Target="../ink/ink1121.xml"/><Relationship Id="rId82" Type="http://schemas.openxmlformats.org/officeDocument/2006/relationships/image" Target="../media/image1140.png"/><Relationship Id="rId199" Type="http://schemas.openxmlformats.org/officeDocument/2006/relationships/customXml" Target="../ink/ink1190.xml"/><Relationship Id="rId203" Type="http://schemas.openxmlformats.org/officeDocument/2006/relationships/customXml" Target="../ink/ink1192.xml"/><Relationship Id="rId19" Type="http://schemas.openxmlformats.org/officeDocument/2006/relationships/customXml" Target="../ink/ink1100.xml"/><Relationship Id="rId224" Type="http://schemas.openxmlformats.org/officeDocument/2006/relationships/image" Target="../media/image1211.png"/><Relationship Id="rId245" Type="http://schemas.openxmlformats.org/officeDocument/2006/relationships/customXml" Target="../ink/ink1213.xml"/><Relationship Id="rId30" Type="http://schemas.openxmlformats.org/officeDocument/2006/relationships/image" Target="../media/image1114.png"/><Relationship Id="rId105" Type="http://schemas.openxmlformats.org/officeDocument/2006/relationships/customXml" Target="../ink/ink1143.xml"/><Relationship Id="rId126" Type="http://schemas.openxmlformats.org/officeDocument/2006/relationships/image" Target="../media/image1162.png"/><Relationship Id="rId147" Type="http://schemas.openxmlformats.org/officeDocument/2006/relationships/customXml" Target="../ink/ink1164.xml"/><Relationship Id="rId168" Type="http://schemas.openxmlformats.org/officeDocument/2006/relationships/image" Target="../media/image1183.png"/><Relationship Id="rId51" Type="http://schemas.openxmlformats.org/officeDocument/2006/relationships/customXml" Target="../ink/ink1116.xml"/><Relationship Id="rId72" Type="http://schemas.openxmlformats.org/officeDocument/2006/relationships/image" Target="../media/image1135.png"/><Relationship Id="rId93" Type="http://schemas.openxmlformats.org/officeDocument/2006/relationships/customXml" Target="../ink/ink1137.xml"/><Relationship Id="rId189" Type="http://schemas.openxmlformats.org/officeDocument/2006/relationships/customXml" Target="../ink/ink1185.xml"/><Relationship Id="rId3" Type="http://schemas.openxmlformats.org/officeDocument/2006/relationships/customXml" Target="../ink/ink1092.xml"/><Relationship Id="rId214" Type="http://schemas.openxmlformats.org/officeDocument/2006/relationships/image" Target="../media/image1206.png"/><Relationship Id="rId235" Type="http://schemas.openxmlformats.org/officeDocument/2006/relationships/customXml" Target="../ink/ink1208.xml"/><Relationship Id="rId116" Type="http://schemas.openxmlformats.org/officeDocument/2006/relationships/image" Target="../media/image1157.png"/><Relationship Id="rId137" Type="http://schemas.openxmlformats.org/officeDocument/2006/relationships/customXml" Target="../ink/ink1159.xml"/><Relationship Id="rId158" Type="http://schemas.openxmlformats.org/officeDocument/2006/relationships/image" Target="../media/image1178.png"/><Relationship Id="rId20" Type="http://schemas.openxmlformats.org/officeDocument/2006/relationships/image" Target="../media/image1109.png"/><Relationship Id="rId41" Type="http://schemas.openxmlformats.org/officeDocument/2006/relationships/customXml" Target="../ink/ink1111.xml"/><Relationship Id="rId62" Type="http://schemas.openxmlformats.org/officeDocument/2006/relationships/image" Target="../media/image1130.png"/><Relationship Id="rId83" Type="http://schemas.openxmlformats.org/officeDocument/2006/relationships/customXml" Target="../ink/ink1132.xml"/><Relationship Id="rId179" Type="http://schemas.openxmlformats.org/officeDocument/2006/relationships/customXml" Target="../ink/ink1180.xml"/><Relationship Id="rId190" Type="http://schemas.openxmlformats.org/officeDocument/2006/relationships/image" Target="../media/image1194.png"/><Relationship Id="rId204" Type="http://schemas.openxmlformats.org/officeDocument/2006/relationships/image" Target="../media/image1201.png"/><Relationship Id="rId225" Type="http://schemas.openxmlformats.org/officeDocument/2006/relationships/customXml" Target="../ink/ink1203.xml"/><Relationship Id="rId246" Type="http://schemas.openxmlformats.org/officeDocument/2006/relationships/image" Target="../media/image1221.png"/><Relationship Id="rId106" Type="http://schemas.openxmlformats.org/officeDocument/2006/relationships/image" Target="../media/image1152.png"/><Relationship Id="rId127" Type="http://schemas.openxmlformats.org/officeDocument/2006/relationships/customXml" Target="../ink/ink1154.xml"/><Relationship Id="rId10" Type="http://schemas.openxmlformats.org/officeDocument/2006/relationships/image" Target="../media/image1104.png"/><Relationship Id="rId31" Type="http://schemas.openxmlformats.org/officeDocument/2006/relationships/customXml" Target="../ink/ink1106.xml"/><Relationship Id="rId52" Type="http://schemas.openxmlformats.org/officeDocument/2006/relationships/image" Target="../media/image1125.png"/><Relationship Id="rId73" Type="http://schemas.openxmlformats.org/officeDocument/2006/relationships/customXml" Target="../ink/ink1127.xml"/><Relationship Id="rId94" Type="http://schemas.openxmlformats.org/officeDocument/2006/relationships/image" Target="../media/image1146.png"/><Relationship Id="rId148" Type="http://schemas.openxmlformats.org/officeDocument/2006/relationships/image" Target="../media/image1173.png"/><Relationship Id="rId169" Type="http://schemas.openxmlformats.org/officeDocument/2006/relationships/customXml" Target="../ink/ink117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</a:t>
            </a:r>
            <a:r>
              <a:rPr lang="en-US" sz="3200" b="1">
                <a:solidFill>
                  <a:schemeClr val="bg1"/>
                </a:solidFill>
              </a:rPr>
              <a:t>, 9-22-26, 9-29-26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026103-4789-CF7F-0858-A4154A2E5C6F}"/>
                  </a:ext>
                </a:extLst>
              </p14:cNvPr>
              <p14:cNvContentPartPr/>
              <p14:nvPr/>
            </p14:nvContentPartPr>
            <p14:xfrm>
              <a:off x="4398262" y="1722056"/>
              <a:ext cx="632160" cy="2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026103-4789-CF7F-0858-A4154A2E5C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9622" y="1713416"/>
                <a:ext cx="6498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08CC873-7E71-B203-0CB0-59CBA0F66FDF}"/>
              </a:ext>
            </a:extLst>
          </p:cNvPr>
          <p:cNvGrpSpPr/>
          <p:nvPr/>
        </p:nvGrpSpPr>
        <p:grpSpPr>
          <a:xfrm>
            <a:off x="8312902" y="2005016"/>
            <a:ext cx="2856960" cy="50760"/>
            <a:chOff x="8312902" y="2005016"/>
            <a:chExt cx="2856960" cy="5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FD0185-2D1B-0A7E-67DF-67274F2ED595}"/>
                    </a:ext>
                  </a:extLst>
                </p14:cNvPr>
                <p14:cNvContentPartPr/>
                <p14:nvPr/>
              </p14:nvContentPartPr>
              <p14:xfrm>
                <a:off x="8312902" y="2011496"/>
                <a:ext cx="772560" cy="1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FD0185-2D1B-0A7E-67DF-67274F2ED59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04262" y="2002496"/>
                  <a:ext cx="790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AD0D3F-B3F7-C0A6-6C6D-28BBE2D57D2C}"/>
                    </a:ext>
                  </a:extLst>
                </p14:cNvPr>
                <p14:cNvContentPartPr/>
                <p14:nvPr/>
              </p14:nvContentPartPr>
              <p14:xfrm>
                <a:off x="9330262" y="2035976"/>
                <a:ext cx="584640" cy="19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AD0D3F-B3F7-C0A6-6C6D-28BBE2D57D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21622" y="2026976"/>
                  <a:ext cx="60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A20A36-3700-6CA9-56CD-F594034AFE04}"/>
                    </a:ext>
                  </a:extLst>
                </p14:cNvPr>
                <p14:cNvContentPartPr/>
                <p14:nvPr/>
              </p14:nvContentPartPr>
              <p14:xfrm>
                <a:off x="10291822" y="2005016"/>
                <a:ext cx="878040" cy="36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A20A36-3700-6CA9-56CD-F594034AFE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82822" y="1996016"/>
                  <a:ext cx="8956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82C8E1-EC24-9C6D-5A2A-A2AECAA0C8C5}"/>
              </a:ext>
            </a:extLst>
          </p:cNvPr>
          <p:cNvGrpSpPr/>
          <p:nvPr/>
        </p:nvGrpSpPr>
        <p:grpSpPr>
          <a:xfrm>
            <a:off x="2822902" y="2301296"/>
            <a:ext cx="1733400" cy="38520"/>
            <a:chOff x="2822902" y="2301296"/>
            <a:chExt cx="17334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3AC3BC-5D7F-672E-2851-C81251DCD853}"/>
                    </a:ext>
                  </a:extLst>
                </p14:cNvPr>
                <p14:cNvContentPartPr/>
                <p14:nvPr/>
              </p14:nvContentPartPr>
              <p14:xfrm>
                <a:off x="2892382" y="2306696"/>
                <a:ext cx="1663920" cy="3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3AC3BC-5D7F-672E-2851-C81251DCD8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83382" y="2297696"/>
                  <a:ext cx="1681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B76C73A-AB4E-A94A-764C-82804788E1A6}"/>
                    </a:ext>
                  </a:extLst>
                </p14:cNvPr>
                <p14:cNvContentPartPr/>
                <p14:nvPr/>
              </p14:nvContentPartPr>
              <p14:xfrm>
                <a:off x="2822902" y="2301296"/>
                <a:ext cx="1695960" cy="3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B76C73A-AB4E-A94A-764C-82804788E1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13902" y="2292656"/>
                  <a:ext cx="1713600" cy="5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F170F9-E5A7-74AD-6B09-A91E9A29F9F6}"/>
                  </a:ext>
                </a:extLst>
              </p14:cNvPr>
              <p14:cNvContentPartPr/>
              <p14:nvPr/>
            </p14:nvContentPartPr>
            <p14:xfrm>
              <a:off x="1068982" y="2817176"/>
              <a:ext cx="2412000" cy="32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F170F9-E5A7-74AD-6B09-A91E9A29F9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982" y="2808536"/>
                <a:ext cx="242964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A5797C4-F2ED-51B4-36B8-B11AD92E6149}"/>
              </a:ext>
            </a:extLst>
          </p:cNvPr>
          <p:cNvGrpSpPr/>
          <p:nvPr/>
        </p:nvGrpSpPr>
        <p:grpSpPr>
          <a:xfrm>
            <a:off x="5005222" y="2795936"/>
            <a:ext cx="3264120" cy="61200"/>
            <a:chOff x="5005222" y="2795936"/>
            <a:chExt cx="326412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2E051D3-9C87-F785-4BAD-4548C92BFCAC}"/>
                    </a:ext>
                  </a:extLst>
                </p14:cNvPr>
                <p14:cNvContentPartPr/>
                <p14:nvPr/>
              </p14:nvContentPartPr>
              <p14:xfrm>
                <a:off x="5005222" y="2795936"/>
                <a:ext cx="1612440" cy="48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2E051D3-9C87-F785-4BAD-4548C92BFC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96222" y="2787296"/>
                  <a:ext cx="1630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88BBD9-955A-8B64-21DE-8BCB0629B508}"/>
                    </a:ext>
                  </a:extLst>
                </p14:cNvPr>
                <p14:cNvContentPartPr/>
                <p14:nvPr/>
              </p14:nvContentPartPr>
              <p14:xfrm>
                <a:off x="7486702" y="2838416"/>
                <a:ext cx="782640" cy="1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88BBD9-955A-8B64-21DE-8BCB0629B5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7702" y="2829776"/>
                  <a:ext cx="8002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2D08D9E-EAAD-AD50-D24B-C59A7474A6D8}"/>
              </a:ext>
            </a:extLst>
          </p:cNvPr>
          <p:cNvGrpSpPr/>
          <p:nvPr/>
        </p:nvGrpSpPr>
        <p:grpSpPr>
          <a:xfrm>
            <a:off x="1383262" y="3120296"/>
            <a:ext cx="4161240" cy="32760"/>
            <a:chOff x="1383262" y="3120296"/>
            <a:chExt cx="4161240" cy="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7CA897-D893-DB40-80B4-EB780F2C0D5B}"/>
                    </a:ext>
                  </a:extLst>
                </p14:cNvPr>
                <p14:cNvContentPartPr/>
                <p14:nvPr/>
              </p14:nvContentPartPr>
              <p14:xfrm>
                <a:off x="1383262" y="3141176"/>
                <a:ext cx="1588680" cy="11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7CA897-D893-DB40-80B4-EB780F2C0D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4262" y="3132536"/>
                  <a:ext cx="1606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14840B-5F48-B090-A503-CB94513E002E}"/>
                    </a:ext>
                  </a:extLst>
                </p14:cNvPr>
                <p14:cNvContentPartPr/>
                <p14:nvPr/>
              </p14:nvContentPartPr>
              <p14:xfrm>
                <a:off x="3934222" y="3120296"/>
                <a:ext cx="1610280" cy="32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14840B-5F48-B090-A503-CB94513E00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25582" y="3111656"/>
                  <a:ext cx="16279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B05D8C0-DF60-5AAA-A278-A6539A322B5A}"/>
              </a:ext>
            </a:extLst>
          </p:cNvPr>
          <p:cNvGrpSpPr/>
          <p:nvPr/>
        </p:nvGrpSpPr>
        <p:grpSpPr>
          <a:xfrm>
            <a:off x="10813462" y="3898976"/>
            <a:ext cx="271080" cy="146880"/>
            <a:chOff x="10813462" y="3898976"/>
            <a:chExt cx="27108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6592BED-E21C-DF4F-2CDE-20D4BC3FD3A4}"/>
                    </a:ext>
                  </a:extLst>
                </p14:cNvPr>
                <p14:cNvContentPartPr/>
                <p14:nvPr/>
              </p14:nvContentPartPr>
              <p14:xfrm>
                <a:off x="10813462" y="3953696"/>
                <a:ext cx="77760" cy="92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6592BED-E21C-DF4F-2CDE-20D4BC3FD3A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04462" y="3945056"/>
                  <a:ext cx="95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6F61FA-954B-77BF-9BB9-16ED3169D6A7}"/>
                    </a:ext>
                  </a:extLst>
                </p14:cNvPr>
                <p14:cNvContentPartPr/>
                <p14:nvPr/>
              </p14:nvContentPartPr>
              <p14:xfrm>
                <a:off x="10947022" y="4040096"/>
                <a:ext cx="4680" cy="2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6F61FA-954B-77BF-9BB9-16ED3169D6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38382" y="403145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1109A7-BD45-53F5-7130-E555C39C63F9}"/>
                    </a:ext>
                  </a:extLst>
                </p14:cNvPr>
                <p14:cNvContentPartPr/>
                <p14:nvPr/>
              </p14:nvContentPartPr>
              <p14:xfrm>
                <a:off x="10998502" y="3898976"/>
                <a:ext cx="65520" cy="5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1109A7-BD45-53F5-7130-E555C39C63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89502" y="3889976"/>
                  <a:ext cx="83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84CFA0-366D-E25A-49F8-924DD06895F2}"/>
                    </a:ext>
                  </a:extLst>
                </p14:cNvPr>
                <p14:cNvContentPartPr/>
                <p14:nvPr/>
              </p14:nvContentPartPr>
              <p14:xfrm>
                <a:off x="11008942" y="3965936"/>
                <a:ext cx="75600" cy="79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84CFA0-366D-E25A-49F8-924DD06895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99942" y="3956936"/>
                  <a:ext cx="9324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376BD15-05DA-DCCF-117A-EDA401D04EA8}"/>
                  </a:ext>
                </a:extLst>
              </p14:cNvPr>
              <p14:cNvContentPartPr/>
              <p14:nvPr/>
            </p14:nvContentPartPr>
            <p14:xfrm>
              <a:off x="11020462" y="3578216"/>
              <a:ext cx="117360" cy="63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376BD15-05DA-DCCF-117A-EDA401D04E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11822" y="3569216"/>
                <a:ext cx="13500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42FF837-1CAF-09F7-484B-022C95D99F81}"/>
              </a:ext>
            </a:extLst>
          </p:cNvPr>
          <p:cNvGrpSpPr/>
          <p:nvPr/>
        </p:nvGrpSpPr>
        <p:grpSpPr>
          <a:xfrm>
            <a:off x="11174542" y="3399296"/>
            <a:ext cx="437040" cy="109440"/>
            <a:chOff x="11174542" y="3399296"/>
            <a:chExt cx="437040" cy="1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20785F-BCCE-FEEC-0CE7-77F3FC349248}"/>
                    </a:ext>
                  </a:extLst>
                </p14:cNvPr>
                <p14:cNvContentPartPr/>
                <p14:nvPr/>
              </p14:nvContentPartPr>
              <p14:xfrm>
                <a:off x="11174542" y="3399296"/>
                <a:ext cx="130680" cy="10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20785F-BCCE-FEEC-0CE7-77F3FC3492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65902" y="3390656"/>
                  <a:ext cx="148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F4C609-A2B4-3751-B477-D835AC6038A1}"/>
                    </a:ext>
                  </a:extLst>
                </p14:cNvPr>
                <p14:cNvContentPartPr/>
                <p14:nvPr/>
              </p14:nvContentPartPr>
              <p14:xfrm>
                <a:off x="11195782" y="3402536"/>
                <a:ext cx="307800" cy="10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F4C609-A2B4-3751-B477-D835AC6038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87142" y="3393536"/>
                  <a:ext cx="325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EE8759-795B-C84D-E950-B86573432B0C}"/>
                    </a:ext>
                  </a:extLst>
                </p14:cNvPr>
                <p14:cNvContentPartPr/>
                <p14:nvPr/>
              </p14:nvContentPartPr>
              <p14:xfrm>
                <a:off x="11524102" y="3407936"/>
                <a:ext cx="87480" cy="83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EE8759-795B-C84D-E950-B86573432B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515462" y="3398936"/>
                  <a:ext cx="10512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4D9600-CC30-A675-4B09-C728A235AF1A}"/>
              </a:ext>
            </a:extLst>
          </p:cNvPr>
          <p:cNvGrpSpPr/>
          <p:nvPr/>
        </p:nvGrpSpPr>
        <p:grpSpPr>
          <a:xfrm>
            <a:off x="9621142" y="3779816"/>
            <a:ext cx="800280" cy="526320"/>
            <a:chOff x="9621142" y="3779816"/>
            <a:chExt cx="800280" cy="52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ACF404-51FE-D202-244F-577A0EA12C0F}"/>
                    </a:ext>
                  </a:extLst>
                </p14:cNvPr>
                <p14:cNvContentPartPr/>
                <p14:nvPr/>
              </p14:nvContentPartPr>
              <p14:xfrm>
                <a:off x="10148542" y="3923096"/>
                <a:ext cx="75240" cy="96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ACF404-51FE-D202-244F-577A0EA12C0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139542" y="3914456"/>
                  <a:ext cx="92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B8858C-3F52-8905-C68A-5D108C17E473}"/>
                    </a:ext>
                  </a:extLst>
                </p14:cNvPr>
                <p14:cNvContentPartPr/>
                <p14:nvPr/>
              </p14:nvContentPartPr>
              <p14:xfrm>
                <a:off x="10276342" y="4006976"/>
                <a:ext cx="12960" cy="1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B8858C-3F52-8905-C68A-5D108C17E4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67342" y="3998336"/>
                  <a:ext cx="30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463095-24CE-1A8F-D8D1-E880D7DAA3EC}"/>
                    </a:ext>
                  </a:extLst>
                </p14:cNvPr>
                <p14:cNvContentPartPr/>
                <p14:nvPr/>
              </p14:nvContentPartPr>
              <p14:xfrm>
                <a:off x="10321702" y="3923096"/>
                <a:ext cx="88560" cy="118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463095-24CE-1A8F-D8D1-E880D7DAA3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12702" y="3914456"/>
                  <a:ext cx="106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D747E7-4ABE-C214-1E5C-7741DBF79B8B}"/>
                    </a:ext>
                  </a:extLst>
                </p14:cNvPr>
                <p14:cNvContentPartPr/>
                <p14:nvPr/>
              </p14:nvContentPartPr>
              <p14:xfrm>
                <a:off x="10323862" y="3901496"/>
                <a:ext cx="97560" cy="21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D747E7-4ABE-C214-1E5C-7741DBF79B8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5222" y="3892856"/>
                  <a:ext cx="115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1D88D6-B220-A75B-C66B-EDB094DBC205}"/>
                    </a:ext>
                  </a:extLst>
                </p14:cNvPr>
                <p14:cNvContentPartPr/>
                <p14:nvPr/>
              </p14:nvContentPartPr>
              <p14:xfrm>
                <a:off x="9845782" y="3779816"/>
                <a:ext cx="324360" cy="199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1D88D6-B220-A75B-C66B-EDB094DBC2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7142" y="3770816"/>
                  <a:ext cx="342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DD6CBC-0B10-73F0-2DA9-B3E1CFC8733F}"/>
                    </a:ext>
                  </a:extLst>
                </p14:cNvPr>
                <p14:cNvContentPartPr/>
                <p14:nvPr/>
              </p14:nvContentPartPr>
              <p14:xfrm>
                <a:off x="9621142" y="4145216"/>
                <a:ext cx="91440" cy="16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DD6CBC-0B10-73F0-2DA9-B3E1CFC873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12142" y="4136216"/>
                  <a:ext cx="109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4B2971-53F5-BCEE-E54F-50BD071BD582}"/>
                    </a:ext>
                  </a:extLst>
                </p14:cNvPr>
                <p14:cNvContentPartPr/>
                <p14:nvPr/>
              </p14:nvContentPartPr>
              <p14:xfrm>
                <a:off x="9760822" y="4157456"/>
                <a:ext cx="54360" cy="80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4B2971-53F5-BCEE-E54F-50BD071BD58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51822" y="4148456"/>
                  <a:ext cx="72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9645B7-34DF-B0DE-4D76-CE4E5E2871CB}"/>
                    </a:ext>
                  </a:extLst>
                </p14:cNvPr>
                <p14:cNvContentPartPr/>
                <p14:nvPr/>
              </p14:nvContentPartPr>
              <p14:xfrm>
                <a:off x="9843982" y="4114616"/>
                <a:ext cx="195120" cy="118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9645B7-34DF-B0DE-4D76-CE4E5E2871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34982" y="4105976"/>
                  <a:ext cx="21276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C07A40-FC3D-F0BB-4067-4E50ACBF6E04}"/>
              </a:ext>
            </a:extLst>
          </p:cNvPr>
          <p:cNvGrpSpPr/>
          <p:nvPr/>
        </p:nvGrpSpPr>
        <p:grpSpPr>
          <a:xfrm>
            <a:off x="8742022" y="962096"/>
            <a:ext cx="525240" cy="898920"/>
            <a:chOff x="8742022" y="962096"/>
            <a:chExt cx="525240" cy="89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67110B-4508-DAD0-69BD-E1D9E30EDBCD}"/>
                    </a:ext>
                  </a:extLst>
                </p14:cNvPr>
                <p14:cNvContentPartPr/>
                <p14:nvPr/>
              </p14:nvContentPartPr>
              <p14:xfrm>
                <a:off x="8742022" y="1410296"/>
                <a:ext cx="274680" cy="450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67110B-4508-DAD0-69BD-E1D9E30EDB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33022" y="1401656"/>
                  <a:ext cx="2923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FBF1FE-1223-AC41-602E-14413BD07DDF}"/>
                    </a:ext>
                  </a:extLst>
                </p14:cNvPr>
                <p14:cNvContentPartPr/>
                <p14:nvPr/>
              </p14:nvContentPartPr>
              <p14:xfrm>
                <a:off x="8830222" y="1239296"/>
                <a:ext cx="155160" cy="126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FBF1FE-1223-AC41-602E-14413BD07D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21222" y="1230656"/>
                  <a:ext cx="172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34C2B1-1120-69E9-1848-142064AD6A01}"/>
                    </a:ext>
                  </a:extLst>
                </p14:cNvPr>
                <p14:cNvContentPartPr/>
                <p14:nvPr/>
              </p14:nvContentPartPr>
              <p14:xfrm>
                <a:off x="8996542" y="1062896"/>
                <a:ext cx="88200" cy="222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34C2B1-1120-69E9-1848-142064AD6A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87542" y="1054256"/>
                  <a:ext cx="105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49758C-1226-022E-F277-6E9681DA2A49}"/>
                    </a:ext>
                  </a:extLst>
                </p14:cNvPr>
                <p14:cNvContentPartPr/>
                <p14:nvPr/>
              </p14:nvContentPartPr>
              <p14:xfrm>
                <a:off x="8979262" y="962096"/>
                <a:ext cx="5400" cy="10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49758C-1226-022E-F277-6E9681DA2A4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70262" y="953456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669289-FEDE-0340-3F52-AE74962800B0}"/>
                    </a:ext>
                  </a:extLst>
                </p14:cNvPr>
                <p14:cNvContentPartPr/>
                <p14:nvPr/>
              </p14:nvContentPartPr>
              <p14:xfrm>
                <a:off x="9082222" y="1002776"/>
                <a:ext cx="185040" cy="93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669289-FEDE-0340-3F52-AE74962800B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3222" y="994136"/>
                  <a:ext cx="202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10A90F-9E2B-D7C6-FFF7-FF77F5ED726E}"/>
              </a:ext>
            </a:extLst>
          </p:cNvPr>
          <p:cNvGrpSpPr/>
          <p:nvPr/>
        </p:nvGrpSpPr>
        <p:grpSpPr>
          <a:xfrm>
            <a:off x="1000222" y="5203616"/>
            <a:ext cx="1009440" cy="337320"/>
            <a:chOff x="1000222" y="5203616"/>
            <a:chExt cx="100944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CCE018-8B69-0618-ADDD-53782EE6E238}"/>
                    </a:ext>
                  </a:extLst>
                </p14:cNvPr>
                <p14:cNvContentPartPr/>
                <p14:nvPr/>
              </p14:nvContentPartPr>
              <p14:xfrm>
                <a:off x="1000222" y="5243576"/>
                <a:ext cx="79920" cy="246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CCE018-8B69-0618-ADDD-53782EE6E2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1582" y="5234576"/>
                  <a:ext cx="97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8D64FD-AF53-2DD6-0C95-7EB4BFE5491F}"/>
                    </a:ext>
                  </a:extLst>
                </p14:cNvPr>
                <p14:cNvContentPartPr/>
                <p14:nvPr/>
              </p14:nvContentPartPr>
              <p14:xfrm>
                <a:off x="1020382" y="5365256"/>
                <a:ext cx="134280" cy="41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8D64FD-AF53-2DD6-0C95-7EB4BFE549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1742" y="5356256"/>
                  <a:ext cx="151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8ADA79-73B6-972F-3EA2-705D63F629D3}"/>
                    </a:ext>
                  </a:extLst>
                </p14:cNvPr>
                <p14:cNvContentPartPr/>
                <p14:nvPr/>
              </p14:nvContentPartPr>
              <p14:xfrm>
                <a:off x="1129102" y="5289656"/>
                <a:ext cx="92520" cy="214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8ADA79-73B6-972F-3EA2-705D63F629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0102" y="5280656"/>
                  <a:ext cx="110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B8520C-A85A-6779-25FC-FD555B0D10B8}"/>
                    </a:ext>
                  </a:extLst>
                </p14:cNvPr>
                <p14:cNvContentPartPr/>
                <p14:nvPr/>
              </p14:nvContentPartPr>
              <p14:xfrm>
                <a:off x="1274902" y="5203616"/>
                <a:ext cx="96840" cy="320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B8520C-A85A-6779-25FC-FD555B0D10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66262" y="5194616"/>
                  <a:ext cx="1144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62267C-3E82-A450-F39C-38D60AC15E54}"/>
                    </a:ext>
                  </a:extLst>
                </p14:cNvPr>
                <p14:cNvContentPartPr/>
                <p14:nvPr/>
              </p14:nvContentPartPr>
              <p14:xfrm>
                <a:off x="1445902" y="5297936"/>
                <a:ext cx="197280" cy="179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62267C-3E82-A450-F39C-38D60AC15E5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36902" y="5288936"/>
                  <a:ext cx="214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27B1DF-8849-3C8E-CF96-35AF0760977F}"/>
                    </a:ext>
                  </a:extLst>
                </p14:cNvPr>
                <p14:cNvContentPartPr/>
                <p14:nvPr/>
              </p14:nvContentPartPr>
              <p14:xfrm>
                <a:off x="1493782" y="5390456"/>
                <a:ext cx="149760" cy="16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27B1DF-8849-3C8E-CF96-35AF0760977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484782" y="5381816"/>
                  <a:ext cx="167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DEAA13-2237-5DC5-37E9-7B56E759A52B}"/>
                    </a:ext>
                  </a:extLst>
                </p14:cNvPr>
                <p14:cNvContentPartPr/>
                <p14:nvPr/>
              </p14:nvContentPartPr>
              <p14:xfrm>
                <a:off x="1626622" y="5236376"/>
                <a:ext cx="176400" cy="30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DEAA13-2237-5DC5-37E9-7B56E759A52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17622" y="5227376"/>
                  <a:ext cx="1940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6841E3-5CE0-3EC0-F49F-338F46A30BC6}"/>
                    </a:ext>
                  </a:extLst>
                </p14:cNvPr>
                <p14:cNvContentPartPr/>
                <p14:nvPr/>
              </p14:nvContentPartPr>
              <p14:xfrm>
                <a:off x="1892302" y="5421416"/>
                <a:ext cx="117360" cy="28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6841E3-5CE0-3EC0-F49F-338F46A30B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83662" y="5412416"/>
                  <a:ext cx="135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13549C-8C3B-9C28-3D28-AF91106D01E5}"/>
                    </a:ext>
                  </a:extLst>
                </p14:cNvPr>
                <p14:cNvContentPartPr/>
                <p14:nvPr/>
              </p14:nvContentPartPr>
              <p14:xfrm>
                <a:off x="1870702" y="5353376"/>
                <a:ext cx="118080" cy="1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13549C-8C3B-9C28-3D28-AF91106D01E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61702" y="534473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810730-EAC0-81F7-7E68-DB69E35B10FE}"/>
                  </a:ext>
                </a:extLst>
              </p14:cNvPr>
              <p14:cNvContentPartPr/>
              <p14:nvPr/>
            </p14:nvContentPartPr>
            <p14:xfrm>
              <a:off x="2228542" y="5116496"/>
              <a:ext cx="77760" cy="169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810730-EAC0-81F7-7E68-DB69E35B10F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19542" y="5107496"/>
                <a:ext cx="9540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B29052F-50B5-954E-D493-B5FF23E38B00}"/>
              </a:ext>
            </a:extLst>
          </p:cNvPr>
          <p:cNvGrpSpPr/>
          <p:nvPr/>
        </p:nvGrpSpPr>
        <p:grpSpPr>
          <a:xfrm>
            <a:off x="2454982" y="5018216"/>
            <a:ext cx="1044360" cy="271800"/>
            <a:chOff x="2454982" y="5018216"/>
            <a:chExt cx="10443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33271D-556B-2046-269D-66709D3E635A}"/>
                    </a:ext>
                  </a:extLst>
                </p14:cNvPr>
                <p14:cNvContentPartPr/>
                <p14:nvPr/>
              </p14:nvContentPartPr>
              <p14:xfrm>
                <a:off x="2454982" y="5185256"/>
                <a:ext cx="81360" cy="6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33271D-556B-2046-269D-66709D3E635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45982" y="5176256"/>
                  <a:ext cx="99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77B3E2-E339-05A9-7A85-63E0C6E08088}"/>
                    </a:ext>
                  </a:extLst>
                </p14:cNvPr>
                <p14:cNvContentPartPr/>
                <p14:nvPr/>
              </p14:nvContentPartPr>
              <p14:xfrm>
                <a:off x="2662342" y="5140616"/>
                <a:ext cx="135360" cy="142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77B3E2-E339-05A9-7A85-63E0C6E0808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53342" y="5131976"/>
                  <a:ext cx="153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ECB4B0-4D70-6B3C-10E9-96D2FCF618B9}"/>
                    </a:ext>
                  </a:extLst>
                </p14:cNvPr>
                <p14:cNvContentPartPr/>
                <p14:nvPr/>
              </p14:nvContentPartPr>
              <p14:xfrm>
                <a:off x="2882302" y="5278856"/>
                <a:ext cx="4680" cy="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ECB4B0-4D70-6B3C-10E9-96D2FCF618B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73662" y="527021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8B1272-5619-C906-428A-89CAE958F7AA}"/>
                    </a:ext>
                  </a:extLst>
                </p14:cNvPr>
                <p14:cNvContentPartPr/>
                <p14:nvPr/>
              </p14:nvContentPartPr>
              <p14:xfrm>
                <a:off x="2929462" y="5112896"/>
                <a:ext cx="117000" cy="77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8B1272-5619-C906-428A-89CAE958F7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20822" y="5103896"/>
                  <a:ext cx="134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C31601-3FB9-E0C2-BE32-C5C9D0602B31}"/>
                    </a:ext>
                  </a:extLst>
                </p14:cNvPr>
                <p14:cNvContentPartPr/>
                <p14:nvPr/>
              </p14:nvContentPartPr>
              <p14:xfrm>
                <a:off x="2997502" y="5188496"/>
                <a:ext cx="70920" cy="86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C31601-3FB9-E0C2-BE32-C5C9D0602B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88502" y="5179856"/>
                  <a:ext cx="88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44F7E1-433F-0C16-791C-FBD9E8BC4F55}"/>
                    </a:ext>
                  </a:extLst>
                </p14:cNvPr>
                <p14:cNvContentPartPr/>
                <p14:nvPr/>
              </p14:nvContentPartPr>
              <p14:xfrm>
                <a:off x="3163102" y="5151776"/>
                <a:ext cx="145080" cy="138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44F7E1-433F-0C16-791C-FBD9E8BC4F5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54102" y="5142776"/>
                  <a:ext cx="162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699305-9229-A018-4B3E-31DDF8BC5E9F}"/>
                    </a:ext>
                  </a:extLst>
                </p14:cNvPr>
                <p14:cNvContentPartPr/>
                <p14:nvPr/>
              </p14:nvContentPartPr>
              <p14:xfrm>
                <a:off x="3220342" y="5230976"/>
                <a:ext cx="86400" cy="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699305-9229-A018-4B3E-31DDF8BC5E9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11702" y="522197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1AE66C-3EF3-8958-4EFE-E006EF22A103}"/>
                    </a:ext>
                  </a:extLst>
                </p14:cNvPr>
                <p14:cNvContentPartPr/>
                <p14:nvPr/>
              </p14:nvContentPartPr>
              <p14:xfrm>
                <a:off x="3311422" y="5098136"/>
                <a:ext cx="75240" cy="4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1AE66C-3EF3-8958-4EFE-E006EF22A10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02422" y="5089136"/>
                  <a:ext cx="92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708886-2FEA-23A9-09BC-4C3B2FCB6823}"/>
                    </a:ext>
                  </a:extLst>
                </p14:cNvPr>
                <p14:cNvContentPartPr/>
                <p14:nvPr/>
              </p14:nvContentPartPr>
              <p14:xfrm>
                <a:off x="3455422" y="5018216"/>
                <a:ext cx="43920" cy="9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708886-2FEA-23A9-09BC-4C3B2FCB68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46422" y="5009576"/>
                  <a:ext cx="6156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6A5C08F-B954-76D4-AA9F-AC6CAD0A9A9F}"/>
                  </a:ext>
                </a:extLst>
              </p14:cNvPr>
              <p14:cNvContentPartPr/>
              <p14:nvPr/>
            </p14:nvContentPartPr>
            <p14:xfrm>
              <a:off x="2227822" y="5411696"/>
              <a:ext cx="1157040" cy="22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6A5C08F-B954-76D4-AA9F-AC6CAD0A9A9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219182" y="5402696"/>
                <a:ext cx="11746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BFD84C0-7A7B-AA68-4DF9-BB153AE32AAC}"/>
              </a:ext>
            </a:extLst>
          </p:cNvPr>
          <p:cNvGrpSpPr/>
          <p:nvPr/>
        </p:nvGrpSpPr>
        <p:grpSpPr>
          <a:xfrm>
            <a:off x="2357782" y="5518256"/>
            <a:ext cx="1192320" cy="272160"/>
            <a:chOff x="2357782" y="5518256"/>
            <a:chExt cx="11923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6BD71C-090D-812B-17F5-814B00FED8A9}"/>
                    </a:ext>
                  </a:extLst>
                </p14:cNvPr>
                <p14:cNvContentPartPr/>
                <p14:nvPr/>
              </p14:nvContentPartPr>
              <p14:xfrm>
                <a:off x="2357782" y="5599976"/>
                <a:ext cx="87480" cy="190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6BD71C-090D-812B-17F5-814B00FED8A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48782" y="5591336"/>
                  <a:ext cx="105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5FCD301-C0AB-0BDF-7395-70AF43222D9F}"/>
                    </a:ext>
                  </a:extLst>
                </p14:cNvPr>
                <p14:cNvContentPartPr/>
                <p14:nvPr/>
              </p14:nvContentPartPr>
              <p14:xfrm>
                <a:off x="2557582" y="5700056"/>
                <a:ext cx="100800" cy="15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5FCD301-C0AB-0BDF-7395-70AF43222D9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48582" y="5691056"/>
                  <a:ext cx="11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8E2B8D-57F3-8B29-A723-A81EC8A65E57}"/>
                    </a:ext>
                  </a:extLst>
                </p14:cNvPr>
                <p14:cNvContentPartPr/>
                <p14:nvPr/>
              </p14:nvContentPartPr>
              <p14:xfrm>
                <a:off x="2737582" y="5647136"/>
                <a:ext cx="141480" cy="11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8E2B8D-57F3-8B29-A723-A81EC8A65E5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28942" y="5638136"/>
                  <a:ext cx="159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ECC644-9221-3ECE-C9C2-8D5D67E1C451}"/>
                    </a:ext>
                  </a:extLst>
                </p14:cNvPr>
                <p14:cNvContentPartPr/>
                <p14:nvPr/>
              </p14:nvContentPartPr>
              <p14:xfrm>
                <a:off x="2976982" y="5730656"/>
                <a:ext cx="8280" cy="22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ECC644-9221-3ECE-C9C2-8D5D67E1C4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67982" y="5722016"/>
                  <a:ext cx="25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CDB750-102F-34FD-3064-EDC701131502}"/>
                    </a:ext>
                  </a:extLst>
                </p14:cNvPr>
                <p14:cNvContentPartPr/>
                <p14:nvPr/>
              </p14:nvContentPartPr>
              <p14:xfrm>
                <a:off x="3008302" y="5619056"/>
                <a:ext cx="106560" cy="128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CDB750-102F-34FD-3064-EDC70113150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99662" y="5610416"/>
                  <a:ext cx="124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9A823E-87F0-33CB-FE82-06BEC9606CA4}"/>
                    </a:ext>
                  </a:extLst>
                </p14:cNvPr>
                <p14:cNvContentPartPr/>
                <p14:nvPr/>
              </p14:nvContentPartPr>
              <p14:xfrm>
                <a:off x="3014062" y="5598176"/>
                <a:ext cx="97560" cy="2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9A823E-87F0-33CB-FE82-06BEC9606C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05422" y="558917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D1A840-8625-9AF4-A267-213032EB0D12}"/>
                    </a:ext>
                  </a:extLst>
                </p14:cNvPr>
                <p14:cNvContentPartPr/>
                <p14:nvPr/>
              </p14:nvContentPartPr>
              <p14:xfrm>
                <a:off x="3247342" y="5624816"/>
                <a:ext cx="126000" cy="149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D1A840-8625-9AF4-A267-213032EB0D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38342" y="5615816"/>
                  <a:ext cx="143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2A1C3AC-AF84-344C-F798-AD72A62FC899}"/>
                    </a:ext>
                  </a:extLst>
                </p14:cNvPr>
                <p14:cNvContentPartPr/>
                <p14:nvPr/>
              </p14:nvContentPartPr>
              <p14:xfrm>
                <a:off x="3290542" y="5700776"/>
                <a:ext cx="7992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2A1C3AC-AF84-344C-F798-AD72A62FC8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281902" y="569213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D7313B-661B-2497-1193-D2FCBDF6E919}"/>
                    </a:ext>
                  </a:extLst>
                </p14:cNvPr>
                <p14:cNvContentPartPr/>
                <p14:nvPr/>
              </p14:nvContentPartPr>
              <p14:xfrm>
                <a:off x="3399982" y="5591696"/>
                <a:ext cx="55800" cy="6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D7313B-661B-2497-1193-D2FCBDF6E91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90982" y="5582696"/>
                  <a:ext cx="73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8317C5-7596-3C65-E0AF-86713C7D4E12}"/>
                    </a:ext>
                  </a:extLst>
                </p14:cNvPr>
                <p14:cNvContentPartPr/>
                <p14:nvPr/>
              </p14:nvContentPartPr>
              <p14:xfrm>
                <a:off x="3508702" y="5518256"/>
                <a:ext cx="41400" cy="90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8317C5-7596-3C65-E0AF-86713C7D4E1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99702" y="5509256"/>
                  <a:ext cx="5904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9E29680-6911-8BA8-F06E-EA815196E148}"/>
                  </a:ext>
                </a:extLst>
              </p14:cNvPr>
              <p14:cNvContentPartPr/>
              <p14:nvPr/>
            </p14:nvContentPartPr>
            <p14:xfrm>
              <a:off x="2524822" y="2279696"/>
              <a:ext cx="1861920" cy="547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9E29680-6911-8BA8-F06E-EA815196E14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516182" y="2271056"/>
                <a:ext cx="187956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F8AD97DE-5EAA-12CA-7D6F-D14067E3BD41}"/>
              </a:ext>
            </a:extLst>
          </p:cNvPr>
          <p:cNvGrpSpPr/>
          <p:nvPr/>
        </p:nvGrpSpPr>
        <p:grpSpPr>
          <a:xfrm>
            <a:off x="4497262" y="5230616"/>
            <a:ext cx="547920" cy="149400"/>
            <a:chOff x="4497262" y="5230616"/>
            <a:chExt cx="54792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B227E1D-2EF9-9DDA-CB83-BA75E60F97CE}"/>
                    </a:ext>
                  </a:extLst>
                </p14:cNvPr>
                <p14:cNvContentPartPr/>
                <p14:nvPr/>
              </p14:nvContentPartPr>
              <p14:xfrm>
                <a:off x="4497262" y="5230616"/>
                <a:ext cx="143280" cy="149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B227E1D-2EF9-9DDA-CB83-BA75E60F97C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488622" y="5221976"/>
                  <a:ext cx="160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05224E-FE4C-8EC9-922D-BBACBCB24B8C}"/>
                    </a:ext>
                  </a:extLst>
                </p14:cNvPr>
                <p14:cNvContentPartPr/>
                <p14:nvPr/>
              </p14:nvContentPartPr>
              <p14:xfrm>
                <a:off x="4561342" y="5246096"/>
                <a:ext cx="265680" cy="98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05224E-FE4C-8EC9-922D-BBACBCB24B8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52342" y="5237456"/>
                  <a:ext cx="283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519B2EF-A67F-AE49-B7CF-DCB14CF76BA6}"/>
                    </a:ext>
                  </a:extLst>
                </p14:cNvPr>
                <p14:cNvContentPartPr/>
                <p14:nvPr/>
              </p14:nvContentPartPr>
              <p14:xfrm>
                <a:off x="4938262" y="5277776"/>
                <a:ext cx="106920" cy="65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519B2EF-A67F-AE49-B7CF-DCB14CF76BA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29262" y="5268776"/>
                  <a:ext cx="1245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AB50336-AF6B-BAB9-F18A-2371CF494604}"/>
              </a:ext>
            </a:extLst>
          </p:cNvPr>
          <p:cNvGrpSpPr/>
          <p:nvPr/>
        </p:nvGrpSpPr>
        <p:grpSpPr>
          <a:xfrm>
            <a:off x="5325622" y="5150336"/>
            <a:ext cx="985320" cy="224640"/>
            <a:chOff x="5325622" y="5150336"/>
            <a:chExt cx="98532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312FDA2-C71C-FAA9-9C28-2F15C295E860}"/>
                    </a:ext>
                  </a:extLst>
                </p14:cNvPr>
                <p14:cNvContentPartPr/>
                <p14:nvPr/>
              </p14:nvContentPartPr>
              <p14:xfrm>
                <a:off x="5325622" y="5188856"/>
                <a:ext cx="177120" cy="186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312FDA2-C71C-FAA9-9C28-2F15C295E86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16982" y="5179856"/>
                  <a:ext cx="194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E7B184-3330-6E28-996D-0EF14BDA9110}"/>
                    </a:ext>
                  </a:extLst>
                </p14:cNvPr>
                <p14:cNvContentPartPr/>
                <p14:nvPr/>
              </p14:nvContentPartPr>
              <p14:xfrm>
                <a:off x="5357302" y="5288936"/>
                <a:ext cx="108000" cy="16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E7B184-3330-6E28-996D-0EF14BDA911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48662" y="5279936"/>
                  <a:ext cx="125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AB7625-FBD1-29AC-54EC-D570D17059DF}"/>
                    </a:ext>
                  </a:extLst>
                </p14:cNvPr>
                <p14:cNvContentPartPr/>
                <p14:nvPr/>
              </p14:nvContentPartPr>
              <p14:xfrm>
                <a:off x="5629462" y="5294336"/>
                <a:ext cx="144000" cy="11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AB7625-FBD1-29AC-54EC-D570D17059D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20822" y="5285696"/>
                  <a:ext cx="161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828FF0-77DF-E4EA-F859-B37A65526296}"/>
                    </a:ext>
                  </a:extLst>
                </p14:cNvPr>
                <p14:cNvContentPartPr/>
                <p14:nvPr/>
              </p14:nvContentPartPr>
              <p14:xfrm>
                <a:off x="5655382" y="5236376"/>
                <a:ext cx="86400" cy="8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828FF0-77DF-E4EA-F859-B37A655262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46382" y="5227376"/>
                  <a:ext cx="104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FA34EA7-F4AD-3ACF-85C6-AC874432E719}"/>
                    </a:ext>
                  </a:extLst>
                </p14:cNvPr>
                <p14:cNvContentPartPr/>
                <p14:nvPr/>
              </p14:nvContentPartPr>
              <p14:xfrm>
                <a:off x="5888302" y="5205416"/>
                <a:ext cx="120240" cy="10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FA34EA7-F4AD-3ACF-85C6-AC874432E71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79302" y="5196776"/>
                  <a:ext cx="137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6F5EBA7-7B22-48E8-6743-9A2A26CBFB18}"/>
                    </a:ext>
                  </a:extLst>
                </p14:cNvPr>
                <p14:cNvContentPartPr/>
                <p14:nvPr/>
              </p14:nvContentPartPr>
              <p14:xfrm>
                <a:off x="6108262" y="5315936"/>
                <a:ext cx="11880" cy="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6F5EBA7-7B22-48E8-6743-9A2A26CBFB1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099262" y="5307296"/>
                  <a:ext cx="29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193EE2-03D3-1380-079B-16BE552E2A06}"/>
                    </a:ext>
                  </a:extLst>
                </p14:cNvPr>
                <p14:cNvContentPartPr/>
                <p14:nvPr/>
              </p14:nvContentPartPr>
              <p14:xfrm>
                <a:off x="6187822" y="5150336"/>
                <a:ext cx="97200" cy="95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193EE2-03D3-1380-079B-16BE552E2A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179182" y="5141336"/>
                  <a:ext cx="114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FD90D5-8151-1C81-CCCD-7C0E4D206426}"/>
                    </a:ext>
                  </a:extLst>
                </p14:cNvPr>
                <p14:cNvContentPartPr/>
                <p14:nvPr/>
              </p14:nvContentPartPr>
              <p14:xfrm>
                <a:off x="6224182" y="5238896"/>
                <a:ext cx="86760" cy="8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FD90D5-8151-1C81-CCCD-7C0E4D20642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15182" y="5229896"/>
                  <a:ext cx="1044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290A2DA-16CA-D493-692B-7DC8D291A358}"/>
              </a:ext>
            </a:extLst>
          </p:cNvPr>
          <p:cNvGrpSpPr/>
          <p:nvPr/>
        </p:nvGrpSpPr>
        <p:grpSpPr>
          <a:xfrm>
            <a:off x="4591942" y="5635256"/>
            <a:ext cx="511560" cy="236160"/>
            <a:chOff x="4591942" y="5635256"/>
            <a:chExt cx="51156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63651A-017E-4A61-5C59-D4142FE1D9D2}"/>
                    </a:ext>
                  </a:extLst>
                </p14:cNvPr>
                <p14:cNvContentPartPr/>
                <p14:nvPr/>
              </p14:nvContentPartPr>
              <p14:xfrm>
                <a:off x="4591942" y="5709776"/>
                <a:ext cx="122760" cy="161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63651A-017E-4A61-5C59-D4142FE1D9D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82942" y="5700776"/>
                  <a:ext cx="140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27C4788-5D3D-6649-75A0-4142ADE5B004}"/>
                    </a:ext>
                  </a:extLst>
                </p14:cNvPr>
                <p14:cNvContentPartPr/>
                <p14:nvPr/>
              </p14:nvContentPartPr>
              <p14:xfrm>
                <a:off x="4724422" y="5727056"/>
                <a:ext cx="124920" cy="57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27C4788-5D3D-6649-75A0-4142ADE5B00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15782" y="5718416"/>
                  <a:ext cx="142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562919-C156-B4B2-D7EC-141EA9377056}"/>
                    </a:ext>
                  </a:extLst>
                </p14:cNvPr>
                <p14:cNvContentPartPr/>
                <p14:nvPr/>
              </p14:nvContentPartPr>
              <p14:xfrm>
                <a:off x="4869502" y="5635256"/>
                <a:ext cx="70200" cy="149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562919-C156-B4B2-D7EC-141EA937705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860862" y="5626256"/>
                  <a:ext cx="87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D387D0-6240-B45E-C144-13DC0325C862}"/>
                    </a:ext>
                  </a:extLst>
                </p14:cNvPr>
                <p14:cNvContentPartPr/>
                <p14:nvPr/>
              </p14:nvContentPartPr>
              <p14:xfrm>
                <a:off x="4954462" y="5708336"/>
                <a:ext cx="149040" cy="81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D387D0-6240-B45E-C144-13DC0325C86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945822" y="5699696"/>
                  <a:ext cx="1666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D992C28-07B0-EC9E-7770-62651AC4324E}"/>
              </a:ext>
            </a:extLst>
          </p:cNvPr>
          <p:cNvGrpSpPr/>
          <p:nvPr/>
        </p:nvGrpSpPr>
        <p:grpSpPr>
          <a:xfrm>
            <a:off x="5401222" y="5624816"/>
            <a:ext cx="920160" cy="223560"/>
            <a:chOff x="5401222" y="5624816"/>
            <a:chExt cx="92016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862F78-6B19-E4F3-076D-82CB3846F026}"/>
                    </a:ext>
                  </a:extLst>
                </p14:cNvPr>
                <p14:cNvContentPartPr/>
                <p14:nvPr/>
              </p14:nvContentPartPr>
              <p14:xfrm>
                <a:off x="5401222" y="5680256"/>
                <a:ext cx="149040" cy="168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862F78-6B19-E4F3-076D-82CB3846F02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92222" y="5671256"/>
                  <a:ext cx="166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6C27F5-4826-720E-2711-877CA5AF3B3A}"/>
                    </a:ext>
                  </a:extLst>
                </p14:cNvPr>
                <p14:cNvContentPartPr/>
                <p14:nvPr/>
              </p14:nvContentPartPr>
              <p14:xfrm>
                <a:off x="5439382" y="5768096"/>
                <a:ext cx="84240" cy="12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6C27F5-4826-720E-2711-877CA5AF3B3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430742" y="5759096"/>
                  <a:ext cx="101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A69822F-03A3-24EB-0DCB-5A2EF6F44EDB}"/>
                    </a:ext>
                  </a:extLst>
                </p14:cNvPr>
                <p14:cNvContentPartPr/>
                <p14:nvPr/>
              </p14:nvContentPartPr>
              <p14:xfrm>
                <a:off x="5672302" y="5759096"/>
                <a:ext cx="101520" cy="14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A69822F-03A3-24EB-0DCB-5A2EF6F44ED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663302" y="5750096"/>
                  <a:ext cx="11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8579C36-93EF-60C6-63D4-1D3E72413A27}"/>
                    </a:ext>
                  </a:extLst>
                </p14:cNvPr>
                <p14:cNvContentPartPr/>
                <p14:nvPr/>
              </p14:nvContentPartPr>
              <p14:xfrm>
                <a:off x="5687062" y="5717696"/>
                <a:ext cx="86400" cy="6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8579C36-93EF-60C6-63D4-1D3E72413A2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78422" y="5709056"/>
                  <a:ext cx="104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795023-95D7-9860-38CD-74A10835937F}"/>
                    </a:ext>
                  </a:extLst>
                </p14:cNvPr>
                <p14:cNvContentPartPr/>
                <p14:nvPr/>
              </p14:nvContentPartPr>
              <p14:xfrm>
                <a:off x="5912782" y="5687456"/>
                <a:ext cx="120240" cy="9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795023-95D7-9860-38CD-74A10835937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03782" y="5678456"/>
                  <a:ext cx="137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ABEFDEF-C2CF-C044-9B24-CF88211334D0}"/>
                    </a:ext>
                  </a:extLst>
                </p14:cNvPr>
                <p14:cNvContentPartPr/>
                <p14:nvPr/>
              </p14:nvContentPartPr>
              <p14:xfrm>
                <a:off x="6111502" y="5789336"/>
                <a:ext cx="7560" cy="9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ABEFDEF-C2CF-C044-9B24-CF88211334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02862" y="5780336"/>
                  <a:ext cx="25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8660BAF-B376-2BEE-8CAE-0B9C31D736AE}"/>
                    </a:ext>
                  </a:extLst>
                </p14:cNvPr>
                <p14:cNvContentPartPr/>
                <p14:nvPr/>
              </p14:nvContentPartPr>
              <p14:xfrm>
                <a:off x="6187822" y="5661536"/>
                <a:ext cx="111600" cy="129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8660BAF-B376-2BEE-8CAE-0B9C31D736A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79182" y="5652896"/>
                  <a:ext cx="129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70A47D-8D97-4EC4-A6B7-7C9E974F210C}"/>
                    </a:ext>
                  </a:extLst>
                </p14:cNvPr>
                <p14:cNvContentPartPr/>
                <p14:nvPr/>
              </p14:nvContentPartPr>
              <p14:xfrm>
                <a:off x="6198622" y="5624816"/>
                <a:ext cx="122760" cy="21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70A47D-8D97-4EC4-A6B7-7C9E974F21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189622" y="5616176"/>
                  <a:ext cx="1404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665A3CD-613A-D810-AB09-830003B9FD9D}"/>
              </a:ext>
            </a:extLst>
          </p:cNvPr>
          <p:cNvGrpSpPr/>
          <p:nvPr/>
        </p:nvGrpSpPr>
        <p:grpSpPr>
          <a:xfrm>
            <a:off x="913822" y="6077336"/>
            <a:ext cx="1271520" cy="435600"/>
            <a:chOff x="913822" y="6077336"/>
            <a:chExt cx="127152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CC88D0-0594-97E7-F532-D550EBA56C0D}"/>
                    </a:ext>
                  </a:extLst>
                </p14:cNvPr>
                <p14:cNvContentPartPr/>
                <p14:nvPr/>
              </p14:nvContentPartPr>
              <p14:xfrm>
                <a:off x="1612942" y="6077336"/>
                <a:ext cx="8640" cy="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CC88D0-0594-97E7-F532-D550EBA56C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04302" y="6068336"/>
                  <a:ext cx="26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3CE859-AF1A-A505-BF3B-1AC30075D65A}"/>
                    </a:ext>
                  </a:extLst>
                </p14:cNvPr>
                <p14:cNvContentPartPr/>
                <p14:nvPr/>
              </p14:nvContentPartPr>
              <p14:xfrm>
                <a:off x="1094902" y="6230336"/>
                <a:ext cx="73080" cy="221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3CE859-AF1A-A505-BF3B-1AC30075D65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85902" y="6221696"/>
                  <a:ext cx="90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5C89D72-E2D9-EBFE-0B1B-9717277D956D}"/>
                    </a:ext>
                  </a:extLst>
                </p14:cNvPr>
                <p14:cNvContentPartPr/>
                <p14:nvPr/>
              </p14:nvContentPartPr>
              <p14:xfrm>
                <a:off x="1126942" y="6355976"/>
                <a:ext cx="85680" cy="18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5C89D72-E2D9-EBFE-0B1B-9717277D956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17942" y="6346976"/>
                  <a:ext cx="103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EF79BCB-9287-1D1B-6897-8210725EC00B}"/>
                    </a:ext>
                  </a:extLst>
                </p14:cNvPr>
                <p14:cNvContentPartPr/>
                <p14:nvPr/>
              </p14:nvContentPartPr>
              <p14:xfrm>
                <a:off x="1201462" y="6246536"/>
                <a:ext cx="93600" cy="204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EF79BCB-9287-1D1B-6897-8210725EC00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92462" y="6237536"/>
                  <a:ext cx="111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D9379D-04E4-7B52-EE16-66EA77B7C2F3}"/>
                    </a:ext>
                  </a:extLst>
                </p14:cNvPr>
                <p14:cNvContentPartPr/>
                <p14:nvPr/>
              </p14:nvContentPartPr>
              <p14:xfrm>
                <a:off x="1370302" y="6170936"/>
                <a:ext cx="137880" cy="315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D9379D-04E4-7B52-EE16-66EA77B7C2F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61662" y="6162296"/>
                  <a:ext cx="155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DC17E9-0411-4AA4-69F7-A1CC1CE852CE}"/>
                    </a:ext>
                  </a:extLst>
                </p14:cNvPr>
                <p14:cNvContentPartPr/>
                <p14:nvPr/>
              </p14:nvContentPartPr>
              <p14:xfrm>
                <a:off x="1477582" y="6310256"/>
                <a:ext cx="187560" cy="16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DC17E9-0411-4AA4-69F7-A1CC1CE852C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468942" y="6301616"/>
                  <a:ext cx="205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71E42AF-3D7E-4C72-8927-DE177E19E291}"/>
                    </a:ext>
                  </a:extLst>
                </p14:cNvPr>
                <p14:cNvContentPartPr/>
                <p14:nvPr/>
              </p14:nvContentPartPr>
              <p14:xfrm>
                <a:off x="1626622" y="6193256"/>
                <a:ext cx="92520" cy="218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71E42AF-3D7E-4C72-8927-DE177E19E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617622" y="6184616"/>
                  <a:ext cx="110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2A8B395-6EFD-F0F7-7CA9-33E6CC7FB613}"/>
                    </a:ext>
                  </a:extLst>
                </p14:cNvPr>
                <p14:cNvContentPartPr/>
                <p14:nvPr/>
              </p14:nvContentPartPr>
              <p14:xfrm>
                <a:off x="1696462" y="6157976"/>
                <a:ext cx="144360" cy="8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2A8B395-6EFD-F0F7-7CA9-33E6CC7FB61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687462" y="6148976"/>
                  <a:ext cx="162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99476EF-0078-0F20-CC18-4CC35194BFD8}"/>
                    </a:ext>
                  </a:extLst>
                </p14:cNvPr>
                <p14:cNvContentPartPr/>
                <p14:nvPr/>
              </p14:nvContentPartPr>
              <p14:xfrm>
                <a:off x="1849822" y="6097496"/>
                <a:ext cx="35640" cy="84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99476EF-0078-0F20-CC18-4CC35194BFD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41182" y="6088856"/>
                  <a:ext cx="5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22CA74-5A9C-6D2C-4F3C-017B1E41A12F}"/>
                    </a:ext>
                  </a:extLst>
                </p14:cNvPr>
                <p14:cNvContentPartPr/>
                <p14:nvPr/>
              </p14:nvContentPartPr>
              <p14:xfrm>
                <a:off x="1977622" y="6134936"/>
                <a:ext cx="86400" cy="287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22CA74-5A9C-6D2C-4F3C-017B1E41A1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968622" y="6125936"/>
                  <a:ext cx="1040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90A906-F0F8-7862-99B3-775DE33C3B45}"/>
                    </a:ext>
                  </a:extLst>
                </p14:cNvPr>
                <p14:cNvContentPartPr/>
                <p14:nvPr/>
              </p14:nvContentPartPr>
              <p14:xfrm>
                <a:off x="2168062" y="6143936"/>
                <a:ext cx="17280" cy="346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90A906-F0F8-7862-99B3-775DE33C3B4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159422" y="6134936"/>
                  <a:ext cx="34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AEF8A8-DB3A-298B-E96C-E241C31A9700}"/>
                    </a:ext>
                  </a:extLst>
                </p14:cNvPr>
                <p14:cNvContentPartPr/>
                <p14:nvPr/>
              </p14:nvContentPartPr>
              <p14:xfrm>
                <a:off x="913822" y="6151136"/>
                <a:ext cx="27000" cy="361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CAEF8A8-DB3A-298B-E96C-E241C31A970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5182" y="6142496"/>
                  <a:ext cx="4464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EDEEED9-36F2-A782-8B83-5D39EFA4E042}"/>
              </a:ext>
            </a:extLst>
          </p:cNvPr>
          <p:cNvGrpSpPr/>
          <p:nvPr/>
        </p:nvGrpSpPr>
        <p:grpSpPr>
          <a:xfrm>
            <a:off x="2418982" y="5945936"/>
            <a:ext cx="2009880" cy="723240"/>
            <a:chOff x="2418982" y="5945936"/>
            <a:chExt cx="200988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D887ED-CBA7-B63D-7242-140DD707B379}"/>
                    </a:ext>
                  </a:extLst>
                </p14:cNvPr>
                <p14:cNvContentPartPr/>
                <p14:nvPr/>
              </p14:nvContentPartPr>
              <p14:xfrm>
                <a:off x="2418982" y="6376496"/>
                <a:ext cx="154440" cy="8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D887ED-CBA7-B63D-7242-140DD707B37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09982" y="6367856"/>
                  <a:ext cx="172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8AA2A3D-8028-200A-C3CC-CBB1F1E249F7}"/>
                    </a:ext>
                  </a:extLst>
                </p14:cNvPr>
                <p14:cNvContentPartPr/>
                <p14:nvPr/>
              </p14:nvContentPartPr>
              <p14:xfrm>
                <a:off x="2451382" y="6295136"/>
                <a:ext cx="68760" cy="15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8AA2A3D-8028-200A-C3CC-CBB1F1E249F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42382" y="6286136"/>
                  <a:ext cx="8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A9F9E7C-ACBC-59DE-D06F-9C31E19BD205}"/>
                    </a:ext>
                  </a:extLst>
                </p14:cNvPr>
                <p14:cNvContentPartPr/>
                <p14:nvPr/>
              </p14:nvContentPartPr>
              <p14:xfrm>
                <a:off x="2775742" y="6117656"/>
                <a:ext cx="52200" cy="133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A9F9E7C-ACBC-59DE-D06F-9C31E19BD20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66742" y="6109016"/>
                  <a:ext cx="69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C257A2-E4EB-7447-CBC5-8C6BDB499DA1}"/>
                    </a:ext>
                  </a:extLst>
                </p14:cNvPr>
                <p14:cNvContentPartPr/>
                <p14:nvPr/>
              </p14:nvContentPartPr>
              <p14:xfrm>
                <a:off x="2997142" y="6188576"/>
                <a:ext cx="86400" cy="5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C257A2-E4EB-7447-CBC5-8C6BDB499DA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88502" y="6179576"/>
                  <a:ext cx="104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AA7B551-A1C1-E1E9-E506-D6A0ECDA3322}"/>
                    </a:ext>
                  </a:extLst>
                </p14:cNvPr>
                <p14:cNvContentPartPr/>
                <p14:nvPr/>
              </p14:nvContentPartPr>
              <p14:xfrm>
                <a:off x="3163822" y="6141416"/>
                <a:ext cx="111240" cy="101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AA7B551-A1C1-E1E9-E506-D6A0ECDA332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154822" y="6132776"/>
                  <a:ext cx="128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17329A5-61B8-9D68-63C6-42D6FB98408A}"/>
                    </a:ext>
                  </a:extLst>
                </p14:cNvPr>
                <p14:cNvContentPartPr/>
                <p14:nvPr/>
              </p14:nvContentPartPr>
              <p14:xfrm>
                <a:off x="3311782" y="6214496"/>
                <a:ext cx="22320" cy="27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17329A5-61B8-9D68-63C6-42D6FB98408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303142" y="6205856"/>
                  <a:ext cx="39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4919B65-412F-8454-05A6-F86E4F3296C0}"/>
                    </a:ext>
                  </a:extLst>
                </p14:cNvPr>
                <p14:cNvContentPartPr/>
                <p14:nvPr/>
              </p14:nvContentPartPr>
              <p14:xfrm>
                <a:off x="3358222" y="6071576"/>
                <a:ext cx="98280" cy="101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4919B65-412F-8454-05A6-F86E4F3296C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349222" y="6062576"/>
                  <a:ext cx="115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649CC0-581F-156D-171E-BB326C148D9D}"/>
                    </a:ext>
                  </a:extLst>
                </p14:cNvPr>
                <p14:cNvContentPartPr/>
                <p14:nvPr/>
              </p14:nvContentPartPr>
              <p14:xfrm>
                <a:off x="3393502" y="6161216"/>
                <a:ext cx="73800" cy="10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649CC0-581F-156D-171E-BB326C148D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84862" y="6152576"/>
                  <a:ext cx="91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4F9C69A-522D-4D93-285A-12045904994E}"/>
                    </a:ext>
                  </a:extLst>
                </p14:cNvPr>
                <p14:cNvContentPartPr/>
                <p14:nvPr/>
              </p14:nvContentPartPr>
              <p14:xfrm>
                <a:off x="3508702" y="6129176"/>
                <a:ext cx="189720" cy="123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4F9C69A-522D-4D93-285A-12045904994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99702" y="6120536"/>
                  <a:ext cx="207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D5D5010-25EB-F5F7-04A6-F3E00CA8511E}"/>
                    </a:ext>
                  </a:extLst>
                </p14:cNvPr>
                <p14:cNvContentPartPr/>
                <p14:nvPr/>
              </p14:nvContentPartPr>
              <p14:xfrm>
                <a:off x="3646222" y="6055016"/>
                <a:ext cx="91080" cy="15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D5D5010-25EB-F5F7-04A6-F3E00CA8511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637582" y="6046376"/>
                  <a:ext cx="108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8361AE3-855C-E86F-541E-3DA36DA1B514}"/>
                    </a:ext>
                  </a:extLst>
                </p14:cNvPr>
                <p14:cNvContentPartPr/>
                <p14:nvPr/>
              </p14:nvContentPartPr>
              <p14:xfrm>
                <a:off x="3780502" y="6033776"/>
                <a:ext cx="90000" cy="149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8361AE3-855C-E86F-541E-3DA36DA1B51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771502" y="6025136"/>
                  <a:ext cx="107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84A8B5D-9F7C-06A7-5A4B-CA644D902425}"/>
                    </a:ext>
                  </a:extLst>
                </p14:cNvPr>
                <p14:cNvContentPartPr/>
                <p14:nvPr/>
              </p14:nvContentPartPr>
              <p14:xfrm>
                <a:off x="3805342" y="5945936"/>
                <a:ext cx="1440" cy="13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84A8B5D-9F7C-06A7-5A4B-CA644D90242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796702" y="5937296"/>
                  <a:ext cx="19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8EC5D29-7200-D5D3-7221-98F77B5DD81A}"/>
                    </a:ext>
                  </a:extLst>
                </p14:cNvPr>
                <p14:cNvContentPartPr/>
                <p14:nvPr/>
              </p14:nvContentPartPr>
              <p14:xfrm>
                <a:off x="3875542" y="5989856"/>
                <a:ext cx="144360" cy="75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8EC5D29-7200-D5D3-7221-98F77B5DD8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866542" y="5980856"/>
                  <a:ext cx="16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F2F74CC-2F71-5F7C-0909-420A02B2C5EA}"/>
                    </a:ext>
                  </a:extLst>
                </p14:cNvPr>
                <p14:cNvContentPartPr/>
                <p14:nvPr/>
              </p14:nvContentPartPr>
              <p14:xfrm>
                <a:off x="2748382" y="6357776"/>
                <a:ext cx="872280" cy="37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F2F74CC-2F71-5F7C-0909-420A02B2C5E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739742" y="6348776"/>
                  <a:ext cx="889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425F5E-4D7C-90FD-0DBB-985F5B35887A}"/>
                    </a:ext>
                  </a:extLst>
                </p14:cNvPr>
                <p14:cNvContentPartPr/>
                <p14:nvPr/>
              </p14:nvContentPartPr>
              <p14:xfrm>
                <a:off x="2826502" y="6523016"/>
                <a:ext cx="74880" cy="146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425F5E-4D7C-90FD-0DBB-985F5B35887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17862" y="6514016"/>
                  <a:ext cx="92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4807ED2-0463-BCD2-0729-D18F44D35C6E}"/>
                    </a:ext>
                  </a:extLst>
                </p14:cNvPr>
                <p14:cNvContentPartPr/>
                <p14:nvPr/>
              </p14:nvContentPartPr>
              <p14:xfrm>
                <a:off x="2993182" y="6606896"/>
                <a:ext cx="58680" cy="6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4807ED2-0463-BCD2-0729-D18F44D35C6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84182" y="6597896"/>
                  <a:ext cx="76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74C1C0-218A-5897-A104-97AD2CCBF9DC}"/>
                    </a:ext>
                  </a:extLst>
                </p14:cNvPr>
                <p14:cNvContentPartPr/>
                <p14:nvPr/>
              </p14:nvContentPartPr>
              <p14:xfrm>
                <a:off x="3126382" y="6560456"/>
                <a:ext cx="99000" cy="80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74C1C0-218A-5897-A104-97AD2CCBF9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117742" y="6551456"/>
                  <a:ext cx="116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A0A382B-4DA8-9BC7-BDCD-BB79B4BBC4A0}"/>
                    </a:ext>
                  </a:extLst>
                </p14:cNvPr>
                <p14:cNvContentPartPr/>
                <p14:nvPr/>
              </p14:nvContentPartPr>
              <p14:xfrm>
                <a:off x="3301342" y="6629216"/>
                <a:ext cx="360" cy="6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A0A382B-4DA8-9BC7-BDCD-BB79B4BBC4A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92342" y="66205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48C5B9D-74CC-4CAB-9A49-9FF782F26B29}"/>
                    </a:ext>
                  </a:extLst>
                </p14:cNvPr>
                <p14:cNvContentPartPr/>
                <p14:nvPr/>
              </p14:nvContentPartPr>
              <p14:xfrm>
                <a:off x="3333742" y="6528056"/>
                <a:ext cx="104760" cy="133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48C5B9D-74CC-4CAB-9A49-9FF782F26B2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5102" y="6519416"/>
                  <a:ext cx="12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AE297B2-7B1F-9B2B-77D4-EADC75B2F8F4}"/>
                    </a:ext>
                  </a:extLst>
                </p14:cNvPr>
                <p14:cNvContentPartPr/>
                <p14:nvPr/>
              </p14:nvContentPartPr>
              <p14:xfrm>
                <a:off x="3354262" y="6512936"/>
                <a:ext cx="69120" cy="15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AE297B2-7B1F-9B2B-77D4-EADC75B2F8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45622" y="6504296"/>
                  <a:ext cx="86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7DE7523-A676-AEBD-9BA2-17074FBA64C2}"/>
                    </a:ext>
                  </a:extLst>
                </p14:cNvPr>
                <p14:cNvContentPartPr/>
                <p14:nvPr/>
              </p14:nvContentPartPr>
              <p14:xfrm>
                <a:off x="3551182" y="6544256"/>
                <a:ext cx="146880" cy="11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7DE7523-A676-AEBD-9BA2-17074FBA64C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42182" y="6535256"/>
                  <a:ext cx="164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526075-4BFD-731D-C3C8-F0F12DFC308E}"/>
                    </a:ext>
                  </a:extLst>
                </p14:cNvPr>
                <p14:cNvContentPartPr/>
                <p14:nvPr/>
              </p14:nvContentPartPr>
              <p14:xfrm>
                <a:off x="3683662" y="6528056"/>
                <a:ext cx="48600" cy="3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526075-4BFD-731D-C3C8-F0F12DFC308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74662" y="6519416"/>
                  <a:ext cx="66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DB3E7C9-3DD9-DBD1-B393-22279015BD3A}"/>
                    </a:ext>
                  </a:extLst>
                </p14:cNvPr>
                <p14:cNvContentPartPr/>
                <p14:nvPr/>
              </p14:nvContentPartPr>
              <p14:xfrm>
                <a:off x="3811462" y="6485576"/>
                <a:ext cx="62280" cy="160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DB3E7C9-3DD9-DBD1-B393-22279015BD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02822" y="6476936"/>
                  <a:ext cx="79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D73FBF0-4873-F882-C85B-0CA6821E9337}"/>
                    </a:ext>
                  </a:extLst>
                </p14:cNvPr>
                <p14:cNvContentPartPr/>
                <p14:nvPr/>
              </p14:nvContentPartPr>
              <p14:xfrm>
                <a:off x="3795622" y="6406736"/>
                <a:ext cx="360" cy="1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D73FBF0-4873-F882-C85B-0CA6821E933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786982" y="6397736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D13B5A5-A729-9BAE-A258-C58CA1043F3E}"/>
                    </a:ext>
                  </a:extLst>
                </p14:cNvPr>
                <p14:cNvContentPartPr/>
                <p14:nvPr/>
              </p14:nvContentPartPr>
              <p14:xfrm>
                <a:off x="3899302" y="6467576"/>
                <a:ext cx="140760" cy="75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D13B5A5-A729-9BAE-A258-C58CA1043F3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890662" y="6458576"/>
                  <a:ext cx="158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946A5B4-63AB-7F2E-9241-7A9A6EC9B642}"/>
                    </a:ext>
                  </a:extLst>
                </p14:cNvPr>
                <p14:cNvContentPartPr/>
                <p14:nvPr/>
              </p14:nvContentPartPr>
              <p14:xfrm>
                <a:off x="3609502" y="6384056"/>
                <a:ext cx="28332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946A5B4-63AB-7F2E-9241-7A9A6EC9B6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600862" y="6375056"/>
                  <a:ext cx="300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8BC5CC1-0700-B5A2-42EB-30462596A35C}"/>
                    </a:ext>
                  </a:extLst>
                </p14:cNvPr>
                <p14:cNvContentPartPr/>
                <p14:nvPr/>
              </p14:nvContentPartPr>
              <p14:xfrm>
                <a:off x="4305382" y="6410696"/>
                <a:ext cx="123480" cy="27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8BC5CC1-0700-B5A2-42EB-30462596A35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96382" y="6402056"/>
                  <a:ext cx="141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8E6FD35-67A2-76CE-2818-D6FF66E221EF}"/>
                    </a:ext>
                  </a:extLst>
                </p14:cNvPr>
                <p14:cNvContentPartPr/>
                <p14:nvPr/>
              </p14:nvContentPartPr>
              <p14:xfrm>
                <a:off x="4329142" y="6355616"/>
                <a:ext cx="73080" cy="4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8E6FD35-67A2-76CE-2818-D6FF66E221E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20142" y="6346976"/>
                  <a:ext cx="90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02DCAD9-0C13-4394-59AB-2823FECA2C10}"/>
                    </a:ext>
                  </a:extLst>
                </p14:cNvPr>
                <p14:cNvContentPartPr/>
                <p14:nvPr/>
              </p14:nvContentPartPr>
              <p14:xfrm>
                <a:off x="2641822" y="6148616"/>
                <a:ext cx="23040" cy="374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02DCAD9-0C13-4394-59AB-2823FECA2C1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32822" y="6139976"/>
                  <a:ext cx="406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6CD17A7-1B00-2CA3-9341-F4925F1C0E4C}"/>
                    </a:ext>
                  </a:extLst>
                </p14:cNvPr>
                <p14:cNvContentPartPr/>
                <p14:nvPr/>
              </p14:nvContentPartPr>
              <p14:xfrm>
                <a:off x="4146622" y="6156176"/>
                <a:ext cx="28080" cy="394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6CD17A7-1B00-2CA3-9341-F4925F1C0E4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137622" y="6147176"/>
                  <a:ext cx="4572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16BC0CE-CA9B-D938-2900-AD48FF5CF5EF}"/>
              </a:ext>
            </a:extLst>
          </p:cNvPr>
          <p:cNvGrpSpPr/>
          <p:nvPr/>
        </p:nvGrpSpPr>
        <p:grpSpPr>
          <a:xfrm>
            <a:off x="4640542" y="6003896"/>
            <a:ext cx="1356480" cy="285840"/>
            <a:chOff x="4640542" y="6003896"/>
            <a:chExt cx="135648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78A6D25-C6A1-E7FA-8D6F-7DA360CBC6A5}"/>
                    </a:ext>
                  </a:extLst>
                </p14:cNvPr>
                <p14:cNvContentPartPr/>
                <p14:nvPr/>
              </p14:nvContentPartPr>
              <p14:xfrm>
                <a:off x="4725862" y="6178496"/>
                <a:ext cx="183960" cy="111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78A6D25-C6A1-E7FA-8D6F-7DA360CBC6A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717222" y="6169856"/>
                  <a:ext cx="201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1A45DEE-E9A4-D024-F4B5-9C58B1E2E6F7}"/>
                    </a:ext>
                  </a:extLst>
                </p14:cNvPr>
                <p14:cNvContentPartPr/>
                <p14:nvPr/>
              </p14:nvContentPartPr>
              <p14:xfrm>
                <a:off x="4916302" y="6097496"/>
                <a:ext cx="83160" cy="159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1A45DEE-E9A4-D024-F4B5-9C58B1E2E6F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907662" y="6088856"/>
                  <a:ext cx="100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5ADACE3-D6E6-0A56-CD34-5214D648D66D}"/>
                    </a:ext>
                  </a:extLst>
                </p14:cNvPr>
                <p14:cNvContentPartPr/>
                <p14:nvPr/>
              </p14:nvContentPartPr>
              <p14:xfrm>
                <a:off x="4913062" y="6003896"/>
                <a:ext cx="4680" cy="3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5ADACE3-D6E6-0A56-CD34-5214D648D6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04062" y="59948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6284F5-4203-0D7B-26C4-386CA3B47085}"/>
                    </a:ext>
                  </a:extLst>
                </p14:cNvPr>
                <p14:cNvContentPartPr/>
                <p14:nvPr/>
              </p14:nvContentPartPr>
              <p14:xfrm>
                <a:off x="5028982" y="6024776"/>
                <a:ext cx="156240" cy="98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6284F5-4203-0D7B-26C4-386CA3B4708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20342" y="6016136"/>
                  <a:ext cx="173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BBA23C2-302E-F591-C6C4-99B4AD0A8997}"/>
                    </a:ext>
                  </a:extLst>
                </p14:cNvPr>
                <p14:cNvContentPartPr/>
                <p14:nvPr/>
              </p14:nvContentPartPr>
              <p14:xfrm>
                <a:off x="5254702" y="6150056"/>
                <a:ext cx="99000" cy="1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BBA23C2-302E-F591-C6C4-99B4AD0A899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46062" y="6141416"/>
                  <a:ext cx="11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0ECE26F-23D9-E69A-42F2-26CD2883E1C0}"/>
                    </a:ext>
                  </a:extLst>
                </p14:cNvPr>
                <p14:cNvContentPartPr/>
                <p14:nvPr/>
              </p14:nvContentPartPr>
              <p14:xfrm>
                <a:off x="5468182" y="6090656"/>
                <a:ext cx="125280" cy="131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0ECE26F-23D9-E69A-42F2-26CD2883E1C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59542" y="6081656"/>
                  <a:ext cx="142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51F829C-A36D-94BA-1095-F2233CC5BFCD}"/>
                    </a:ext>
                  </a:extLst>
                </p14:cNvPr>
                <p14:cNvContentPartPr/>
                <p14:nvPr/>
              </p14:nvContentPartPr>
              <p14:xfrm>
                <a:off x="5693902" y="6219896"/>
                <a:ext cx="5040" cy="14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51F829C-A36D-94BA-1095-F2233CC5BF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85262" y="621089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1390A88-B310-5DD1-B583-72846DB34A9D}"/>
                    </a:ext>
                  </a:extLst>
                </p14:cNvPr>
                <p14:cNvContentPartPr/>
                <p14:nvPr/>
              </p14:nvContentPartPr>
              <p14:xfrm>
                <a:off x="5726662" y="6070496"/>
                <a:ext cx="110160" cy="76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1390A88-B310-5DD1-B583-72846DB34A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17662" y="6061856"/>
                  <a:ext cx="127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C337000-E666-122C-67A5-BDB84F675557}"/>
                    </a:ext>
                  </a:extLst>
                </p14:cNvPr>
                <p14:cNvContentPartPr/>
                <p14:nvPr/>
              </p14:nvContentPartPr>
              <p14:xfrm>
                <a:off x="5782822" y="6139256"/>
                <a:ext cx="85320" cy="71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C337000-E666-122C-67A5-BDB84F67555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74182" y="6130256"/>
                  <a:ext cx="102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BC7A0EA-E7EF-FE19-8FC0-58553DC617F9}"/>
                    </a:ext>
                  </a:extLst>
                </p14:cNvPr>
                <p14:cNvContentPartPr/>
                <p14:nvPr/>
              </p14:nvContentPartPr>
              <p14:xfrm>
                <a:off x="4640542" y="6097496"/>
                <a:ext cx="16200" cy="172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BC7A0EA-E7EF-FE19-8FC0-58553DC617F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31902" y="6088856"/>
                  <a:ext cx="33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AFC73B1-A9AE-CC96-69BF-39E626FB730E}"/>
                    </a:ext>
                  </a:extLst>
                </p14:cNvPr>
                <p14:cNvContentPartPr/>
                <p14:nvPr/>
              </p14:nvContentPartPr>
              <p14:xfrm>
                <a:off x="5969662" y="6036296"/>
                <a:ext cx="27360" cy="146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AFC73B1-A9AE-CC96-69BF-39E626FB730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60662" y="6027656"/>
                  <a:ext cx="450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589F6E24-BE65-F138-26B4-A424862FA70B}"/>
              </a:ext>
            </a:extLst>
          </p:cNvPr>
          <p:cNvGrpSpPr/>
          <p:nvPr/>
        </p:nvGrpSpPr>
        <p:grpSpPr>
          <a:xfrm>
            <a:off x="4689142" y="6363536"/>
            <a:ext cx="1279440" cy="330480"/>
            <a:chOff x="4689142" y="6363536"/>
            <a:chExt cx="127944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FCC735-B6A3-BB83-63D2-547FBF58B561}"/>
                    </a:ext>
                  </a:extLst>
                </p14:cNvPr>
                <p14:cNvContentPartPr/>
                <p14:nvPr/>
              </p14:nvContentPartPr>
              <p14:xfrm>
                <a:off x="4798942" y="6363536"/>
                <a:ext cx="974880" cy="27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FCC735-B6A3-BB83-63D2-547FBF58B56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90302" y="6354896"/>
                  <a:ext cx="992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5ABF939-0C53-FA33-68F1-6518F558D62F}"/>
                    </a:ext>
                  </a:extLst>
                </p14:cNvPr>
                <p14:cNvContentPartPr/>
                <p14:nvPr/>
              </p14:nvContentPartPr>
              <p14:xfrm>
                <a:off x="4811182" y="6569456"/>
                <a:ext cx="141480" cy="12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5ABF939-0C53-FA33-68F1-6518F558D6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802182" y="6560816"/>
                  <a:ext cx="159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A11AD6-A507-2447-59D4-8A94A1CE1EC6}"/>
                    </a:ext>
                  </a:extLst>
                </p14:cNvPr>
                <p14:cNvContentPartPr/>
                <p14:nvPr/>
              </p14:nvContentPartPr>
              <p14:xfrm>
                <a:off x="4965262" y="6528056"/>
                <a:ext cx="83160" cy="141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A11AD6-A507-2447-59D4-8A94A1CE1E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56262" y="6519416"/>
                  <a:ext cx="100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F39130C-FD10-6362-5E8D-CF70B9E1689A}"/>
                    </a:ext>
                  </a:extLst>
                </p14:cNvPr>
                <p14:cNvContentPartPr/>
                <p14:nvPr/>
              </p14:nvContentPartPr>
              <p14:xfrm>
                <a:off x="4917382" y="6432656"/>
                <a:ext cx="27720" cy="29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F39130C-FD10-6362-5E8D-CF70B9E1689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08382" y="6423656"/>
                  <a:ext cx="45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916EE3-D2EF-F405-844E-D6B48BD621B9}"/>
                    </a:ext>
                  </a:extLst>
                </p14:cNvPr>
                <p14:cNvContentPartPr/>
                <p14:nvPr/>
              </p14:nvContentPartPr>
              <p14:xfrm>
                <a:off x="5027542" y="6457856"/>
                <a:ext cx="166320" cy="86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916EE3-D2EF-F405-844E-D6B48BD621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18542" y="6449216"/>
                  <a:ext cx="183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3B1579-DF77-1456-6138-40923FFDA84D}"/>
                    </a:ext>
                  </a:extLst>
                </p14:cNvPr>
                <p14:cNvContentPartPr/>
                <p14:nvPr/>
              </p14:nvContentPartPr>
              <p14:xfrm>
                <a:off x="5267302" y="6571256"/>
                <a:ext cx="91800" cy="7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3B1579-DF77-1456-6138-40923FFDA84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58662" y="656225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5F860AB-C6B2-1077-785B-28FB67DDB292}"/>
                    </a:ext>
                  </a:extLst>
                </p14:cNvPr>
                <p14:cNvContentPartPr/>
                <p14:nvPr/>
              </p14:nvContentPartPr>
              <p14:xfrm>
                <a:off x="5464942" y="6522656"/>
                <a:ext cx="96480" cy="86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5F860AB-C6B2-1077-785B-28FB67DDB29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456302" y="6514016"/>
                  <a:ext cx="114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F5672F9-B868-9B16-A93C-1117EF49D2A3}"/>
                    </a:ext>
                  </a:extLst>
                </p14:cNvPr>
                <p14:cNvContentPartPr/>
                <p14:nvPr/>
              </p14:nvContentPartPr>
              <p14:xfrm>
                <a:off x="5648902" y="6592136"/>
                <a:ext cx="2520" cy="3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F5672F9-B868-9B16-A93C-1117EF49D2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40262" y="658313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DA5C851-3DA3-BDBA-92B1-474B1CECBB1D}"/>
                    </a:ext>
                  </a:extLst>
                </p14:cNvPr>
                <p14:cNvContentPartPr/>
                <p14:nvPr/>
              </p14:nvContentPartPr>
              <p14:xfrm>
                <a:off x="5688142" y="6490256"/>
                <a:ext cx="90000" cy="103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DA5C851-3DA3-BDBA-92B1-474B1CECBB1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79502" y="6481616"/>
                  <a:ext cx="107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E37984-6014-64DA-1608-829BCAC1164A}"/>
                    </a:ext>
                  </a:extLst>
                </p14:cNvPr>
                <p14:cNvContentPartPr/>
                <p14:nvPr/>
              </p14:nvContentPartPr>
              <p14:xfrm>
                <a:off x="5693542" y="6448136"/>
                <a:ext cx="122760" cy="1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E37984-6014-64DA-1608-829BCAC1164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84902" y="6439136"/>
                  <a:ext cx="14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33E3866-8B90-88CF-BDF1-562226F1FA24}"/>
                    </a:ext>
                  </a:extLst>
                </p14:cNvPr>
                <p14:cNvContentPartPr/>
                <p14:nvPr/>
              </p14:nvContentPartPr>
              <p14:xfrm>
                <a:off x="4689142" y="6513656"/>
                <a:ext cx="25920" cy="159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33E3866-8B90-88CF-BDF1-562226F1FA2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680142" y="6505016"/>
                  <a:ext cx="43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3CC27EF-DC3E-FEC8-6D10-8A580BDD223D}"/>
                    </a:ext>
                  </a:extLst>
                </p14:cNvPr>
                <p14:cNvContentPartPr/>
                <p14:nvPr/>
              </p14:nvContentPartPr>
              <p14:xfrm>
                <a:off x="5947342" y="6476936"/>
                <a:ext cx="21240" cy="152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3CC27EF-DC3E-FEC8-6D10-8A580BDD223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38342" y="6467936"/>
                  <a:ext cx="38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5CE2BA-48C9-2DDF-C757-3E19759B84F6}"/>
                    </a:ext>
                  </a:extLst>
                </p14:cNvPr>
                <p14:cNvContentPartPr/>
                <p14:nvPr/>
              </p14:nvContentPartPr>
              <p14:xfrm>
                <a:off x="5760862" y="6364256"/>
                <a:ext cx="149040" cy="14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5CE2BA-48C9-2DDF-C757-3E19759B84F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751862" y="6355256"/>
                  <a:ext cx="166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BBBA2F5-5EE0-0963-1C96-D98C73A81752}"/>
                    </a:ext>
                  </a:extLst>
                </p14:cNvPr>
                <p14:cNvContentPartPr/>
                <p14:nvPr/>
              </p14:nvContentPartPr>
              <p14:xfrm>
                <a:off x="4741342" y="6368576"/>
                <a:ext cx="101880" cy="11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BBBA2F5-5EE0-0963-1C96-D98C73A817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32702" y="6359576"/>
                  <a:ext cx="1195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2174462-F7AE-375E-BB41-1D57239C9EF4}"/>
                  </a:ext>
                </a:extLst>
              </p14:cNvPr>
              <p14:cNvContentPartPr/>
              <p14:nvPr/>
            </p14:nvContentPartPr>
            <p14:xfrm>
              <a:off x="9181942" y="2001416"/>
              <a:ext cx="194040" cy="1162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2174462-F7AE-375E-BB41-1D57239C9EF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172942" y="1992416"/>
                <a:ext cx="21168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498679-1E39-2E13-8A92-B9EC437B4D5B}"/>
              </a:ext>
            </a:extLst>
          </p:cNvPr>
          <p:cNvGrpSpPr/>
          <p:nvPr/>
        </p:nvGrpSpPr>
        <p:grpSpPr>
          <a:xfrm>
            <a:off x="9836782" y="1855256"/>
            <a:ext cx="1501200" cy="707400"/>
            <a:chOff x="9836782" y="1855256"/>
            <a:chExt cx="1501200" cy="70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9C09FB1-9FC0-B249-14C7-3F0737ED93CE}"/>
                    </a:ext>
                  </a:extLst>
                </p14:cNvPr>
                <p14:cNvContentPartPr/>
                <p14:nvPr/>
              </p14:nvContentPartPr>
              <p14:xfrm>
                <a:off x="9836782" y="2302736"/>
                <a:ext cx="347400" cy="259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9C09FB1-9FC0-B249-14C7-3F0737ED93C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27782" y="2293736"/>
                  <a:ext cx="365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AA60FF5-2826-5D86-F76B-EB5F6C076B4B}"/>
                    </a:ext>
                  </a:extLst>
                </p14:cNvPr>
                <p14:cNvContentPartPr/>
                <p14:nvPr/>
              </p14:nvContentPartPr>
              <p14:xfrm>
                <a:off x="10269862" y="2093936"/>
                <a:ext cx="147600" cy="139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AA60FF5-2826-5D86-F76B-EB5F6C076B4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60862" y="2084936"/>
                  <a:ext cx="165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DC9941-386A-8D77-BF82-18377BECF25F}"/>
                    </a:ext>
                  </a:extLst>
                </p14:cNvPr>
                <p14:cNvContentPartPr/>
                <p14:nvPr/>
              </p14:nvContentPartPr>
              <p14:xfrm>
                <a:off x="10409182" y="1982696"/>
                <a:ext cx="76320" cy="1501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DC9941-386A-8D77-BF82-18377BECF25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00182" y="19740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39AD3DB-A7EC-FF17-2BAD-FE8EBA26C469}"/>
                    </a:ext>
                  </a:extLst>
                </p14:cNvPr>
                <p14:cNvContentPartPr/>
                <p14:nvPr/>
              </p14:nvContentPartPr>
              <p14:xfrm>
                <a:off x="10387942" y="1855256"/>
                <a:ext cx="360" cy="17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39AD3DB-A7EC-FF17-2BAD-FE8EBA26C46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378942" y="1846256"/>
                  <a:ext cx="18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EAD757-193A-09CA-DF07-58DC43058103}"/>
                    </a:ext>
                  </a:extLst>
                </p14:cNvPr>
                <p14:cNvContentPartPr/>
                <p14:nvPr/>
              </p14:nvContentPartPr>
              <p14:xfrm>
                <a:off x="10478302" y="1888016"/>
                <a:ext cx="192240" cy="127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EAD757-193A-09CA-DF07-58DC4305810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69302" y="1879376"/>
                  <a:ext cx="20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3206287-6E48-BF22-23F2-5761C41C18DA}"/>
                    </a:ext>
                  </a:extLst>
                </p14:cNvPr>
                <p14:cNvContentPartPr/>
                <p14:nvPr/>
              </p14:nvContentPartPr>
              <p14:xfrm>
                <a:off x="10702222" y="2104736"/>
                <a:ext cx="127440" cy="6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3206287-6E48-BF22-23F2-5761C41C18D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93222" y="2096096"/>
                  <a:ext cx="145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1D0C8F7-7435-B327-ACDD-E09B6D44B664}"/>
                    </a:ext>
                  </a:extLst>
                </p14:cNvPr>
                <p14:cNvContentPartPr/>
                <p14:nvPr/>
              </p14:nvContentPartPr>
              <p14:xfrm>
                <a:off x="10920742" y="2042816"/>
                <a:ext cx="116640" cy="106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1D0C8F7-7435-B327-ACDD-E09B6D44B66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11742" y="2034176"/>
                  <a:ext cx="134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6FF2F35-AB08-10F6-35EE-60E803B21E6B}"/>
                    </a:ext>
                  </a:extLst>
                </p14:cNvPr>
                <p14:cNvContentPartPr/>
                <p14:nvPr/>
              </p14:nvContentPartPr>
              <p14:xfrm>
                <a:off x="11107942" y="2158376"/>
                <a:ext cx="3240" cy="2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6FF2F35-AB08-10F6-35EE-60E803B21E6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98942" y="2149376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4A1743E-0E99-F818-79C0-8103325537D0}"/>
                    </a:ext>
                  </a:extLst>
                </p14:cNvPr>
                <p14:cNvContentPartPr/>
                <p14:nvPr/>
              </p14:nvContentPartPr>
              <p14:xfrm>
                <a:off x="11143222" y="2007896"/>
                <a:ext cx="116640" cy="77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4A1743E-0E99-F818-79C0-8103325537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34582" y="1998896"/>
                  <a:ext cx="134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EC07480-FDFA-F839-3FF6-40183983EB5A}"/>
                    </a:ext>
                  </a:extLst>
                </p14:cNvPr>
                <p14:cNvContentPartPr/>
                <p14:nvPr/>
              </p14:nvContentPartPr>
              <p14:xfrm>
                <a:off x="11157622" y="2056856"/>
                <a:ext cx="97200" cy="76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EC07480-FDFA-F839-3FF6-40183983EB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148982" y="2048216"/>
                  <a:ext cx="114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73FE99F-3F4B-3EB9-D70A-B705C85B3198}"/>
                    </a:ext>
                  </a:extLst>
                </p14:cNvPr>
                <p14:cNvContentPartPr/>
                <p14:nvPr/>
              </p14:nvContentPartPr>
              <p14:xfrm>
                <a:off x="10145302" y="2018696"/>
                <a:ext cx="19800" cy="155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73FE99F-3F4B-3EB9-D70A-B705C85B319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36662" y="2010056"/>
                  <a:ext cx="3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C187FC8-0DA3-BA86-4219-3E4A36F045CC}"/>
                    </a:ext>
                  </a:extLst>
                </p14:cNvPr>
                <p14:cNvContentPartPr/>
                <p14:nvPr/>
              </p14:nvContentPartPr>
              <p14:xfrm>
                <a:off x="11312782" y="1956056"/>
                <a:ext cx="25200" cy="191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C187FC8-0DA3-BA86-4219-3E4A36F045C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04142" y="1947416"/>
                  <a:ext cx="428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447BB77-44F3-D09C-640C-B644A7D73428}"/>
              </a:ext>
            </a:extLst>
          </p:cNvPr>
          <p:cNvGrpSpPr/>
          <p:nvPr/>
        </p:nvGrpSpPr>
        <p:grpSpPr>
          <a:xfrm>
            <a:off x="8383462" y="2743016"/>
            <a:ext cx="1430640" cy="425880"/>
            <a:chOff x="8383462" y="2743016"/>
            <a:chExt cx="143064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B7D1543-81FA-0AE2-B52A-3022A58B64E6}"/>
                    </a:ext>
                  </a:extLst>
                </p14:cNvPr>
                <p14:cNvContentPartPr/>
                <p14:nvPr/>
              </p14:nvContentPartPr>
              <p14:xfrm>
                <a:off x="9411622" y="3150176"/>
                <a:ext cx="402480" cy="18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B7D1543-81FA-0AE2-B52A-3022A58B64E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02622" y="3141536"/>
                  <a:ext cx="42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F226487-FC61-8D0C-355E-176E75368313}"/>
                    </a:ext>
                  </a:extLst>
                </p14:cNvPr>
                <p14:cNvContentPartPr/>
                <p14:nvPr/>
              </p14:nvContentPartPr>
              <p14:xfrm>
                <a:off x="8568862" y="2989256"/>
                <a:ext cx="131400" cy="142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F226487-FC61-8D0C-355E-176E7536831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560222" y="2980256"/>
                  <a:ext cx="149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AAE20CB-21CA-2F83-E405-A1D02B7DF755}"/>
                    </a:ext>
                  </a:extLst>
                </p14:cNvPr>
                <p14:cNvContentPartPr/>
                <p14:nvPr/>
              </p14:nvContentPartPr>
              <p14:xfrm>
                <a:off x="8686582" y="2875856"/>
                <a:ext cx="87840" cy="171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AAE20CB-21CA-2F83-E405-A1D02B7DF75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77942" y="2867216"/>
                  <a:ext cx="105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AEBE3B6-735D-19F6-9732-16DEC225F0B8}"/>
                    </a:ext>
                  </a:extLst>
                </p14:cNvPr>
                <p14:cNvContentPartPr/>
                <p14:nvPr/>
              </p14:nvContentPartPr>
              <p14:xfrm>
                <a:off x="8670742" y="2743016"/>
                <a:ext cx="360" cy="3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AEBE3B6-735D-19F6-9732-16DEC225F0B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661742" y="273437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3B527A-2B69-9170-6265-F547B6F7A46B}"/>
                    </a:ext>
                  </a:extLst>
                </p14:cNvPr>
                <p14:cNvContentPartPr/>
                <p14:nvPr/>
              </p14:nvContentPartPr>
              <p14:xfrm>
                <a:off x="8761102" y="2788016"/>
                <a:ext cx="166680" cy="93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3B527A-2B69-9170-6265-F547B6F7A46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52102" y="2779376"/>
                  <a:ext cx="184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7182694-973B-E85C-C1AE-8F9D75EAAEA8}"/>
                    </a:ext>
                  </a:extLst>
                </p14:cNvPr>
                <p14:cNvContentPartPr/>
                <p14:nvPr/>
              </p14:nvContentPartPr>
              <p14:xfrm>
                <a:off x="8964502" y="3008696"/>
                <a:ext cx="89280" cy="5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7182694-973B-E85C-C1AE-8F9D75EAAEA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55862" y="3000056"/>
                  <a:ext cx="106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CB7EDAB-6A3B-4FCB-58C8-DA7B3F64B3AF}"/>
                    </a:ext>
                  </a:extLst>
                </p14:cNvPr>
                <p14:cNvContentPartPr/>
                <p14:nvPr/>
              </p14:nvContentPartPr>
              <p14:xfrm>
                <a:off x="9121462" y="2924456"/>
                <a:ext cx="96840" cy="117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CB7EDAB-6A3B-4FCB-58C8-DA7B3F64B3A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112462" y="2915816"/>
                  <a:ext cx="114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B6BA2D0-1160-2DD8-B68C-EA0342193487}"/>
                    </a:ext>
                  </a:extLst>
                </p14:cNvPr>
                <p14:cNvContentPartPr/>
                <p14:nvPr/>
              </p14:nvContentPartPr>
              <p14:xfrm>
                <a:off x="9265102" y="3035336"/>
                <a:ext cx="1440" cy="5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B6BA2D0-1160-2DD8-B68C-EA034219348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56462" y="3026696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6065548-D5D2-AA2E-8C78-AE8BBDB61F01}"/>
                    </a:ext>
                  </a:extLst>
                </p14:cNvPr>
                <p14:cNvContentPartPr/>
                <p14:nvPr/>
              </p14:nvContentPartPr>
              <p14:xfrm>
                <a:off x="9282022" y="2918336"/>
                <a:ext cx="85680" cy="122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6065548-D5D2-AA2E-8C78-AE8BBDB61F0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73022" y="2909696"/>
                  <a:ext cx="103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D642920-4B00-EE6C-5EF9-7471EC997C86}"/>
                    </a:ext>
                  </a:extLst>
                </p14:cNvPr>
                <p14:cNvContentPartPr/>
                <p14:nvPr/>
              </p14:nvContentPartPr>
              <p14:xfrm>
                <a:off x="9292822" y="2876216"/>
                <a:ext cx="105840" cy="21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D642920-4B00-EE6C-5EF9-7471EC997C8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83822" y="2867576"/>
                  <a:ext cx="123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DEE8C04-B1F9-E615-B8C0-AEE2A858B6A6}"/>
                    </a:ext>
                  </a:extLst>
                </p14:cNvPr>
                <p14:cNvContentPartPr/>
                <p14:nvPr/>
              </p14:nvContentPartPr>
              <p14:xfrm>
                <a:off x="9457342" y="2833376"/>
                <a:ext cx="33120" cy="20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DEE8C04-B1F9-E615-B8C0-AEE2A858B6A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48342" y="2824736"/>
                  <a:ext cx="50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0245DD5-96BC-C8F1-45BE-5C2894E21540}"/>
                    </a:ext>
                  </a:extLst>
                </p14:cNvPr>
                <p14:cNvContentPartPr/>
                <p14:nvPr/>
              </p14:nvContentPartPr>
              <p14:xfrm>
                <a:off x="8383462" y="2897096"/>
                <a:ext cx="43560" cy="223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0245DD5-96BC-C8F1-45BE-5C2894E2154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74822" y="2888456"/>
                  <a:ext cx="612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1C7FD08-F472-EB8C-9C97-3C8D3181B0F3}"/>
                  </a:ext>
                </a:extLst>
              </p14:cNvPr>
              <p14:cNvContentPartPr/>
              <p14:nvPr/>
            </p14:nvContentPartPr>
            <p14:xfrm>
              <a:off x="9185542" y="2074856"/>
              <a:ext cx="152640" cy="1044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1C7FD08-F472-EB8C-9C97-3C8D3181B0F3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9176542" y="2066216"/>
                <a:ext cx="17028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C7E33D2-5649-CEB6-2F5E-7A4235046615}"/>
              </a:ext>
            </a:extLst>
          </p:cNvPr>
          <p:cNvGrpSpPr/>
          <p:nvPr/>
        </p:nvGrpSpPr>
        <p:grpSpPr>
          <a:xfrm>
            <a:off x="6263062" y="6372896"/>
            <a:ext cx="100800" cy="55080"/>
            <a:chOff x="6263062" y="6372896"/>
            <a:chExt cx="100800" cy="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779F5A0-DE64-0CBC-CE00-B72F5A9AEC7E}"/>
                    </a:ext>
                  </a:extLst>
                </p14:cNvPr>
                <p14:cNvContentPartPr/>
                <p14:nvPr/>
              </p14:nvContentPartPr>
              <p14:xfrm>
                <a:off x="6263062" y="6421856"/>
                <a:ext cx="100800" cy="6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779F5A0-DE64-0CBC-CE00-B72F5A9AEC7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254062" y="6413216"/>
                  <a:ext cx="118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1DB2600-6506-CA1F-3C50-E031AE761D97}"/>
                    </a:ext>
                  </a:extLst>
                </p14:cNvPr>
                <p14:cNvContentPartPr/>
                <p14:nvPr/>
              </p14:nvContentPartPr>
              <p14:xfrm>
                <a:off x="6263062" y="6372896"/>
                <a:ext cx="79560" cy="1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1DB2600-6506-CA1F-3C50-E031AE761D9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254062" y="636389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C96C550-A06D-45AA-18E8-70C8E140B932}"/>
              </a:ext>
            </a:extLst>
          </p:cNvPr>
          <p:cNvGrpSpPr/>
          <p:nvPr/>
        </p:nvGrpSpPr>
        <p:grpSpPr>
          <a:xfrm>
            <a:off x="6607942" y="5974016"/>
            <a:ext cx="1414080" cy="358920"/>
            <a:chOff x="6607942" y="5974016"/>
            <a:chExt cx="141408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BFAE8D5-033A-88C0-BCA7-9BA621DAA1D3}"/>
                    </a:ext>
                  </a:extLst>
                </p14:cNvPr>
                <p14:cNvContentPartPr/>
                <p14:nvPr/>
              </p14:nvContentPartPr>
              <p14:xfrm>
                <a:off x="6735382" y="6214496"/>
                <a:ext cx="146520" cy="118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BFAE8D5-033A-88C0-BCA7-9BA621DAA1D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726742" y="6205496"/>
                  <a:ext cx="164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B6C43CD-7DFB-8970-7DA2-138B6056C241}"/>
                    </a:ext>
                  </a:extLst>
                </p14:cNvPr>
                <p14:cNvContentPartPr/>
                <p14:nvPr/>
              </p14:nvContentPartPr>
              <p14:xfrm>
                <a:off x="6909622" y="6113696"/>
                <a:ext cx="81360" cy="171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B6C43CD-7DFB-8970-7DA2-138B6056C24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900622" y="6104696"/>
                  <a:ext cx="99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6A1D6A1-59E1-E42F-5EB3-4F07FB8331E9}"/>
                    </a:ext>
                  </a:extLst>
                </p14:cNvPr>
                <p14:cNvContentPartPr/>
                <p14:nvPr/>
              </p14:nvContentPartPr>
              <p14:xfrm>
                <a:off x="6884422" y="5974016"/>
                <a:ext cx="16200" cy="18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6A1D6A1-59E1-E42F-5EB3-4F07FB8331E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75422" y="5965016"/>
                  <a:ext cx="33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B89733B-E5C4-C30F-7FBE-C46C37E289EB}"/>
                    </a:ext>
                  </a:extLst>
                </p14:cNvPr>
                <p14:cNvContentPartPr/>
                <p14:nvPr/>
              </p14:nvContentPartPr>
              <p14:xfrm>
                <a:off x="7022302" y="6052136"/>
                <a:ext cx="181080" cy="119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B89733B-E5C4-C30F-7FBE-C46C37E289E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013662" y="6043496"/>
                  <a:ext cx="198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130C2A5-23B2-E3C2-5A6C-444725436BD0}"/>
                    </a:ext>
                  </a:extLst>
                </p14:cNvPr>
                <p14:cNvContentPartPr/>
                <p14:nvPr/>
              </p14:nvContentPartPr>
              <p14:xfrm>
                <a:off x="7225342" y="6235736"/>
                <a:ext cx="90000" cy="100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130C2A5-23B2-E3C2-5A6C-444725436BD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16702" y="622709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FB7D1B3-7C4A-72E3-6456-FFFDD8F01C66}"/>
                    </a:ext>
                  </a:extLst>
                </p14:cNvPr>
                <p14:cNvContentPartPr/>
                <p14:nvPr/>
              </p14:nvContentPartPr>
              <p14:xfrm>
                <a:off x="7389502" y="6172016"/>
                <a:ext cx="161280" cy="123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FB7D1B3-7C4A-72E3-6456-FFFDD8F01C6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80862" y="6163376"/>
                  <a:ext cx="178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2E6133-D7FE-6DAB-E042-B33BBEB3A3AB}"/>
                    </a:ext>
                  </a:extLst>
                </p14:cNvPr>
                <p14:cNvContentPartPr/>
                <p14:nvPr/>
              </p14:nvContentPartPr>
              <p14:xfrm>
                <a:off x="7649062" y="6304856"/>
                <a:ext cx="1440" cy="5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C2E6133-D7FE-6DAB-E042-B33BBEB3A3A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40062" y="6296216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49D3084-59B2-F56C-6CAB-254F8553292B}"/>
                    </a:ext>
                  </a:extLst>
                </p14:cNvPr>
                <p14:cNvContentPartPr/>
                <p14:nvPr/>
              </p14:nvContentPartPr>
              <p14:xfrm>
                <a:off x="7686142" y="6155096"/>
                <a:ext cx="113760" cy="75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49D3084-59B2-F56C-6CAB-254F8553292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677142" y="6146096"/>
                  <a:ext cx="131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6B0F79C-79F8-D30C-6643-C19A3A5FB329}"/>
                    </a:ext>
                  </a:extLst>
                </p14:cNvPr>
                <p14:cNvContentPartPr/>
                <p14:nvPr/>
              </p14:nvContentPartPr>
              <p14:xfrm>
                <a:off x="7718902" y="6230336"/>
                <a:ext cx="105120" cy="70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6B0F79C-79F8-D30C-6643-C19A3A5FB32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710262" y="6221696"/>
                  <a:ext cx="122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2FD9323-3B5A-3BA1-7A34-2B684C633E3A}"/>
                    </a:ext>
                  </a:extLst>
                </p14:cNvPr>
                <p14:cNvContentPartPr/>
                <p14:nvPr/>
              </p14:nvContentPartPr>
              <p14:xfrm>
                <a:off x="6607942" y="6118016"/>
                <a:ext cx="48960" cy="208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2FD9323-3B5A-3BA1-7A34-2B684C633E3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598942" y="6109016"/>
                  <a:ext cx="66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F360EF2-B524-B71A-FDFB-4F2040933B15}"/>
                    </a:ext>
                  </a:extLst>
                </p14:cNvPr>
                <p14:cNvContentPartPr/>
                <p14:nvPr/>
              </p14:nvContentPartPr>
              <p14:xfrm>
                <a:off x="7958302" y="6076256"/>
                <a:ext cx="63720" cy="186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F360EF2-B524-B71A-FDFB-4F2040933B1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49302" y="6067616"/>
                  <a:ext cx="8136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769C97A-C178-7194-A728-1BEB18795510}"/>
                  </a:ext>
                </a:extLst>
              </p14:cNvPr>
              <p14:cNvContentPartPr/>
              <p14:nvPr/>
            </p14:nvContentPartPr>
            <p14:xfrm>
              <a:off x="6706222" y="6416456"/>
              <a:ext cx="1231200" cy="273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769C97A-C178-7194-A728-1BEB18795510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697582" y="6407456"/>
                <a:ext cx="124884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C7ACE1B-C384-B8E8-5F70-A9244BFA10B9}"/>
              </a:ext>
            </a:extLst>
          </p:cNvPr>
          <p:cNvGrpSpPr/>
          <p:nvPr/>
        </p:nvGrpSpPr>
        <p:grpSpPr>
          <a:xfrm>
            <a:off x="6638902" y="6485216"/>
            <a:ext cx="1201680" cy="266760"/>
            <a:chOff x="6638902" y="6485216"/>
            <a:chExt cx="120168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BE0213C-F550-C356-DF03-75E71F49B445}"/>
                    </a:ext>
                  </a:extLst>
                </p14:cNvPr>
                <p14:cNvContentPartPr/>
                <p14:nvPr/>
              </p14:nvContentPartPr>
              <p14:xfrm>
                <a:off x="6735382" y="6638936"/>
                <a:ext cx="149040" cy="113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BE0213C-F550-C356-DF03-75E71F49B44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26742" y="6629936"/>
                  <a:ext cx="166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A55763-4DFF-C00B-D0FD-E90D492F9DA8}"/>
                    </a:ext>
                  </a:extLst>
                </p14:cNvPr>
                <p14:cNvContentPartPr/>
                <p14:nvPr/>
              </p14:nvContentPartPr>
              <p14:xfrm>
                <a:off x="6878302" y="6586736"/>
                <a:ext cx="81360" cy="1440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A55763-4DFF-C00B-D0FD-E90D492F9DA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69302" y="6577736"/>
                  <a:ext cx="99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B44E889-BCC0-C436-B471-45A06DC660F2}"/>
                    </a:ext>
                  </a:extLst>
                </p14:cNvPr>
                <p14:cNvContentPartPr/>
                <p14:nvPr/>
              </p14:nvContentPartPr>
              <p14:xfrm>
                <a:off x="6841942" y="6494936"/>
                <a:ext cx="9720" cy="10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B44E889-BCC0-C436-B471-45A06DC660F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832942" y="6486296"/>
                  <a:ext cx="2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031B3BB-B3AA-F1F3-8452-CBB9E9D03D10}"/>
                    </a:ext>
                  </a:extLst>
                </p14:cNvPr>
                <p14:cNvContentPartPr/>
                <p14:nvPr/>
              </p14:nvContentPartPr>
              <p14:xfrm>
                <a:off x="6958942" y="6485216"/>
                <a:ext cx="134280" cy="113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031B3BB-B3AA-F1F3-8452-CBB9E9D03D1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49942" y="6476216"/>
                  <a:ext cx="151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2421BA7-05B9-98AE-0AFE-EABC3CB68BE5}"/>
                    </a:ext>
                  </a:extLst>
                </p14:cNvPr>
                <p14:cNvContentPartPr/>
                <p14:nvPr/>
              </p14:nvContentPartPr>
              <p14:xfrm>
                <a:off x="7242982" y="6634616"/>
                <a:ext cx="72360" cy="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2421BA7-05B9-98AE-0AFE-EABC3CB68BE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234342" y="6625616"/>
                  <a:ext cx="90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FF5E0AB-453E-4C13-F8A2-119D38D923A1}"/>
                    </a:ext>
                  </a:extLst>
                </p14:cNvPr>
                <p14:cNvContentPartPr/>
                <p14:nvPr/>
              </p14:nvContentPartPr>
              <p14:xfrm>
                <a:off x="7426582" y="6585656"/>
                <a:ext cx="111600" cy="112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FF5E0AB-453E-4C13-F8A2-119D38D923A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417942" y="6577016"/>
                  <a:ext cx="129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64A6E2E-379C-EC97-8A3F-F337DC16FA98}"/>
                    </a:ext>
                  </a:extLst>
                </p14:cNvPr>
                <p14:cNvContentPartPr/>
                <p14:nvPr/>
              </p14:nvContentPartPr>
              <p14:xfrm>
                <a:off x="7577422" y="6585656"/>
                <a:ext cx="119880" cy="108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64A6E2E-379C-EC97-8A3F-F337DC16FA9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568782" y="6576656"/>
                  <a:ext cx="137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2595E5F-B958-23F0-86A2-9053D38BE7AC}"/>
                    </a:ext>
                  </a:extLst>
                </p14:cNvPr>
                <p14:cNvContentPartPr/>
                <p14:nvPr/>
              </p14:nvContentPartPr>
              <p14:xfrm>
                <a:off x="7586062" y="6545696"/>
                <a:ext cx="108360" cy="20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2595E5F-B958-23F0-86A2-9053D38BE7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577422" y="6536696"/>
                  <a:ext cx="12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F023D84-6494-25D3-0050-45497004BD22}"/>
                    </a:ext>
                  </a:extLst>
                </p14:cNvPr>
                <p14:cNvContentPartPr/>
                <p14:nvPr/>
              </p14:nvContentPartPr>
              <p14:xfrm>
                <a:off x="7570582" y="6703736"/>
                <a:ext cx="10800" cy="32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F023D84-6494-25D3-0050-45497004BD2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561582" y="6695096"/>
                  <a:ext cx="28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8DD2810-F80B-70CB-96DF-9BE743D92FF9}"/>
                    </a:ext>
                  </a:extLst>
                </p14:cNvPr>
                <p14:cNvContentPartPr/>
                <p14:nvPr/>
              </p14:nvContentPartPr>
              <p14:xfrm>
                <a:off x="7809262" y="6565496"/>
                <a:ext cx="31320" cy="169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8DD2810-F80B-70CB-96DF-9BE743D92FF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00622" y="6556496"/>
                  <a:ext cx="4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7052E3-44F4-EA09-FDF7-745A1981B93C}"/>
                    </a:ext>
                  </a:extLst>
                </p14:cNvPr>
                <p14:cNvContentPartPr/>
                <p14:nvPr/>
              </p14:nvContentPartPr>
              <p14:xfrm>
                <a:off x="6638902" y="6549296"/>
                <a:ext cx="33120" cy="186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7052E3-44F4-EA09-FDF7-745A1981B93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30262" y="6540656"/>
                  <a:ext cx="5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974E860-D2BF-E915-48CA-F88D1C4710B2}"/>
                    </a:ext>
                  </a:extLst>
                </p14:cNvPr>
                <p14:cNvContentPartPr/>
                <p14:nvPr/>
              </p14:nvContentPartPr>
              <p14:xfrm>
                <a:off x="7585702" y="6710936"/>
                <a:ext cx="20160" cy="165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974E860-D2BF-E915-48CA-F88D1C4710B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577062" y="6701936"/>
                  <a:ext cx="37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8251C65-3578-4B37-2B34-39DEEA042C77}"/>
                    </a:ext>
                  </a:extLst>
                </p14:cNvPr>
                <p14:cNvContentPartPr/>
                <p14:nvPr/>
              </p14:nvContentPartPr>
              <p14:xfrm>
                <a:off x="7573462" y="6723536"/>
                <a:ext cx="2520" cy="1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8251C65-3578-4B37-2B34-39DEEA042C7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64462" y="671489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DCFB536-BA34-8CE0-84E1-278B6BA62D6A}"/>
              </a:ext>
            </a:extLst>
          </p:cNvPr>
          <p:cNvGrpSpPr/>
          <p:nvPr/>
        </p:nvGrpSpPr>
        <p:grpSpPr>
          <a:xfrm>
            <a:off x="8261062" y="2216696"/>
            <a:ext cx="599760" cy="670320"/>
            <a:chOff x="8261062" y="2216696"/>
            <a:chExt cx="59976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60474F-CA42-C2DF-4810-B989BB02C411}"/>
                    </a:ext>
                  </a:extLst>
                </p14:cNvPr>
                <p14:cNvContentPartPr/>
                <p14:nvPr/>
              </p14:nvContentPartPr>
              <p14:xfrm>
                <a:off x="8261062" y="2504336"/>
                <a:ext cx="351360" cy="382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60474F-CA42-C2DF-4810-B989BB02C4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52422" y="2495336"/>
                  <a:ext cx="3690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A3023D-2A29-40FF-9DB3-06A9F874EE8F}"/>
                    </a:ext>
                  </a:extLst>
                </p14:cNvPr>
                <p14:cNvContentPartPr/>
                <p14:nvPr/>
              </p14:nvContentPartPr>
              <p14:xfrm>
                <a:off x="8456902" y="2425136"/>
                <a:ext cx="174960" cy="122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A3023D-2A29-40FF-9DB3-06A9F874EE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8262" y="2416136"/>
                  <a:ext cx="192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BDCDCE-F872-4735-9470-204DF0E66D34}"/>
                    </a:ext>
                  </a:extLst>
                </p14:cNvPr>
                <p14:cNvContentPartPr/>
                <p14:nvPr/>
              </p14:nvContentPartPr>
              <p14:xfrm>
                <a:off x="8606662" y="2344136"/>
                <a:ext cx="80640" cy="196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BDCDCE-F872-4735-9470-204DF0E66D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97662" y="2335496"/>
                  <a:ext cx="98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2D36EE-E2C7-982D-534E-388392E17864}"/>
                    </a:ext>
                  </a:extLst>
                </p14:cNvPr>
                <p14:cNvContentPartPr/>
                <p14:nvPr/>
              </p14:nvContentPartPr>
              <p14:xfrm>
                <a:off x="8580382" y="2216696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2D36EE-E2C7-982D-534E-388392E178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71382" y="22080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4F0DB3-26BC-6DF2-F3CF-F6C188FCC5D8}"/>
                    </a:ext>
                  </a:extLst>
                </p14:cNvPr>
                <p14:cNvContentPartPr/>
                <p14:nvPr/>
              </p14:nvContentPartPr>
              <p14:xfrm>
                <a:off x="8670742" y="2249816"/>
                <a:ext cx="190080" cy="111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4F0DB3-26BC-6DF2-F3CF-F6C188FCC5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61742" y="2240816"/>
                  <a:ext cx="20772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F9AC74-D9EA-C149-6615-E2891D616E88}"/>
                  </a:ext>
                </a:extLst>
              </p14:cNvPr>
              <p14:cNvContentPartPr/>
              <p14:nvPr/>
            </p14:nvContentPartPr>
            <p14:xfrm>
              <a:off x="5778142" y="2109776"/>
              <a:ext cx="1016280" cy="33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F9AC74-D9EA-C149-6615-E2891D616E8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69502" y="2101136"/>
                <a:ext cx="1033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10FC329-65EB-79C6-C2E0-51EDCD21934A}"/>
                  </a:ext>
                </a:extLst>
              </p14:cNvPr>
              <p14:cNvContentPartPr/>
              <p14:nvPr/>
            </p14:nvContentPartPr>
            <p14:xfrm>
              <a:off x="11047102" y="3838136"/>
              <a:ext cx="5760" cy="19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10FC329-65EB-79C6-C2E0-51EDCD2193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38462" y="3829496"/>
                <a:ext cx="234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05B6754-94F6-A67D-2015-9840B727DFF3}"/>
              </a:ext>
            </a:extLst>
          </p:cNvPr>
          <p:cNvGrpSpPr/>
          <p:nvPr/>
        </p:nvGrpSpPr>
        <p:grpSpPr>
          <a:xfrm>
            <a:off x="10020022" y="3936416"/>
            <a:ext cx="1819440" cy="529200"/>
            <a:chOff x="10020022" y="3936416"/>
            <a:chExt cx="181944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CEEBA9-E01A-96BA-F0BA-97CD49168BAD}"/>
                    </a:ext>
                  </a:extLst>
                </p14:cNvPr>
                <p14:cNvContentPartPr/>
                <p14:nvPr/>
              </p14:nvContentPartPr>
              <p14:xfrm>
                <a:off x="10064662" y="4220096"/>
                <a:ext cx="403200" cy="24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CEEBA9-E01A-96BA-F0BA-97CD49168B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55662" y="4211456"/>
                  <a:ext cx="420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097F18-673F-17A4-9E92-481012B6C2F8}"/>
                    </a:ext>
                  </a:extLst>
                </p14:cNvPr>
                <p14:cNvContentPartPr/>
                <p14:nvPr/>
              </p14:nvContentPartPr>
              <p14:xfrm>
                <a:off x="10020022" y="4162496"/>
                <a:ext cx="137880" cy="10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097F18-673F-17A4-9E92-481012B6C2F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11382" y="4153496"/>
                  <a:ext cx="155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FFD7C4-7E9E-279A-5641-CFEFDF77A4DC}"/>
                    </a:ext>
                  </a:extLst>
                </p14:cNvPr>
                <p14:cNvContentPartPr/>
                <p14:nvPr/>
              </p14:nvContentPartPr>
              <p14:xfrm>
                <a:off x="10371742" y="4172936"/>
                <a:ext cx="150120" cy="5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FFD7C4-7E9E-279A-5641-CFEFDF77A4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63102" y="4164296"/>
                  <a:ext cx="167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9DC992-BFE6-232C-792A-5EA7F451D4B1}"/>
                    </a:ext>
                  </a:extLst>
                </p14:cNvPr>
                <p14:cNvContentPartPr/>
                <p14:nvPr/>
              </p14:nvContentPartPr>
              <p14:xfrm>
                <a:off x="10671622" y="4101296"/>
                <a:ext cx="15264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9DC992-BFE6-232C-792A-5EA7F451D4B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662622" y="4092296"/>
                  <a:ext cx="170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FD7F1F-DE90-F686-5938-E264BF0905AD}"/>
                    </a:ext>
                  </a:extLst>
                </p14:cNvPr>
                <p14:cNvContentPartPr/>
                <p14:nvPr/>
              </p14:nvContentPartPr>
              <p14:xfrm>
                <a:off x="10977982" y="4138016"/>
                <a:ext cx="93600" cy="97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FD7F1F-DE90-F686-5938-E264BF0905A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968982" y="4129376"/>
                  <a:ext cx="111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44CDC4-6286-E35A-1283-82585092E1E9}"/>
                    </a:ext>
                  </a:extLst>
                </p14:cNvPr>
                <p14:cNvContentPartPr/>
                <p14:nvPr/>
              </p14:nvContentPartPr>
              <p14:xfrm>
                <a:off x="11094982" y="4013456"/>
                <a:ext cx="69480" cy="185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44CDC4-6286-E35A-1283-82585092E1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85982" y="4004816"/>
                  <a:ext cx="87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4F56B6-2827-6036-2ADD-E918072E7D52}"/>
                    </a:ext>
                  </a:extLst>
                </p14:cNvPr>
                <p14:cNvContentPartPr/>
                <p14:nvPr/>
              </p14:nvContentPartPr>
              <p14:xfrm>
                <a:off x="11148262" y="3936416"/>
                <a:ext cx="160560" cy="10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4F56B6-2827-6036-2ADD-E918072E7D5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139262" y="3927776"/>
                  <a:ext cx="17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7644AE-0650-AD34-C175-6F3095C37239}"/>
                    </a:ext>
                  </a:extLst>
                </p14:cNvPr>
                <p14:cNvContentPartPr/>
                <p14:nvPr/>
              </p14:nvContentPartPr>
              <p14:xfrm>
                <a:off x="11308102" y="4130456"/>
                <a:ext cx="111240" cy="1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7644AE-0650-AD34-C175-6F3095C372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299462" y="4121456"/>
                  <a:ext cx="12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98D44B-A096-DA55-7FAA-C452D89DD589}"/>
                    </a:ext>
                  </a:extLst>
                </p14:cNvPr>
                <p14:cNvContentPartPr/>
                <p14:nvPr/>
              </p14:nvContentPartPr>
              <p14:xfrm>
                <a:off x="11493502" y="4044416"/>
                <a:ext cx="91080" cy="151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98D44B-A096-DA55-7FAA-C452D89DD5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484862" y="4035776"/>
                  <a:ext cx="108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06A236-8BE0-1744-EEBB-13B543B62C71}"/>
                    </a:ext>
                  </a:extLst>
                </p14:cNvPr>
                <p14:cNvContentPartPr/>
                <p14:nvPr/>
              </p14:nvContentPartPr>
              <p14:xfrm>
                <a:off x="11504302" y="4140896"/>
                <a:ext cx="111960" cy="11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06A236-8BE0-1744-EEBB-13B543B62C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95302" y="4132256"/>
                  <a:ext cx="129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7C3AD1-6E22-F126-A641-BC225FA9D4C3}"/>
                    </a:ext>
                  </a:extLst>
                </p14:cNvPr>
                <p14:cNvContentPartPr/>
                <p14:nvPr/>
              </p14:nvContentPartPr>
              <p14:xfrm>
                <a:off x="11582782" y="4188776"/>
                <a:ext cx="43200" cy="5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7C3AD1-6E22-F126-A641-BC225FA9D4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74142" y="4180136"/>
                  <a:ext cx="60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69B6D9-8CD0-EE6C-627F-6E88F2D434A4}"/>
                    </a:ext>
                  </a:extLst>
                </p14:cNvPr>
                <p14:cNvContentPartPr/>
                <p14:nvPr/>
              </p14:nvContentPartPr>
              <p14:xfrm>
                <a:off x="11700862" y="4219736"/>
                <a:ext cx="17280" cy="47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69B6D9-8CD0-EE6C-627F-6E88F2D434A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692222" y="4211096"/>
                  <a:ext cx="34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05EE82-9833-D029-C554-38A4200CB865}"/>
                    </a:ext>
                  </a:extLst>
                </p14:cNvPr>
                <p14:cNvContentPartPr/>
                <p14:nvPr/>
              </p14:nvContentPartPr>
              <p14:xfrm>
                <a:off x="11690422" y="4103816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05EE82-9833-D029-C554-38A4200CB8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81422" y="409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C63A60-29DA-FEF7-297A-6E09132BEA9E}"/>
                    </a:ext>
                  </a:extLst>
                </p14:cNvPr>
                <p14:cNvContentPartPr/>
                <p14:nvPr/>
              </p14:nvContentPartPr>
              <p14:xfrm>
                <a:off x="10871062" y="4023896"/>
                <a:ext cx="47520" cy="239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C63A60-29DA-FEF7-297A-6E09132BEA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62062" y="4015256"/>
                  <a:ext cx="65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122CEF-130F-8728-31E6-D0D3AD47BA04}"/>
                    </a:ext>
                  </a:extLst>
                </p14:cNvPr>
                <p14:cNvContentPartPr/>
                <p14:nvPr/>
              </p14:nvContentPartPr>
              <p14:xfrm>
                <a:off x="11700862" y="3977096"/>
                <a:ext cx="138600" cy="254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122CEF-130F-8728-31E6-D0D3AD47BA0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92222" y="3968096"/>
                  <a:ext cx="1562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582AF3-A23D-0DB4-E5BD-60DF8EBA316E}"/>
              </a:ext>
            </a:extLst>
          </p:cNvPr>
          <p:cNvGrpSpPr/>
          <p:nvPr/>
        </p:nvGrpSpPr>
        <p:grpSpPr>
          <a:xfrm>
            <a:off x="10727782" y="4880336"/>
            <a:ext cx="452160" cy="284400"/>
            <a:chOff x="10727782" y="4880336"/>
            <a:chExt cx="45216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64E0F8-7BAC-486D-FF88-C893B549AE5B}"/>
                    </a:ext>
                  </a:extLst>
                </p14:cNvPr>
                <p14:cNvContentPartPr/>
                <p14:nvPr/>
              </p14:nvContentPartPr>
              <p14:xfrm>
                <a:off x="10727782" y="4938656"/>
                <a:ext cx="97560" cy="226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64E0F8-7BAC-486D-FF88-C893B549AE5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19142" y="4929656"/>
                  <a:ext cx="115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7D8FA0-AD85-3BB9-BEE6-BD228E51FE82}"/>
                    </a:ext>
                  </a:extLst>
                </p14:cNvPr>
                <p14:cNvContentPartPr/>
                <p14:nvPr/>
              </p14:nvContentPartPr>
              <p14:xfrm>
                <a:off x="10898062" y="4991936"/>
                <a:ext cx="22680" cy="140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7D8FA0-AD85-3BB9-BEE6-BD228E51FE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89062" y="4982936"/>
                  <a:ext cx="40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928E812-3518-69AC-5C60-F7FD13D28A03}"/>
                    </a:ext>
                  </a:extLst>
                </p14:cNvPr>
                <p14:cNvContentPartPr/>
                <p14:nvPr/>
              </p14:nvContentPartPr>
              <p14:xfrm>
                <a:off x="10909942" y="5055656"/>
                <a:ext cx="113760" cy="50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928E812-3518-69AC-5C60-F7FD13D28A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01302" y="5046656"/>
                  <a:ext cx="131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06655F-68FD-93C3-C9A8-01D0FD259ABE}"/>
                    </a:ext>
                  </a:extLst>
                </p14:cNvPr>
                <p14:cNvContentPartPr/>
                <p14:nvPr/>
              </p14:nvContentPartPr>
              <p14:xfrm>
                <a:off x="11020462" y="4880336"/>
                <a:ext cx="159480" cy="250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06655F-68FD-93C3-C9A8-01D0FD259A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11822" y="4871336"/>
                  <a:ext cx="17712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60A081-76EA-8DF0-A6A5-F8C62BE215DB}"/>
              </a:ext>
            </a:extLst>
          </p:cNvPr>
          <p:cNvGrpSpPr/>
          <p:nvPr/>
        </p:nvGrpSpPr>
        <p:grpSpPr>
          <a:xfrm>
            <a:off x="9569302" y="4226216"/>
            <a:ext cx="909360" cy="925200"/>
            <a:chOff x="9569302" y="4226216"/>
            <a:chExt cx="909360" cy="92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F72249-3036-95D4-E244-8AEEC0AE2F74}"/>
                    </a:ext>
                  </a:extLst>
                </p14:cNvPr>
                <p14:cNvContentPartPr/>
                <p14:nvPr/>
              </p14:nvContentPartPr>
              <p14:xfrm>
                <a:off x="9696382" y="4300736"/>
                <a:ext cx="319320" cy="19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F72249-3036-95D4-E244-8AEEC0AE2F7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687742" y="4291736"/>
                  <a:ext cx="336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61F32E-765B-63F1-648D-F4991AD84D92}"/>
                    </a:ext>
                  </a:extLst>
                </p14:cNvPr>
                <p14:cNvContentPartPr/>
                <p14:nvPr/>
              </p14:nvContentPartPr>
              <p14:xfrm>
                <a:off x="9684862" y="4226216"/>
                <a:ext cx="137880" cy="135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61F32E-765B-63F1-648D-F4991AD84D9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75862" y="4217576"/>
                  <a:ext cx="155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AF1332-AEF2-284B-9E27-D5DA602B5FCB}"/>
                    </a:ext>
                  </a:extLst>
                </p14:cNvPr>
                <p14:cNvContentPartPr/>
                <p14:nvPr/>
              </p14:nvContentPartPr>
              <p14:xfrm>
                <a:off x="9846502" y="4451576"/>
                <a:ext cx="90000" cy="332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AF1332-AEF2-284B-9E27-D5DA602B5FC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37502" y="4442576"/>
                  <a:ext cx="107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FF55D0-D5D2-FE14-CE00-C9E8E5C0E4B4}"/>
                    </a:ext>
                  </a:extLst>
                </p14:cNvPr>
                <p14:cNvContentPartPr/>
                <p14:nvPr/>
              </p14:nvContentPartPr>
              <p14:xfrm>
                <a:off x="9569302" y="4972136"/>
                <a:ext cx="176760" cy="122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FF55D0-D5D2-FE14-CE00-C9E8E5C0E4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60302" y="4963136"/>
                  <a:ext cx="194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3F99D7-DD92-4FA1-26C5-9533A6E75B0E}"/>
                    </a:ext>
                  </a:extLst>
                </p14:cNvPr>
                <p14:cNvContentPartPr/>
                <p14:nvPr/>
              </p14:nvContentPartPr>
              <p14:xfrm>
                <a:off x="9961702" y="4993376"/>
                <a:ext cx="122760" cy="110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3F99D7-DD92-4FA1-26C5-9533A6E75B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53062" y="4984376"/>
                  <a:ext cx="140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DB114A-353F-D75D-A2A6-63E7C9887EE1}"/>
                    </a:ext>
                  </a:extLst>
                </p14:cNvPr>
                <p14:cNvContentPartPr/>
                <p14:nvPr/>
              </p14:nvContentPartPr>
              <p14:xfrm>
                <a:off x="10094902" y="4869536"/>
                <a:ext cx="72360" cy="207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DB114A-353F-D75D-A2A6-63E7C9887E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85902" y="4860536"/>
                  <a:ext cx="90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844602-ED92-002F-E882-48E33ECD0880}"/>
                    </a:ext>
                  </a:extLst>
                </p14:cNvPr>
                <p14:cNvContentPartPr/>
                <p14:nvPr/>
              </p14:nvContentPartPr>
              <p14:xfrm>
                <a:off x="10088062" y="4750736"/>
                <a:ext cx="2520" cy="1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844602-ED92-002F-E882-48E33ECD088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79062" y="4741736"/>
                  <a:ext cx="20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958C7E-A17D-66F8-7872-F20FAAC4D88D}"/>
                    </a:ext>
                  </a:extLst>
                </p14:cNvPr>
                <p14:cNvContentPartPr/>
                <p14:nvPr/>
              </p14:nvContentPartPr>
              <p14:xfrm>
                <a:off x="10179502" y="4797536"/>
                <a:ext cx="149760" cy="10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958C7E-A17D-66F8-7872-F20FAAC4D8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70502" y="4788896"/>
                  <a:ext cx="167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4D8E50-D21A-48E1-BC8F-5D9D35989368}"/>
                    </a:ext>
                  </a:extLst>
                </p14:cNvPr>
                <p14:cNvContentPartPr/>
                <p14:nvPr/>
              </p14:nvContentPartPr>
              <p14:xfrm>
                <a:off x="10372102" y="4991576"/>
                <a:ext cx="106560" cy="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4D8E50-D21A-48E1-BC8F-5D9D359893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63102" y="4982936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285D00-0509-1423-4942-DFC49D98DB42}"/>
                    </a:ext>
                  </a:extLst>
                </p14:cNvPr>
                <p14:cNvContentPartPr/>
                <p14:nvPr/>
              </p14:nvContentPartPr>
              <p14:xfrm>
                <a:off x="9882862" y="4924616"/>
                <a:ext cx="79920" cy="226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285D00-0509-1423-4942-DFC49D98DB4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73862" y="4915616"/>
                  <a:ext cx="9756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9DC00CF-C6CE-3579-5E68-7E2EDB42C7B3}"/>
                  </a:ext>
                </a:extLst>
              </p14:cNvPr>
              <p14:cNvContentPartPr/>
              <p14:nvPr/>
            </p14:nvContentPartPr>
            <p14:xfrm>
              <a:off x="7923022" y="2078456"/>
              <a:ext cx="1370160" cy="32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9DC00CF-C6CE-3579-5E68-7E2EDB42C7B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914022" y="2069456"/>
                <a:ext cx="138780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1E6256C-FCA6-C5A2-6515-17AC64297B59}"/>
              </a:ext>
            </a:extLst>
          </p:cNvPr>
          <p:cNvGrpSpPr/>
          <p:nvPr/>
        </p:nvGrpSpPr>
        <p:grpSpPr>
          <a:xfrm>
            <a:off x="605302" y="5502056"/>
            <a:ext cx="1351080" cy="417600"/>
            <a:chOff x="605302" y="5502056"/>
            <a:chExt cx="135108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C28CE6-12EA-4DEA-22BA-B92C94BD7BE0}"/>
                    </a:ext>
                  </a:extLst>
                </p14:cNvPr>
                <p14:cNvContentPartPr/>
                <p14:nvPr/>
              </p14:nvContentPartPr>
              <p14:xfrm>
                <a:off x="605302" y="5700416"/>
                <a:ext cx="366120" cy="180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C28CE6-12EA-4DEA-22BA-B92C94BD7B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6302" y="5691416"/>
                  <a:ext cx="383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0E6613F-41A7-65BA-7CD7-FC33020BB305}"/>
                    </a:ext>
                  </a:extLst>
                </p14:cNvPr>
                <p14:cNvContentPartPr/>
                <p14:nvPr/>
              </p14:nvContentPartPr>
              <p14:xfrm>
                <a:off x="1015342" y="5688176"/>
                <a:ext cx="100440" cy="231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0E6613F-41A7-65BA-7CD7-FC33020BB3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6342" y="5679536"/>
                  <a:ext cx="118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BBB0EC5-1497-F694-51FB-96FAE98CC1B4}"/>
                    </a:ext>
                  </a:extLst>
                </p14:cNvPr>
                <p14:cNvContentPartPr/>
                <p14:nvPr/>
              </p14:nvContentPartPr>
              <p14:xfrm>
                <a:off x="1079062" y="5801216"/>
                <a:ext cx="127800" cy="20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BBB0EC5-1497-F694-51FB-96FAE98CC1B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0062" y="5792576"/>
                  <a:ext cx="145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0372E3-FFB8-48FD-1346-3295165AEFDA}"/>
                    </a:ext>
                  </a:extLst>
                </p14:cNvPr>
                <p14:cNvContentPartPr/>
                <p14:nvPr/>
              </p14:nvContentPartPr>
              <p14:xfrm>
                <a:off x="1137382" y="5698976"/>
                <a:ext cx="120240" cy="192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0372E3-FFB8-48FD-1346-3295165AEFD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8742" y="5689976"/>
                  <a:ext cx="137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EE244BC-D45D-B9DE-03AA-F4ABF0AB493F}"/>
                    </a:ext>
                  </a:extLst>
                </p14:cNvPr>
                <p14:cNvContentPartPr/>
                <p14:nvPr/>
              </p14:nvContentPartPr>
              <p14:xfrm>
                <a:off x="1296142" y="5607536"/>
                <a:ext cx="112680" cy="284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EE244BC-D45D-B9DE-03AA-F4ABF0AB49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87502" y="5598536"/>
                  <a:ext cx="1303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DDFFBD-1BAE-9A6B-81FD-9D33CB9C848F}"/>
                    </a:ext>
                  </a:extLst>
                </p14:cNvPr>
                <p14:cNvContentPartPr/>
                <p14:nvPr/>
              </p14:nvContentPartPr>
              <p14:xfrm>
                <a:off x="1382182" y="5724536"/>
                <a:ext cx="175680" cy="139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DDFFBD-1BAE-9A6B-81FD-9D33CB9C848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73182" y="5715536"/>
                  <a:ext cx="193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0B13711-4211-A9B7-90A3-140AA7531E06}"/>
                    </a:ext>
                  </a:extLst>
                </p14:cNvPr>
                <p14:cNvContentPartPr/>
                <p14:nvPr/>
              </p14:nvContentPartPr>
              <p14:xfrm>
                <a:off x="1530862" y="5640296"/>
                <a:ext cx="99360" cy="158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0B13711-4211-A9B7-90A3-140AA7531E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22222" y="5631656"/>
                  <a:ext cx="117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B7399A-B36A-543E-99AE-0E65C2F1A56B}"/>
                    </a:ext>
                  </a:extLst>
                </p14:cNvPr>
                <p14:cNvContentPartPr/>
                <p14:nvPr/>
              </p14:nvContentPartPr>
              <p14:xfrm>
                <a:off x="1535182" y="5502056"/>
                <a:ext cx="6840" cy="1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B7399A-B36A-543E-99AE-0E65C2F1A56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26182" y="549305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4D1C1E-0343-D8D2-F5BD-805EC6B18B66}"/>
                    </a:ext>
                  </a:extLst>
                </p14:cNvPr>
                <p14:cNvContentPartPr/>
                <p14:nvPr/>
              </p14:nvContentPartPr>
              <p14:xfrm>
                <a:off x="1604302" y="5531216"/>
                <a:ext cx="150480" cy="104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4D1C1E-0343-D8D2-F5BD-805EC6B18B6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595302" y="5522216"/>
                  <a:ext cx="168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92DC9E-E05C-4C46-ADEE-051303A73C86}"/>
                    </a:ext>
                  </a:extLst>
                </p14:cNvPr>
                <p14:cNvContentPartPr/>
                <p14:nvPr/>
              </p14:nvContentPartPr>
              <p14:xfrm>
                <a:off x="1865662" y="5576576"/>
                <a:ext cx="90720" cy="289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92DC9E-E05C-4C46-ADEE-051303A73C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57022" y="5567936"/>
                  <a:ext cx="10836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8FE2D1-4FF2-9E11-5A3C-1AEE9636E017}"/>
                  </a:ext>
                </a:extLst>
              </p14:cNvPr>
              <p14:cNvContentPartPr/>
              <p14:nvPr/>
            </p14:nvContentPartPr>
            <p14:xfrm>
              <a:off x="2238622" y="5789336"/>
              <a:ext cx="10080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8FE2D1-4FF2-9E11-5A3C-1AEE9636E01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229622" y="5780336"/>
                <a:ext cx="118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97E63C3-867A-4362-5991-168C7DB98EED}"/>
                  </a:ext>
                </a:extLst>
              </p14:cNvPr>
              <p14:cNvContentPartPr/>
              <p14:nvPr/>
            </p14:nvContentPartPr>
            <p14:xfrm>
              <a:off x="2215582" y="5705096"/>
              <a:ext cx="86400" cy="86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97E63C3-867A-4362-5991-168C7DB98EE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206942" y="5696456"/>
                <a:ext cx="10404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A5E196-96AE-9A25-1EDD-FE0CD0B3BD5C}"/>
              </a:ext>
            </a:extLst>
          </p:cNvPr>
          <p:cNvGrpSpPr/>
          <p:nvPr/>
        </p:nvGrpSpPr>
        <p:grpSpPr>
          <a:xfrm>
            <a:off x="1041982" y="4229456"/>
            <a:ext cx="1020960" cy="424080"/>
            <a:chOff x="1041982" y="4229456"/>
            <a:chExt cx="102096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C2C260-0FB6-8761-B1D8-087204F7EC6D}"/>
                    </a:ext>
                  </a:extLst>
                </p14:cNvPr>
                <p14:cNvContentPartPr/>
                <p14:nvPr/>
              </p14:nvContentPartPr>
              <p14:xfrm>
                <a:off x="1041982" y="4433576"/>
                <a:ext cx="82080" cy="204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C2C260-0FB6-8761-B1D8-087204F7EC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2982" y="4424936"/>
                  <a:ext cx="99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64D4DE-C210-FDB2-DB2B-5774FC423DCF}"/>
                    </a:ext>
                  </a:extLst>
                </p14:cNvPr>
                <p14:cNvContentPartPr/>
                <p14:nvPr/>
              </p14:nvContentPartPr>
              <p14:xfrm>
                <a:off x="1111102" y="4550576"/>
                <a:ext cx="105840" cy="11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64D4DE-C210-FDB2-DB2B-5774FC423D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2102" y="4541576"/>
                  <a:ext cx="123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0EF5588-D6C7-BB94-4212-8EA056D2B5EF}"/>
                    </a:ext>
                  </a:extLst>
                </p14:cNvPr>
                <p14:cNvContentPartPr/>
                <p14:nvPr/>
              </p14:nvContentPartPr>
              <p14:xfrm>
                <a:off x="1169422" y="4423136"/>
                <a:ext cx="97560" cy="190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0EF5588-D6C7-BB94-4212-8EA056D2B5E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0422" y="4414136"/>
                  <a:ext cx="115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5F0CF2-C834-9069-CE76-ACF9FBC04D27}"/>
                    </a:ext>
                  </a:extLst>
                </p14:cNvPr>
                <p14:cNvContentPartPr/>
                <p14:nvPr/>
              </p14:nvContentPartPr>
              <p14:xfrm>
                <a:off x="1319542" y="4371296"/>
                <a:ext cx="99720" cy="275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5F0CF2-C834-9069-CE76-ACF9FBC04D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10542" y="4362656"/>
                  <a:ext cx="117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92DC79-B20B-E3A7-B386-B899D8916C27}"/>
                    </a:ext>
                  </a:extLst>
                </p14:cNvPr>
                <p14:cNvContentPartPr/>
                <p14:nvPr/>
              </p14:nvContentPartPr>
              <p14:xfrm>
                <a:off x="1431142" y="4496576"/>
                <a:ext cx="242640" cy="156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92DC79-B20B-E3A7-B386-B899D8916C2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22502" y="4487576"/>
                  <a:ext cx="260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95EE3AE-BE36-2DD1-6360-64F1FDF91481}"/>
                    </a:ext>
                  </a:extLst>
                </p14:cNvPr>
                <p14:cNvContentPartPr/>
                <p14:nvPr/>
              </p14:nvContentPartPr>
              <p14:xfrm>
                <a:off x="1566142" y="4359056"/>
                <a:ext cx="110160" cy="183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95EE3AE-BE36-2DD1-6360-64F1FDF914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57502" y="4350416"/>
                  <a:ext cx="127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91337F-21E0-7EF4-6C0B-F51072F7F2EE}"/>
                    </a:ext>
                  </a:extLst>
                </p14:cNvPr>
                <p14:cNvContentPartPr/>
                <p14:nvPr/>
              </p14:nvContentPartPr>
              <p14:xfrm>
                <a:off x="1557502" y="4229456"/>
                <a:ext cx="16920" cy="23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91337F-21E0-7EF4-6C0B-F51072F7F2E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48502" y="4220456"/>
                  <a:ext cx="34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4F86F3-1230-6670-7D31-E28E5EFF132A}"/>
                    </a:ext>
                  </a:extLst>
                </p14:cNvPr>
                <p14:cNvContentPartPr/>
                <p14:nvPr/>
              </p14:nvContentPartPr>
              <p14:xfrm>
                <a:off x="1695742" y="4305056"/>
                <a:ext cx="169920" cy="87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4F86F3-1230-6670-7D31-E28E5EFF13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686742" y="4296416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7F22774-71D3-E737-96F2-947841EE55C2}"/>
                    </a:ext>
                  </a:extLst>
                </p14:cNvPr>
                <p14:cNvContentPartPr/>
                <p14:nvPr/>
              </p14:nvContentPartPr>
              <p14:xfrm>
                <a:off x="1961422" y="4343216"/>
                <a:ext cx="101520" cy="290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7F22774-71D3-E737-96F2-947841EE55C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52782" y="4334576"/>
                  <a:ext cx="1191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65C7124-EDD7-D1C5-B326-742E752EE3BC}"/>
              </a:ext>
            </a:extLst>
          </p:cNvPr>
          <p:cNvGrpSpPr/>
          <p:nvPr/>
        </p:nvGrpSpPr>
        <p:grpSpPr>
          <a:xfrm>
            <a:off x="2268862" y="4473896"/>
            <a:ext cx="113040" cy="64440"/>
            <a:chOff x="2268862" y="4473896"/>
            <a:chExt cx="113040" cy="6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0748993-1728-FA3F-2DF5-ED53D079BB24}"/>
                    </a:ext>
                  </a:extLst>
                </p14:cNvPr>
                <p14:cNvContentPartPr/>
                <p14:nvPr/>
              </p14:nvContentPartPr>
              <p14:xfrm>
                <a:off x="2292262" y="4529336"/>
                <a:ext cx="89640" cy="9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0748993-1728-FA3F-2DF5-ED53D079BB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83622" y="4520336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C2F1D62-6663-A5E0-B882-1C5B356C679C}"/>
                    </a:ext>
                  </a:extLst>
                </p14:cNvPr>
                <p14:cNvContentPartPr/>
                <p14:nvPr/>
              </p14:nvContentPartPr>
              <p14:xfrm>
                <a:off x="2268862" y="4473896"/>
                <a:ext cx="97200" cy="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C2F1D62-6663-A5E0-B882-1C5B356C67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59862" y="4464896"/>
                  <a:ext cx="1148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FFE8FBA-ACFA-3ECA-0C50-0D4470107D9C}"/>
              </a:ext>
            </a:extLst>
          </p:cNvPr>
          <p:cNvGrpSpPr/>
          <p:nvPr/>
        </p:nvGrpSpPr>
        <p:grpSpPr>
          <a:xfrm>
            <a:off x="2695102" y="4026056"/>
            <a:ext cx="1238760" cy="362160"/>
            <a:chOff x="2695102" y="4026056"/>
            <a:chExt cx="123876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6C34F51-FC13-FA50-C5D3-EDFDB8CC989C}"/>
                    </a:ext>
                  </a:extLst>
                </p14:cNvPr>
                <p14:cNvContentPartPr/>
                <p14:nvPr/>
              </p14:nvContentPartPr>
              <p14:xfrm>
                <a:off x="2695102" y="4264736"/>
                <a:ext cx="156240" cy="115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6C34F51-FC13-FA50-C5D3-EDFDB8CC989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86462" y="4256096"/>
                  <a:ext cx="173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A6F092E-8FFD-847B-9F55-1033FCDD86C9}"/>
                    </a:ext>
                  </a:extLst>
                </p14:cNvPr>
                <p14:cNvContentPartPr/>
                <p14:nvPr/>
              </p14:nvContentPartPr>
              <p14:xfrm>
                <a:off x="2902462" y="4183736"/>
                <a:ext cx="99720" cy="154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A6F092E-8FFD-847B-9F55-1033FCDD86C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93822" y="4174736"/>
                  <a:ext cx="117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DEE4298-A9AE-5DE6-2A69-1841CB0465B9}"/>
                    </a:ext>
                  </a:extLst>
                </p14:cNvPr>
                <p14:cNvContentPartPr/>
                <p14:nvPr/>
              </p14:nvContentPartPr>
              <p14:xfrm>
                <a:off x="2844142" y="4026056"/>
                <a:ext cx="8640" cy="3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DEE4298-A9AE-5DE6-2A69-1841CB0465B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35142" y="4017416"/>
                  <a:ext cx="26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C6EADA6-A9C7-7C46-803F-151A77C286A4}"/>
                    </a:ext>
                  </a:extLst>
                </p14:cNvPr>
                <p14:cNvContentPartPr/>
                <p14:nvPr/>
              </p14:nvContentPartPr>
              <p14:xfrm>
                <a:off x="2966902" y="4073216"/>
                <a:ext cx="24588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C6EADA6-A9C7-7C46-803F-151A77C286A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57902" y="4064576"/>
                  <a:ext cx="263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D9E96D6-DAE6-09F1-EFE3-7BE6ADCA2D34}"/>
                    </a:ext>
                  </a:extLst>
                </p14:cNvPr>
                <p14:cNvContentPartPr/>
                <p14:nvPr/>
              </p14:nvContentPartPr>
              <p14:xfrm>
                <a:off x="3267862" y="4321616"/>
                <a:ext cx="129600" cy="6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D9E96D6-DAE6-09F1-EFE3-7BE6ADCA2D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58862" y="4312616"/>
                  <a:ext cx="147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74E969-823B-9F03-D8F9-38DF0443ABDE}"/>
                    </a:ext>
                  </a:extLst>
                </p14:cNvPr>
                <p14:cNvContentPartPr/>
                <p14:nvPr/>
              </p14:nvContentPartPr>
              <p14:xfrm>
                <a:off x="3528502" y="4244936"/>
                <a:ext cx="151200" cy="142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74E969-823B-9F03-D8F9-38DF0443ABD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19502" y="4235936"/>
                  <a:ext cx="168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215C5F-DC10-8E97-D593-E8F817FAEE80}"/>
                    </a:ext>
                  </a:extLst>
                </p14:cNvPr>
                <p14:cNvContentPartPr/>
                <p14:nvPr/>
              </p14:nvContentPartPr>
              <p14:xfrm>
                <a:off x="3775462" y="4385696"/>
                <a:ext cx="4680" cy="2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215C5F-DC10-8E97-D593-E8F817FAEE8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66822" y="437705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888FD0-CFD2-A98A-F887-C536893A951B}"/>
                    </a:ext>
                  </a:extLst>
                </p14:cNvPr>
                <p14:cNvContentPartPr/>
                <p14:nvPr/>
              </p14:nvContentPartPr>
              <p14:xfrm>
                <a:off x="3820822" y="4199576"/>
                <a:ext cx="106200" cy="81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888FD0-CFD2-A98A-F887-C536893A951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11822" y="4190576"/>
                  <a:ext cx="12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D3EE29-3D9A-9AF2-BF5A-B06AC1C28E4B}"/>
                    </a:ext>
                  </a:extLst>
                </p14:cNvPr>
                <p14:cNvContentPartPr/>
                <p14:nvPr/>
              </p14:nvContentPartPr>
              <p14:xfrm>
                <a:off x="3848182" y="4275536"/>
                <a:ext cx="85680" cy="79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D3EE29-3D9A-9AF2-BF5A-B06AC1C28E4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39182" y="4266536"/>
                  <a:ext cx="10332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C9038DB-90B7-D23F-4E9B-E6B1BB4426C1}"/>
                  </a:ext>
                </a:extLst>
              </p14:cNvPr>
              <p14:cNvContentPartPr/>
              <p14:nvPr/>
            </p14:nvContentPartPr>
            <p14:xfrm>
              <a:off x="2705182" y="4544816"/>
              <a:ext cx="1266480" cy="21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C9038DB-90B7-D23F-4E9B-E6B1BB4426C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696182" y="4536176"/>
                <a:ext cx="12841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1CC79F6-E58F-FF3A-99D2-314962EFC55A}"/>
              </a:ext>
            </a:extLst>
          </p:cNvPr>
          <p:cNvGrpSpPr/>
          <p:nvPr/>
        </p:nvGrpSpPr>
        <p:grpSpPr>
          <a:xfrm>
            <a:off x="2801662" y="4656776"/>
            <a:ext cx="1191960" cy="282240"/>
            <a:chOff x="2801662" y="4656776"/>
            <a:chExt cx="1191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993ABB8-8D22-B9FD-4B9D-F6089E1CB1C4}"/>
                    </a:ext>
                  </a:extLst>
                </p14:cNvPr>
                <p14:cNvContentPartPr/>
                <p14:nvPr/>
              </p14:nvContentPartPr>
              <p14:xfrm>
                <a:off x="2801662" y="4826696"/>
                <a:ext cx="151560" cy="112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993ABB8-8D22-B9FD-4B9D-F6089E1CB1C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792662" y="4818056"/>
                  <a:ext cx="169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16EDD5D-2706-27F0-313F-205296B86D44}"/>
                    </a:ext>
                  </a:extLst>
                </p14:cNvPr>
                <p14:cNvContentPartPr/>
                <p14:nvPr/>
              </p14:nvContentPartPr>
              <p14:xfrm>
                <a:off x="2961142" y="4757936"/>
                <a:ext cx="81360" cy="153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16EDD5D-2706-27F0-313F-205296B86D4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52142" y="4748936"/>
                  <a:ext cx="99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B5287D2-05A0-A981-0077-7F09ACB24C6A}"/>
                    </a:ext>
                  </a:extLst>
                </p14:cNvPr>
                <p14:cNvContentPartPr/>
                <p14:nvPr/>
              </p14:nvContentPartPr>
              <p14:xfrm>
                <a:off x="2934502" y="4656776"/>
                <a:ext cx="15120" cy="25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B5287D2-05A0-A981-0077-7F09ACB24C6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925502" y="4648136"/>
                  <a:ext cx="32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AB4AB6-98A9-258E-EE42-7CFE8FC09CE6}"/>
                    </a:ext>
                  </a:extLst>
                </p14:cNvPr>
                <p14:cNvContentPartPr/>
                <p14:nvPr/>
              </p14:nvContentPartPr>
              <p14:xfrm>
                <a:off x="3053662" y="4674056"/>
                <a:ext cx="180000" cy="110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AB4AB6-98A9-258E-EE42-7CFE8FC09CE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44662" y="4665056"/>
                  <a:ext cx="197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99A386-41DC-C58E-2DB4-F3ACBD3DD418}"/>
                    </a:ext>
                  </a:extLst>
                </p14:cNvPr>
                <p14:cNvContentPartPr/>
                <p14:nvPr/>
              </p14:nvContentPartPr>
              <p14:xfrm>
                <a:off x="3354982" y="4821296"/>
                <a:ext cx="122040" cy="6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99A386-41DC-C58E-2DB4-F3ACBD3DD41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46342" y="481265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4CBCA1B-FA61-DD7A-76C6-9621E2A3447D}"/>
                    </a:ext>
                  </a:extLst>
                </p14:cNvPr>
                <p14:cNvContentPartPr/>
                <p14:nvPr/>
              </p14:nvContentPartPr>
              <p14:xfrm>
                <a:off x="3577462" y="4753616"/>
                <a:ext cx="176400" cy="111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4CBCA1B-FA61-DD7A-76C6-9621E2A3447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68462" y="4744616"/>
                  <a:ext cx="194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68A6E5-B164-738D-B8E7-F9ADF0783130}"/>
                    </a:ext>
                  </a:extLst>
                </p14:cNvPr>
                <p14:cNvContentPartPr/>
                <p14:nvPr/>
              </p14:nvContentPartPr>
              <p14:xfrm>
                <a:off x="3811462" y="4880336"/>
                <a:ext cx="1440" cy="3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68A6E5-B164-738D-B8E7-F9ADF078313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02822" y="4871336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8EF1C64-C05E-2004-3BED-0D9AD9950323}"/>
                    </a:ext>
                  </a:extLst>
                </p14:cNvPr>
                <p14:cNvContentPartPr/>
                <p14:nvPr/>
              </p14:nvContentPartPr>
              <p14:xfrm>
                <a:off x="3848542" y="4744256"/>
                <a:ext cx="101520" cy="104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8EF1C64-C05E-2004-3BED-0D9AD99503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39902" y="4735616"/>
                  <a:ext cx="119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A1DC37D-FAF0-17EB-8C9B-EF7607170980}"/>
                    </a:ext>
                  </a:extLst>
                </p14:cNvPr>
                <p14:cNvContentPartPr/>
                <p14:nvPr/>
              </p14:nvContentPartPr>
              <p14:xfrm>
                <a:off x="3838102" y="4683776"/>
                <a:ext cx="155520" cy="18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A1DC37D-FAF0-17EB-8C9B-EF760717098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29462" y="4674776"/>
                  <a:ext cx="17316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E351892-DA2F-F386-3243-EA6889BA6589}"/>
              </a:ext>
            </a:extLst>
          </p:cNvPr>
          <p:cNvGrpSpPr/>
          <p:nvPr/>
        </p:nvGrpSpPr>
        <p:grpSpPr>
          <a:xfrm>
            <a:off x="2658022" y="5411696"/>
            <a:ext cx="4403520" cy="629280"/>
            <a:chOff x="2658022" y="5411696"/>
            <a:chExt cx="4403520" cy="62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463E2C9-4D59-9131-967D-B438629BF69C}"/>
                    </a:ext>
                  </a:extLst>
                </p14:cNvPr>
                <p14:cNvContentPartPr/>
                <p14:nvPr/>
              </p14:nvContentPartPr>
              <p14:xfrm>
                <a:off x="2679262" y="5587376"/>
                <a:ext cx="81720" cy="218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463E2C9-4D59-9131-967D-B438629BF6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0262" y="5578376"/>
                  <a:ext cx="99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90EE48-BCFA-F38B-DE08-22FE3BAF6075}"/>
                    </a:ext>
                  </a:extLst>
                </p14:cNvPr>
                <p14:cNvContentPartPr/>
                <p14:nvPr/>
              </p14:nvContentPartPr>
              <p14:xfrm>
                <a:off x="2658022" y="5703296"/>
                <a:ext cx="143640" cy="28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90EE48-BCFA-F38B-DE08-22FE3BAF607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49382" y="5694296"/>
                  <a:ext cx="161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BE374E-D1BB-E286-4036-B190DA56F5B6}"/>
                    </a:ext>
                  </a:extLst>
                </p14:cNvPr>
                <p14:cNvContentPartPr/>
                <p14:nvPr/>
              </p14:nvContentPartPr>
              <p14:xfrm>
                <a:off x="2836582" y="5699336"/>
                <a:ext cx="12780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BE374E-D1BB-E286-4036-B190DA56F5B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27942" y="5690336"/>
                  <a:ext cx="145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E95556-D8DA-7AA7-12E8-826C897A7674}"/>
                    </a:ext>
                  </a:extLst>
                </p14:cNvPr>
                <p14:cNvContentPartPr/>
                <p14:nvPr/>
              </p14:nvContentPartPr>
              <p14:xfrm>
                <a:off x="3014062" y="5730656"/>
                <a:ext cx="164880" cy="54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E95556-D8DA-7AA7-12E8-826C897A767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05422" y="5722016"/>
                  <a:ext cx="182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064177-FB51-1607-AC12-05869755CA91}"/>
                    </a:ext>
                  </a:extLst>
                </p14:cNvPr>
                <p14:cNvContentPartPr/>
                <p14:nvPr/>
              </p14:nvContentPartPr>
              <p14:xfrm>
                <a:off x="3137542" y="5592416"/>
                <a:ext cx="116280" cy="3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064177-FB51-1607-AC12-05869755CA9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28542" y="5583776"/>
                  <a:ext cx="133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ADE15A-DB00-2551-CC8C-D54A44DD6889}"/>
                    </a:ext>
                  </a:extLst>
                </p14:cNvPr>
                <p14:cNvContentPartPr/>
                <p14:nvPr/>
              </p14:nvContentPartPr>
              <p14:xfrm>
                <a:off x="3290542" y="5512856"/>
                <a:ext cx="46080" cy="82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ADE15A-DB00-2551-CC8C-D54A44DD68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281902" y="5503856"/>
                  <a:ext cx="63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4B8E56D-BBE5-A79F-FC55-8F4DFA36B053}"/>
                    </a:ext>
                  </a:extLst>
                </p14:cNvPr>
                <p14:cNvContentPartPr/>
                <p14:nvPr/>
              </p14:nvContentPartPr>
              <p14:xfrm>
                <a:off x="3631102" y="5511776"/>
                <a:ext cx="147600" cy="123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4B8E56D-BBE5-A79F-FC55-8F4DFA36B0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2102" y="5502776"/>
                  <a:ext cx="165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66A3BFA-8287-9191-F6B7-2A5A7D734CC5}"/>
                    </a:ext>
                  </a:extLst>
                </p14:cNvPr>
                <p14:cNvContentPartPr/>
                <p14:nvPr/>
              </p14:nvContentPartPr>
              <p14:xfrm>
                <a:off x="3830542" y="5528696"/>
                <a:ext cx="44280" cy="60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66A3BFA-8287-9191-F6B7-2A5A7D734C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21902" y="5520056"/>
                  <a:ext cx="6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8D1C13-AE64-6B00-BDFE-813BCE1AA4DE}"/>
                    </a:ext>
                  </a:extLst>
                </p14:cNvPr>
                <p14:cNvContentPartPr/>
                <p14:nvPr/>
              </p14:nvContentPartPr>
              <p14:xfrm>
                <a:off x="3801022" y="5411696"/>
                <a:ext cx="23400" cy="19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8D1C13-AE64-6B00-BDFE-813BCE1AA4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92022" y="5403056"/>
                  <a:ext cx="41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73E2DF7-B5AF-3191-5A97-F14BDAC9C7D3}"/>
                    </a:ext>
                  </a:extLst>
                </p14:cNvPr>
                <p14:cNvContentPartPr/>
                <p14:nvPr/>
              </p14:nvContentPartPr>
              <p14:xfrm>
                <a:off x="3933862" y="5523296"/>
                <a:ext cx="172440" cy="62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73E2DF7-B5AF-3191-5A97-F14BDAC9C7D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25222" y="5514656"/>
                  <a:ext cx="190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923CF04-A6E6-BD3F-1494-47544B6D1001}"/>
                    </a:ext>
                  </a:extLst>
                </p14:cNvPr>
                <p14:cNvContentPartPr/>
                <p14:nvPr/>
              </p14:nvContentPartPr>
              <p14:xfrm>
                <a:off x="4204942" y="5462096"/>
                <a:ext cx="245520" cy="120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923CF04-A6E6-BD3F-1494-47544B6D10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96302" y="5453096"/>
                  <a:ext cx="263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C930AEA-D844-1333-FE2C-C146C5B7215F}"/>
                    </a:ext>
                  </a:extLst>
                </p14:cNvPr>
                <p14:cNvContentPartPr/>
                <p14:nvPr/>
              </p14:nvContentPartPr>
              <p14:xfrm>
                <a:off x="3552262" y="5704016"/>
                <a:ext cx="872280" cy="25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C930AEA-D844-1333-FE2C-C146C5B7215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43262" y="5695376"/>
                  <a:ext cx="88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BC9700-65C2-44CA-A411-5E09F9D011C5}"/>
                    </a:ext>
                  </a:extLst>
                </p14:cNvPr>
                <p14:cNvContentPartPr/>
                <p14:nvPr/>
              </p14:nvContentPartPr>
              <p14:xfrm>
                <a:off x="3565222" y="5932616"/>
                <a:ext cx="86400" cy="101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ABC9700-65C2-44CA-A411-5E09F9D011C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56582" y="5923976"/>
                  <a:ext cx="104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CAC12D3-06D9-61D5-C413-E26DD66BA7FB}"/>
                    </a:ext>
                  </a:extLst>
                </p14:cNvPr>
                <p14:cNvContentPartPr/>
                <p14:nvPr/>
              </p14:nvContentPartPr>
              <p14:xfrm>
                <a:off x="3682942" y="5960696"/>
                <a:ext cx="113400" cy="80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CAC12D3-06D9-61D5-C413-E26DD66BA7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73942" y="5952056"/>
                  <a:ext cx="131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D05B83-2E1A-D475-2979-D97F897F195B}"/>
                    </a:ext>
                  </a:extLst>
                </p14:cNvPr>
                <p14:cNvContentPartPr/>
                <p14:nvPr/>
              </p14:nvContentPartPr>
              <p14:xfrm>
                <a:off x="3776902" y="5948816"/>
                <a:ext cx="95040" cy="91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D05B83-2E1A-D475-2979-D97F897F195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67902" y="5939816"/>
                  <a:ext cx="11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554724-EBFE-30C8-39A5-C4EF709A98A2}"/>
                    </a:ext>
                  </a:extLst>
                </p14:cNvPr>
                <p14:cNvContentPartPr/>
                <p14:nvPr/>
              </p14:nvContentPartPr>
              <p14:xfrm>
                <a:off x="3970942" y="5916776"/>
                <a:ext cx="164880" cy="91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554724-EBFE-30C8-39A5-C4EF709A98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2302" y="5908136"/>
                  <a:ext cx="182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490D59E-9BE7-CFAD-12CA-7D2E523E51D2}"/>
                    </a:ext>
                  </a:extLst>
                </p14:cNvPr>
                <p14:cNvContentPartPr/>
                <p14:nvPr/>
              </p14:nvContentPartPr>
              <p14:xfrm>
                <a:off x="4274062" y="5959976"/>
                <a:ext cx="85320" cy="15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490D59E-9BE7-CFAD-12CA-7D2E523E51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65062" y="5951336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3ACD09-DDA1-8937-886D-45CE0FA52230}"/>
                    </a:ext>
                  </a:extLst>
                </p14:cNvPr>
                <p14:cNvContentPartPr/>
                <p14:nvPr/>
              </p14:nvContentPartPr>
              <p14:xfrm>
                <a:off x="4408702" y="5916416"/>
                <a:ext cx="120240" cy="91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3ACD09-DDA1-8937-886D-45CE0FA5223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99702" y="5907776"/>
                  <a:ext cx="137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E1C4A6-2F3C-857F-731E-6EC1BBEE362C}"/>
                    </a:ext>
                  </a:extLst>
                </p14:cNvPr>
                <p14:cNvContentPartPr/>
                <p14:nvPr/>
              </p14:nvContentPartPr>
              <p14:xfrm>
                <a:off x="4608862" y="6017936"/>
                <a:ext cx="360" cy="3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E1C4A6-2F3C-857F-731E-6EC1BBEE362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00222" y="600893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13D6466-DFEC-CFEB-CFFB-5C6E0BE25FC9}"/>
                    </a:ext>
                  </a:extLst>
                </p14:cNvPr>
                <p14:cNvContentPartPr/>
                <p14:nvPr/>
              </p14:nvContentPartPr>
              <p14:xfrm>
                <a:off x="4594462" y="5841536"/>
                <a:ext cx="110880" cy="64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13D6466-DFEC-CFEB-CFFB-5C6E0BE25F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585822" y="5832536"/>
                  <a:ext cx="128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5EB5A04-BB3C-6CDC-D3D5-4F2D65AEEECC}"/>
                    </a:ext>
                  </a:extLst>
                </p14:cNvPr>
                <p14:cNvContentPartPr/>
                <p14:nvPr/>
              </p14:nvContentPartPr>
              <p14:xfrm>
                <a:off x="4647022" y="5906336"/>
                <a:ext cx="78120" cy="75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5EB5A04-BB3C-6CDC-D3D5-4F2D65AEEEC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638382" y="5897336"/>
                  <a:ext cx="95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622EB0-E272-3A1B-9639-D8428DE6FF8F}"/>
                    </a:ext>
                  </a:extLst>
                </p14:cNvPr>
                <p14:cNvContentPartPr/>
                <p14:nvPr/>
              </p14:nvContentPartPr>
              <p14:xfrm>
                <a:off x="3382342" y="5606456"/>
                <a:ext cx="69120" cy="209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622EB0-E272-3A1B-9639-D8428DE6FF8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373342" y="5597456"/>
                  <a:ext cx="86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86FDD96-D6C7-228E-AEB6-CC56BCF2FB27}"/>
                    </a:ext>
                  </a:extLst>
                </p14:cNvPr>
                <p14:cNvContentPartPr/>
                <p14:nvPr/>
              </p14:nvContentPartPr>
              <p14:xfrm>
                <a:off x="4635502" y="5516456"/>
                <a:ext cx="214560" cy="281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86FDD96-D6C7-228E-AEB6-CC56BCF2FB2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626862" y="5507456"/>
                  <a:ext cx="232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A86551-57E1-69FD-4F2D-DF135C4903AC}"/>
                    </a:ext>
                  </a:extLst>
                </p14:cNvPr>
                <p14:cNvContentPartPr/>
                <p14:nvPr/>
              </p14:nvContentPartPr>
              <p14:xfrm>
                <a:off x="5009542" y="5693216"/>
                <a:ext cx="136080" cy="21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A86551-57E1-69FD-4F2D-DF135C4903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00542" y="5684576"/>
                  <a:ext cx="153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CED796D-B9CC-711A-150D-B74747352696}"/>
                    </a:ext>
                  </a:extLst>
                </p14:cNvPr>
                <p14:cNvContentPartPr/>
                <p14:nvPr/>
              </p14:nvContentPartPr>
              <p14:xfrm>
                <a:off x="5283862" y="5577656"/>
                <a:ext cx="43920" cy="212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CED796D-B9CC-711A-150D-B7474735269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74862" y="5568656"/>
                  <a:ext cx="61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188B7E-F4E7-8FB1-E810-350FC2F60E96}"/>
                    </a:ext>
                  </a:extLst>
                </p14:cNvPr>
                <p14:cNvContentPartPr/>
                <p14:nvPr/>
              </p14:nvContentPartPr>
              <p14:xfrm>
                <a:off x="5235982" y="5687456"/>
                <a:ext cx="123120" cy="22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188B7E-F4E7-8FB1-E810-350FC2F60E9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26982" y="5678456"/>
                  <a:ext cx="140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611BFE0-CC7F-134E-84E4-BAC85C6B16EC}"/>
                    </a:ext>
                  </a:extLst>
                </p14:cNvPr>
                <p14:cNvContentPartPr/>
                <p14:nvPr/>
              </p14:nvContentPartPr>
              <p14:xfrm>
                <a:off x="5359102" y="5695016"/>
                <a:ext cx="133920" cy="88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611BFE0-CC7F-134E-84E4-BAC85C6B16E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350462" y="5686376"/>
                  <a:ext cx="151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B0C77B1-1A84-FBFB-DEB3-87A789703541}"/>
                    </a:ext>
                  </a:extLst>
                </p14:cNvPr>
                <p14:cNvContentPartPr/>
                <p14:nvPr/>
              </p14:nvContentPartPr>
              <p14:xfrm>
                <a:off x="5560702" y="5723456"/>
                <a:ext cx="103680" cy="34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B0C77B1-1A84-FBFB-DEB3-87A78970354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551702" y="5714456"/>
                  <a:ext cx="121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5CCE5E-C157-EE11-2C20-4D3CCA98C6C7}"/>
                    </a:ext>
                  </a:extLst>
                </p14:cNvPr>
                <p14:cNvContentPartPr/>
                <p14:nvPr/>
              </p14:nvContentPartPr>
              <p14:xfrm>
                <a:off x="5508502" y="5543816"/>
                <a:ext cx="90000" cy="11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5CCE5E-C157-EE11-2C20-4D3CCA98C6C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99502" y="5535176"/>
                  <a:ext cx="107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20AFA71-A642-4021-D2EE-C4A03EB19CB1}"/>
                    </a:ext>
                  </a:extLst>
                </p14:cNvPr>
                <p14:cNvContentPartPr/>
                <p14:nvPr/>
              </p14:nvContentPartPr>
              <p14:xfrm>
                <a:off x="5672302" y="5464976"/>
                <a:ext cx="61200" cy="91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20AFA71-A642-4021-D2EE-C4A03EB19CB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63302" y="5455976"/>
                  <a:ext cx="78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5893A33-1E34-F5CA-9A2A-58F7C6D3B807}"/>
                    </a:ext>
                  </a:extLst>
                </p14:cNvPr>
                <p14:cNvContentPartPr/>
                <p14:nvPr/>
              </p14:nvContentPartPr>
              <p14:xfrm>
                <a:off x="5948062" y="5513936"/>
                <a:ext cx="84240" cy="99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5893A33-1E34-F5CA-9A2A-58F7C6D3B8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939062" y="5505296"/>
                  <a:ext cx="101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DE93FD1-FDDC-FA23-CCBC-A9094EB3C787}"/>
                    </a:ext>
                  </a:extLst>
                </p14:cNvPr>
                <p14:cNvContentPartPr/>
                <p14:nvPr/>
              </p14:nvContentPartPr>
              <p14:xfrm>
                <a:off x="6075142" y="5576576"/>
                <a:ext cx="6120" cy="22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DE93FD1-FDDC-FA23-CCBC-A9094EB3C78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066142" y="5567936"/>
                  <a:ext cx="2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80AAFBB-A50D-18E2-E4BD-3E9D220E4838}"/>
                    </a:ext>
                  </a:extLst>
                </p14:cNvPr>
                <p14:cNvContentPartPr/>
                <p14:nvPr/>
              </p14:nvContentPartPr>
              <p14:xfrm>
                <a:off x="6039142" y="5475416"/>
                <a:ext cx="23040" cy="18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80AAFBB-A50D-18E2-E4BD-3E9D220E48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30142" y="5466776"/>
                  <a:ext cx="40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D5A703A-7DFC-8E63-48BB-AFACA26CFD05}"/>
                    </a:ext>
                  </a:extLst>
                </p14:cNvPr>
                <p14:cNvContentPartPr/>
                <p14:nvPr/>
              </p14:nvContentPartPr>
              <p14:xfrm>
                <a:off x="6161182" y="5579096"/>
                <a:ext cx="95400" cy="23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D5A703A-7DFC-8E63-48BB-AFACA26CFD0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52542" y="5570096"/>
                  <a:ext cx="11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73E99DF-8C1A-74B6-8B7D-FC79EBFD8269}"/>
                    </a:ext>
                  </a:extLst>
                </p14:cNvPr>
                <p14:cNvContentPartPr/>
                <p14:nvPr/>
              </p14:nvContentPartPr>
              <p14:xfrm>
                <a:off x="6299782" y="5503856"/>
                <a:ext cx="206640" cy="74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73E99DF-8C1A-74B6-8B7D-FC79EBFD826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290782" y="5494856"/>
                  <a:ext cx="224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EB6D4D1-F776-1F7A-10F9-7726E8F91494}"/>
                    </a:ext>
                  </a:extLst>
                </p14:cNvPr>
                <p14:cNvContentPartPr/>
                <p14:nvPr/>
              </p14:nvContentPartPr>
              <p14:xfrm>
                <a:off x="5996662" y="5688896"/>
                <a:ext cx="479880" cy="20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EB6D4D1-F776-1F7A-10F9-7726E8F9149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87662" y="5679896"/>
                  <a:ext cx="497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B55B897-BA3D-D6E2-B9B3-A68C7E8FEA59}"/>
                    </a:ext>
                  </a:extLst>
                </p14:cNvPr>
                <p14:cNvContentPartPr/>
                <p14:nvPr/>
              </p14:nvContentPartPr>
              <p14:xfrm>
                <a:off x="5873182" y="5885096"/>
                <a:ext cx="81000" cy="104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B55B897-BA3D-D6E2-B9B3-A68C7E8FEA5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864542" y="5876456"/>
                  <a:ext cx="98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C236335-866E-368D-0718-2E071D24FA43}"/>
                    </a:ext>
                  </a:extLst>
                </p14:cNvPr>
                <p14:cNvContentPartPr/>
                <p14:nvPr/>
              </p14:nvContentPartPr>
              <p14:xfrm>
                <a:off x="5984782" y="5926856"/>
                <a:ext cx="88200" cy="70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C236335-866E-368D-0718-2E071D24FA4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976142" y="5917856"/>
                  <a:ext cx="105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4761891-286C-C721-AF71-A19FBB79F5AE}"/>
                    </a:ext>
                  </a:extLst>
                </p14:cNvPr>
                <p14:cNvContentPartPr/>
                <p14:nvPr/>
              </p14:nvContentPartPr>
              <p14:xfrm>
                <a:off x="6097462" y="5911376"/>
                <a:ext cx="88560" cy="9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4761891-286C-C721-AF71-A19FBB79F5A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088822" y="5902736"/>
                  <a:ext cx="106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F1B4EB5-ABAD-DF9D-AC10-608641E31E97}"/>
                    </a:ext>
                  </a:extLst>
                </p14:cNvPr>
                <p14:cNvContentPartPr/>
                <p14:nvPr/>
              </p14:nvContentPartPr>
              <p14:xfrm>
                <a:off x="6246502" y="5894096"/>
                <a:ext cx="160560" cy="79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F1B4EB5-ABAD-DF9D-AC10-608641E31E9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237502" y="5885096"/>
                  <a:ext cx="178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AE9F462-5681-1DEE-9A89-3E798479F181}"/>
                    </a:ext>
                  </a:extLst>
                </p14:cNvPr>
                <p14:cNvContentPartPr/>
                <p14:nvPr/>
              </p14:nvContentPartPr>
              <p14:xfrm>
                <a:off x="6568342" y="5957096"/>
                <a:ext cx="45000" cy="8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AE9F462-5681-1DEE-9A89-3E798479F18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559702" y="5948096"/>
                  <a:ext cx="62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38579D8-D66E-082D-52D9-79FD52F8A8FE}"/>
                    </a:ext>
                  </a:extLst>
                </p14:cNvPr>
                <p14:cNvContentPartPr/>
                <p14:nvPr/>
              </p14:nvContentPartPr>
              <p14:xfrm>
                <a:off x="6692542" y="5890136"/>
                <a:ext cx="92520" cy="96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38579D8-D66E-082D-52D9-79FD52F8A8F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83902" y="5881496"/>
                  <a:ext cx="110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D62AB5A-C6BF-300C-60B3-97FD4DC29BFE}"/>
                    </a:ext>
                  </a:extLst>
                </p14:cNvPr>
                <p14:cNvContentPartPr/>
                <p14:nvPr/>
              </p14:nvContentPartPr>
              <p14:xfrm>
                <a:off x="6828982" y="5975456"/>
                <a:ext cx="2520" cy="14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D62AB5A-C6BF-300C-60B3-97FD4DC29BF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20342" y="596645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863F479-4459-1707-324C-27E28C8CC0E1}"/>
                    </a:ext>
                  </a:extLst>
                </p14:cNvPr>
                <p14:cNvContentPartPr/>
                <p14:nvPr/>
              </p14:nvContentPartPr>
              <p14:xfrm>
                <a:off x="6879022" y="5847656"/>
                <a:ext cx="70920" cy="92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863F479-4459-1707-324C-27E28C8CC0E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70382" y="5839016"/>
                  <a:ext cx="88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9BCA986-8215-60E3-1050-F384FADFAD51}"/>
                    </a:ext>
                  </a:extLst>
                </p14:cNvPr>
                <p14:cNvContentPartPr/>
                <p14:nvPr/>
              </p14:nvContentPartPr>
              <p14:xfrm>
                <a:off x="6889822" y="5788976"/>
                <a:ext cx="86400" cy="54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9BCA986-8215-60E3-1050-F384FADFAD5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80822" y="5779976"/>
                  <a:ext cx="104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F365309-B5F0-6550-5F58-E841BC7C4528}"/>
                    </a:ext>
                  </a:extLst>
                </p14:cNvPr>
                <p14:cNvContentPartPr/>
                <p14:nvPr/>
              </p14:nvContentPartPr>
              <p14:xfrm>
                <a:off x="5746102" y="5556416"/>
                <a:ext cx="90720" cy="310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F365309-B5F0-6550-5F58-E841BC7C452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37462" y="5547416"/>
                  <a:ext cx="108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B32B2EA-376B-A37C-CF71-CCB6AE51039E}"/>
                    </a:ext>
                  </a:extLst>
                </p14:cNvPr>
                <p14:cNvContentPartPr/>
                <p14:nvPr/>
              </p14:nvContentPartPr>
              <p14:xfrm>
                <a:off x="6841942" y="5488016"/>
                <a:ext cx="219600" cy="352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B32B2EA-376B-A37C-CF71-CCB6AE51039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32942" y="5479016"/>
                  <a:ext cx="237240" cy="370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ACD1CD2-1050-1614-B496-C94590304BBB}"/>
              </a:ext>
            </a:extLst>
          </p:cNvPr>
          <p:cNvGrpSpPr/>
          <p:nvPr/>
        </p:nvGrpSpPr>
        <p:grpSpPr>
          <a:xfrm>
            <a:off x="987622" y="4329896"/>
            <a:ext cx="794880" cy="151920"/>
            <a:chOff x="987622" y="4329896"/>
            <a:chExt cx="79488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4C3BD8-9088-6F83-3EF2-D7630F74943C}"/>
                    </a:ext>
                  </a:extLst>
                </p14:cNvPr>
                <p14:cNvContentPartPr/>
                <p14:nvPr/>
              </p14:nvContentPartPr>
              <p14:xfrm>
                <a:off x="987622" y="4336376"/>
                <a:ext cx="240480" cy="14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4C3BD8-9088-6F83-3EF2-D7630F7494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8622" y="4327736"/>
                  <a:ext cx="258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F2ED62-EA41-EC70-3274-84472C799195}"/>
                    </a:ext>
                  </a:extLst>
                </p14:cNvPr>
                <p14:cNvContentPartPr/>
                <p14:nvPr/>
              </p14:nvContentPartPr>
              <p14:xfrm>
                <a:off x="1356262" y="4447976"/>
                <a:ext cx="116280" cy="6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F2ED62-EA41-EC70-3274-84472C799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7622" y="4439336"/>
                  <a:ext cx="133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9DEB83-C105-1D74-87E6-7EB5893C1A10}"/>
                    </a:ext>
                  </a:extLst>
                </p14:cNvPr>
                <p14:cNvContentPartPr/>
                <p14:nvPr/>
              </p14:nvContentPartPr>
              <p14:xfrm>
                <a:off x="1354462" y="4392896"/>
                <a:ext cx="102240" cy="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9DEB83-C105-1D74-87E6-7EB5893C1A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5462" y="4384256"/>
                  <a:ext cx="119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8F588C-C059-32BE-F2B8-1A0768529F77}"/>
                    </a:ext>
                  </a:extLst>
                </p14:cNvPr>
                <p14:cNvContentPartPr/>
                <p14:nvPr/>
              </p14:nvContentPartPr>
              <p14:xfrm>
                <a:off x="1632742" y="4329896"/>
                <a:ext cx="149760" cy="151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8F588C-C059-32BE-F2B8-1A0768529F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4102" y="4320896"/>
                  <a:ext cx="1674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8D0954-1494-1214-833A-7647DAC60C83}"/>
              </a:ext>
            </a:extLst>
          </p:cNvPr>
          <p:cNvGrpSpPr/>
          <p:nvPr/>
        </p:nvGrpSpPr>
        <p:grpSpPr>
          <a:xfrm>
            <a:off x="9053422" y="2911136"/>
            <a:ext cx="773640" cy="204480"/>
            <a:chOff x="9053422" y="2911136"/>
            <a:chExt cx="77364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9972D3-6BDC-B93C-93BC-98E386E2EB32}"/>
                    </a:ext>
                  </a:extLst>
                </p14:cNvPr>
                <p14:cNvContentPartPr/>
                <p14:nvPr/>
              </p14:nvContentPartPr>
              <p14:xfrm>
                <a:off x="9053422" y="2964056"/>
                <a:ext cx="224640" cy="151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9972D3-6BDC-B93C-93BC-98E386E2EB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44782" y="2955056"/>
                  <a:ext cx="242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BE1127-456D-19BE-81B5-7CC4AA8643B9}"/>
                    </a:ext>
                  </a:extLst>
                </p14:cNvPr>
                <p14:cNvContentPartPr/>
                <p14:nvPr/>
              </p14:nvContentPartPr>
              <p14:xfrm>
                <a:off x="9445102" y="3042896"/>
                <a:ext cx="92520" cy="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BE1127-456D-19BE-81B5-7CC4AA8643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6462" y="3033896"/>
                  <a:ext cx="110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E1679A3-AFA3-966D-77D3-B51F6A99A07B}"/>
                    </a:ext>
                  </a:extLst>
                </p14:cNvPr>
                <p14:cNvContentPartPr/>
                <p14:nvPr/>
              </p14:nvContentPartPr>
              <p14:xfrm>
                <a:off x="9458422" y="2987456"/>
                <a:ext cx="95040" cy="16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E1679A3-AFA3-966D-77D3-B51F6A99A0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9782" y="2978816"/>
                  <a:ext cx="112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D756A0-354E-E513-AD7F-ED1AF94955B4}"/>
                    </a:ext>
                  </a:extLst>
                </p14:cNvPr>
                <p14:cNvContentPartPr/>
                <p14:nvPr/>
              </p14:nvContentPartPr>
              <p14:xfrm>
                <a:off x="9702142" y="2950376"/>
                <a:ext cx="52920" cy="133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D756A0-354E-E513-AD7F-ED1AF94955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93142" y="2941376"/>
                  <a:ext cx="70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C7BFFA-A9C5-8CED-27CE-576AAB3CEBDB}"/>
                    </a:ext>
                  </a:extLst>
                </p14:cNvPr>
                <p14:cNvContentPartPr/>
                <p14:nvPr/>
              </p14:nvContentPartPr>
              <p14:xfrm>
                <a:off x="9792502" y="2977016"/>
                <a:ext cx="34560" cy="10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C7BFFA-A9C5-8CED-27CE-576AAB3CEB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83502" y="2968016"/>
                  <a:ext cx="52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B123BD-6B58-226E-3944-525A29286766}"/>
                    </a:ext>
                  </a:extLst>
                </p14:cNvPr>
                <p14:cNvContentPartPr/>
                <p14:nvPr/>
              </p14:nvContentPartPr>
              <p14:xfrm>
                <a:off x="9657502" y="2911136"/>
                <a:ext cx="162000" cy="12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DB123BD-6B58-226E-3944-525A292867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48502" y="2902496"/>
                  <a:ext cx="1796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339EE19-1717-225C-2BAC-C0D2BBF92E60}"/>
                  </a:ext>
                </a:extLst>
              </p14:cNvPr>
              <p14:cNvContentPartPr/>
              <p14:nvPr/>
            </p14:nvContentPartPr>
            <p14:xfrm>
              <a:off x="6443062" y="4927496"/>
              <a:ext cx="293040" cy="235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339EE19-1717-225C-2BAC-C0D2BBF92E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34062" y="4918496"/>
                <a:ext cx="310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0EAE147-15FA-A979-3C49-9B4325872913}"/>
                  </a:ext>
                </a:extLst>
              </p14:cNvPr>
              <p14:cNvContentPartPr/>
              <p14:nvPr/>
            </p14:nvContentPartPr>
            <p14:xfrm>
              <a:off x="2812102" y="2418296"/>
              <a:ext cx="261000" cy="229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0EAE147-15FA-A979-3C49-9B432587291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03462" y="2409296"/>
                <a:ext cx="2786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FA200C5-AC0B-2E92-19AA-4D8FEB3AAA89}"/>
                  </a:ext>
                </a:extLst>
              </p14:cNvPr>
              <p14:cNvContentPartPr/>
              <p14:nvPr/>
            </p14:nvContentPartPr>
            <p14:xfrm>
              <a:off x="3041782" y="2675696"/>
              <a:ext cx="299520" cy="1047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FA200C5-AC0B-2E92-19AA-4D8FEB3AAA8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33142" y="2666696"/>
                <a:ext cx="317160" cy="10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58AFF28-982C-6CD6-A3CE-3DF6245124D4}"/>
              </a:ext>
            </a:extLst>
          </p:cNvPr>
          <p:cNvGrpSpPr/>
          <p:nvPr/>
        </p:nvGrpSpPr>
        <p:grpSpPr>
          <a:xfrm>
            <a:off x="3253462" y="3973136"/>
            <a:ext cx="435960" cy="392040"/>
            <a:chOff x="3253462" y="3973136"/>
            <a:chExt cx="4359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600ADC-3437-AF8D-3D9E-CB14B3FB0F92}"/>
                    </a:ext>
                  </a:extLst>
                </p14:cNvPr>
                <p14:cNvContentPartPr/>
                <p14:nvPr/>
              </p14:nvContentPartPr>
              <p14:xfrm>
                <a:off x="3253462" y="4177616"/>
                <a:ext cx="168120" cy="187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600ADC-3437-AF8D-3D9E-CB14B3FB0F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4462" y="4168616"/>
                  <a:ext cx="185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A87355-5090-BEEB-23F9-3512E070F94D}"/>
                    </a:ext>
                  </a:extLst>
                </p14:cNvPr>
                <p14:cNvContentPartPr/>
                <p14:nvPr/>
              </p14:nvContentPartPr>
              <p14:xfrm>
                <a:off x="3420142" y="4093376"/>
                <a:ext cx="68760" cy="17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A87355-5090-BEEB-23F9-3512E070F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11502" y="4084376"/>
                  <a:ext cx="86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A184CC-B847-1222-09A9-099BEB4A78FD}"/>
                    </a:ext>
                  </a:extLst>
                </p14:cNvPr>
                <p14:cNvContentPartPr/>
                <p14:nvPr/>
              </p14:nvContentPartPr>
              <p14:xfrm>
                <a:off x="3419422" y="3973136"/>
                <a:ext cx="4680" cy="3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A184CC-B847-1222-09A9-099BEB4A78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0422" y="3964136"/>
                  <a:ext cx="2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95955F-CE4C-04F4-4521-7DA4F4C2A70C}"/>
                    </a:ext>
                  </a:extLst>
                </p14:cNvPr>
                <p14:cNvContentPartPr/>
                <p14:nvPr/>
              </p14:nvContentPartPr>
              <p14:xfrm>
                <a:off x="3497902" y="4013456"/>
                <a:ext cx="191520" cy="105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95955F-CE4C-04F4-4521-7DA4F4C2A7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89262" y="4004816"/>
                  <a:ext cx="2091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B5F860-5F84-E926-3CB2-A9FEC5DED60B}"/>
              </a:ext>
            </a:extLst>
          </p:cNvPr>
          <p:cNvGrpSpPr/>
          <p:nvPr/>
        </p:nvGrpSpPr>
        <p:grpSpPr>
          <a:xfrm>
            <a:off x="5383942" y="4295336"/>
            <a:ext cx="1123560" cy="675360"/>
            <a:chOff x="5383942" y="4295336"/>
            <a:chExt cx="112356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824511-01F2-ABFB-EFCA-3B838C33B2A2}"/>
                    </a:ext>
                  </a:extLst>
                </p14:cNvPr>
                <p14:cNvContentPartPr/>
                <p14:nvPr/>
              </p14:nvContentPartPr>
              <p14:xfrm>
                <a:off x="5873542" y="4647056"/>
                <a:ext cx="633960" cy="323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824511-01F2-ABFB-EFCA-3B838C33B2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64542" y="4638416"/>
                  <a:ext cx="651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2BC79C7-1C69-4731-BAC4-747F92D6062A}"/>
                    </a:ext>
                  </a:extLst>
                </p14:cNvPr>
                <p14:cNvContentPartPr/>
                <p14:nvPr/>
              </p14:nvContentPartPr>
              <p14:xfrm>
                <a:off x="5383942" y="4544456"/>
                <a:ext cx="117000" cy="129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2BC79C7-1C69-4731-BAC4-747F92D606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5302" y="4535456"/>
                  <a:ext cx="134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F79719-0967-74D0-0376-F59DA0A88C15}"/>
                    </a:ext>
                  </a:extLst>
                </p14:cNvPr>
                <p14:cNvContentPartPr/>
                <p14:nvPr/>
              </p14:nvContentPartPr>
              <p14:xfrm>
                <a:off x="5502022" y="4433576"/>
                <a:ext cx="74880" cy="166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F79719-0967-74D0-0376-F59DA0A88C1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93382" y="4424936"/>
                  <a:ext cx="92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EE3783-AA3B-B228-62CD-A8B49C1A58C1}"/>
                    </a:ext>
                  </a:extLst>
                </p14:cNvPr>
                <p14:cNvContentPartPr/>
                <p14:nvPr/>
              </p14:nvContentPartPr>
              <p14:xfrm>
                <a:off x="5449102" y="4295336"/>
                <a:ext cx="36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EE3783-AA3B-B228-62CD-A8B49C1A58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0102" y="4286696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4ABC63-8888-D92A-92BF-223D802643DB}"/>
                    </a:ext>
                  </a:extLst>
                </p14:cNvPr>
                <p14:cNvContentPartPr/>
                <p14:nvPr/>
              </p14:nvContentPartPr>
              <p14:xfrm>
                <a:off x="5555302" y="4316936"/>
                <a:ext cx="194040" cy="11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4ABC63-8888-D92A-92BF-223D802643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6662" y="4307936"/>
                  <a:ext cx="21168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5DF7E5A-58F8-43E0-1EB7-78B0E0267BAD}"/>
                  </a:ext>
                </a:extLst>
              </p14:cNvPr>
              <p14:cNvContentPartPr/>
              <p14:nvPr/>
            </p14:nvContentPartPr>
            <p14:xfrm>
              <a:off x="2742982" y="2625656"/>
              <a:ext cx="169560" cy="16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5DF7E5A-58F8-43E0-1EB7-78B0E0267BA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33982" y="2616656"/>
                <a:ext cx="1872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BE4BF2F-F9BB-9805-57AC-257CD9123E11}"/>
                  </a:ext>
                </a:extLst>
              </p14:cNvPr>
              <p14:cNvContentPartPr/>
              <p14:nvPr/>
            </p14:nvContentPartPr>
            <p14:xfrm>
              <a:off x="2410342" y="2338736"/>
              <a:ext cx="499320" cy="11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BE4BF2F-F9BB-9805-57AC-257CD9123E1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01342" y="2329736"/>
                <a:ext cx="5169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47BD9C9-0422-9DAF-2A57-8BE431F74BF1}"/>
              </a:ext>
            </a:extLst>
          </p:cNvPr>
          <p:cNvGrpSpPr/>
          <p:nvPr/>
        </p:nvGrpSpPr>
        <p:grpSpPr>
          <a:xfrm>
            <a:off x="1067542" y="4914536"/>
            <a:ext cx="1582920" cy="291960"/>
            <a:chOff x="1067542" y="4914536"/>
            <a:chExt cx="15829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865CBCB-B377-7DF8-59FF-A105FAAAC46B}"/>
                    </a:ext>
                  </a:extLst>
                </p14:cNvPr>
                <p14:cNvContentPartPr/>
                <p14:nvPr/>
              </p14:nvContentPartPr>
              <p14:xfrm>
                <a:off x="1067542" y="5051696"/>
                <a:ext cx="164160" cy="15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865CBCB-B377-7DF8-59FF-A105FAAAC4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8542" y="5042696"/>
                  <a:ext cx="181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468A06-6270-B6B7-3C3D-6C2D17A07E50}"/>
                    </a:ext>
                  </a:extLst>
                </p14:cNvPr>
                <p14:cNvContentPartPr/>
                <p14:nvPr/>
              </p14:nvContentPartPr>
              <p14:xfrm>
                <a:off x="1238542" y="5117936"/>
                <a:ext cx="254880" cy="65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468A06-6270-B6B7-3C3D-6C2D17A07E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29542" y="5108936"/>
                  <a:ext cx="272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2D8EDB-5ABA-949C-FF77-D4890495BCF6}"/>
                    </a:ext>
                  </a:extLst>
                </p14:cNvPr>
                <p14:cNvContentPartPr/>
                <p14:nvPr/>
              </p14:nvContentPartPr>
              <p14:xfrm>
                <a:off x="1578022" y="4936496"/>
                <a:ext cx="277560" cy="24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2D8EDB-5ABA-949C-FF77-D4890495BC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69382" y="4927856"/>
                  <a:ext cx="295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5902A5A-B1DD-76B0-FDA3-17AADB5BB53E}"/>
                    </a:ext>
                  </a:extLst>
                </p14:cNvPr>
                <p14:cNvContentPartPr/>
                <p14:nvPr/>
              </p14:nvContentPartPr>
              <p14:xfrm>
                <a:off x="1770262" y="4914536"/>
                <a:ext cx="149400" cy="231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5902A5A-B1DD-76B0-FDA3-17AADB5BB5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61262" y="4905896"/>
                  <a:ext cx="1670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3CC97B-3202-BAED-AE9E-9B6C64805741}"/>
                    </a:ext>
                  </a:extLst>
                </p14:cNvPr>
                <p14:cNvContentPartPr/>
                <p14:nvPr/>
              </p14:nvContentPartPr>
              <p14:xfrm>
                <a:off x="2062582" y="4938656"/>
                <a:ext cx="160920" cy="212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3CC97B-3202-BAED-AE9E-9B6C648057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53582" y="4929656"/>
                  <a:ext cx="178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7B8284-2834-546B-1F3D-3317A594DE46}"/>
                    </a:ext>
                  </a:extLst>
                </p14:cNvPr>
                <p14:cNvContentPartPr/>
                <p14:nvPr/>
              </p14:nvContentPartPr>
              <p14:xfrm>
                <a:off x="2232502" y="4938656"/>
                <a:ext cx="104400" cy="213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7B8284-2834-546B-1F3D-3317A594DE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23862" y="4929656"/>
                  <a:ext cx="122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808558-DAF3-50A3-37AA-2EAE0D42D5D2}"/>
                    </a:ext>
                  </a:extLst>
                </p14:cNvPr>
                <p14:cNvContentPartPr/>
                <p14:nvPr/>
              </p14:nvContentPartPr>
              <p14:xfrm>
                <a:off x="2369662" y="5052776"/>
                <a:ext cx="128880" cy="5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808558-DAF3-50A3-37AA-2EAE0D42D5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60662" y="5043776"/>
                  <a:ext cx="146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26D834-68F0-53E5-A604-029B33AE82A4}"/>
                    </a:ext>
                  </a:extLst>
                </p14:cNvPr>
                <p14:cNvContentPartPr/>
                <p14:nvPr/>
              </p14:nvContentPartPr>
              <p14:xfrm>
                <a:off x="2530582" y="4980776"/>
                <a:ext cx="119880" cy="139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26D834-68F0-53E5-A604-029B33AE82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21582" y="4972136"/>
                  <a:ext cx="13752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0378957-22B7-CD73-010C-C169F36D2A14}"/>
                  </a:ext>
                </a:extLst>
              </p14:cNvPr>
              <p14:cNvContentPartPr/>
              <p14:nvPr/>
            </p14:nvContentPartPr>
            <p14:xfrm>
              <a:off x="1072222" y="5305496"/>
              <a:ext cx="1442520" cy="19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0378957-22B7-CD73-010C-C169F36D2A1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3582" y="5296496"/>
                <a:ext cx="14601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44CEFE7-7E46-12A1-6CA4-7CB838B9EFF4}"/>
              </a:ext>
            </a:extLst>
          </p:cNvPr>
          <p:cNvGrpSpPr/>
          <p:nvPr/>
        </p:nvGrpSpPr>
        <p:grpSpPr>
          <a:xfrm>
            <a:off x="1227382" y="5433656"/>
            <a:ext cx="1253160" cy="356400"/>
            <a:chOff x="1227382" y="5433656"/>
            <a:chExt cx="125316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E08031-ACE8-6093-AB89-1C737CC8CB79}"/>
                    </a:ext>
                  </a:extLst>
                </p14:cNvPr>
                <p14:cNvContentPartPr/>
                <p14:nvPr/>
              </p14:nvContentPartPr>
              <p14:xfrm>
                <a:off x="1227382" y="5441216"/>
                <a:ext cx="136440" cy="232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E08031-ACE8-6093-AB89-1C737CC8CB7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18742" y="5432576"/>
                  <a:ext cx="154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34FFCD-626F-51AC-CA35-C67D74E1D28E}"/>
                    </a:ext>
                  </a:extLst>
                </p14:cNvPr>
                <p14:cNvContentPartPr/>
                <p14:nvPr/>
              </p14:nvContentPartPr>
              <p14:xfrm>
                <a:off x="1397302" y="5565416"/>
                <a:ext cx="221760" cy="8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34FFCD-626F-51AC-CA35-C67D74E1D2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8662" y="5556776"/>
                  <a:ext cx="23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DCBB37-C34C-C887-C8FE-338599870445}"/>
                    </a:ext>
                  </a:extLst>
                </p14:cNvPr>
                <p14:cNvContentPartPr/>
                <p14:nvPr/>
              </p14:nvContentPartPr>
              <p14:xfrm>
                <a:off x="1701502" y="5581976"/>
                <a:ext cx="99720" cy="20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DCBB37-C34C-C887-C8FE-3385998704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2502" y="5572976"/>
                  <a:ext cx="11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EAC25C-75B2-E3DD-A717-A1D389D9F57C}"/>
                    </a:ext>
                  </a:extLst>
                </p14:cNvPr>
                <p14:cNvContentPartPr/>
                <p14:nvPr/>
              </p14:nvContentPartPr>
              <p14:xfrm>
                <a:off x="1810222" y="5555696"/>
                <a:ext cx="108720" cy="122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EAC25C-75B2-E3DD-A717-A1D389D9F5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01582" y="5546696"/>
                  <a:ext cx="126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533809-427C-20B1-1BFA-4F8C07C69031}"/>
                    </a:ext>
                  </a:extLst>
                </p14:cNvPr>
                <p14:cNvContentPartPr/>
                <p14:nvPr/>
              </p14:nvContentPartPr>
              <p14:xfrm>
                <a:off x="2083102" y="5551736"/>
                <a:ext cx="281520" cy="126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533809-427C-20B1-1BFA-4F8C07C690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74462" y="5543096"/>
                  <a:ext cx="299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09FC15-672F-9091-4E0A-68042537043C}"/>
                    </a:ext>
                  </a:extLst>
                </p14:cNvPr>
                <p14:cNvContentPartPr/>
                <p14:nvPr/>
              </p14:nvContentPartPr>
              <p14:xfrm>
                <a:off x="2393782" y="5433656"/>
                <a:ext cx="86760" cy="213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09FC15-672F-9091-4E0A-6804253704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85142" y="5425016"/>
                  <a:ext cx="10440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1BD7E01-1F06-18E0-66D0-F99395F4EA11}"/>
                  </a:ext>
                </a:extLst>
              </p14:cNvPr>
              <p14:cNvContentPartPr/>
              <p14:nvPr/>
            </p14:nvContentPartPr>
            <p14:xfrm>
              <a:off x="6572662" y="5143496"/>
              <a:ext cx="1963080" cy="61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1BD7E01-1F06-18E0-66D0-F99395F4EA1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64022" y="5134856"/>
                <a:ext cx="19807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9A081D-308F-548A-57C8-9176045FA08F}"/>
                  </a:ext>
                </a:extLst>
              </p14:cNvPr>
              <p14:cNvContentPartPr/>
              <p14:nvPr/>
            </p14:nvContentPartPr>
            <p14:xfrm>
              <a:off x="6672742" y="4875296"/>
              <a:ext cx="1537920" cy="21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9A081D-308F-548A-57C8-9176045FA08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3742" y="4866296"/>
                <a:ext cx="1555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E81C84E4-0B39-3F68-B50B-1B08EC5CFFD0}"/>
              </a:ext>
            </a:extLst>
          </p:cNvPr>
          <p:cNvGrpSpPr/>
          <p:nvPr/>
        </p:nvGrpSpPr>
        <p:grpSpPr>
          <a:xfrm>
            <a:off x="8431342" y="1542056"/>
            <a:ext cx="1790640" cy="441720"/>
            <a:chOff x="8431342" y="1542056"/>
            <a:chExt cx="179064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AAD7A3-EB2E-8BBE-4D6E-98E310FB69D8}"/>
                    </a:ext>
                  </a:extLst>
                </p14:cNvPr>
                <p14:cNvContentPartPr/>
                <p14:nvPr/>
              </p14:nvContentPartPr>
              <p14:xfrm>
                <a:off x="8431342" y="1542056"/>
                <a:ext cx="219960" cy="295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AAD7A3-EB2E-8BBE-4D6E-98E310FB69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22702" y="1533416"/>
                  <a:ext cx="237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3B8DA6-E2DE-D76A-989D-4C49F8652DF8}"/>
                    </a:ext>
                  </a:extLst>
                </p14:cNvPr>
                <p14:cNvContentPartPr/>
                <p14:nvPr/>
              </p14:nvContentPartPr>
              <p14:xfrm>
                <a:off x="8668942" y="1684256"/>
                <a:ext cx="273240" cy="135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3B8DA6-E2DE-D76A-989D-4C49F8652D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60302" y="1675616"/>
                  <a:ext cx="290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9EED37-48C2-6903-50E3-36BAD1767F62}"/>
                    </a:ext>
                  </a:extLst>
                </p14:cNvPr>
                <p14:cNvContentPartPr/>
                <p14:nvPr/>
              </p14:nvContentPartPr>
              <p14:xfrm>
                <a:off x="9003742" y="1676336"/>
                <a:ext cx="316080" cy="30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9EED37-48C2-6903-50E3-36BAD1767F6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95102" y="1667336"/>
                  <a:ext cx="3337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34B1234-8704-3D7E-323C-2A991675947B}"/>
                    </a:ext>
                  </a:extLst>
                </p14:cNvPr>
                <p14:cNvContentPartPr/>
                <p14:nvPr/>
              </p14:nvContentPartPr>
              <p14:xfrm>
                <a:off x="9522502" y="1557536"/>
                <a:ext cx="181800" cy="218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34B1234-8704-3D7E-323C-2A991675947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13502" y="1548536"/>
                  <a:ext cx="199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1C9232-EB9F-C829-A6A9-305D8CE2FB23}"/>
                    </a:ext>
                  </a:extLst>
                </p14:cNvPr>
                <p14:cNvContentPartPr/>
                <p14:nvPr/>
              </p14:nvContentPartPr>
              <p14:xfrm>
                <a:off x="9701062" y="1562936"/>
                <a:ext cx="92520" cy="20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1C9232-EB9F-C829-A6A9-305D8CE2FB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92422" y="1553936"/>
                  <a:ext cx="110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80485A5-F420-F641-C5DB-D3D9A9A3F05F}"/>
                    </a:ext>
                  </a:extLst>
                </p14:cNvPr>
                <p14:cNvContentPartPr/>
                <p14:nvPr/>
              </p14:nvContentPartPr>
              <p14:xfrm>
                <a:off x="9802942" y="1663736"/>
                <a:ext cx="198720" cy="95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80485A5-F420-F641-C5DB-D3D9A9A3F0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94302" y="1655096"/>
                  <a:ext cx="216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497757-5E9E-4224-DE09-69D32EA12506}"/>
                    </a:ext>
                  </a:extLst>
                </p14:cNvPr>
                <p14:cNvContentPartPr/>
                <p14:nvPr/>
              </p14:nvContentPartPr>
              <p14:xfrm>
                <a:off x="10048462" y="1625576"/>
                <a:ext cx="173520" cy="101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497757-5E9E-4224-DE09-69D32EA125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39462" y="1616576"/>
                  <a:ext cx="19116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C641337-226C-AFAC-A8F1-A39378133E7F}"/>
              </a:ext>
            </a:extLst>
          </p:cNvPr>
          <p:cNvGrpSpPr/>
          <p:nvPr/>
        </p:nvGrpSpPr>
        <p:grpSpPr>
          <a:xfrm>
            <a:off x="8426302" y="1923656"/>
            <a:ext cx="1806480" cy="363240"/>
            <a:chOff x="8426302" y="1923656"/>
            <a:chExt cx="18064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2BF1D5-3777-081C-6F37-55BDB3C6187C}"/>
                    </a:ext>
                  </a:extLst>
                </p14:cNvPr>
                <p14:cNvContentPartPr/>
                <p14:nvPr/>
              </p14:nvContentPartPr>
              <p14:xfrm>
                <a:off x="8426302" y="1923656"/>
                <a:ext cx="1697040" cy="38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2BF1D5-3777-081C-6F37-55BDB3C618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17662" y="1915016"/>
                  <a:ext cx="1714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6526883-FCB4-089B-F7AF-D7E2FA141617}"/>
                    </a:ext>
                  </a:extLst>
                </p14:cNvPr>
                <p14:cNvContentPartPr/>
                <p14:nvPr/>
              </p14:nvContentPartPr>
              <p14:xfrm>
                <a:off x="8547262" y="2158376"/>
                <a:ext cx="159840" cy="128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6526883-FCB4-089B-F7AF-D7E2FA1416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38622" y="2149376"/>
                  <a:ext cx="1774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735F5E-FC6F-419B-08FD-D796F702B019}"/>
                    </a:ext>
                  </a:extLst>
                </p14:cNvPr>
                <p14:cNvContentPartPr/>
                <p14:nvPr/>
              </p14:nvContentPartPr>
              <p14:xfrm>
                <a:off x="8733382" y="2196176"/>
                <a:ext cx="240480" cy="49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735F5E-FC6F-419B-08FD-D796F702B0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24382" y="2187176"/>
                  <a:ext cx="258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6D9A04F-92CA-C8C5-969B-0E66178AF2FD}"/>
                    </a:ext>
                  </a:extLst>
                </p14:cNvPr>
                <p14:cNvContentPartPr/>
                <p14:nvPr/>
              </p14:nvContentPartPr>
              <p14:xfrm>
                <a:off x="9019582" y="2044256"/>
                <a:ext cx="507240" cy="210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6D9A04F-92CA-C8C5-969B-0E66178AF2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0942" y="2035256"/>
                  <a:ext cx="524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26399F-665E-9E2F-8F18-03AC5595B6DB}"/>
                    </a:ext>
                  </a:extLst>
                </p14:cNvPr>
                <p14:cNvContentPartPr/>
                <p14:nvPr/>
              </p14:nvContentPartPr>
              <p14:xfrm>
                <a:off x="9811222" y="2131016"/>
                <a:ext cx="259560" cy="120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26399F-665E-9E2F-8F18-03AC5595B6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02582" y="2122016"/>
                  <a:ext cx="277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CDDCB1-3E49-FA37-7E70-0AE6BB64A306}"/>
                    </a:ext>
                  </a:extLst>
                </p14:cNvPr>
                <p14:cNvContentPartPr/>
                <p14:nvPr/>
              </p14:nvContentPartPr>
              <p14:xfrm>
                <a:off x="10089862" y="2026256"/>
                <a:ext cx="142920" cy="18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CDDCB1-3E49-FA37-7E70-0AE6BB64A3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81222" y="2017256"/>
                  <a:ext cx="160560" cy="19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2DA26C-C7F4-35D7-84E3-35C4549AFEBB}"/>
              </a:ext>
            </a:extLst>
          </p:cNvPr>
          <p:cNvGrpSpPr/>
          <p:nvPr/>
        </p:nvGrpSpPr>
        <p:grpSpPr>
          <a:xfrm>
            <a:off x="8426662" y="4827056"/>
            <a:ext cx="309240" cy="154440"/>
            <a:chOff x="8426662" y="4827056"/>
            <a:chExt cx="30924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0006DB-DD62-CBB4-9132-EA2D78925E26}"/>
                    </a:ext>
                  </a:extLst>
                </p14:cNvPr>
                <p14:cNvContentPartPr/>
                <p14:nvPr/>
              </p14:nvContentPartPr>
              <p14:xfrm>
                <a:off x="8495422" y="4853336"/>
                <a:ext cx="240480" cy="128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0006DB-DD62-CBB4-9132-EA2D78925E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86422" y="4844336"/>
                  <a:ext cx="258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50C706-FDD8-F663-C733-AB121DF55342}"/>
                    </a:ext>
                  </a:extLst>
                </p14:cNvPr>
                <p14:cNvContentPartPr/>
                <p14:nvPr/>
              </p14:nvContentPartPr>
              <p14:xfrm>
                <a:off x="8426662" y="4827056"/>
                <a:ext cx="78840" cy="67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50C706-FDD8-F663-C733-AB121DF55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17662" y="481805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E1514E-9999-25FE-E1FD-811386A86857}"/>
              </a:ext>
            </a:extLst>
          </p:cNvPr>
          <p:cNvGrpSpPr/>
          <p:nvPr/>
        </p:nvGrpSpPr>
        <p:grpSpPr>
          <a:xfrm>
            <a:off x="8137222" y="4857656"/>
            <a:ext cx="189360" cy="139680"/>
            <a:chOff x="8137222" y="4857656"/>
            <a:chExt cx="1893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D7F38E-593A-A498-D790-178B9E358AD7}"/>
                    </a:ext>
                  </a:extLst>
                </p14:cNvPr>
                <p14:cNvContentPartPr/>
                <p14:nvPr/>
              </p14:nvContentPartPr>
              <p14:xfrm>
                <a:off x="8158822" y="4916336"/>
                <a:ext cx="167760" cy="81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D7F38E-593A-A498-D790-178B9E358A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50182" y="4907696"/>
                  <a:ext cx="185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5455F2-9BA0-413F-112E-9741F5BEADC1}"/>
                    </a:ext>
                  </a:extLst>
                </p14:cNvPr>
                <p14:cNvContentPartPr/>
                <p14:nvPr/>
              </p14:nvContentPartPr>
              <p14:xfrm>
                <a:off x="8137222" y="4857656"/>
                <a:ext cx="47160" cy="77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5455F2-9BA0-413F-112E-9741F5BEAD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28582" y="4848656"/>
                  <a:ext cx="6480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30E477-15CC-E130-8723-ED297020A07A}"/>
                  </a:ext>
                </a:extLst>
              </p14:cNvPr>
              <p14:cNvContentPartPr/>
              <p14:nvPr/>
            </p14:nvContentPartPr>
            <p14:xfrm>
              <a:off x="11015062" y="5905976"/>
              <a:ext cx="187920" cy="145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30E477-15CC-E130-8723-ED297020A0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06062" y="5896976"/>
                <a:ext cx="2055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C5BFF-33E1-7F77-B32B-0FB7EEE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83F835C7-02A2-E3DD-3BA3-A38F5FB215FE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A51D352-1B7F-567F-B284-8BFDF274FEB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D7942E59-C828-3736-6135-6D11034D270C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DC6E32B-546A-EBCD-8A65-403DE7D12D91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76F089F5-F897-BDA0-D35D-D63CEEFD3EC7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DAF3F32-F393-DE37-ACF6-60D8996A9EC4}"/>
              </a:ext>
            </a:extLst>
          </p:cNvPr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72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3E5DF0-7B08-75EA-5883-747FE9D668AD}"/>
                  </a:ext>
                </a:extLst>
              </p14:cNvPr>
              <p14:cNvContentPartPr/>
              <p14:nvPr/>
            </p14:nvContentPartPr>
            <p14:xfrm>
              <a:off x="4166062" y="2061896"/>
              <a:ext cx="3730320" cy="39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3E5DF0-7B08-75EA-5883-747FE9D668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7422" y="2053256"/>
                <a:ext cx="374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0E1D3FF-0ABC-1B98-9120-81F4630D4413}"/>
              </a:ext>
            </a:extLst>
          </p:cNvPr>
          <p:cNvGrpSpPr/>
          <p:nvPr/>
        </p:nvGrpSpPr>
        <p:grpSpPr>
          <a:xfrm>
            <a:off x="1164742" y="4540496"/>
            <a:ext cx="3247920" cy="1731600"/>
            <a:chOff x="1164742" y="4540496"/>
            <a:chExt cx="3247920" cy="17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6D3F0BB-3C23-2DFA-B8DB-D1CFA2B69A23}"/>
                    </a:ext>
                  </a:extLst>
                </p14:cNvPr>
                <p14:cNvContentPartPr/>
                <p14:nvPr/>
              </p14:nvContentPartPr>
              <p14:xfrm>
                <a:off x="2700142" y="4540496"/>
                <a:ext cx="54360" cy="1731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6D3F0BB-3C23-2DFA-B8DB-D1CFA2B69A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91142" y="4531856"/>
                  <a:ext cx="72000" cy="17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7C9B84-4857-7C29-8AA5-4DE71B26AD0B}"/>
                    </a:ext>
                  </a:extLst>
                </p14:cNvPr>
                <p14:cNvContentPartPr/>
                <p14:nvPr/>
              </p14:nvContentPartPr>
              <p14:xfrm>
                <a:off x="1164742" y="5342576"/>
                <a:ext cx="3247920" cy="118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7C9B84-4857-7C29-8AA5-4DE71B26AD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5742" y="5333576"/>
                  <a:ext cx="32655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79EBB3-36E0-CD90-8250-6F6DD66A6178}"/>
              </a:ext>
            </a:extLst>
          </p:cNvPr>
          <p:cNvGrpSpPr/>
          <p:nvPr/>
        </p:nvGrpSpPr>
        <p:grpSpPr>
          <a:xfrm>
            <a:off x="2679622" y="4385696"/>
            <a:ext cx="784800" cy="178920"/>
            <a:chOff x="2679622" y="4385696"/>
            <a:chExt cx="78480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ACF1B0-0FBB-C356-4396-AB7E72A04F72}"/>
                    </a:ext>
                  </a:extLst>
                </p14:cNvPr>
                <p14:cNvContentPartPr/>
                <p14:nvPr/>
              </p14:nvContentPartPr>
              <p14:xfrm>
                <a:off x="2679622" y="4482896"/>
                <a:ext cx="129600" cy="8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ACF1B0-0FBB-C356-4396-AB7E72A04F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70982" y="4473896"/>
                  <a:ext cx="147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95E312-6BC2-F658-2671-9A72FFD6FBEB}"/>
                    </a:ext>
                  </a:extLst>
                </p14:cNvPr>
                <p14:cNvContentPartPr/>
                <p14:nvPr/>
              </p14:nvContentPartPr>
              <p14:xfrm>
                <a:off x="2960422" y="4450496"/>
                <a:ext cx="248400" cy="79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95E312-6BC2-F658-2671-9A72FFD6FB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51782" y="4441856"/>
                  <a:ext cx="266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4656295-1B73-E585-6439-8E00F034EC89}"/>
                    </a:ext>
                  </a:extLst>
                </p14:cNvPr>
                <p14:cNvContentPartPr/>
                <p14:nvPr/>
              </p14:nvContentPartPr>
              <p14:xfrm>
                <a:off x="3274702" y="4385696"/>
                <a:ext cx="48600" cy="133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4656295-1B73-E585-6439-8E00F034EC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5702" y="4377056"/>
                  <a:ext cx="6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D7205B-552F-2F11-4D28-66ABEB453355}"/>
                    </a:ext>
                  </a:extLst>
                </p14:cNvPr>
                <p14:cNvContentPartPr/>
                <p14:nvPr/>
              </p14:nvContentPartPr>
              <p14:xfrm>
                <a:off x="3280102" y="4486856"/>
                <a:ext cx="123480" cy="11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D7205B-552F-2F11-4D28-66ABEB4533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71102" y="4477856"/>
                  <a:ext cx="141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452785-8E77-21D1-7211-65320B2B5C97}"/>
                    </a:ext>
                  </a:extLst>
                </p14:cNvPr>
                <p14:cNvContentPartPr/>
                <p14:nvPr/>
              </p14:nvContentPartPr>
              <p14:xfrm>
                <a:off x="3380902" y="4391096"/>
                <a:ext cx="83520" cy="15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452785-8E77-21D1-7211-65320B2B5C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72262" y="4382096"/>
                  <a:ext cx="10116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E4360E-EFF9-C515-1330-0C79D196C600}"/>
              </a:ext>
            </a:extLst>
          </p:cNvPr>
          <p:cNvGrpSpPr/>
          <p:nvPr/>
        </p:nvGrpSpPr>
        <p:grpSpPr>
          <a:xfrm>
            <a:off x="4364782" y="5377496"/>
            <a:ext cx="582120" cy="119880"/>
            <a:chOff x="4364782" y="5377496"/>
            <a:chExt cx="58212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D51831-18C8-1FB9-543D-AD813D616F15}"/>
                    </a:ext>
                  </a:extLst>
                </p14:cNvPr>
                <p14:cNvContentPartPr/>
                <p14:nvPr/>
              </p14:nvContentPartPr>
              <p14:xfrm>
                <a:off x="4364782" y="5377496"/>
                <a:ext cx="164880" cy="11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D51831-18C8-1FB9-543D-AD813D616F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55782" y="5368856"/>
                  <a:ext cx="182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B7ABCD-CFEA-0688-D6F7-EDCA1D334107}"/>
                    </a:ext>
                  </a:extLst>
                </p14:cNvPr>
                <p14:cNvContentPartPr/>
                <p14:nvPr/>
              </p14:nvContentPartPr>
              <p14:xfrm>
                <a:off x="4708222" y="5389016"/>
                <a:ext cx="238680" cy="103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B7ABCD-CFEA-0688-D6F7-EDCA1D3341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99222" y="5380376"/>
                  <a:ext cx="25632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F5067BC-340D-9FC6-11BE-8A3FEC7384D0}"/>
                  </a:ext>
                </a:extLst>
              </p14:cNvPr>
              <p14:cNvContentPartPr/>
              <p14:nvPr/>
            </p14:nvContentPartPr>
            <p14:xfrm>
              <a:off x="1772422" y="4796816"/>
              <a:ext cx="2077560" cy="1175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F5067BC-340D-9FC6-11BE-8A3FEC7384D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63422" y="4788176"/>
                <a:ext cx="2095200" cy="11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4635DF8-8202-27DE-56AF-AF49155293E6}"/>
              </a:ext>
            </a:extLst>
          </p:cNvPr>
          <p:cNvGrpSpPr/>
          <p:nvPr/>
        </p:nvGrpSpPr>
        <p:grpSpPr>
          <a:xfrm>
            <a:off x="4018462" y="4460216"/>
            <a:ext cx="718560" cy="207720"/>
            <a:chOff x="4018462" y="4460216"/>
            <a:chExt cx="71856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2F4C75-BF82-7A00-A451-4BF6CC3F4715}"/>
                    </a:ext>
                  </a:extLst>
                </p14:cNvPr>
                <p14:cNvContentPartPr/>
                <p14:nvPr/>
              </p14:nvContentPartPr>
              <p14:xfrm>
                <a:off x="4018462" y="4555256"/>
                <a:ext cx="149760" cy="112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2F4C75-BF82-7A00-A451-4BF6CC3F47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09462" y="4546256"/>
                  <a:ext cx="167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8A1791-734F-38BC-87ED-2BF0B05C6339}"/>
                    </a:ext>
                  </a:extLst>
                </p14:cNvPr>
                <p14:cNvContentPartPr/>
                <p14:nvPr/>
              </p14:nvContentPartPr>
              <p14:xfrm>
                <a:off x="4215742" y="4481456"/>
                <a:ext cx="67680" cy="160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8A1791-734F-38BC-87ED-2BF0B05C63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06742" y="4472456"/>
                  <a:ext cx="85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BE387D-5629-4907-FD8B-6FC35678D313}"/>
                    </a:ext>
                  </a:extLst>
                </p14:cNvPr>
                <p14:cNvContentPartPr/>
                <p14:nvPr/>
              </p14:nvContentPartPr>
              <p14:xfrm>
                <a:off x="4191982" y="4571456"/>
                <a:ext cx="9864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BE387D-5629-4907-FD8B-6FC35678D31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82982" y="4562816"/>
                  <a:ext cx="116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36E12D-6E46-0B01-B19E-7FA272EFEDB5}"/>
                    </a:ext>
                  </a:extLst>
                </p14:cNvPr>
                <p14:cNvContentPartPr/>
                <p14:nvPr/>
              </p14:nvContentPartPr>
              <p14:xfrm>
                <a:off x="4352902" y="4575056"/>
                <a:ext cx="109440" cy="63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36E12D-6E46-0B01-B19E-7FA272EFEDB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3902" y="4566056"/>
                  <a:ext cx="12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BD3EC0-9EF0-3825-100C-676E59E34D74}"/>
                    </a:ext>
                  </a:extLst>
                </p14:cNvPr>
                <p14:cNvContentPartPr/>
                <p14:nvPr/>
              </p14:nvContentPartPr>
              <p14:xfrm>
                <a:off x="4406902" y="4488656"/>
                <a:ext cx="15840" cy="1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BD3EC0-9EF0-3825-100C-676E59E34D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98262" y="4479656"/>
                  <a:ext cx="33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BBF7B3-AF3C-922A-6957-98472E35232D}"/>
                    </a:ext>
                  </a:extLst>
                </p14:cNvPr>
                <p14:cNvContentPartPr/>
                <p14:nvPr/>
              </p14:nvContentPartPr>
              <p14:xfrm>
                <a:off x="4523182" y="4568216"/>
                <a:ext cx="136800" cy="9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BBF7B3-AF3C-922A-6957-98472E3523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14182" y="4559576"/>
                  <a:ext cx="154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83F9B0-9782-E8ED-5553-C60755D26D59}"/>
                    </a:ext>
                  </a:extLst>
                </p14:cNvPr>
                <p14:cNvContentPartPr/>
                <p14:nvPr/>
              </p14:nvContentPartPr>
              <p14:xfrm>
                <a:off x="4656742" y="4460216"/>
                <a:ext cx="65520" cy="158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83F9B0-9782-E8ED-5553-C60755D26D5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48102" y="4451216"/>
                  <a:ext cx="83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01B879-4D73-D78B-AC4F-D4B6E2C34C2B}"/>
                    </a:ext>
                  </a:extLst>
                </p14:cNvPr>
                <p14:cNvContentPartPr/>
                <p14:nvPr/>
              </p14:nvContentPartPr>
              <p14:xfrm>
                <a:off x="4635502" y="4547696"/>
                <a:ext cx="101520" cy="19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01B879-4D73-D78B-AC4F-D4B6E2C34C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26862" y="4538696"/>
                  <a:ext cx="1191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21CCA1-8922-157B-3923-DF5957A80263}"/>
              </a:ext>
            </a:extLst>
          </p:cNvPr>
          <p:cNvGrpSpPr/>
          <p:nvPr/>
        </p:nvGrpSpPr>
        <p:grpSpPr>
          <a:xfrm>
            <a:off x="4109182" y="4784576"/>
            <a:ext cx="1536480" cy="319320"/>
            <a:chOff x="4109182" y="4784576"/>
            <a:chExt cx="15364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34B492-B40C-E957-CEDE-A2DFFA193145}"/>
                    </a:ext>
                  </a:extLst>
                </p14:cNvPr>
                <p14:cNvContentPartPr/>
                <p14:nvPr/>
              </p14:nvContentPartPr>
              <p14:xfrm>
                <a:off x="4109182" y="4852616"/>
                <a:ext cx="180000" cy="160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34B492-B40C-E957-CEDE-A2DFFA19314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00542" y="4843616"/>
                  <a:ext cx="197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DBF200D-9394-97C5-C7C7-049440DEE023}"/>
                    </a:ext>
                  </a:extLst>
                </p14:cNvPr>
                <p14:cNvContentPartPr/>
                <p14:nvPr/>
              </p14:nvContentPartPr>
              <p14:xfrm>
                <a:off x="4252822" y="4842896"/>
                <a:ext cx="8280" cy="47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DBF200D-9394-97C5-C7C7-049440DEE02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44182" y="4834256"/>
                  <a:ext cx="25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CCBCC4-8BD1-4AB7-A164-7E4DE23AEE0A}"/>
                    </a:ext>
                  </a:extLst>
                </p14:cNvPr>
                <p14:cNvContentPartPr/>
                <p14:nvPr/>
              </p14:nvContentPartPr>
              <p14:xfrm>
                <a:off x="4321942" y="4885736"/>
                <a:ext cx="269280" cy="85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CCBCC4-8BD1-4AB7-A164-7E4DE23AEE0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13302" y="4876736"/>
                  <a:ext cx="286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7BC05D-99C6-9870-D42C-7E2CA20EEBDB}"/>
                    </a:ext>
                  </a:extLst>
                </p14:cNvPr>
                <p14:cNvContentPartPr/>
                <p14:nvPr/>
              </p14:nvContentPartPr>
              <p14:xfrm>
                <a:off x="4586902" y="4874216"/>
                <a:ext cx="188280" cy="101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27BC05D-99C6-9870-D42C-7E2CA20EEBD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77902" y="4865576"/>
                  <a:ext cx="205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A7E3BE-8423-C616-7D9E-099A0E9A2427}"/>
                    </a:ext>
                  </a:extLst>
                </p14:cNvPr>
                <p14:cNvContentPartPr/>
                <p14:nvPr/>
              </p14:nvContentPartPr>
              <p14:xfrm>
                <a:off x="5022862" y="4905176"/>
                <a:ext cx="81720" cy="198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A7E3BE-8423-C616-7D9E-099A0E9A242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13862" y="4896536"/>
                  <a:ext cx="99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DDF0CC1-43E1-1E5D-0ECE-5DD5F0CB60CE}"/>
                    </a:ext>
                  </a:extLst>
                </p14:cNvPr>
                <p14:cNvContentPartPr/>
                <p14:nvPr/>
              </p14:nvContentPartPr>
              <p14:xfrm>
                <a:off x="5108902" y="4784576"/>
                <a:ext cx="167760" cy="174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DDF0CC1-43E1-1E5D-0ECE-5DD5F0CB60C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99902" y="4775576"/>
                  <a:ext cx="185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356122-5A2E-515D-E67A-9374C6542D4D}"/>
                    </a:ext>
                  </a:extLst>
                </p14:cNvPr>
                <p14:cNvContentPartPr/>
                <p14:nvPr/>
              </p14:nvContentPartPr>
              <p14:xfrm>
                <a:off x="5306902" y="4900136"/>
                <a:ext cx="82800" cy="65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356122-5A2E-515D-E67A-9374C6542D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97902" y="4891136"/>
                  <a:ext cx="100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920AD2-8855-7786-BE3D-2891757B6720}"/>
                    </a:ext>
                  </a:extLst>
                </p14:cNvPr>
                <p14:cNvContentPartPr/>
                <p14:nvPr/>
              </p14:nvContentPartPr>
              <p14:xfrm>
                <a:off x="5441902" y="4852616"/>
                <a:ext cx="203760" cy="117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920AD2-8855-7786-BE3D-2891757B67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33262" y="4843976"/>
                  <a:ext cx="22140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7FAA67-EC28-ABD1-B87C-2403692519CA}"/>
              </a:ext>
            </a:extLst>
          </p:cNvPr>
          <p:cNvGrpSpPr/>
          <p:nvPr/>
        </p:nvGrpSpPr>
        <p:grpSpPr>
          <a:xfrm>
            <a:off x="4465582" y="5814536"/>
            <a:ext cx="618480" cy="186120"/>
            <a:chOff x="4465582" y="5814536"/>
            <a:chExt cx="61848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F50D69-93DE-AD11-FC5D-8F1854A888EA}"/>
                    </a:ext>
                  </a:extLst>
                </p14:cNvPr>
                <p14:cNvContentPartPr/>
                <p14:nvPr/>
              </p14:nvContentPartPr>
              <p14:xfrm>
                <a:off x="4465582" y="5814536"/>
                <a:ext cx="176400" cy="18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F50D69-93DE-AD11-FC5D-8F1854A888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942" y="5805896"/>
                  <a:ext cx="194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2DFED2-BE06-5F0F-3EB5-31B59EC18E55}"/>
                    </a:ext>
                  </a:extLst>
                </p14:cNvPr>
                <p14:cNvContentPartPr/>
                <p14:nvPr/>
              </p14:nvContentPartPr>
              <p14:xfrm>
                <a:off x="4736662" y="5916776"/>
                <a:ext cx="17280" cy="1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2DFED2-BE06-5F0F-3EB5-31B59EC18E5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27662" y="5908136"/>
                  <a:ext cx="34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C8FAA1-75A7-3AA4-BAF4-A8054B19C707}"/>
                    </a:ext>
                  </a:extLst>
                </p14:cNvPr>
                <p14:cNvContentPartPr/>
                <p14:nvPr/>
              </p14:nvContentPartPr>
              <p14:xfrm>
                <a:off x="4853662" y="5857376"/>
                <a:ext cx="230400" cy="103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C8FAA1-75A7-3AA4-BAF4-A8054B19C7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44662" y="5848376"/>
                  <a:ext cx="2480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998479-E053-655C-35C7-91116F10F6AE}"/>
              </a:ext>
            </a:extLst>
          </p:cNvPr>
          <p:cNvGrpSpPr/>
          <p:nvPr/>
        </p:nvGrpSpPr>
        <p:grpSpPr>
          <a:xfrm>
            <a:off x="6506062" y="4354016"/>
            <a:ext cx="3820680" cy="1834920"/>
            <a:chOff x="6506062" y="4354016"/>
            <a:chExt cx="3820680" cy="183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65DA83-760A-CC5E-A752-00051D01D68D}"/>
                    </a:ext>
                  </a:extLst>
                </p14:cNvPr>
                <p14:cNvContentPartPr/>
                <p14:nvPr/>
              </p14:nvContentPartPr>
              <p14:xfrm>
                <a:off x="8106982" y="4412336"/>
                <a:ext cx="91440" cy="1776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65DA83-760A-CC5E-A752-00051D01D68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97982" y="4403336"/>
                  <a:ext cx="109080" cy="17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3A4387-6CF0-60BD-6029-4F64533FD8FD}"/>
                    </a:ext>
                  </a:extLst>
                </p14:cNvPr>
                <p14:cNvContentPartPr/>
                <p14:nvPr/>
              </p14:nvContentPartPr>
              <p14:xfrm>
                <a:off x="8043982" y="4391096"/>
                <a:ext cx="169920" cy="152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3A4387-6CF0-60BD-6029-4F64533FD8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34982" y="4382096"/>
                  <a:ext cx="187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6423E0-7FC1-3F06-F523-2AC3B5AB66FD}"/>
                    </a:ext>
                  </a:extLst>
                </p14:cNvPr>
                <p14:cNvContentPartPr/>
                <p14:nvPr/>
              </p14:nvContentPartPr>
              <p14:xfrm>
                <a:off x="6506062" y="5363816"/>
                <a:ext cx="3820680" cy="69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6423E0-7FC1-3F06-F523-2AC3B5AB66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97422" y="5354816"/>
                  <a:ext cx="3838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C6DDCE-B43E-6622-1634-2E5E379A86F9}"/>
                    </a:ext>
                  </a:extLst>
                </p14:cNvPr>
                <p14:cNvContentPartPr/>
                <p14:nvPr/>
              </p14:nvContentPartPr>
              <p14:xfrm>
                <a:off x="8600542" y="4407656"/>
                <a:ext cx="204120" cy="85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C6DDCE-B43E-6622-1634-2E5E379A86F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91902" y="4398656"/>
                  <a:ext cx="22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2C3BDE-CFA7-BCC9-0D95-0C7AD4E99DDC}"/>
                    </a:ext>
                  </a:extLst>
                </p14:cNvPr>
                <p14:cNvContentPartPr/>
                <p14:nvPr/>
              </p14:nvContentPartPr>
              <p14:xfrm>
                <a:off x="8987902" y="4380296"/>
                <a:ext cx="49320" cy="15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2C3BDE-CFA7-BCC9-0D95-0C7AD4E99DD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79262" y="4371656"/>
                  <a:ext cx="66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4E4CA8-D857-B70F-C140-9E5F86DEA48C}"/>
                    </a:ext>
                  </a:extLst>
                </p14:cNvPr>
                <p14:cNvContentPartPr/>
                <p14:nvPr/>
              </p14:nvContentPartPr>
              <p14:xfrm>
                <a:off x="9005542" y="4465616"/>
                <a:ext cx="108000" cy="2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4E4CA8-D857-B70F-C140-9E5F86DEA48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996902" y="4456616"/>
                  <a:ext cx="12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895C0F-2917-9469-E305-9C5C12CC450D}"/>
                    </a:ext>
                  </a:extLst>
                </p14:cNvPr>
                <p14:cNvContentPartPr/>
                <p14:nvPr/>
              </p14:nvContentPartPr>
              <p14:xfrm>
                <a:off x="9074662" y="4354016"/>
                <a:ext cx="85680" cy="191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895C0F-2917-9469-E305-9C5C12CC45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66022" y="4345016"/>
                  <a:ext cx="10332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1C631A0-DE76-B24A-8040-C0F2E0BD2357}"/>
              </a:ext>
            </a:extLst>
          </p:cNvPr>
          <p:cNvGrpSpPr/>
          <p:nvPr/>
        </p:nvGrpSpPr>
        <p:grpSpPr>
          <a:xfrm>
            <a:off x="10194262" y="5332856"/>
            <a:ext cx="629640" cy="140040"/>
            <a:chOff x="10194262" y="5332856"/>
            <a:chExt cx="62964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78758D-FC54-406B-5D2D-ACE44E420970}"/>
                    </a:ext>
                  </a:extLst>
                </p14:cNvPr>
                <p14:cNvContentPartPr/>
                <p14:nvPr/>
              </p14:nvContentPartPr>
              <p14:xfrm>
                <a:off x="10194262" y="5335376"/>
                <a:ext cx="215280" cy="13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78758D-FC54-406B-5D2D-ACE44E42097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85622" y="5326376"/>
                  <a:ext cx="232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AF6CE3-9D58-125B-410C-4495D666EE64}"/>
                    </a:ext>
                  </a:extLst>
                </p14:cNvPr>
                <p14:cNvContentPartPr/>
                <p14:nvPr/>
              </p14:nvContentPartPr>
              <p14:xfrm>
                <a:off x="10611142" y="5332856"/>
                <a:ext cx="212760" cy="99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AF6CE3-9D58-125B-410C-4495D666EE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02142" y="5323856"/>
                  <a:ext cx="2304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5394B2B-3B72-32E0-11BA-80F7CDF5B11E}"/>
              </a:ext>
            </a:extLst>
          </p:cNvPr>
          <p:cNvGrpSpPr/>
          <p:nvPr/>
        </p:nvGrpSpPr>
        <p:grpSpPr>
          <a:xfrm>
            <a:off x="9924262" y="4303616"/>
            <a:ext cx="1811520" cy="678240"/>
            <a:chOff x="9924262" y="4303616"/>
            <a:chExt cx="1811520" cy="67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77E094-CC56-5611-26EC-6D038772C12B}"/>
                    </a:ext>
                  </a:extLst>
                </p14:cNvPr>
                <p14:cNvContentPartPr/>
                <p14:nvPr/>
              </p14:nvContentPartPr>
              <p14:xfrm>
                <a:off x="9924262" y="4432496"/>
                <a:ext cx="159840" cy="198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77E094-CC56-5611-26EC-6D038772C12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15622" y="4423496"/>
                  <a:ext cx="177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EA6CB98-1838-04BA-A93F-0106491329EF}"/>
                    </a:ext>
                  </a:extLst>
                </p14:cNvPr>
                <p14:cNvContentPartPr/>
                <p14:nvPr/>
              </p14:nvContentPartPr>
              <p14:xfrm>
                <a:off x="10052782" y="4424216"/>
                <a:ext cx="308520" cy="13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EA6CB98-1838-04BA-A93F-0106491329E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44142" y="4415216"/>
                  <a:ext cx="326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C88EDE-5E78-FFB0-E1A8-FCD7EE5C626B}"/>
                    </a:ext>
                  </a:extLst>
                </p14:cNvPr>
                <p14:cNvContentPartPr/>
                <p14:nvPr/>
              </p14:nvContentPartPr>
              <p14:xfrm>
                <a:off x="10408462" y="4439336"/>
                <a:ext cx="159840" cy="101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C88EDE-5E78-FFB0-E1A8-FCD7EE5C62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99462" y="4430696"/>
                  <a:ext cx="177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890422-3801-09C9-7362-E2E18674308C}"/>
                    </a:ext>
                  </a:extLst>
                </p14:cNvPr>
                <p14:cNvContentPartPr/>
                <p14:nvPr/>
              </p14:nvContentPartPr>
              <p14:xfrm>
                <a:off x="10631302" y="4303616"/>
                <a:ext cx="252360" cy="244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890422-3801-09C9-7362-E2E18674308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22302" y="4294976"/>
                  <a:ext cx="270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E2DC35-29CD-A413-1658-19B221444D92}"/>
                    </a:ext>
                  </a:extLst>
                </p14:cNvPr>
                <p14:cNvContentPartPr/>
                <p14:nvPr/>
              </p14:nvContentPartPr>
              <p14:xfrm>
                <a:off x="10818502" y="4306136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E2DC35-29CD-A413-1658-19B221444D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09502" y="4297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26826C-BB51-ED0E-5F18-A71581E23B9E}"/>
                    </a:ext>
                  </a:extLst>
                </p14:cNvPr>
                <p14:cNvContentPartPr/>
                <p14:nvPr/>
              </p14:nvContentPartPr>
              <p14:xfrm>
                <a:off x="10945942" y="4404056"/>
                <a:ext cx="141480" cy="129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26826C-BB51-ED0E-5F18-A71581E23B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37302" y="4395416"/>
                  <a:ext cx="159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55D4C2-19C2-82FB-0154-3EB7066C3356}"/>
                    </a:ext>
                  </a:extLst>
                </p14:cNvPr>
                <p14:cNvContentPartPr/>
                <p14:nvPr/>
              </p14:nvContentPartPr>
              <p14:xfrm>
                <a:off x="10967182" y="4435736"/>
                <a:ext cx="232920" cy="81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55D4C2-19C2-82FB-0154-3EB7066C33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58542" y="4426736"/>
                  <a:ext cx="250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0ADF46D-2C68-DE7C-A665-CA99282F453F}"/>
                    </a:ext>
                  </a:extLst>
                </p14:cNvPr>
                <p14:cNvContentPartPr/>
                <p14:nvPr/>
              </p14:nvContentPartPr>
              <p14:xfrm>
                <a:off x="11304142" y="4329176"/>
                <a:ext cx="58680" cy="190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0ADF46D-2C68-DE7C-A665-CA99282F453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95142" y="4320536"/>
                  <a:ext cx="76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3A57CD7-DB6D-A806-FB8F-43D45EDC5DFF}"/>
                    </a:ext>
                  </a:extLst>
                </p14:cNvPr>
                <p14:cNvContentPartPr/>
                <p14:nvPr/>
              </p14:nvContentPartPr>
              <p14:xfrm>
                <a:off x="11147902" y="4435376"/>
                <a:ext cx="21600" cy="29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3A57CD7-DB6D-A806-FB8F-43D45EDC5DF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139262" y="4426736"/>
                  <a:ext cx="39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E22144-646F-AF12-DDA7-F6C5A4CF4E14}"/>
                    </a:ext>
                  </a:extLst>
                </p14:cNvPr>
                <p14:cNvContentPartPr/>
                <p14:nvPr/>
              </p14:nvContentPartPr>
              <p14:xfrm>
                <a:off x="10137382" y="4673696"/>
                <a:ext cx="92520" cy="240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E22144-646F-AF12-DDA7-F6C5A4CF4E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28742" y="4664696"/>
                  <a:ext cx="110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269078-F894-9003-1133-4268447901E0}"/>
                    </a:ext>
                  </a:extLst>
                </p14:cNvPr>
                <p14:cNvContentPartPr/>
                <p14:nvPr/>
              </p14:nvContentPartPr>
              <p14:xfrm>
                <a:off x="10260142" y="4816256"/>
                <a:ext cx="24840" cy="60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269078-F894-9003-1133-4268447901E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51502" y="4807616"/>
                  <a:ext cx="42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CF0416-8897-FFE9-E67B-BDCD995E8D0E}"/>
                    </a:ext>
                  </a:extLst>
                </p14:cNvPr>
                <p14:cNvContentPartPr/>
                <p14:nvPr/>
              </p14:nvContentPartPr>
              <p14:xfrm>
                <a:off x="10270942" y="4688816"/>
                <a:ext cx="24120" cy="68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CF0416-8897-FFE9-E67B-BDCD995E8D0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61942" y="4679816"/>
                  <a:ext cx="41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63CEB8-98AC-4561-C944-28C766CE6E25}"/>
                    </a:ext>
                  </a:extLst>
                </p14:cNvPr>
                <p14:cNvContentPartPr/>
                <p14:nvPr/>
              </p14:nvContentPartPr>
              <p14:xfrm>
                <a:off x="10334662" y="4764776"/>
                <a:ext cx="329400" cy="92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63CEB8-98AC-4561-C944-28C766CE6E2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26022" y="4755776"/>
                  <a:ext cx="347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C8ACFF-CBA9-75EE-B89E-B88038134FA6}"/>
                    </a:ext>
                  </a:extLst>
                </p14:cNvPr>
                <p14:cNvContentPartPr/>
                <p14:nvPr/>
              </p14:nvContentPartPr>
              <p14:xfrm>
                <a:off x="10700062" y="4751096"/>
                <a:ext cx="208800" cy="119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C8ACFF-CBA9-75EE-B89E-B88038134FA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91062" y="4742096"/>
                  <a:ext cx="226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8486B4-954E-D48A-6288-A20956AA8DC9}"/>
                    </a:ext>
                  </a:extLst>
                </p14:cNvPr>
                <p14:cNvContentPartPr/>
                <p14:nvPr/>
              </p14:nvContentPartPr>
              <p14:xfrm>
                <a:off x="11124142" y="4762256"/>
                <a:ext cx="66600" cy="219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8486B4-954E-D48A-6288-A20956AA8DC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15142" y="4753616"/>
                  <a:ext cx="84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8C3267-3D4C-09C3-0EF2-FE1C76054739}"/>
                    </a:ext>
                  </a:extLst>
                </p14:cNvPr>
                <p14:cNvContentPartPr/>
                <p14:nvPr/>
              </p14:nvContentPartPr>
              <p14:xfrm>
                <a:off x="11243662" y="4662176"/>
                <a:ext cx="127800" cy="172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8C3267-3D4C-09C3-0EF2-FE1C7605473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34662" y="4653536"/>
                  <a:ext cx="145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CB5496-1D73-7DF9-171E-93ABCA2DF0CC}"/>
                    </a:ext>
                  </a:extLst>
                </p14:cNvPr>
                <p14:cNvContentPartPr/>
                <p14:nvPr/>
              </p14:nvContentPartPr>
              <p14:xfrm>
                <a:off x="11407462" y="4767656"/>
                <a:ext cx="66960" cy="6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CB5496-1D73-7DF9-171E-93ABCA2DF0C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98822" y="4758656"/>
                  <a:ext cx="84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2A1604A-6E9F-E1CB-9572-257073CB1C86}"/>
                    </a:ext>
                  </a:extLst>
                </p14:cNvPr>
                <p14:cNvContentPartPr/>
                <p14:nvPr/>
              </p14:nvContentPartPr>
              <p14:xfrm>
                <a:off x="11541022" y="4717976"/>
                <a:ext cx="194760" cy="132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2A1604A-6E9F-E1CB-9572-257073CB1C8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532022" y="4709336"/>
                  <a:ext cx="2124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A5185FA-C36D-E713-9EFA-618FA4F4A66D}"/>
              </a:ext>
            </a:extLst>
          </p:cNvPr>
          <p:cNvGrpSpPr/>
          <p:nvPr/>
        </p:nvGrpSpPr>
        <p:grpSpPr>
          <a:xfrm>
            <a:off x="9897622" y="5942696"/>
            <a:ext cx="1028160" cy="362520"/>
            <a:chOff x="9897622" y="5942696"/>
            <a:chExt cx="102816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8292C3-CE5E-83D4-87F7-07BDBB0550E4}"/>
                    </a:ext>
                  </a:extLst>
                </p14:cNvPr>
                <p14:cNvContentPartPr/>
                <p14:nvPr/>
              </p14:nvContentPartPr>
              <p14:xfrm>
                <a:off x="9897622" y="5942696"/>
                <a:ext cx="211320" cy="362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8292C3-CE5E-83D4-87F7-07BDBB0550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88982" y="5934056"/>
                  <a:ext cx="2289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65D374-56B6-1F18-E0BD-7B175022DB15}"/>
                    </a:ext>
                  </a:extLst>
                </p14:cNvPr>
                <p14:cNvContentPartPr/>
                <p14:nvPr/>
              </p14:nvContentPartPr>
              <p14:xfrm>
                <a:off x="10228102" y="6086696"/>
                <a:ext cx="106920" cy="16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65D374-56B6-1F18-E0BD-7B175022DB1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19462" y="6077696"/>
                  <a:ext cx="124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20C8FA-D487-BC19-42A9-93CB9C12EA4F}"/>
                    </a:ext>
                  </a:extLst>
                </p14:cNvPr>
                <p14:cNvContentPartPr/>
                <p14:nvPr/>
              </p14:nvContentPartPr>
              <p14:xfrm>
                <a:off x="10509982" y="5985176"/>
                <a:ext cx="126720" cy="129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20C8FA-D487-BC19-42A9-93CB9C12EA4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00982" y="5976536"/>
                  <a:ext cx="144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B76D81-8E79-B0BE-BF52-3B5144193F2E}"/>
                    </a:ext>
                  </a:extLst>
                </p14:cNvPr>
                <p14:cNvContentPartPr/>
                <p14:nvPr/>
              </p14:nvContentPartPr>
              <p14:xfrm>
                <a:off x="10685662" y="6012896"/>
                <a:ext cx="240120" cy="9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B76D81-8E79-B0BE-BF52-3B5144193F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676662" y="6004256"/>
                  <a:ext cx="2577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C3F024F-E662-1D86-24D6-8A7D9AD63F5F}"/>
              </a:ext>
            </a:extLst>
          </p:cNvPr>
          <p:cNvGrpSpPr/>
          <p:nvPr/>
        </p:nvGrpSpPr>
        <p:grpSpPr>
          <a:xfrm>
            <a:off x="6940222" y="4483976"/>
            <a:ext cx="2599920" cy="1982160"/>
            <a:chOff x="6940222" y="4483976"/>
            <a:chExt cx="2599920" cy="19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C11BEA-A4B6-3CFC-C4DB-432A1F67A063}"/>
                    </a:ext>
                  </a:extLst>
                </p14:cNvPr>
                <p14:cNvContentPartPr/>
                <p14:nvPr/>
              </p14:nvContentPartPr>
              <p14:xfrm>
                <a:off x="8224702" y="5805896"/>
                <a:ext cx="1315440" cy="660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C11BEA-A4B6-3CFC-C4DB-432A1F67A0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15702" y="5796896"/>
                  <a:ext cx="133308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63F2E7-8E7C-DA65-CF77-6A8B67B9DEAE}"/>
                    </a:ext>
                  </a:extLst>
                </p14:cNvPr>
                <p14:cNvContentPartPr/>
                <p14:nvPr/>
              </p14:nvContentPartPr>
              <p14:xfrm>
                <a:off x="8144062" y="4946936"/>
                <a:ext cx="53280" cy="853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63F2E7-8E7C-DA65-CF77-6A8B67B9DEA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35422" y="4937936"/>
                  <a:ext cx="709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FF0B2A-BE25-B2F2-3845-E0FE867A44A0}"/>
                    </a:ext>
                  </a:extLst>
                </p14:cNvPr>
                <p14:cNvContentPartPr/>
                <p14:nvPr/>
              </p14:nvContentPartPr>
              <p14:xfrm>
                <a:off x="7108342" y="4619336"/>
                <a:ext cx="999360" cy="308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FF0B2A-BE25-B2F2-3845-E0FE867A44A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099342" y="4610696"/>
                  <a:ext cx="10170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D14908-BCF8-5E88-506C-FB8EE16BF11B}"/>
                    </a:ext>
                  </a:extLst>
                </p14:cNvPr>
                <p14:cNvContentPartPr/>
                <p14:nvPr/>
              </p14:nvContentPartPr>
              <p14:xfrm>
                <a:off x="6940222" y="4483976"/>
                <a:ext cx="1182600" cy="480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D14908-BCF8-5E88-506C-FB8EE16BF11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931582" y="4475336"/>
                  <a:ext cx="12002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C21B606-3B90-FD16-76CD-7E3CB4C45B67}"/>
                    </a:ext>
                  </a:extLst>
                </p14:cNvPr>
                <p14:cNvContentPartPr/>
                <p14:nvPr/>
              </p14:nvContentPartPr>
              <p14:xfrm>
                <a:off x="8122822" y="5044856"/>
                <a:ext cx="48240" cy="73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C21B606-3B90-FD16-76CD-7E3CB4C45B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14182" y="5036216"/>
                  <a:ext cx="6588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97A54C-D961-C6AF-CA4A-71486643A3E0}"/>
                    </a:ext>
                  </a:extLst>
                </p14:cNvPr>
                <p14:cNvContentPartPr/>
                <p14:nvPr/>
              </p14:nvContentPartPr>
              <p14:xfrm>
                <a:off x="8197342" y="5858456"/>
                <a:ext cx="1263960" cy="559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97A54C-D961-C6AF-CA4A-71486643A3E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88702" y="5849456"/>
                  <a:ext cx="12816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6B2938-9FCB-A8C8-7FA6-8E5996B50EF2}"/>
                    </a:ext>
                  </a:extLst>
                </p14:cNvPr>
                <p14:cNvContentPartPr/>
                <p14:nvPr/>
              </p14:nvContentPartPr>
              <p14:xfrm>
                <a:off x="8137222" y="5836856"/>
                <a:ext cx="103320" cy="6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6B2938-9FCB-A8C8-7FA6-8E5996B50EF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28222" y="5827856"/>
                  <a:ext cx="120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51CC4B-3027-2D92-27DC-43F8E29FAAFB}"/>
                    </a:ext>
                  </a:extLst>
                </p14:cNvPr>
                <p14:cNvContentPartPr/>
                <p14:nvPr/>
              </p14:nvContentPartPr>
              <p14:xfrm>
                <a:off x="8176102" y="5815976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51CC4B-3027-2D92-27DC-43F8E29FAAF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67462" y="5806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343BD8C-64E2-B515-DD20-807639EA67EE}"/>
                    </a:ext>
                  </a:extLst>
                </p14:cNvPr>
                <p14:cNvContentPartPr/>
                <p14:nvPr/>
              </p14:nvContentPartPr>
              <p14:xfrm>
                <a:off x="7532422" y="5868536"/>
                <a:ext cx="142560" cy="7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343BD8C-64E2-B515-DD20-807639EA67E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23782" y="5859896"/>
                  <a:ext cx="160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CD6455-9CF5-F298-5683-C25368CDD733}"/>
                    </a:ext>
                  </a:extLst>
                </p14:cNvPr>
                <p14:cNvContentPartPr/>
                <p14:nvPr/>
              </p14:nvContentPartPr>
              <p14:xfrm>
                <a:off x="7788022" y="5767736"/>
                <a:ext cx="195480" cy="269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CD6455-9CF5-F298-5683-C25368CDD73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79022" y="5759096"/>
                  <a:ext cx="213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915F9F8-2B86-14EB-8A87-F79B077D3606}"/>
                    </a:ext>
                  </a:extLst>
                </p14:cNvPr>
                <p14:cNvContentPartPr/>
                <p14:nvPr/>
              </p14:nvContentPartPr>
              <p14:xfrm>
                <a:off x="8142982" y="5839376"/>
                <a:ext cx="86760" cy="8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915F9F8-2B86-14EB-8A87-F79B077D360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34342" y="5830376"/>
                  <a:ext cx="104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FB8994-83C1-52CA-6F12-426FF650BE8F}"/>
                    </a:ext>
                  </a:extLst>
                </p14:cNvPr>
                <p14:cNvContentPartPr/>
                <p14:nvPr/>
              </p14:nvContentPartPr>
              <p14:xfrm>
                <a:off x="7871902" y="5815976"/>
                <a:ext cx="28440" cy="2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FB8994-83C1-52CA-6F12-426FF650BE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62902" y="5806976"/>
                  <a:ext cx="460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E94A1A-D6BE-9B00-6C7F-98D08AE6AA6E}"/>
                  </a:ext>
                </a:extLst>
              </p14:cNvPr>
              <p14:cNvContentPartPr/>
              <p14:nvPr/>
            </p14:nvContentPartPr>
            <p14:xfrm>
              <a:off x="1779982" y="4327016"/>
              <a:ext cx="770040" cy="20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E94A1A-D6BE-9B00-6C7F-98D08AE6AA6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771342" y="4318016"/>
                <a:ext cx="787680" cy="3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59FC8-5E0A-127B-DD2F-D53107CF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4" y="1749056"/>
            <a:ext cx="5572118" cy="3944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FA95B-34BF-DB1F-ACCE-CA0DE09AA295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72E33-0289-BFBE-EF74-F230174D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9" y="1121734"/>
            <a:ext cx="6039413" cy="53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92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C4411-B1EF-1140-9CB4-1F49259F22A4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300A9-D042-FFA2-BF2D-E3A85F59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9" y="1435394"/>
            <a:ext cx="5429433" cy="4779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F707F-4C70-43EC-B7DD-CF480EA6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5394"/>
            <a:ext cx="5609548" cy="477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38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7CA34D-BF13-0526-304A-A09BBE77A54A}"/>
              </a:ext>
            </a:extLst>
          </p:cNvPr>
          <p:cNvGrpSpPr/>
          <p:nvPr/>
        </p:nvGrpSpPr>
        <p:grpSpPr>
          <a:xfrm>
            <a:off x="956662" y="3636176"/>
            <a:ext cx="1474200" cy="234720"/>
            <a:chOff x="956662" y="3636176"/>
            <a:chExt cx="147420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AE3E59D-775B-4BB1-F763-5EC24FC1E6DE}"/>
                    </a:ext>
                  </a:extLst>
                </p14:cNvPr>
                <p14:cNvContentPartPr/>
                <p14:nvPr/>
              </p14:nvContentPartPr>
              <p14:xfrm>
                <a:off x="956662" y="3753536"/>
                <a:ext cx="145800" cy="77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AE3E59D-775B-4BB1-F763-5EC24FC1E6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8022" y="3744536"/>
                  <a:ext cx="163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F1AD1B8-AC8F-EAA1-6EB7-B064404E7B15}"/>
                    </a:ext>
                  </a:extLst>
                </p14:cNvPr>
                <p14:cNvContentPartPr/>
                <p14:nvPr/>
              </p14:nvContentPartPr>
              <p14:xfrm>
                <a:off x="1142782" y="3769016"/>
                <a:ext cx="173160" cy="5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F1AD1B8-AC8F-EAA1-6EB7-B064404E7B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4142" y="3760376"/>
                  <a:ext cx="190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1EAF06E-7B35-CCEF-3CAE-59F56544A079}"/>
                    </a:ext>
                  </a:extLst>
                </p14:cNvPr>
                <p14:cNvContentPartPr/>
                <p14:nvPr/>
              </p14:nvContentPartPr>
              <p14:xfrm>
                <a:off x="1360942" y="3737336"/>
                <a:ext cx="492480" cy="106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1EAF06E-7B35-CCEF-3CAE-59F56544A0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1942" y="3728696"/>
                  <a:ext cx="510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A6FA28-52AE-E38B-F5D6-B132AA47A3E9}"/>
                    </a:ext>
                  </a:extLst>
                </p14:cNvPr>
                <p14:cNvContentPartPr/>
                <p14:nvPr/>
              </p14:nvContentPartPr>
              <p14:xfrm>
                <a:off x="1935142" y="3784856"/>
                <a:ext cx="110880" cy="86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A6FA28-52AE-E38B-F5D6-B132AA47A3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6142" y="3776216"/>
                  <a:ext cx="128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FEDA27-8B80-8AF0-2880-B7333FD07330}"/>
                    </a:ext>
                  </a:extLst>
                </p14:cNvPr>
                <p14:cNvContentPartPr/>
                <p14:nvPr/>
              </p14:nvContentPartPr>
              <p14:xfrm>
                <a:off x="2029102" y="3636176"/>
                <a:ext cx="85680" cy="187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FEDA27-8B80-8AF0-2880-B7333FD073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0102" y="3627176"/>
                  <a:ext cx="103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41307E-E1EC-6612-E555-D974E5B236D0}"/>
                    </a:ext>
                  </a:extLst>
                </p14:cNvPr>
                <p14:cNvContentPartPr/>
                <p14:nvPr/>
              </p14:nvContentPartPr>
              <p14:xfrm>
                <a:off x="2009662" y="3757856"/>
                <a:ext cx="74520" cy="16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41307E-E1EC-6612-E555-D974E5B236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1022" y="3748856"/>
                  <a:ext cx="92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8EF4D3-8211-7B48-A373-28794DE5CC72}"/>
                    </a:ext>
                  </a:extLst>
                </p14:cNvPr>
                <p14:cNvContentPartPr/>
                <p14:nvPr/>
              </p14:nvContentPartPr>
              <p14:xfrm>
                <a:off x="2199742" y="3698816"/>
                <a:ext cx="231120" cy="122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8EF4D3-8211-7B48-A373-28794DE5CC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90742" y="3690176"/>
                  <a:ext cx="2487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231021-FDCE-6794-ADB6-03A2857718EE}"/>
              </a:ext>
            </a:extLst>
          </p:cNvPr>
          <p:cNvGrpSpPr/>
          <p:nvPr/>
        </p:nvGrpSpPr>
        <p:grpSpPr>
          <a:xfrm>
            <a:off x="2944942" y="3689456"/>
            <a:ext cx="797400" cy="172080"/>
            <a:chOff x="2944942" y="3689456"/>
            <a:chExt cx="79740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907A9C-4BB2-3BBA-A83E-379F836073C1}"/>
                    </a:ext>
                  </a:extLst>
                </p14:cNvPr>
                <p14:cNvContentPartPr/>
                <p14:nvPr/>
              </p14:nvContentPartPr>
              <p14:xfrm>
                <a:off x="2944942" y="3702416"/>
                <a:ext cx="169920" cy="159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907A9C-4BB2-3BBA-A83E-379F836073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36302" y="3693416"/>
                  <a:ext cx="187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4EFC26-F8A7-D743-2184-E01C253A2A28}"/>
                    </a:ext>
                  </a:extLst>
                </p14:cNvPr>
                <p14:cNvContentPartPr/>
                <p14:nvPr/>
              </p14:nvContentPartPr>
              <p14:xfrm>
                <a:off x="3008662" y="3801056"/>
                <a:ext cx="86400" cy="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4EFC26-F8A7-D743-2184-E01C253A2A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00022" y="379205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F70BC4-F1EC-11C4-4390-5196E3ED2821}"/>
                    </a:ext>
                  </a:extLst>
                </p14:cNvPr>
                <p14:cNvContentPartPr/>
                <p14:nvPr/>
              </p14:nvContentPartPr>
              <p14:xfrm>
                <a:off x="3133222" y="3767936"/>
                <a:ext cx="91800" cy="81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F70BC4-F1EC-11C4-4390-5196E3ED28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24222" y="3759296"/>
                  <a:ext cx="109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97B16F-2FA9-92D7-75CB-59B4EE2D4D96}"/>
                    </a:ext>
                  </a:extLst>
                </p14:cNvPr>
                <p14:cNvContentPartPr/>
                <p14:nvPr/>
              </p14:nvContentPartPr>
              <p14:xfrm>
                <a:off x="3151582" y="3732296"/>
                <a:ext cx="160200" cy="10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97B16F-2FA9-92D7-75CB-59B4EE2D4D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2582" y="3723296"/>
                  <a:ext cx="177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0C94ED-692A-E49C-74BC-8821378F0903}"/>
                    </a:ext>
                  </a:extLst>
                </p14:cNvPr>
                <p14:cNvContentPartPr/>
                <p14:nvPr/>
              </p14:nvContentPartPr>
              <p14:xfrm>
                <a:off x="3327982" y="3727616"/>
                <a:ext cx="69120" cy="11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60C94ED-692A-E49C-74BC-8821378F09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8982" y="3718616"/>
                  <a:ext cx="86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D73E9C-99BC-C1FD-F06C-34F76553C80D}"/>
                    </a:ext>
                  </a:extLst>
                </p14:cNvPr>
                <p14:cNvContentPartPr/>
                <p14:nvPr/>
              </p14:nvContentPartPr>
              <p14:xfrm>
                <a:off x="3459022" y="3759656"/>
                <a:ext cx="114120" cy="10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D73E9C-99BC-C1FD-F06C-34F76553C8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0382" y="3751016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0D3AC9-4E2E-A22A-BE36-FE6A163AF38D}"/>
                    </a:ext>
                  </a:extLst>
                </p14:cNvPr>
                <p14:cNvContentPartPr/>
                <p14:nvPr/>
              </p14:nvContentPartPr>
              <p14:xfrm>
                <a:off x="3699862" y="3689456"/>
                <a:ext cx="36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0D3AC9-4E2E-A22A-BE36-FE6A163AF3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91222" y="368045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1B52DC7-D24B-371B-130B-E57DE113B88F}"/>
                    </a:ext>
                  </a:extLst>
                </p14:cNvPr>
                <p14:cNvContentPartPr/>
                <p14:nvPr/>
              </p14:nvContentPartPr>
              <p14:xfrm>
                <a:off x="3737302" y="3779816"/>
                <a:ext cx="5040" cy="14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1B52DC7-D24B-371B-130B-E57DE113B8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8302" y="377081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0E82A3-7137-0369-61A7-E49246CAB1DF}"/>
              </a:ext>
            </a:extLst>
          </p:cNvPr>
          <p:cNvGrpSpPr/>
          <p:nvPr/>
        </p:nvGrpSpPr>
        <p:grpSpPr>
          <a:xfrm>
            <a:off x="4157062" y="3508736"/>
            <a:ext cx="994320" cy="319680"/>
            <a:chOff x="4157062" y="3508736"/>
            <a:chExt cx="99432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876394-F1A7-DD0A-F633-4276A07DC8F3}"/>
                    </a:ext>
                  </a:extLst>
                </p14:cNvPr>
                <p14:cNvContentPartPr/>
                <p14:nvPr/>
              </p14:nvContentPartPr>
              <p14:xfrm>
                <a:off x="4157062" y="3672176"/>
                <a:ext cx="196560" cy="156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876394-F1A7-DD0A-F633-4276A07DC8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48422" y="3663176"/>
                  <a:ext cx="214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F0BD44-E43A-E3D6-AAA3-5A687AC160B1}"/>
                    </a:ext>
                  </a:extLst>
                </p14:cNvPr>
                <p14:cNvContentPartPr/>
                <p14:nvPr/>
              </p14:nvContentPartPr>
              <p14:xfrm>
                <a:off x="4243822" y="3740216"/>
                <a:ext cx="83880" cy="7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F0BD44-E43A-E3D6-AAA3-5A687AC160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34822" y="3731576"/>
                  <a:ext cx="101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DB918F-76D8-C2A3-0911-24DBC4A1B079}"/>
                    </a:ext>
                  </a:extLst>
                </p14:cNvPr>
                <p14:cNvContentPartPr/>
                <p14:nvPr/>
              </p14:nvContentPartPr>
              <p14:xfrm>
                <a:off x="4386382" y="3619976"/>
                <a:ext cx="69120" cy="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DB918F-76D8-C2A3-0911-24DBC4A1B07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77382" y="3610976"/>
                  <a:ext cx="86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FEE03F-4B96-3324-8744-5594BD0595AF}"/>
                    </a:ext>
                  </a:extLst>
                </p14:cNvPr>
                <p14:cNvContentPartPr/>
                <p14:nvPr/>
              </p14:nvContentPartPr>
              <p14:xfrm>
                <a:off x="4550542" y="3540416"/>
                <a:ext cx="53280" cy="10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FEE03F-4B96-3324-8744-5594BD0595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41902" y="3531776"/>
                  <a:ext cx="70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697DBB-32FD-5678-D0EF-633C582861CA}"/>
                    </a:ext>
                  </a:extLst>
                </p14:cNvPr>
                <p14:cNvContentPartPr/>
                <p14:nvPr/>
              </p14:nvContentPartPr>
              <p14:xfrm>
                <a:off x="4688062" y="3774416"/>
                <a:ext cx="128520" cy="2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697DBB-32FD-5678-D0EF-633C582861C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79422" y="3765416"/>
                  <a:ext cx="146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557B17-03F5-17A4-0CAC-051EDDB87AD1}"/>
                    </a:ext>
                  </a:extLst>
                </p14:cNvPr>
                <p14:cNvContentPartPr/>
                <p14:nvPr/>
              </p14:nvContentPartPr>
              <p14:xfrm>
                <a:off x="4940062" y="3691616"/>
                <a:ext cx="136080" cy="99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557B17-03F5-17A4-0CAC-051EDDB87A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31422" y="3682616"/>
                  <a:ext cx="153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E4E2B8-F60F-C463-3311-9F6F8AC34B27}"/>
                    </a:ext>
                  </a:extLst>
                </p14:cNvPr>
                <p14:cNvContentPartPr/>
                <p14:nvPr/>
              </p14:nvContentPartPr>
              <p14:xfrm>
                <a:off x="5028982" y="3524576"/>
                <a:ext cx="98640" cy="68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E4E2B8-F60F-C463-3311-9F6F8AC34B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0342" y="3515576"/>
                  <a:ext cx="1162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079C95-4B2F-88B3-9707-9A2080D5B6E5}"/>
                    </a:ext>
                  </a:extLst>
                </p14:cNvPr>
                <p14:cNvContentPartPr/>
                <p14:nvPr/>
              </p14:nvContentPartPr>
              <p14:xfrm>
                <a:off x="5097382" y="3508736"/>
                <a:ext cx="6480" cy="8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079C95-4B2F-88B3-9707-9A2080D5B6E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88382" y="3499736"/>
                  <a:ext cx="24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37B101-1C60-C9EF-95B1-274DD79000EE}"/>
                    </a:ext>
                  </a:extLst>
                </p14:cNvPr>
                <p14:cNvContentPartPr/>
                <p14:nvPr/>
              </p14:nvContentPartPr>
              <p14:xfrm>
                <a:off x="4997662" y="3550496"/>
                <a:ext cx="153720" cy="1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37B101-1C60-C9EF-95B1-274DD79000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89022" y="3541496"/>
                  <a:ext cx="1713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3F3BEF-5BDF-C4C5-540A-EAFFBE872735}"/>
              </a:ext>
            </a:extLst>
          </p:cNvPr>
          <p:cNvGrpSpPr/>
          <p:nvPr/>
        </p:nvGrpSpPr>
        <p:grpSpPr>
          <a:xfrm>
            <a:off x="5341462" y="3628976"/>
            <a:ext cx="394560" cy="135360"/>
            <a:chOff x="5341462" y="3628976"/>
            <a:chExt cx="39456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DB043C-AC0B-35B3-A2AB-B8F279652C66}"/>
                    </a:ext>
                  </a:extLst>
                </p14:cNvPr>
                <p14:cNvContentPartPr/>
                <p14:nvPr/>
              </p14:nvContentPartPr>
              <p14:xfrm>
                <a:off x="5380342" y="3745616"/>
                <a:ext cx="111600" cy="13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DB043C-AC0B-35B3-A2AB-B8F279652C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71702" y="3736616"/>
                  <a:ext cx="129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FB32C3-DD55-8577-8375-AC21F427D1C6}"/>
                    </a:ext>
                  </a:extLst>
                </p14:cNvPr>
                <p14:cNvContentPartPr/>
                <p14:nvPr/>
              </p14:nvContentPartPr>
              <p14:xfrm>
                <a:off x="5341462" y="3666776"/>
                <a:ext cx="113040" cy="38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FB32C3-DD55-8577-8375-AC21F427D1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32822" y="3658136"/>
                  <a:ext cx="130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47CF39-64F7-2155-8B4F-CE1EA0B1A225}"/>
                    </a:ext>
                  </a:extLst>
                </p14:cNvPr>
                <p14:cNvContentPartPr/>
                <p14:nvPr/>
              </p14:nvContentPartPr>
              <p14:xfrm>
                <a:off x="5544862" y="3628976"/>
                <a:ext cx="191160" cy="135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47CF39-64F7-2155-8B4F-CE1EA0B1A2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36222" y="3619976"/>
                  <a:ext cx="20880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4F7C41C-EACF-0F8B-BD5A-61977820F1F7}"/>
                  </a:ext>
                </a:extLst>
              </p14:cNvPr>
              <p14:cNvContentPartPr/>
              <p14:nvPr/>
            </p14:nvContentPartPr>
            <p14:xfrm>
              <a:off x="6443062" y="3667856"/>
              <a:ext cx="209520" cy="145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4F7C41C-EACF-0F8B-BD5A-61977820F1F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34422" y="3658856"/>
                <a:ext cx="227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D258C2A-DC6D-7904-7192-93F51A7CC693}"/>
                  </a:ext>
                </a:extLst>
              </p14:cNvPr>
              <p14:cNvContentPartPr/>
              <p14:nvPr/>
            </p14:nvContentPartPr>
            <p14:xfrm>
              <a:off x="6475102" y="3747416"/>
              <a:ext cx="101160" cy="11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D258C2A-DC6D-7904-7192-93F51A7CC69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66102" y="3738416"/>
                <a:ext cx="1188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056E78-3DCD-4948-3F6E-D497CCC46E61}"/>
                  </a:ext>
                </a:extLst>
              </p14:cNvPr>
              <p14:cNvContentPartPr/>
              <p14:nvPr/>
            </p14:nvContentPartPr>
            <p14:xfrm>
              <a:off x="6772102" y="3764696"/>
              <a:ext cx="81000" cy="10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056E78-3DCD-4948-3F6E-D497CCC46E6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63102" y="3756056"/>
                <a:ext cx="986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F5E23D6-1597-3063-ACC9-04D675B1E76D}"/>
                  </a:ext>
                </a:extLst>
              </p14:cNvPr>
              <p14:cNvContentPartPr/>
              <p14:nvPr/>
            </p14:nvContentPartPr>
            <p14:xfrm>
              <a:off x="6764182" y="3694136"/>
              <a:ext cx="67680" cy="11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F5E23D6-1597-3063-ACC9-04D675B1E76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755182" y="3685136"/>
                <a:ext cx="8532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45F0103F-2F5F-2DAD-2AD9-1C76077D6968}"/>
              </a:ext>
            </a:extLst>
          </p:cNvPr>
          <p:cNvGrpSpPr/>
          <p:nvPr/>
        </p:nvGrpSpPr>
        <p:grpSpPr>
          <a:xfrm>
            <a:off x="6534142" y="3465896"/>
            <a:ext cx="168120" cy="80280"/>
            <a:chOff x="6534142" y="3465896"/>
            <a:chExt cx="16812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B7EC68-A43B-8259-EDAA-DD1B1EEDCD91}"/>
                    </a:ext>
                  </a:extLst>
                </p14:cNvPr>
                <p14:cNvContentPartPr/>
                <p14:nvPr/>
              </p14:nvContentPartPr>
              <p14:xfrm>
                <a:off x="6534142" y="3545816"/>
                <a:ext cx="7560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B7EC68-A43B-8259-EDAA-DD1B1EEDCD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25142" y="3536816"/>
                  <a:ext cx="93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EEC61B-853B-907B-BA41-BE6E8A066FDF}"/>
                    </a:ext>
                  </a:extLst>
                </p14:cNvPr>
                <p14:cNvContentPartPr/>
                <p14:nvPr/>
              </p14:nvContentPartPr>
              <p14:xfrm>
                <a:off x="6671662" y="3465896"/>
                <a:ext cx="30600" cy="74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EEC61B-853B-907B-BA41-BE6E8A066F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63022" y="3457256"/>
                  <a:ext cx="4824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75B544B-3159-E105-211F-4F1DAA5CFC41}"/>
                  </a:ext>
                </a:extLst>
              </p14:cNvPr>
              <p14:cNvContentPartPr/>
              <p14:nvPr/>
            </p14:nvContentPartPr>
            <p14:xfrm>
              <a:off x="7108702" y="3683696"/>
              <a:ext cx="168840" cy="144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75B544B-3159-E105-211F-4F1DAA5CFC4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99702" y="3675056"/>
                <a:ext cx="18648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58CEF466-4FBF-A87E-760A-45760E763357}"/>
              </a:ext>
            </a:extLst>
          </p:cNvPr>
          <p:cNvGrpSpPr/>
          <p:nvPr/>
        </p:nvGrpSpPr>
        <p:grpSpPr>
          <a:xfrm>
            <a:off x="7159822" y="3476696"/>
            <a:ext cx="160920" cy="101520"/>
            <a:chOff x="7159822" y="3476696"/>
            <a:chExt cx="16092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C4B4CF-7BE9-EB31-9292-FBDAE2EC7554}"/>
                    </a:ext>
                  </a:extLst>
                </p14:cNvPr>
                <p14:cNvContentPartPr/>
                <p14:nvPr/>
              </p14:nvContentPartPr>
              <p14:xfrm>
                <a:off x="7192582" y="3476696"/>
                <a:ext cx="101160" cy="9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C4B4CF-7BE9-EB31-9292-FBDAE2EC75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83942" y="3467696"/>
                  <a:ext cx="118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885C56-B330-042B-79A5-052840A6AA81}"/>
                    </a:ext>
                  </a:extLst>
                </p14:cNvPr>
                <p14:cNvContentPartPr/>
                <p14:nvPr/>
              </p14:nvContentPartPr>
              <p14:xfrm>
                <a:off x="7222822" y="3476696"/>
                <a:ext cx="23760" cy="10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885C56-B330-042B-79A5-052840A6AA8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13822" y="3467696"/>
                  <a:ext cx="41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A6514B-B3CF-04CA-1954-A60D84AB1CDF}"/>
                    </a:ext>
                  </a:extLst>
                </p14:cNvPr>
                <p14:cNvContentPartPr/>
                <p14:nvPr/>
              </p14:nvContentPartPr>
              <p14:xfrm>
                <a:off x="7159822" y="3502976"/>
                <a:ext cx="160920" cy="1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6A6514B-B3CF-04CA-1954-A60D84AB1CD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51182" y="3494336"/>
                  <a:ext cx="178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2D9B8E1-B873-BE93-CEC1-04AAD896403B}"/>
              </a:ext>
            </a:extLst>
          </p:cNvPr>
          <p:cNvGrpSpPr/>
          <p:nvPr/>
        </p:nvGrpSpPr>
        <p:grpSpPr>
          <a:xfrm>
            <a:off x="7830862" y="3640136"/>
            <a:ext cx="170280" cy="188640"/>
            <a:chOff x="7830862" y="3640136"/>
            <a:chExt cx="17028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687DF3-C1CE-4956-A2AB-C0D8FDA672F6}"/>
                    </a:ext>
                  </a:extLst>
                </p14:cNvPr>
                <p14:cNvContentPartPr/>
                <p14:nvPr/>
              </p14:nvContentPartPr>
              <p14:xfrm>
                <a:off x="7830862" y="3640136"/>
                <a:ext cx="155880" cy="18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687DF3-C1CE-4956-A2AB-C0D8FDA672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21862" y="3631496"/>
                  <a:ext cx="173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AB45E0-49E1-AC89-6905-E1FD7B68D77E}"/>
                    </a:ext>
                  </a:extLst>
                </p14:cNvPr>
                <p14:cNvContentPartPr/>
                <p14:nvPr/>
              </p14:nvContentPartPr>
              <p14:xfrm>
                <a:off x="7875142" y="3736976"/>
                <a:ext cx="126000" cy="11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AB45E0-49E1-AC89-6905-E1FD7B68D7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6502" y="3727976"/>
                  <a:ext cx="1436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0ECFE1A-153B-8BC7-8EAF-F08523ACC14B}"/>
              </a:ext>
            </a:extLst>
          </p:cNvPr>
          <p:cNvGrpSpPr/>
          <p:nvPr/>
        </p:nvGrpSpPr>
        <p:grpSpPr>
          <a:xfrm>
            <a:off x="8193742" y="3673976"/>
            <a:ext cx="126360" cy="74520"/>
            <a:chOff x="8193742" y="3673976"/>
            <a:chExt cx="12636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6E309C-5158-E7E3-1C7F-817051A9C32C}"/>
                    </a:ext>
                  </a:extLst>
                </p14:cNvPr>
                <p14:cNvContentPartPr/>
                <p14:nvPr/>
              </p14:nvContentPartPr>
              <p14:xfrm>
                <a:off x="8219302" y="3737696"/>
                <a:ext cx="100800" cy="10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6E309C-5158-E7E3-1C7F-817051A9C32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10302" y="3728696"/>
                  <a:ext cx="118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FB1D5C-9212-B26E-C7D6-4A01ED30C15D}"/>
                    </a:ext>
                  </a:extLst>
                </p14:cNvPr>
                <p14:cNvContentPartPr/>
                <p14:nvPr/>
              </p14:nvContentPartPr>
              <p14:xfrm>
                <a:off x="8193742" y="3673976"/>
                <a:ext cx="110520" cy="1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FB1D5C-9212-B26E-C7D6-4A01ED30C15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85102" y="3664976"/>
                  <a:ext cx="12816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0019E72-936A-32E6-C86D-B1F9065F544B}"/>
                  </a:ext>
                </a:extLst>
              </p14:cNvPr>
              <p14:cNvContentPartPr/>
              <p14:nvPr/>
            </p14:nvContentPartPr>
            <p14:xfrm>
              <a:off x="8645902" y="3433136"/>
              <a:ext cx="35640" cy="122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0019E72-936A-32E6-C86D-B1F9065F544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36902" y="3424136"/>
                <a:ext cx="532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017972B-6761-E738-F368-2EB0F93E02B9}"/>
                  </a:ext>
                </a:extLst>
              </p14:cNvPr>
              <p14:cNvContentPartPr/>
              <p14:nvPr/>
            </p14:nvContentPartPr>
            <p14:xfrm>
              <a:off x="8564902" y="3667856"/>
              <a:ext cx="260640" cy="25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017972B-6761-E738-F368-2EB0F93E02B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55902" y="3659216"/>
                <a:ext cx="2782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3E957246-9B4C-5415-226A-FEE25653E02C}"/>
              </a:ext>
            </a:extLst>
          </p:cNvPr>
          <p:cNvGrpSpPr/>
          <p:nvPr/>
        </p:nvGrpSpPr>
        <p:grpSpPr>
          <a:xfrm>
            <a:off x="8632222" y="3758216"/>
            <a:ext cx="272520" cy="212760"/>
            <a:chOff x="8632222" y="3758216"/>
            <a:chExt cx="27252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EB31D8C-40EE-FF9D-853B-88230B0A16DB}"/>
                    </a:ext>
                  </a:extLst>
                </p14:cNvPr>
                <p14:cNvContentPartPr/>
                <p14:nvPr/>
              </p14:nvContentPartPr>
              <p14:xfrm>
                <a:off x="8632222" y="3846056"/>
                <a:ext cx="146520" cy="12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EB31D8C-40EE-FF9D-853B-88230B0A16D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23582" y="3837056"/>
                  <a:ext cx="164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0EDD98-5F04-A77E-4B02-56DB5EFCD9C7}"/>
                    </a:ext>
                  </a:extLst>
                </p14:cNvPr>
                <p14:cNvContentPartPr/>
                <p14:nvPr/>
              </p14:nvContentPartPr>
              <p14:xfrm>
                <a:off x="8787742" y="3779816"/>
                <a:ext cx="95760" cy="46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0EDD98-5F04-A77E-4B02-56DB5EFCD9C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78742" y="3770816"/>
                  <a:ext cx="113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ADEB691-B414-D130-6166-D577924F0EAB}"/>
                    </a:ext>
                  </a:extLst>
                </p14:cNvPr>
                <p14:cNvContentPartPr/>
                <p14:nvPr/>
              </p14:nvContentPartPr>
              <p14:xfrm>
                <a:off x="8834182" y="3758216"/>
                <a:ext cx="33480" cy="9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ADEB691-B414-D130-6166-D577924F0E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25542" y="3749576"/>
                  <a:ext cx="51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574254-C734-AFA8-A4FF-4E699588EEF6}"/>
                    </a:ext>
                  </a:extLst>
                </p14:cNvPr>
                <p14:cNvContentPartPr/>
                <p14:nvPr/>
              </p14:nvContentPartPr>
              <p14:xfrm>
                <a:off x="8791342" y="3794216"/>
                <a:ext cx="113400" cy="17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574254-C734-AFA8-A4FF-4E699588EE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82702" y="3785576"/>
                  <a:ext cx="131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60D5D1-9397-007A-CCFE-9B9972C758EE}"/>
                    </a:ext>
                  </a:extLst>
                </p14:cNvPr>
                <p14:cNvContentPartPr/>
                <p14:nvPr/>
              </p14:nvContentPartPr>
              <p14:xfrm>
                <a:off x="8819422" y="3776576"/>
                <a:ext cx="26640" cy="23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60D5D1-9397-007A-CCFE-9B9972C758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10782" y="3767576"/>
                  <a:ext cx="442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675160A-17B6-5075-F5C7-61B5FB51AA05}"/>
              </a:ext>
            </a:extLst>
          </p:cNvPr>
          <p:cNvGrpSpPr/>
          <p:nvPr/>
        </p:nvGrpSpPr>
        <p:grpSpPr>
          <a:xfrm>
            <a:off x="1040902" y="4024256"/>
            <a:ext cx="1564200" cy="303840"/>
            <a:chOff x="1040902" y="4024256"/>
            <a:chExt cx="1564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A43268D-A9E5-5E74-7C0C-A3C818C05283}"/>
                    </a:ext>
                  </a:extLst>
                </p14:cNvPr>
                <p14:cNvContentPartPr/>
                <p14:nvPr/>
              </p14:nvContentPartPr>
              <p14:xfrm>
                <a:off x="1040902" y="4136576"/>
                <a:ext cx="464760" cy="170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A43268D-A9E5-5E74-7C0C-A3C818C052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2262" y="4127936"/>
                  <a:ext cx="482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84033C4-498C-0C39-E9B0-B995D0BC0533}"/>
                    </a:ext>
                  </a:extLst>
                </p14:cNvPr>
                <p14:cNvContentPartPr/>
                <p14:nvPr/>
              </p14:nvContentPartPr>
              <p14:xfrm>
                <a:off x="1503862" y="4221176"/>
                <a:ext cx="102600" cy="106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84033C4-498C-0C39-E9B0-B995D0BC05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94862" y="4212176"/>
                  <a:ext cx="120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CA1D65-5081-A3B2-C63E-25E1D542894D}"/>
                    </a:ext>
                  </a:extLst>
                </p14:cNvPr>
                <p14:cNvContentPartPr/>
                <p14:nvPr/>
              </p14:nvContentPartPr>
              <p14:xfrm>
                <a:off x="1626622" y="4246016"/>
                <a:ext cx="163800" cy="39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CA1D65-5081-A3B2-C63E-25E1D542894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17622" y="4237376"/>
                  <a:ext cx="181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4DCD49A-C1A2-B94F-22D7-95C47B40C805}"/>
                    </a:ext>
                  </a:extLst>
                </p14:cNvPr>
                <p14:cNvContentPartPr/>
                <p14:nvPr/>
              </p14:nvContentPartPr>
              <p14:xfrm>
                <a:off x="1865662" y="4231616"/>
                <a:ext cx="53280" cy="61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4DCD49A-C1A2-B94F-22D7-95C47B40C8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57022" y="4222616"/>
                  <a:ext cx="70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B834925-A706-5A40-52AA-45039E3076FC}"/>
                    </a:ext>
                  </a:extLst>
                </p14:cNvPr>
                <p14:cNvContentPartPr/>
                <p14:nvPr/>
              </p14:nvContentPartPr>
              <p14:xfrm>
                <a:off x="1885102" y="4087976"/>
                <a:ext cx="2520" cy="14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B834925-A706-5A40-52AA-45039E3076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76102" y="4079336"/>
                  <a:ext cx="20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0DB7D7-3AF9-4B71-76AB-0A27D3E07789}"/>
                    </a:ext>
                  </a:extLst>
                </p14:cNvPr>
                <p14:cNvContentPartPr/>
                <p14:nvPr/>
              </p14:nvContentPartPr>
              <p14:xfrm>
                <a:off x="1908502" y="4189136"/>
                <a:ext cx="180000" cy="83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0DB7D7-3AF9-4B71-76AB-0A27D3E0778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99502" y="4180136"/>
                  <a:ext cx="197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1A3FF3-DD16-A22F-C059-C68B50584C72}"/>
                    </a:ext>
                  </a:extLst>
                </p14:cNvPr>
                <p14:cNvContentPartPr/>
                <p14:nvPr/>
              </p14:nvContentPartPr>
              <p14:xfrm>
                <a:off x="2137822" y="4227656"/>
                <a:ext cx="104760" cy="63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1A3FF3-DD16-A22F-C059-C68B50584C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29182" y="4218656"/>
                  <a:ext cx="122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8E200A9-FD14-0C11-357E-87E0E95CDF14}"/>
                    </a:ext>
                  </a:extLst>
                </p14:cNvPr>
                <p14:cNvContentPartPr/>
                <p14:nvPr/>
              </p14:nvContentPartPr>
              <p14:xfrm>
                <a:off x="2248702" y="4024256"/>
                <a:ext cx="50400" cy="243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8E200A9-FD14-0C11-357E-87E0E95CDF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39702" y="4015256"/>
                  <a:ext cx="68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47F4FE-6D72-9ED3-5921-6421E78E442A}"/>
                    </a:ext>
                  </a:extLst>
                </p14:cNvPr>
                <p14:cNvContentPartPr/>
                <p14:nvPr/>
              </p14:nvContentPartPr>
              <p14:xfrm>
                <a:off x="2211982" y="4171856"/>
                <a:ext cx="122040" cy="33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47F4FE-6D72-9ED3-5921-6421E78E442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02982" y="4162856"/>
                  <a:ext cx="139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667269-7C3C-6B34-A8B8-1937810593C6}"/>
                    </a:ext>
                  </a:extLst>
                </p14:cNvPr>
                <p14:cNvContentPartPr/>
                <p14:nvPr/>
              </p14:nvContentPartPr>
              <p14:xfrm>
                <a:off x="2374342" y="4151696"/>
                <a:ext cx="230760" cy="141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667269-7C3C-6B34-A8B8-1937810593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65702" y="4142696"/>
                  <a:ext cx="24840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EBF4A81-C0CE-F038-31DD-FDC4ADF655D1}"/>
              </a:ext>
            </a:extLst>
          </p:cNvPr>
          <p:cNvGrpSpPr/>
          <p:nvPr/>
        </p:nvGrpSpPr>
        <p:grpSpPr>
          <a:xfrm>
            <a:off x="2999662" y="4005536"/>
            <a:ext cx="812160" cy="305640"/>
            <a:chOff x="2999662" y="4005536"/>
            <a:chExt cx="81216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E7C1B6D-16E6-D273-BB4E-77E1146C4BA8}"/>
                    </a:ext>
                  </a:extLst>
                </p14:cNvPr>
                <p14:cNvContentPartPr/>
                <p14:nvPr/>
              </p14:nvContentPartPr>
              <p14:xfrm>
                <a:off x="2999662" y="4139816"/>
                <a:ext cx="151920" cy="171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E7C1B6D-16E6-D273-BB4E-77E1146C4B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90662" y="4130816"/>
                  <a:ext cx="169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3152DB-8D45-91E1-1F50-B48AFF44800A}"/>
                    </a:ext>
                  </a:extLst>
                </p14:cNvPr>
                <p14:cNvContentPartPr/>
                <p14:nvPr/>
              </p14:nvContentPartPr>
              <p14:xfrm>
                <a:off x="3189742" y="4166816"/>
                <a:ext cx="101880" cy="71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3152DB-8D45-91E1-1F50-B48AFF44800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80742" y="4158176"/>
                  <a:ext cx="119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894B14-12CD-D1B4-0120-770DEF3658AB}"/>
                    </a:ext>
                  </a:extLst>
                </p14:cNvPr>
                <p14:cNvContentPartPr/>
                <p14:nvPr/>
              </p14:nvContentPartPr>
              <p14:xfrm>
                <a:off x="3338062" y="4005536"/>
                <a:ext cx="319680" cy="268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894B14-12CD-D1B4-0120-770DEF3658A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29422" y="3996896"/>
                  <a:ext cx="3373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1B38A09-F727-C7B4-1A50-FEB3C1E1D918}"/>
                    </a:ext>
                  </a:extLst>
                </p14:cNvPr>
                <p14:cNvContentPartPr/>
                <p14:nvPr/>
              </p14:nvContentPartPr>
              <p14:xfrm>
                <a:off x="3790222" y="4120016"/>
                <a:ext cx="5760" cy="4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1B38A09-F727-C7B4-1A50-FEB3C1E1D9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81582" y="4111016"/>
                  <a:ext cx="23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8E6B4C-A8F7-E5F7-3389-757BE0495518}"/>
                    </a:ext>
                  </a:extLst>
                </p14:cNvPr>
                <p14:cNvContentPartPr/>
                <p14:nvPr/>
              </p14:nvContentPartPr>
              <p14:xfrm>
                <a:off x="3811462" y="4226216"/>
                <a:ext cx="360" cy="6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8E6B4C-A8F7-E5F7-3389-757BE04955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02822" y="42175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D55DDCC-9A33-BF8B-80A6-2B7EDDA1138F}"/>
              </a:ext>
            </a:extLst>
          </p:cNvPr>
          <p:cNvGrpSpPr/>
          <p:nvPr/>
        </p:nvGrpSpPr>
        <p:grpSpPr>
          <a:xfrm>
            <a:off x="4289902" y="4135856"/>
            <a:ext cx="694080" cy="172080"/>
            <a:chOff x="4289902" y="4135856"/>
            <a:chExt cx="69408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8FCE300-5A4B-3021-421B-696BD13236FF}"/>
                    </a:ext>
                  </a:extLst>
                </p14:cNvPr>
                <p14:cNvContentPartPr/>
                <p14:nvPr/>
              </p14:nvContentPartPr>
              <p14:xfrm>
                <a:off x="4289902" y="4135856"/>
                <a:ext cx="178560" cy="172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8FCE300-5A4B-3021-421B-696BD13236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81262" y="4127216"/>
                  <a:ext cx="196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4D59BC-93D1-AE88-EF50-C02833EB6881}"/>
                    </a:ext>
                  </a:extLst>
                </p14:cNvPr>
                <p14:cNvContentPartPr/>
                <p14:nvPr/>
              </p14:nvContentPartPr>
              <p14:xfrm>
                <a:off x="4352542" y="4246736"/>
                <a:ext cx="92160" cy="10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4D59BC-93D1-AE88-EF50-C02833EB688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43542" y="423773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DA23DD-6420-1814-C0B2-B50BAB996E0E}"/>
                    </a:ext>
                  </a:extLst>
                </p14:cNvPr>
                <p14:cNvContentPartPr/>
                <p14:nvPr/>
              </p14:nvContentPartPr>
              <p14:xfrm>
                <a:off x="4587622" y="4236656"/>
                <a:ext cx="85680" cy="5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DA23DD-6420-1814-C0B2-B50BAB996E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78622" y="4228016"/>
                  <a:ext cx="103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5BA6C6F-A90D-933B-806A-DFA68BB14E06}"/>
                    </a:ext>
                  </a:extLst>
                </p14:cNvPr>
                <p14:cNvContentPartPr/>
                <p14:nvPr/>
              </p14:nvContentPartPr>
              <p14:xfrm>
                <a:off x="4571062" y="4173296"/>
                <a:ext cx="107640" cy="16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5BA6C6F-A90D-933B-806A-DFA68BB14E0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62062" y="4164656"/>
                  <a:ext cx="125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D0880B-FCEA-7246-0BF7-E6DD13FE9145}"/>
                    </a:ext>
                  </a:extLst>
                </p14:cNvPr>
                <p14:cNvContentPartPr/>
                <p14:nvPr/>
              </p14:nvContentPartPr>
              <p14:xfrm>
                <a:off x="4799662" y="4140176"/>
                <a:ext cx="184320" cy="125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D0880B-FCEA-7246-0BF7-E6DD13FE91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91022" y="4131176"/>
                  <a:ext cx="2019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22DF8C2-4871-89AA-3E30-4FC76E8B5C28}"/>
              </a:ext>
            </a:extLst>
          </p:cNvPr>
          <p:cNvGrpSpPr/>
          <p:nvPr/>
        </p:nvGrpSpPr>
        <p:grpSpPr>
          <a:xfrm>
            <a:off x="1174102" y="4553096"/>
            <a:ext cx="2658960" cy="1867680"/>
            <a:chOff x="1174102" y="4553096"/>
            <a:chExt cx="2658960" cy="18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91CC781-769B-A9D5-D4E9-4404F33E0064}"/>
                    </a:ext>
                  </a:extLst>
                </p14:cNvPr>
                <p14:cNvContentPartPr/>
                <p14:nvPr/>
              </p14:nvContentPartPr>
              <p14:xfrm>
                <a:off x="2414662" y="4553096"/>
                <a:ext cx="63000" cy="1867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91CC781-769B-A9D5-D4E9-4404F33E006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05662" y="4544456"/>
                  <a:ext cx="80640" cy="18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7A5742-2C75-8329-E765-4CB82A8C13C3}"/>
                    </a:ext>
                  </a:extLst>
                </p14:cNvPr>
                <p14:cNvContentPartPr/>
                <p14:nvPr/>
              </p14:nvContentPartPr>
              <p14:xfrm>
                <a:off x="1174102" y="5422136"/>
                <a:ext cx="2658960" cy="69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7A5742-2C75-8329-E765-4CB82A8C13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5462" y="5413136"/>
                  <a:ext cx="267660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19501DD-9266-B371-E786-0B55EFA55B18}"/>
              </a:ext>
            </a:extLst>
          </p:cNvPr>
          <p:cNvGrpSpPr/>
          <p:nvPr/>
        </p:nvGrpSpPr>
        <p:grpSpPr>
          <a:xfrm>
            <a:off x="1732462" y="4762976"/>
            <a:ext cx="1489680" cy="1427760"/>
            <a:chOff x="1732462" y="4762976"/>
            <a:chExt cx="1489680" cy="14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CA504B-567C-8C06-893F-19892B5222DC}"/>
                    </a:ext>
                  </a:extLst>
                </p14:cNvPr>
                <p14:cNvContentPartPr/>
                <p14:nvPr/>
              </p14:nvContentPartPr>
              <p14:xfrm>
                <a:off x="2487742" y="4762976"/>
                <a:ext cx="712800" cy="685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CA504B-567C-8C06-893F-19892B5222D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79102" y="4753976"/>
                  <a:ext cx="7304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59FB39-EFB0-2F0F-A5BC-2A3C4BA85CA9}"/>
                    </a:ext>
                  </a:extLst>
                </p14:cNvPr>
                <p14:cNvContentPartPr/>
                <p14:nvPr/>
              </p14:nvContentPartPr>
              <p14:xfrm>
                <a:off x="1744342" y="4762976"/>
                <a:ext cx="743760" cy="632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59FB39-EFB0-2F0F-A5BC-2A3C4BA85CA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35702" y="4753976"/>
                  <a:ext cx="76140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F0CC32-81CE-6333-8DB2-67828E92FED2}"/>
                    </a:ext>
                  </a:extLst>
                </p14:cNvPr>
                <p14:cNvContentPartPr/>
                <p14:nvPr/>
              </p14:nvContentPartPr>
              <p14:xfrm>
                <a:off x="1732462" y="5468576"/>
                <a:ext cx="562320" cy="722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F0CC32-81CE-6333-8DB2-67828E92FED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23822" y="5459936"/>
                  <a:ext cx="57996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DD4458-DA8B-CF86-FBC1-36EBFBE1FBA0}"/>
                    </a:ext>
                  </a:extLst>
                </p14:cNvPr>
                <p14:cNvContentPartPr/>
                <p14:nvPr/>
              </p14:nvContentPartPr>
              <p14:xfrm>
                <a:off x="2448862" y="5528696"/>
                <a:ext cx="751680" cy="618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DD4458-DA8B-CF86-FBC1-36EBFBE1FBA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40222" y="5520056"/>
                  <a:ext cx="76932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7495A19-E139-56C8-9797-051D545D5F1B}"/>
                    </a:ext>
                  </a:extLst>
                </p14:cNvPr>
                <p14:cNvContentPartPr/>
                <p14:nvPr/>
              </p14:nvContentPartPr>
              <p14:xfrm>
                <a:off x="3213862" y="5440136"/>
                <a:ext cx="8280" cy="51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7495A19-E139-56C8-9797-051D545D5F1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04862" y="5431496"/>
                  <a:ext cx="2592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FF78587-3796-E94D-8631-588FACD5ED3C}"/>
                  </a:ext>
                </a:extLst>
              </p14:cNvPr>
              <p14:cNvContentPartPr/>
              <p14:nvPr/>
            </p14:nvContentPartPr>
            <p14:xfrm>
              <a:off x="1647862" y="4932176"/>
              <a:ext cx="175680" cy="493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FF78587-3796-E94D-8631-588FACD5ED3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639222" y="4923176"/>
                <a:ext cx="19332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F40A344-0990-511D-2CE0-C008449B6AAA}"/>
              </a:ext>
            </a:extLst>
          </p:cNvPr>
          <p:cNvGrpSpPr/>
          <p:nvPr/>
        </p:nvGrpSpPr>
        <p:grpSpPr>
          <a:xfrm>
            <a:off x="694222" y="4577216"/>
            <a:ext cx="677160" cy="686160"/>
            <a:chOff x="694222" y="4577216"/>
            <a:chExt cx="677160" cy="68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90E7FBB-D470-ABBA-4739-928804A55F0B}"/>
                    </a:ext>
                  </a:extLst>
                </p14:cNvPr>
                <p14:cNvContentPartPr/>
                <p14:nvPr/>
              </p14:nvContentPartPr>
              <p14:xfrm>
                <a:off x="849022" y="4759016"/>
                <a:ext cx="176400" cy="11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90E7FBB-D470-ABBA-4739-928804A55F0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0022" y="4750376"/>
                  <a:ext cx="194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7685A7E-7412-29AA-1472-7B1A3FEE63D3}"/>
                    </a:ext>
                  </a:extLst>
                </p14:cNvPr>
                <p14:cNvContentPartPr/>
                <p14:nvPr/>
              </p14:nvContentPartPr>
              <p14:xfrm>
                <a:off x="1031182" y="4742456"/>
                <a:ext cx="113400" cy="69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7685A7E-7412-29AA-1472-7B1A3FEE63D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2182" y="4733456"/>
                  <a:ext cx="131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E012C83-EF67-4D8E-CDC2-E58CF6EF795D}"/>
                    </a:ext>
                  </a:extLst>
                </p14:cNvPr>
                <p14:cNvContentPartPr/>
                <p14:nvPr/>
              </p14:nvContentPartPr>
              <p14:xfrm>
                <a:off x="1179862" y="4747136"/>
                <a:ext cx="50040" cy="41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E012C83-EF67-4D8E-CDC2-E58CF6EF79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71222" y="4738496"/>
                  <a:ext cx="67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DAA2A0-52B4-D8AC-71A9-251AB3EB2D6B}"/>
                    </a:ext>
                  </a:extLst>
                </p14:cNvPr>
                <p14:cNvContentPartPr/>
                <p14:nvPr/>
              </p14:nvContentPartPr>
              <p14:xfrm>
                <a:off x="1142782" y="4614296"/>
                <a:ext cx="4680" cy="25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DAA2A0-52B4-D8AC-71A9-251AB3EB2D6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34142" y="4605656"/>
                  <a:ext cx="22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192B47B-F6A5-4F1E-4DCE-47D796998C69}"/>
                    </a:ext>
                  </a:extLst>
                </p14:cNvPr>
                <p14:cNvContentPartPr/>
                <p14:nvPr/>
              </p14:nvContentPartPr>
              <p14:xfrm>
                <a:off x="1248982" y="4577216"/>
                <a:ext cx="86760" cy="154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192B47B-F6A5-4F1E-4DCE-47D796998C6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40342" y="4568216"/>
                  <a:ext cx="104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1EAA6FA-C017-0235-6B68-4A30FF66BD54}"/>
                    </a:ext>
                  </a:extLst>
                </p14:cNvPr>
                <p14:cNvContentPartPr/>
                <p14:nvPr/>
              </p14:nvContentPartPr>
              <p14:xfrm>
                <a:off x="1242502" y="4667576"/>
                <a:ext cx="97560" cy="2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1EAA6FA-C017-0235-6B68-4A30FF66BD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33502" y="4658936"/>
                  <a:ext cx="115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E0FB78-FF07-A943-663A-8737434164AB}"/>
                    </a:ext>
                  </a:extLst>
                </p14:cNvPr>
                <p14:cNvContentPartPr/>
                <p14:nvPr/>
              </p14:nvContentPartPr>
              <p14:xfrm>
                <a:off x="694222" y="5151056"/>
                <a:ext cx="179640" cy="112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E0FB78-FF07-A943-663A-8737434164A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5222" y="5142056"/>
                  <a:ext cx="197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30FEB0-25C1-5AEB-8BC6-F1F13CF9B7AB}"/>
                    </a:ext>
                  </a:extLst>
                </p14:cNvPr>
                <p14:cNvContentPartPr/>
                <p14:nvPr/>
              </p14:nvContentPartPr>
              <p14:xfrm>
                <a:off x="877102" y="5193896"/>
                <a:ext cx="24480" cy="32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30FEB0-25C1-5AEB-8BC6-F1F13CF9B7A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8102" y="5184896"/>
                  <a:ext cx="42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797418E-CD71-6C8F-AF8B-7FC38C855B38}"/>
                    </a:ext>
                  </a:extLst>
                </p14:cNvPr>
                <p14:cNvContentPartPr/>
                <p14:nvPr/>
              </p14:nvContentPartPr>
              <p14:xfrm>
                <a:off x="786742" y="5055656"/>
                <a:ext cx="23400" cy="18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797418E-CD71-6C8F-AF8B-7FC38C855B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7742" y="5046656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E491AD5-01B2-F38A-6B29-301906813B20}"/>
                    </a:ext>
                  </a:extLst>
                </p14:cNvPr>
                <p14:cNvContentPartPr/>
                <p14:nvPr/>
              </p14:nvContentPartPr>
              <p14:xfrm>
                <a:off x="903382" y="5071856"/>
                <a:ext cx="65520" cy="100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E491AD5-01B2-F38A-6B29-301906813B2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4382" y="5063216"/>
                  <a:ext cx="83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6F673C5-4D74-3D9B-A31A-8CC9D9B8E4FC}"/>
                    </a:ext>
                  </a:extLst>
                </p14:cNvPr>
                <p14:cNvContentPartPr/>
                <p14:nvPr/>
              </p14:nvContentPartPr>
              <p14:xfrm>
                <a:off x="1055662" y="5103536"/>
                <a:ext cx="98280" cy="70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6F673C5-4D74-3D9B-A31A-8CC9D9B8E4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6662" y="5094536"/>
                  <a:ext cx="115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BC8F97-CE95-80C7-E139-FAEA04F624C2}"/>
                    </a:ext>
                  </a:extLst>
                </p14:cNvPr>
                <p14:cNvContentPartPr/>
                <p14:nvPr/>
              </p14:nvContentPartPr>
              <p14:xfrm>
                <a:off x="1116142" y="4910576"/>
                <a:ext cx="255240" cy="262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BC8F97-CE95-80C7-E139-FAEA04F624C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7502" y="4901576"/>
                  <a:ext cx="2728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2587152-21B6-17CA-D249-AC8B26586DC1}"/>
              </a:ext>
            </a:extLst>
          </p:cNvPr>
          <p:cNvGrpSpPr/>
          <p:nvPr/>
        </p:nvGrpSpPr>
        <p:grpSpPr>
          <a:xfrm>
            <a:off x="3121702" y="4369856"/>
            <a:ext cx="1312560" cy="468000"/>
            <a:chOff x="3121702" y="4369856"/>
            <a:chExt cx="131256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ABADD6F-ACC7-0938-A282-FA1E76558134}"/>
                    </a:ext>
                  </a:extLst>
                </p14:cNvPr>
                <p14:cNvContentPartPr/>
                <p14:nvPr/>
              </p14:nvContentPartPr>
              <p14:xfrm>
                <a:off x="3121702" y="4629416"/>
                <a:ext cx="116640" cy="208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ABADD6F-ACC7-0938-A282-FA1E7655813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12702" y="4620776"/>
                  <a:ext cx="1342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65A963-A867-52CF-D198-965CD2C9C416}"/>
                    </a:ext>
                  </a:extLst>
                </p14:cNvPr>
                <p14:cNvContentPartPr/>
                <p14:nvPr/>
              </p14:nvContentPartPr>
              <p14:xfrm>
                <a:off x="3232222" y="4656056"/>
                <a:ext cx="95760" cy="73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65A963-A867-52CF-D198-965CD2C9C41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23582" y="4647056"/>
                  <a:ext cx="113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53E911A-CF8D-6903-BE09-A7C236D94A7E}"/>
                    </a:ext>
                  </a:extLst>
                </p14:cNvPr>
                <p14:cNvContentPartPr/>
                <p14:nvPr/>
              </p14:nvContentPartPr>
              <p14:xfrm>
                <a:off x="3338422" y="4539776"/>
                <a:ext cx="238320" cy="167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53E911A-CF8D-6903-BE09-A7C236D94A7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29782" y="4531136"/>
                  <a:ext cx="255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E9D1C8E-D21A-D097-FA98-F69B7BA0197A}"/>
                    </a:ext>
                  </a:extLst>
                </p14:cNvPr>
                <p14:cNvContentPartPr/>
                <p14:nvPr/>
              </p14:nvContentPartPr>
              <p14:xfrm>
                <a:off x="3242662" y="4656776"/>
                <a:ext cx="36360" cy="5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E9D1C8E-D21A-D097-FA98-F69B7BA019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34022" y="4648136"/>
                  <a:ext cx="54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9EF80CE-EF99-6B2D-2643-5BA9A73D675C}"/>
                    </a:ext>
                  </a:extLst>
                </p14:cNvPr>
                <p14:cNvContentPartPr/>
                <p14:nvPr/>
              </p14:nvContentPartPr>
              <p14:xfrm>
                <a:off x="3850342" y="4582256"/>
                <a:ext cx="88920" cy="112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9EF80CE-EF99-6B2D-2643-5BA9A73D67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41702" y="4573616"/>
                  <a:ext cx="106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44712A4-5459-4C25-5393-AA30F549F5E1}"/>
                    </a:ext>
                  </a:extLst>
                </p14:cNvPr>
                <p14:cNvContentPartPr/>
                <p14:nvPr/>
              </p14:nvContentPartPr>
              <p14:xfrm>
                <a:off x="3725422" y="4652816"/>
                <a:ext cx="2160" cy="9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44712A4-5459-4C25-5393-AA30F549F5E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16422" y="4643816"/>
                  <a:ext cx="19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3CB7CDD-1589-A911-22DB-AE8D7263781D}"/>
                    </a:ext>
                  </a:extLst>
                </p14:cNvPr>
                <p14:cNvContentPartPr/>
                <p14:nvPr/>
              </p14:nvContentPartPr>
              <p14:xfrm>
                <a:off x="3675022" y="4583696"/>
                <a:ext cx="3960" cy="20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3CB7CDD-1589-A911-22DB-AE8D726378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66382" y="4575056"/>
                  <a:ext cx="21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4DFC14-F827-1A64-409D-7D3912845009}"/>
                    </a:ext>
                  </a:extLst>
                </p14:cNvPr>
                <p14:cNvContentPartPr/>
                <p14:nvPr/>
              </p14:nvContentPartPr>
              <p14:xfrm>
                <a:off x="4065622" y="4592696"/>
                <a:ext cx="137520" cy="102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4DFC14-F827-1A64-409D-7D391284500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56622" y="4583696"/>
                  <a:ext cx="155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F656CFD-2D9D-3C0C-AC54-792F2893CEF6}"/>
                    </a:ext>
                  </a:extLst>
                </p14:cNvPr>
                <p14:cNvContentPartPr/>
                <p14:nvPr/>
              </p14:nvContentPartPr>
              <p14:xfrm>
                <a:off x="4209982" y="4510976"/>
                <a:ext cx="71640" cy="93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F656CFD-2D9D-3C0C-AC54-792F2893CEF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01342" y="4501976"/>
                  <a:ext cx="89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B7F24E0-9713-1E8F-101A-7AE353643B7A}"/>
                    </a:ext>
                  </a:extLst>
                </p14:cNvPr>
                <p14:cNvContentPartPr/>
                <p14:nvPr/>
              </p14:nvContentPartPr>
              <p14:xfrm>
                <a:off x="4141222" y="4369856"/>
                <a:ext cx="360" cy="10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B7F24E0-9713-1E8F-101A-7AE353643B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32222" y="436121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4B1D551-DFE1-54EE-61B6-CE761D9A03B8}"/>
                    </a:ext>
                  </a:extLst>
                </p14:cNvPr>
                <p14:cNvContentPartPr/>
                <p14:nvPr/>
              </p14:nvContentPartPr>
              <p14:xfrm>
                <a:off x="4312582" y="4385336"/>
                <a:ext cx="121680" cy="123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4B1D551-DFE1-54EE-61B6-CE761D9A03B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03582" y="4376696"/>
                  <a:ext cx="139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CE9BB34-1797-C093-67B5-6629FB4F5F2E}"/>
                    </a:ext>
                  </a:extLst>
                </p14:cNvPr>
                <p14:cNvContentPartPr/>
                <p14:nvPr/>
              </p14:nvContentPartPr>
              <p14:xfrm>
                <a:off x="4317982" y="4433576"/>
                <a:ext cx="83880" cy="13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CE9BB34-1797-C093-67B5-6629FB4F5F2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09342" y="4424936"/>
                  <a:ext cx="101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B90D9FC-3F61-67CC-1C0E-3C8560374194}"/>
                    </a:ext>
                  </a:extLst>
                </p14:cNvPr>
                <p14:cNvContentPartPr/>
                <p14:nvPr/>
              </p14:nvContentPartPr>
              <p14:xfrm>
                <a:off x="4212862" y="4536896"/>
                <a:ext cx="91800" cy="115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B90D9FC-3F61-67CC-1C0E-3C856037419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03862" y="4527896"/>
                  <a:ext cx="10944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2DFCC6A-C8DA-5807-062E-3F9A3DB5E9D2}"/>
                  </a:ext>
                </a:extLst>
              </p14:cNvPr>
              <p14:cNvContentPartPr/>
              <p14:nvPr/>
            </p14:nvContentPartPr>
            <p14:xfrm>
              <a:off x="6326062" y="4204256"/>
              <a:ext cx="47880" cy="1227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2DFCC6A-C8DA-5807-062E-3F9A3DB5E9D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317422" y="4195256"/>
                <a:ext cx="655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617EB70-23EA-81FF-AD9D-941F22090EAA}"/>
                  </a:ext>
                </a:extLst>
              </p14:cNvPr>
              <p14:cNvContentPartPr/>
              <p14:nvPr/>
            </p14:nvContentPartPr>
            <p14:xfrm>
              <a:off x="6283942" y="4396496"/>
              <a:ext cx="218160" cy="61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617EB70-23EA-81FF-AD9D-941F22090EAA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274942" y="4387496"/>
                <a:ext cx="23580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CC4AA8D-445B-B804-9D39-AAF278DD6FA3}"/>
              </a:ext>
            </a:extLst>
          </p:cNvPr>
          <p:cNvGrpSpPr/>
          <p:nvPr/>
        </p:nvGrpSpPr>
        <p:grpSpPr>
          <a:xfrm>
            <a:off x="6342262" y="4491896"/>
            <a:ext cx="213480" cy="181440"/>
            <a:chOff x="6342262" y="4491896"/>
            <a:chExt cx="21348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BD506B-5FE8-59A6-6C8C-AA6DA0C48EDE}"/>
                    </a:ext>
                  </a:extLst>
                </p14:cNvPr>
                <p14:cNvContentPartPr/>
                <p14:nvPr/>
              </p14:nvContentPartPr>
              <p14:xfrm>
                <a:off x="6342262" y="4565696"/>
                <a:ext cx="160200" cy="107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BD506B-5FE8-59A6-6C8C-AA6DA0C48ED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3622" y="4557056"/>
                  <a:ext cx="177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85D856B-497C-0ED3-4047-29D79A394F5E}"/>
                    </a:ext>
                  </a:extLst>
                </p14:cNvPr>
                <p14:cNvContentPartPr/>
                <p14:nvPr/>
              </p14:nvContentPartPr>
              <p14:xfrm>
                <a:off x="6475102" y="4508096"/>
                <a:ext cx="80640" cy="47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85D856B-497C-0ED3-4047-29D79A394F5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66102" y="4499096"/>
                  <a:ext cx="98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73DDB06-740A-A8D1-1CEB-87BFD2CA6F1A}"/>
                    </a:ext>
                  </a:extLst>
                </p14:cNvPr>
                <p14:cNvContentPartPr/>
                <p14:nvPr/>
              </p14:nvContentPartPr>
              <p14:xfrm>
                <a:off x="6527662" y="4491896"/>
                <a:ext cx="11520" cy="64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73DDB06-740A-A8D1-1CEB-87BFD2CA6F1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19022" y="4483256"/>
                  <a:ext cx="2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298BEE1-F6F6-BEDC-318F-5D758B243138}"/>
                    </a:ext>
                  </a:extLst>
                </p14:cNvPr>
                <p14:cNvContentPartPr/>
                <p14:nvPr/>
              </p14:nvContentPartPr>
              <p14:xfrm>
                <a:off x="6494902" y="4508096"/>
                <a:ext cx="39240" cy="22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298BEE1-F6F6-BEDC-318F-5D758B24313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85902" y="4499096"/>
                  <a:ext cx="56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94D9996-B075-661C-A025-B0F2B951A377}"/>
                    </a:ext>
                  </a:extLst>
                </p14:cNvPr>
                <p14:cNvContentPartPr/>
                <p14:nvPr/>
              </p14:nvContentPartPr>
              <p14:xfrm>
                <a:off x="6522982" y="4545176"/>
                <a:ext cx="36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94D9996-B075-661C-A025-B0F2B951A37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13982" y="4536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A8A1ECB-5801-A7E7-C43F-7032B0A6A0FB}"/>
                    </a:ext>
                  </a:extLst>
                </p14:cNvPr>
                <p14:cNvContentPartPr/>
                <p14:nvPr/>
              </p14:nvContentPartPr>
              <p14:xfrm>
                <a:off x="6480502" y="4497296"/>
                <a:ext cx="12240" cy="284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A8A1ECB-5801-A7E7-C43F-7032B0A6A0F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71502" y="4488656"/>
                  <a:ext cx="298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59A10C7-D2A0-8D39-3345-773405672D5F}"/>
              </a:ext>
            </a:extLst>
          </p:cNvPr>
          <p:cNvGrpSpPr/>
          <p:nvPr/>
        </p:nvGrpSpPr>
        <p:grpSpPr>
          <a:xfrm>
            <a:off x="4577542" y="4542296"/>
            <a:ext cx="310680" cy="99000"/>
            <a:chOff x="4577542" y="4542296"/>
            <a:chExt cx="3106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22D39B1-FA2C-202B-BBDE-E99F5BE70268}"/>
                    </a:ext>
                  </a:extLst>
                </p14:cNvPr>
                <p14:cNvContentPartPr/>
                <p14:nvPr/>
              </p14:nvContentPartPr>
              <p14:xfrm>
                <a:off x="4598782" y="4603856"/>
                <a:ext cx="74520" cy="5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22D39B1-FA2C-202B-BBDE-E99F5BE7026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89782" y="4594856"/>
                  <a:ext cx="92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11B5600-3B06-5137-AD32-AD7272E0E4B9}"/>
                    </a:ext>
                  </a:extLst>
                </p14:cNvPr>
                <p14:cNvContentPartPr/>
                <p14:nvPr/>
              </p14:nvContentPartPr>
              <p14:xfrm>
                <a:off x="4577542" y="4554176"/>
                <a:ext cx="69120" cy="12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11B5600-3B06-5137-AD32-AD7272E0E4B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68542" y="4545176"/>
                  <a:ext cx="86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56D180F-783D-7C22-4851-C162172F95B0}"/>
                    </a:ext>
                  </a:extLst>
                </p14:cNvPr>
                <p14:cNvContentPartPr/>
                <p14:nvPr/>
              </p14:nvContentPartPr>
              <p14:xfrm>
                <a:off x="4760422" y="4542296"/>
                <a:ext cx="127800" cy="99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56D180F-783D-7C22-4851-C162172F95B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51782" y="4533296"/>
                  <a:ext cx="14544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5C82B73F-BC6E-1D1A-792D-B74FBF308944}"/>
                  </a:ext>
                </a:extLst>
              </p14:cNvPr>
              <p14:cNvContentPartPr/>
              <p14:nvPr/>
            </p14:nvContentPartPr>
            <p14:xfrm>
              <a:off x="6815662" y="4438616"/>
              <a:ext cx="63000" cy="57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5C82B73F-BC6E-1D1A-792D-B74FBF30894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806662" y="4429976"/>
                <a:ext cx="806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CEDBBDE-67FA-7B00-5CD4-1765020FD5C2}"/>
                  </a:ext>
                </a:extLst>
              </p14:cNvPr>
              <p14:cNvContentPartPr/>
              <p14:nvPr/>
            </p14:nvContentPartPr>
            <p14:xfrm>
              <a:off x="6841222" y="4352576"/>
              <a:ext cx="38160" cy="14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CEDBBDE-67FA-7B00-5CD4-1765020FD5C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832222" y="4343936"/>
                <a:ext cx="558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DD4D269D-8C60-03F7-1F58-512C8F161BB4}"/>
                  </a:ext>
                </a:extLst>
              </p14:cNvPr>
              <p14:cNvContentPartPr/>
              <p14:nvPr/>
            </p14:nvContentPartPr>
            <p14:xfrm>
              <a:off x="7080982" y="4212536"/>
              <a:ext cx="54720" cy="1148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DD4D269D-8C60-03F7-1F58-512C8F161BB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072342" y="4203536"/>
                <a:ext cx="723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9EDF564-B568-BCCB-5F88-9E1E27CDCC58}"/>
                  </a:ext>
                </a:extLst>
              </p14:cNvPr>
              <p14:cNvContentPartPr/>
              <p14:nvPr/>
            </p14:nvContentPartPr>
            <p14:xfrm>
              <a:off x="7065502" y="4396136"/>
              <a:ext cx="201960" cy="57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9EDF564-B568-BCCB-5F88-9E1E27CDCC5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056502" y="4387496"/>
                <a:ext cx="2196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C4DC81B-E9A9-FF7D-363E-00FB494903E9}"/>
                  </a:ext>
                </a:extLst>
              </p14:cNvPr>
              <p14:cNvContentPartPr/>
              <p14:nvPr/>
            </p14:nvContentPartPr>
            <p14:xfrm>
              <a:off x="7139662" y="4534016"/>
              <a:ext cx="66960" cy="896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C4DC81B-E9A9-FF7D-363E-00FB494903E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130662" y="4525016"/>
                <a:ext cx="8460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D14751EF-2644-F956-897D-EC510DDCB972}"/>
              </a:ext>
            </a:extLst>
          </p:cNvPr>
          <p:cNvGrpSpPr/>
          <p:nvPr/>
        </p:nvGrpSpPr>
        <p:grpSpPr>
          <a:xfrm>
            <a:off x="7447462" y="4036136"/>
            <a:ext cx="425160" cy="419400"/>
            <a:chOff x="7447462" y="4036136"/>
            <a:chExt cx="42516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F9FF7D7-1080-5684-11A4-DBA8E2C16E32}"/>
                    </a:ext>
                  </a:extLst>
                </p14:cNvPr>
                <p14:cNvContentPartPr/>
                <p14:nvPr/>
              </p14:nvContentPartPr>
              <p14:xfrm>
                <a:off x="7447462" y="4343216"/>
                <a:ext cx="120600" cy="112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F9FF7D7-1080-5684-11A4-DBA8E2C16E3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38462" y="4334576"/>
                  <a:ext cx="138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748F7C-3FC9-6387-CB58-58DE9D560E58}"/>
                    </a:ext>
                  </a:extLst>
                </p14:cNvPr>
                <p14:cNvContentPartPr/>
                <p14:nvPr/>
              </p14:nvContentPartPr>
              <p14:xfrm>
                <a:off x="7613782" y="4189136"/>
                <a:ext cx="87120" cy="170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748F7C-3FC9-6387-CB58-58DE9D560E5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05142" y="4180136"/>
                  <a:ext cx="104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4AD6B36-4CEE-8C31-FB54-92F596DACF76}"/>
                    </a:ext>
                  </a:extLst>
                </p14:cNvPr>
                <p14:cNvContentPartPr/>
                <p14:nvPr/>
              </p14:nvContentPartPr>
              <p14:xfrm>
                <a:off x="7570942" y="4062056"/>
                <a:ext cx="10080" cy="10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4AD6B36-4CEE-8C31-FB54-92F596DACF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62302" y="4053416"/>
                  <a:ext cx="27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F941E8D-BB1D-EA3B-1703-C79CAAF365C7}"/>
                    </a:ext>
                  </a:extLst>
                </p14:cNvPr>
                <p14:cNvContentPartPr/>
                <p14:nvPr/>
              </p14:nvContentPartPr>
              <p14:xfrm>
                <a:off x="7744102" y="4036136"/>
                <a:ext cx="128520" cy="147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F941E8D-BB1D-EA3B-1703-C79CAAF365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35462" y="4027136"/>
                  <a:ext cx="146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450860-6F48-4AF8-A0A3-BAAC4352D3E8}"/>
                    </a:ext>
                  </a:extLst>
                </p14:cNvPr>
                <p14:cNvContentPartPr/>
                <p14:nvPr/>
              </p14:nvContentPartPr>
              <p14:xfrm>
                <a:off x="7756342" y="4107056"/>
                <a:ext cx="85320" cy="5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450860-6F48-4AF8-A0A3-BAAC4352D3E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47702" y="4098056"/>
                  <a:ext cx="1029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6F2BF6E-91B9-A77A-B9E5-AD0A9A8F4A12}"/>
                  </a:ext>
                </a:extLst>
              </p14:cNvPr>
              <p14:cNvContentPartPr/>
              <p14:nvPr/>
            </p14:nvContentPartPr>
            <p14:xfrm>
              <a:off x="2775022" y="5196056"/>
              <a:ext cx="91440" cy="403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6F2BF6E-91B9-A77A-B9E5-AD0A9A8F4A12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766022" y="5187416"/>
                <a:ext cx="1090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899CC1C-45DD-F56C-426E-F0E7D77ED6B8}"/>
                  </a:ext>
                </a:extLst>
              </p14:cNvPr>
              <p14:cNvContentPartPr/>
              <p14:nvPr/>
            </p14:nvContentPartPr>
            <p14:xfrm>
              <a:off x="2817502" y="5131976"/>
              <a:ext cx="161280" cy="99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899CC1C-45DD-F56C-426E-F0E7D77ED6B8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808502" y="5122976"/>
                <a:ext cx="1789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7372A49-1884-59FA-7391-88DF7DFEB412}"/>
                  </a:ext>
                </a:extLst>
              </p14:cNvPr>
              <p14:cNvContentPartPr/>
              <p14:nvPr/>
            </p14:nvContentPartPr>
            <p14:xfrm>
              <a:off x="2992822" y="4960616"/>
              <a:ext cx="297360" cy="1591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7372A49-1884-59FA-7391-88DF7DFEB412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984182" y="4951616"/>
                <a:ext cx="3150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D2A5C41-B29A-03B4-6B2C-E82A1332F725}"/>
                  </a:ext>
                </a:extLst>
              </p14:cNvPr>
              <p14:cNvContentPartPr/>
              <p14:nvPr/>
            </p14:nvContentPartPr>
            <p14:xfrm>
              <a:off x="3359662" y="4917416"/>
              <a:ext cx="360" cy="3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D2A5C41-B29A-03B4-6B2C-E82A1332F72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351022" y="49084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6878CD3-E7A6-6A58-DAA9-034888A05518}"/>
                  </a:ext>
                </a:extLst>
              </p14:cNvPr>
              <p14:cNvContentPartPr/>
              <p14:nvPr/>
            </p14:nvContentPartPr>
            <p14:xfrm>
              <a:off x="3295942" y="4937936"/>
              <a:ext cx="51840" cy="223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6878CD3-E7A6-6A58-DAA9-034888A0551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286942" y="4928936"/>
                <a:ext cx="694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7125019-D02E-8BCB-838D-939E0B4062AA}"/>
                  </a:ext>
                </a:extLst>
              </p14:cNvPr>
              <p14:cNvContentPartPr/>
              <p14:nvPr/>
            </p14:nvContentPartPr>
            <p14:xfrm>
              <a:off x="3338782" y="4846856"/>
              <a:ext cx="160560" cy="1022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7125019-D02E-8BCB-838D-939E0B4062A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329782" y="4837856"/>
                <a:ext cx="1782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DA2FD1D-60D6-7B12-156F-48E3CB1C9316}"/>
                  </a:ext>
                </a:extLst>
              </p14:cNvPr>
              <p14:cNvContentPartPr/>
              <p14:nvPr/>
            </p14:nvContentPartPr>
            <p14:xfrm>
              <a:off x="3544342" y="4969256"/>
              <a:ext cx="148680" cy="669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DA2FD1D-60D6-7B12-156F-48E3CB1C931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535702" y="4960616"/>
                <a:ext cx="166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5B44DCD-7B55-5B2A-F74F-10A90FFD59A4}"/>
                  </a:ext>
                </a:extLst>
              </p14:cNvPr>
              <p14:cNvContentPartPr/>
              <p14:nvPr/>
            </p14:nvContentPartPr>
            <p14:xfrm>
              <a:off x="3875542" y="5038376"/>
              <a:ext cx="150840" cy="1782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5B44DCD-7B55-5B2A-F74F-10A90FFD59A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866542" y="5029736"/>
                <a:ext cx="1684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D1CD26E-68E2-E49D-AA45-DC38F93AB057}"/>
                  </a:ext>
                </a:extLst>
              </p14:cNvPr>
              <p14:cNvContentPartPr/>
              <p14:nvPr/>
            </p14:nvContentPartPr>
            <p14:xfrm>
              <a:off x="3923062" y="5065736"/>
              <a:ext cx="300960" cy="1029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D1CD26E-68E2-E49D-AA45-DC38F93AB057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914422" y="5056736"/>
                <a:ext cx="3186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B0E0827-1511-9CE4-5E09-E7250ECA7AFF}"/>
                  </a:ext>
                </a:extLst>
              </p14:cNvPr>
              <p14:cNvContentPartPr/>
              <p14:nvPr/>
            </p14:nvContentPartPr>
            <p14:xfrm>
              <a:off x="4261102" y="5081576"/>
              <a:ext cx="114840" cy="810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B0E0827-1511-9CE4-5E09-E7250ECA7AF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252462" y="5072576"/>
                <a:ext cx="1324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202F0B5-82F0-8E0A-AC61-EBBB6310D3AC}"/>
                  </a:ext>
                </a:extLst>
              </p14:cNvPr>
              <p14:cNvContentPartPr/>
              <p14:nvPr/>
            </p14:nvContentPartPr>
            <p14:xfrm>
              <a:off x="4520662" y="5043776"/>
              <a:ext cx="3600" cy="39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202F0B5-82F0-8E0A-AC61-EBBB6310D3AC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512022" y="5034776"/>
                <a:ext cx="212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A782072-B393-D120-CFFD-8E7FC5BF926F}"/>
                  </a:ext>
                </a:extLst>
              </p14:cNvPr>
              <p14:cNvContentPartPr/>
              <p14:nvPr/>
            </p14:nvContentPartPr>
            <p14:xfrm>
              <a:off x="4561342" y="5113976"/>
              <a:ext cx="7920" cy="190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A782072-B393-D120-CFFD-8E7FC5BF926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552342" y="5105336"/>
                <a:ext cx="2556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E23F1A0-C1A3-D964-B5A3-C2A02D92E78E}"/>
              </a:ext>
            </a:extLst>
          </p:cNvPr>
          <p:cNvGrpSpPr/>
          <p:nvPr/>
        </p:nvGrpSpPr>
        <p:grpSpPr>
          <a:xfrm>
            <a:off x="4746742" y="4738136"/>
            <a:ext cx="888840" cy="523800"/>
            <a:chOff x="4746742" y="4738136"/>
            <a:chExt cx="88884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C105BD9-BC39-CB0F-DA84-6694946EBE19}"/>
                    </a:ext>
                  </a:extLst>
                </p14:cNvPr>
                <p14:cNvContentPartPr/>
                <p14:nvPr/>
              </p14:nvContentPartPr>
              <p14:xfrm>
                <a:off x="4764382" y="4887176"/>
                <a:ext cx="38160" cy="66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C105BD9-BC39-CB0F-DA84-6694946EBE1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55742" y="4878536"/>
                  <a:ext cx="55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D7F778E-225C-2004-6E50-9742733EB98B}"/>
                    </a:ext>
                  </a:extLst>
                </p14:cNvPr>
                <p14:cNvContentPartPr/>
                <p14:nvPr/>
              </p14:nvContentPartPr>
              <p14:xfrm>
                <a:off x="4746742" y="5023616"/>
                <a:ext cx="138960" cy="25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D7F778E-225C-2004-6E50-9742733EB9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38102" y="5014976"/>
                  <a:ext cx="156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D440FAA-CC07-1CCD-016A-FE94D796434B}"/>
                    </a:ext>
                  </a:extLst>
                </p14:cNvPr>
                <p14:cNvContentPartPr/>
                <p14:nvPr/>
              </p14:nvContentPartPr>
              <p14:xfrm>
                <a:off x="4800382" y="5140976"/>
                <a:ext cx="137160" cy="120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D440FAA-CC07-1CCD-016A-FE94D796434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91742" y="5132336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188214F-1032-3AEB-E6C9-C66E89A023F6}"/>
                    </a:ext>
                  </a:extLst>
                </p14:cNvPr>
                <p14:cNvContentPartPr/>
                <p14:nvPr/>
              </p14:nvContentPartPr>
              <p14:xfrm>
                <a:off x="5066062" y="5013536"/>
                <a:ext cx="176040" cy="1378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188214F-1032-3AEB-E6C9-C66E89A023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057422" y="5004896"/>
                  <a:ext cx="193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297AE2A-C7F3-4769-6042-CEC9BA496027}"/>
                    </a:ext>
                  </a:extLst>
                </p14:cNvPr>
                <p14:cNvContentPartPr/>
                <p14:nvPr/>
              </p14:nvContentPartPr>
              <p14:xfrm>
                <a:off x="5215102" y="4874936"/>
                <a:ext cx="83520" cy="181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297AE2A-C7F3-4769-6042-CEC9BA49602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06102" y="4865936"/>
                  <a:ext cx="101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6FEC04D-45AC-D4AB-2221-D092768EB58A}"/>
                    </a:ext>
                  </a:extLst>
                </p14:cNvPr>
                <p14:cNvContentPartPr/>
                <p14:nvPr/>
              </p14:nvContentPartPr>
              <p14:xfrm>
                <a:off x="5152102" y="4762976"/>
                <a:ext cx="4680" cy="11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6FEC04D-45AC-D4AB-2221-D092768EB58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43462" y="4753976"/>
                  <a:ext cx="22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C903FA5-1253-49CD-F48E-31FEA31610CB}"/>
                    </a:ext>
                  </a:extLst>
                </p14:cNvPr>
                <p14:cNvContentPartPr/>
                <p14:nvPr/>
              </p14:nvContentPartPr>
              <p14:xfrm>
                <a:off x="5289622" y="4738136"/>
                <a:ext cx="149760" cy="148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C903FA5-1253-49CD-F48E-31FEA31610C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80622" y="4729496"/>
                  <a:ext cx="167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301C859-062B-D549-2C40-A07373ACE740}"/>
                    </a:ext>
                  </a:extLst>
                </p14:cNvPr>
                <p14:cNvContentPartPr/>
                <p14:nvPr/>
              </p14:nvContentPartPr>
              <p14:xfrm>
                <a:off x="5333182" y="4810136"/>
                <a:ext cx="68400" cy="28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301C859-062B-D549-2C40-A07373ACE74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324182" y="4801136"/>
                  <a:ext cx="86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0F488D6-90C0-98A5-4CBE-2251EFB88E10}"/>
                    </a:ext>
                  </a:extLst>
                </p14:cNvPr>
                <p14:cNvContentPartPr/>
                <p14:nvPr/>
              </p14:nvContentPartPr>
              <p14:xfrm>
                <a:off x="5566462" y="5082296"/>
                <a:ext cx="6912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0F488D6-90C0-98A5-4CBE-2251EFB88E1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557462" y="5073296"/>
                  <a:ext cx="86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AE74879-D7C4-6CF0-EA3D-F61C8C3BB7B9}"/>
                    </a:ext>
                  </a:extLst>
                </p14:cNvPr>
                <p14:cNvContentPartPr/>
                <p14:nvPr/>
              </p14:nvContentPartPr>
              <p14:xfrm>
                <a:off x="5539462" y="5019656"/>
                <a:ext cx="85320" cy="4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AE74879-D7C4-6CF0-EA3D-F61C8C3BB7B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30462" y="5010656"/>
                  <a:ext cx="10296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5B27B95-8192-D746-4B36-A45F9A702187}"/>
                  </a:ext>
                </a:extLst>
              </p14:cNvPr>
              <p14:cNvContentPartPr/>
              <p14:nvPr/>
            </p14:nvContentPartPr>
            <p14:xfrm>
              <a:off x="5850502" y="4849016"/>
              <a:ext cx="29520" cy="8388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5B27B95-8192-D746-4B36-A45F9A702187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841502" y="4840376"/>
                <a:ext cx="4716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B25F5DF-0553-9134-FDBB-623E98F81FAF}"/>
              </a:ext>
            </a:extLst>
          </p:cNvPr>
          <p:cNvGrpSpPr/>
          <p:nvPr/>
        </p:nvGrpSpPr>
        <p:grpSpPr>
          <a:xfrm>
            <a:off x="5817382" y="5007416"/>
            <a:ext cx="291240" cy="253440"/>
            <a:chOff x="5817382" y="5007416"/>
            <a:chExt cx="29124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ECAACB1-17BF-6BF0-D396-E928E9C515EF}"/>
                    </a:ext>
                  </a:extLst>
                </p14:cNvPr>
                <p14:cNvContentPartPr/>
                <p14:nvPr/>
              </p14:nvContentPartPr>
              <p14:xfrm>
                <a:off x="5817382" y="5007416"/>
                <a:ext cx="179640" cy="25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ECAACB1-17BF-6BF0-D396-E928E9C515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08382" y="4998776"/>
                  <a:ext cx="197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1804019-5D40-9F1A-82AF-1FBC9A567813}"/>
                    </a:ext>
                  </a:extLst>
                </p14:cNvPr>
                <p14:cNvContentPartPr/>
                <p14:nvPr/>
              </p14:nvContentPartPr>
              <p14:xfrm>
                <a:off x="5870302" y="5162216"/>
                <a:ext cx="136440" cy="98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1804019-5D40-9F1A-82AF-1FBC9A5678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61302" y="5153576"/>
                  <a:ext cx="154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7531155-8172-4AC2-CB28-86BEE34F18E5}"/>
                    </a:ext>
                  </a:extLst>
                </p14:cNvPr>
                <p14:cNvContentPartPr/>
                <p14:nvPr/>
              </p14:nvContentPartPr>
              <p14:xfrm>
                <a:off x="5991262" y="5098136"/>
                <a:ext cx="114480" cy="44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7531155-8172-4AC2-CB28-86BEE34F18E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982622" y="5089136"/>
                  <a:ext cx="132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AA13DEB-2A05-EA13-3144-387C3E76DFD5}"/>
                    </a:ext>
                  </a:extLst>
                </p14:cNvPr>
                <p14:cNvContentPartPr/>
                <p14:nvPr/>
              </p14:nvContentPartPr>
              <p14:xfrm>
                <a:off x="6049222" y="5082296"/>
                <a:ext cx="22320" cy="79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AA13DEB-2A05-EA13-3144-387C3E76DFD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40222" y="5073296"/>
                  <a:ext cx="39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8D3DC2C-8C2C-AD34-9ED8-2CBE92A6A9ED}"/>
                    </a:ext>
                  </a:extLst>
                </p14:cNvPr>
                <p14:cNvContentPartPr/>
                <p14:nvPr/>
              </p14:nvContentPartPr>
              <p14:xfrm>
                <a:off x="6019702" y="5108936"/>
                <a:ext cx="88920" cy="19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8D3DC2C-8C2C-AD34-9ED8-2CBE92A6A9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011062" y="5099936"/>
                  <a:ext cx="1065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7CFF7B5-E276-45B9-507D-1E897F063DB6}"/>
              </a:ext>
            </a:extLst>
          </p:cNvPr>
          <p:cNvGrpSpPr/>
          <p:nvPr/>
        </p:nvGrpSpPr>
        <p:grpSpPr>
          <a:xfrm>
            <a:off x="2467582" y="5120456"/>
            <a:ext cx="500400" cy="307080"/>
            <a:chOff x="2467582" y="5120456"/>
            <a:chExt cx="50040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E8F655E-2244-87BF-E913-AC6B549B94BB}"/>
                    </a:ext>
                  </a:extLst>
                </p14:cNvPr>
                <p14:cNvContentPartPr/>
                <p14:nvPr/>
              </p14:nvContentPartPr>
              <p14:xfrm>
                <a:off x="2789782" y="5163296"/>
                <a:ext cx="178200" cy="103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E8F655E-2244-87BF-E913-AC6B549B94B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780782" y="5154656"/>
                  <a:ext cx="195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02E5E56-2174-13FC-D43C-7B33477FD212}"/>
                    </a:ext>
                  </a:extLst>
                </p14:cNvPr>
                <p14:cNvContentPartPr/>
                <p14:nvPr/>
              </p14:nvContentPartPr>
              <p14:xfrm>
                <a:off x="2821462" y="5169776"/>
                <a:ext cx="81720" cy="96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02E5E56-2174-13FC-D43C-7B33477FD2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12822" y="5161136"/>
                  <a:ext cx="99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B7ECD6-454B-9B27-BA93-A9C5C5884E26}"/>
                    </a:ext>
                  </a:extLst>
                </p14:cNvPr>
                <p14:cNvContentPartPr/>
                <p14:nvPr/>
              </p14:nvContentPartPr>
              <p14:xfrm>
                <a:off x="2555422" y="5222696"/>
                <a:ext cx="246240" cy="139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B7ECD6-454B-9B27-BA93-A9C5C5884E2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46782" y="5213696"/>
                  <a:ext cx="263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D557D7B-EDA2-74CE-3D98-4334F6E595B5}"/>
                    </a:ext>
                  </a:extLst>
                </p14:cNvPr>
                <p14:cNvContentPartPr/>
                <p14:nvPr/>
              </p14:nvContentPartPr>
              <p14:xfrm>
                <a:off x="2530222" y="5342576"/>
                <a:ext cx="80280" cy="47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D557D7B-EDA2-74CE-3D98-4334F6E595B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21222" y="5333936"/>
                  <a:ext cx="97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3CE39DE-04FC-E393-DC24-BEBF9A7356BB}"/>
                    </a:ext>
                  </a:extLst>
                </p14:cNvPr>
                <p14:cNvContentPartPr/>
                <p14:nvPr/>
              </p14:nvContentPartPr>
              <p14:xfrm>
                <a:off x="2467582" y="5369216"/>
                <a:ext cx="73800" cy="39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3CE39DE-04FC-E393-DC24-BEBF9A7356B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58942" y="5360576"/>
                  <a:ext cx="91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06E3F88-4FE8-FBB9-5FE0-BE18CC8D8822}"/>
                    </a:ext>
                  </a:extLst>
                </p14:cNvPr>
                <p14:cNvContentPartPr/>
                <p14:nvPr/>
              </p14:nvContentPartPr>
              <p14:xfrm>
                <a:off x="2663422" y="5321336"/>
                <a:ext cx="69840" cy="106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06E3F88-4FE8-FBB9-5FE0-BE18CC8D882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54422" y="5312696"/>
                  <a:ext cx="87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8233CE5-EE63-E757-D62B-9C6C5B34A1E6}"/>
                    </a:ext>
                  </a:extLst>
                </p14:cNvPr>
                <p14:cNvContentPartPr/>
                <p14:nvPr/>
              </p14:nvContentPartPr>
              <p14:xfrm>
                <a:off x="2832622" y="5311976"/>
                <a:ext cx="113760" cy="9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8233CE5-EE63-E757-D62B-9C6C5B34A1E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823622" y="5302976"/>
                  <a:ext cx="131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FEE80F-69A7-74A3-C27E-7AFFCBC76858}"/>
                    </a:ext>
                  </a:extLst>
                </p14:cNvPr>
                <p14:cNvContentPartPr/>
                <p14:nvPr/>
              </p14:nvContentPartPr>
              <p14:xfrm>
                <a:off x="2884822" y="5353376"/>
                <a:ext cx="23400" cy="2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FEE80F-69A7-74A3-C27E-7AFFCBC768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75822" y="5344376"/>
                  <a:ext cx="41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9A55CFB-2BC2-C0EC-4876-A82E339E7E7B}"/>
                    </a:ext>
                  </a:extLst>
                </p14:cNvPr>
                <p14:cNvContentPartPr/>
                <p14:nvPr/>
              </p14:nvContentPartPr>
              <p14:xfrm>
                <a:off x="2551462" y="5134496"/>
                <a:ext cx="63360" cy="98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9A55CFB-2BC2-C0EC-4876-A82E339E7E7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542822" y="5125496"/>
                  <a:ext cx="81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5042F8B-879F-014A-7DC5-89677677CCD0}"/>
                    </a:ext>
                  </a:extLst>
                </p14:cNvPr>
                <p14:cNvContentPartPr/>
                <p14:nvPr/>
              </p14:nvContentPartPr>
              <p14:xfrm>
                <a:off x="2865022" y="5120456"/>
                <a:ext cx="22680" cy="91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5042F8B-879F-014A-7DC5-89677677CCD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856382" y="5111456"/>
                  <a:ext cx="4032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2A9639D-7E49-6016-B17C-96241F42C363}"/>
              </a:ext>
            </a:extLst>
          </p:cNvPr>
          <p:cNvGrpSpPr/>
          <p:nvPr/>
        </p:nvGrpSpPr>
        <p:grpSpPr>
          <a:xfrm>
            <a:off x="9000502" y="4538336"/>
            <a:ext cx="417960" cy="318960"/>
            <a:chOff x="9000502" y="4538336"/>
            <a:chExt cx="41796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4DB1EDF-B550-9E61-4599-E23E011CB348}"/>
                    </a:ext>
                  </a:extLst>
                </p14:cNvPr>
                <p14:cNvContentPartPr/>
                <p14:nvPr/>
              </p14:nvContentPartPr>
              <p14:xfrm>
                <a:off x="9035782" y="4538336"/>
                <a:ext cx="92520" cy="318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4DB1EDF-B550-9E61-4599-E23E011CB34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026782" y="4529336"/>
                  <a:ext cx="110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0056C54-A136-CC84-27EC-1427D06B2B9C}"/>
                    </a:ext>
                  </a:extLst>
                </p14:cNvPr>
                <p14:cNvContentPartPr/>
                <p14:nvPr/>
              </p14:nvContentPartPr>
              <p14:xfrm>
                <a:off x="9000502" y="4719416"/>
                <a:ext cx="138240" cy="38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0056C54-A136-CC84-27EC-1427D06B2B9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991862" y="4710776"/>
                  <a:ext cx="155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B824D2D-C9AD-0B95-1CEB-B923A8F7DB13}"/>
                    </a:ext>
                  </a:extLst>
                </p14:cNvPr>
                <p14:cNvContentPartPr/>
                <p14:nvPr/>
              </p14:nvContentPartPr>
              <p14:xfrm>
                <a:off x="9162502" y="4697096"/>
                <a:ext cx="157320" cy="108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B824D2D-C9AD-0B95-1CEB-B923A8F7DB1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53862" y="4688096"/>
                  <a:ext cx="174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13BF4CB-46D2-B3B9-9D79-E7B2C745E760}"/>
                    </a:ext>
                  </a:extLst>
                </p14:cNvPr>
                <p14:cNvContentPartPr/>
                <p14:nvPr/>
              </p14:nvContentPartPr>
              <p14:xfrm>
                <a:off x="9365902" y="4678016"/>
                <a:ext cx="52560" cy="123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13BF4CB-46D2-B3B9-9D79-E7B2C745E76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357262" y="4669016"/>
                  <a:ext cx="7020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2D39818-6AA3-DB34-3CC5-BC311BE5676E}"/>
              </a:ext>
            </a:extLst>
          </p:cNvPr>
          <p:cNvGrpSpPr/>
          <p:nvPr/>
        </p:nvGrpSpPr>
        <p:grpSpPr>
          <a:xfrm>
            <a:off x="9629062" y="4418456"/>
            <a:ext cx="1552680" cy="351720"/>
            <a:chOff x="9629062" y="4418456"/>
            <a:chExt cx="155268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685041F-B163-5A48-8CC4-1E23B3D46696}"/>
                    </a:ext>
                  </a:extLst>
                </p14:cNvPr>
                <p14:cNvContentPartPr/>
                <p14:nvPr/>
              </p14:nvContentPartPr>
              <p14:xfrm>
                <a:off x="9629062" y="4656056"/>
                <a:ext cx="254160" cy="114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685041F-B163-5A48-8CC4-1E23B3D4669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620422" y="4647056"/>
                  <a:ext cx="271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D7E8290-9045-EA8C-4D81-27D490B55275}"/>
                    </a:ext>
                  </a:extLst>
                </p14:cNvPr>
                <p14:cNvContentPartPr/>
                <p14:nvPr/>
              </p14:nvContentPartPr>
              <p14:xfrm>
                <a:off x="9910582" y="4531496"/>
                <a:ext cx="240480" cy="2271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D7E8290-9045-EA8C-4D81-27D490B5527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901582" y="4522496"/>
                  <a:ext cx="258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DAD7461-216E-8602-5723-8E0A92CFC532}"/>
                    </a:ext>
                  </a:extLst>
                </p14:cNvPr>
                <p14:cNvContentPartPr/>
                <p14:nvPr/>
              </p14:nvContentPartPr>
              <p14:xfrm>
                <a:off x="10244302" y="4674776"/>
                <a:ext cx="85320" cy="9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DAD7461-216E-8602-5723-8E0A92CFC53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35302" y="4665776"/>
                  <a:ext cx="102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F479D6C-DBE7-6C1C-280B-89FD5637C24A}"/>
                    </a:ext>
                  </a:extLst>
                </p14:cNvPr>
                <p14:cNvContentPartPr/>
                <p14:nvPr/>
              </p14:nvContentPartPr>
              <p14:xfrm>
                <a:off x="10355902" y="4635536"/>
                <a:ext cx="113040" cy="1072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F479D6C-DBE7-6C1C-280B-89FD5637C24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347262" y="4626896"/>
                  <a:ext cx="130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E286715-B7FB-4C27-F25A-EEB5A12DBAE0}"/>
                    </a:ext>
                  </a:extLst>
                </p14:cNvPr>
                <p14:cNvContentPartPr/>
                <p14:nvPr/>
              </p14:nvContentPartPr>
              <p14:xfrm>
                <a:off x="10517902" y="4507016"/>
                <a:ext cx="374400" cy="219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E286715-B7FB-4C27-F25A-EEB5A12DBAE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509262" y="4498376"/>
                  <a:ext cx="39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C0AB2DC-C163-0FBF-3100-DE39642E0BC2}"/>
                    </a:ext>
                  </a:extLst>
                </p14:cNvPr>
                <p14:cNvContentPartPr/>
                <p14:nvPr/>
              </p14:nvContentPartPr>
              <p14:xfrm>
                <a:off x="10947022" y="4615736"/>
                <a:ext cx="57240" cy="137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C0AB2DC-C163-0FBF-3100-DE39642E0BC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938022" y="4607096"/>
                  <a:ext cx="74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31035E-D8B6-EFB5-F47D-6E28F39E6590}"/>
                    </a:ext>
                  </a:extLst>
                </p14:cNvPr>
                <p14:cNvContentPartPr/>
                <p14:nvPr/>
              </p14:nvContentPartPr>
              <p14:xfrm>
                <a:off x="11084182" y="4418456"/>
                <a:ext cx="97560" cy="266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31035E-D8B6-EFB5-F47D-6E28F39E659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75542" y="4409816"/>
                  <a:ext cx="1152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56486AD-5DA4-38F4-D1B9-7963DB6EFCFC}"/>
              </a:ext>
            </a:extLst>
          </p:cNvPr>
          <p:cNvGrpSpPr/>
          <p:nvPr/>
        </p:nvGrpSpPr>
        <p:grpSpPr>
          <a:xfrm>
            <a:off x="9210742" y="4951256"/>
            <a:ext cx="603360" cy="401400"/>
            <a:chOff x="9210742" y="4951256"/>
            <a:chExt cx="6033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0078BBA-D78B-7787-7793-B69AE429B7F2}"/>
                    </a:ext>
                  </a:extLst>
                </p14:cNvPr>
                <p14:cNvContentPartPr/>
                <p14:nvPr/>
              </p14:nvContentPartPr>
              <p14:xfrm>
                <a:off x="9210742" y="5116856"/>
                <a:ext cx="133560" cy="946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0078BBA-D78B-7787-7793-B69AE429B7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201742" y="5107856"/>
                  <a:ext cx="151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3FD85B3-922B-58C7-3B2A-ACEFAC27A792}"/>
                    </a:ext>
                  </a:extLst>
                </p14:cNvPr>
                <p14:cNvContentPartPr/>
                <p14:nvPr/>
              </p14:nvContentPartPr>
              <p14:xfrm>
                <a:off x="9329902" y="5134496"/>
                <a:ext cx="80640" cy="74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3FD85B3-922B-58C7-3B2A-ACEFAC27A7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320902" y="5125496"/>
                  <a:ext cx="98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6EDFC70-61D5-DD04-E4DB-EB5E5A63AD85}"/>
                    </a:ext>
                  </a:extLst>
                </p14:cNvPr>
                <p14:cNvContentPartPr/>
                <p14:nvPr/>
              </p14:nvContentPartPr>
              <p14:xfrm>
                <a:off x="9451582" y="5071856"/>
                <a:ext cx="144720" cy="138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6EDFC70-61D5-DD04-E4DB-EB5E5A63AD8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442582" y="5062856"/>
                  <a:ext cx="162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3EDBD4-8208-757D-4272-FDA055DD72D8}"/>
                    </a:ext>
                  </a:extLst>
                </p14:cNvPr>
                <p14:cNvContentPartPr/>
                <p14:nvPr/>
              </p14:nvContentPartPr>
              <p14:xfrm>
                <a:off x="9608182" y="4951256"/>
                <a:ext cx="120240" cy="401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3EDBD4-8208-757D-4272-FDA055DD72D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99542" y="4942616"/>
                  <a:ext cx="1378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6EC16FD-56E2-542F-6544-E0C3CDF41B31}"/>
                    </a:ext>
                  </a:extLst>
                </p14:cNvPr>
                <p14:cNvContentPartPr/>
                <p14:nvPr/>
              </p14:nvContentPartPr>
              <p14:xfrm>
                <a:off x="9583702" y="5159696"/>
                <a:ext cx="108000" cy="55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6EC16FD-56E2-542F-6544-E0C3CDF41B3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74702" y="5150696"/>
                  <a:ext cx="125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649F495-A09C-2162-57E5-A2A58ADF1B2C}"/>
                    </a:ext>
                  </a:extLst>
                </p14:cNvPr>
                <p14:cNvContentPartPr/>
                <p14:nvPr/>
              </p14:nvContentPartPr>
              <p14:xfrm>
                <a:off x="9729862" y="4996976"/>
                <a:ext cx="81720" cy="299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649F495-A09C-2162-57E5-A2A58ADF1B2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721222" y="4988336"/>
                  <a:ext cx="99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440427C-91F6-2BB1-D128-8B638915BAA6}"/>
                    </a:ext>
                  </a:extLst>
                </p14:cNvPr>
                <p14:cNvContentPartPr/>
                <p14:nvPr/>
              </p14:nvContentPartPr>
              <p14:xfrm>
                <a:off x="9691342" y="5178056"/>
                <a:ext cx="122760" cy="216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440427C-91F6-2BB1-D128-8B638915BAA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82702" y="5169056"/>
                  <a:ext cx="1404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65351D6-A27E-E792-4ED2-F9DEE4DE329A}"/>
              </a:ext>
            </a:extLst>
          </p:cNvPr>
          <p:cNvGrpSpPr/>
          <p:nvPr/>
        </p:nvGrpSpPr>
        <p:grpSpPr>
          <a:xfrm>
            <a:off x="10004902" y="4957736"/>
            <a:ext cx="176040" cy="333360"/>
            <a:chOff x="10004902" y="4957736"/>
            <a:chExt cx="17604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01A49D9-0FC9-5A2B-60A3-F568E355FE86}"/>
                    </a:ext>
                  </a:extLst>
                </p14:cNvPr>
                <p14:cNvContentPartPr/>
                <p14:nvPr/>
              </p14:nvContentPartPr>
              <p14:xfrm>
                <a:off x="10004902" y="5115416"/>
                <a:ext cx="59760" cy="67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01A49D9-0FC9-5A2B-60A3-F568E355FE8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995902" y="5106776"/>
                  <a:ext cx="77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E7B8FE4-49BF-5BA6-D510-3FC5B8B9EB01}"/>
                    </a:ext>
                  </a:extLst>
                </p14:cNvPr>
                <p14:cNvContentPartPr/>
                <p14:nvPr/>
              </p14:nvContentPartPr>
              <p14:xfrm>
                <a:off x="10125502" y="4957736"/>
                <a:ext cx="55440" cy="333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E7B8FE4-49BF-5BA6-D510-3FC5B8B9EB0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16502" y="4948736"/>
                  <a:ext cx="730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6CCBD6D-DA25-97D4-AF70-4C0219BE77F6}"/>
                    </a:ext>
                  </a:extLst>
                </p14:cNvPr>
                <p14:cNvContentPartPr/>
                <p14:nvPr/>
              </p14:nvContentPartPr>
              <p14:xfrm>
                <a:off x="10109662" y="5167256"/>
                <a:ext cx="71280" cy="16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6CCBD6D-DA25-97D4-AF70-4C0219BE77F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01022" y="5158256"/>
                  <a:ext cx="889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F666C97-6841-35E2-9450-3623276B88EE}"/>
              </a:ext>
            </a:extLst>
          </p:cNvPr>
          <p:cNvGrpSpPr/>
          <p:nvPr/>
        </p:nvGrpSpPr>
        <p:grpSpPr>
          <a:xfrm>
            <a:off x="10446262" y="4986536"/>
            <a:ext cx="480240" cy="322920"/>
            <a:chOff x="10446262" y="4986536"/>
            <a:chExt cx="48024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267329B-A527-5055-6BFB-D3E269B18562}"/>
                    </a:ext>
                  </a:extLst>
                </p14:cNvPr>
                <p14:cNvContentPartPr/>
                <p14:nvPr/>
              </p14:nvContentPartPr>
              <p14:xfrm>
                <a:off x="10446262" y="4986536"/>
                <a:ext cx="69120" cy="226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267329B-A527-5055-6BFB-D3E269B1856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37622" y="4977536"/>
                  <a:ext cx="86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778E567-0893-41E3-1B98-4B42AC70E5E9}"/>
                    </a:ext>
                  </a:extLst>
                </p14:cNvPr>
                <p14:cNvContentPartPr/>
                <p14:nvPr/>
              </p14:nvContentPartPr>
              <p14:xfrm>
                <a:off x="10478302" y="5004176"/>
                <a:ext cx="159480" cy="202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778E567-0893-41E3-1B98-4B42AC70E5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469302" y="4995536"/>
                  <a:ext cx="177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9C976F8-FC8B-72D6-FB1F-7E3617AEB368}"/>
                    </a:ext>
                  </a:extLst>
                </p14:cNvPr>
                <p14:cNvContentPartPr/>
                <p14:nvPr/>
              </p14:nvContentPartPr>
              <p14:xfrm>
                <a:off x="10696102" y="5158256"/>
                <a:ext cx="99360" cy="96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9C976F8-FC8B-72D6-FB1F-7E3617AEB36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687102" y="5149256"/>
                  <a:ext cx="117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AA52BB8-1248-A377-2CEA-542D23376765}"/>
                    </a:ext>
                  </a:extLst>
                </p14:cNvPr>
                <p14:cNvContentPartPr/>
                <p14:nvPr/>
              </p14:nvContentPartPr>
              <p14:xfrm>
                <a:off x="10846222" y="5135576"/>
                <a:ext cx="80280" cy="173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AA52BB8-1248-A377-2CEA-542D2337676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837222" y="5126936"/>
                  <a:ext cx="9792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7A7904BC-3F78-7536-ACC1-141253B05134}"/>
                  </a:ext>
                </a:extLst>
              </p14:cNvPr>
              <p14:cNvContentPartPr/>
              <p14:nvPr/>
            </p14:nvContentPartPr>
            <p14:xfrm>
              <a:off x="3465862" y="5995976"/>
              <a:ext cx="169920" cy="14544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7A7904BC-3F78-7536-ACC1-141253B05134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3457222" y="5986976"/>
                <a:ext cx="18756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0D27CFF-F04E-74D0-4737-6FC5E71A6ECC}"/>
              </a:ext>
            </a:extLst>
          </p:cNvPr>
          <p:cNvGrpSpPr/>
          <p:nvPr/>
        </p:nvGrpSpPr>
        <p:grpSpPr>
          <a:xfrm>
            <a:off x="3167782" y="5865656"/>
            <a:ext cx="485640" cy="279000"/>
            <a:chOff x="3167782" y="5865656"/>
            <a:chExt cx="48564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13FBB3B-A59A-6992-39D6-AFC9BD453509}"/>
                    </a:ext>
                  </a:extLst>
                </p14:cNvPr>
                <p14:cNvContentPartPr/>
                <p14:nvPr/>
              </p14:nvContentPartPr>
              <p14:xfrm>
                <a:off x="3167782" y="5865656"/>
                <a:ext cx="356400" cy="1760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13FBB3B-A59A-6992-39D6-AFC9BD4535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158782" y="5856656"/>
                  <a:ext cx="374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26876FC-74EB-71CA-1516-ECBF1B1F22C6}"/>
                    </a:ext>
                  </a:extLst>
                </p14:cNvPr>
                <p14:cNvContentPartPr/>
                <p14:nvPr/>
              </p14:nvContentPartPr>
              <p14:xfrm>
                <a:off x="3493942" y="6011816"/>
                <a:ext cx="159480" cy="1328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26876FC-74EB-71CA-1516-ECBF1B1F22C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485302" y="6003176"/>
                  <a:ext cx="1771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C520CF4-16FD-F239-2412-8114E2F51F4B}"/>
              </a:ext>
            </a:extLst>
          </p:cNvPr>
          <p:cNvGrpSpPr/>
          <p:nvPr/>
        </p:nvGrpSpPr>
        <p:grpSpPr>
          <a:xfrm>
            <a:off x="2471902" y="5475416"/>
            <a:ext cx="919440" cy="511560"/>
            <a:chOff x="2471902" y="5475416"/>
            <a:chExt cx="91944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4D443F8-776E-F6C7-1DE8-4A72AF77D633}"/>
                    </a:ext>
                  </a:extLst>
                </p14:cNvPr>
                <p14:cNvContentPartPr/>
                <p14:nvPr/>
              </p14:nvContentPartPr>
              <p14:xfrm>
                <a:off x="2803102" y="5670176"/>
                <a:ext cx="120240" cy="59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4D443F8-776E-F6C7-1DE8-4A72AF77D63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794102" y="5661536"/>
                  <a:ext cx="137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952E17D-3385-8901-5682-B2AB8DBEEBBA}"/>
                    </a:ext>
                  </a:extLst>
                </p14:cNvPr>
                <p14:cNvContentPartPr/>
                <p14:nvPr/>
              </p14:nvContentPartPr>
              <p14:xfrm>
                <a:off x="2798062" y="5659736"/>
                <a:ext cx="120960" cy="1026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952E17D-3385-8901-5682-B2AB8DBEEBB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789422" y="5650736"/>
                  <a:ext cx="138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FB00748-DF98-CB42-919C-9ABA39CC2F7A}"/>
                    </a:ext>
                  </a:extLst>
                </p14:cNvPr>
                <p14:cNvContentPartPr/>
                <p14:nvPr/>
              </p14:nvContentPartPr>
              <p14:xfrm>
                <a:off x="2471902" y="5475416"/>
                <a:ext cx="351720" cy="2127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FB00748-DF98-CB42-919C-9ABA39CC2F7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462902" y="5466776"/>
                  <a:ext cx="369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FB09ECD-8069-CD15-35AD-159A2B3F702E}"/>
                    </a:ext>
                  </a:extLst>
                </p14:cNvPr>
                <p14:cNvContentPartPr/>
                <p14:nvPr/>
              </p14:nvContentPartPr>
              <p14:xfrm>
                <a:off x="2934502" y="5732816"/>
                <a:ext cx="456840" cy="2541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FB09ECD-8069-CD15-35AD-159A2B3F702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925502" y="5723816"/>
                  <a:ext cx="474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9EDC766-7A4E-B666-9B06-25E9BA2A5A8F}"/>
                    </a:ext>
                  </a:extLst>
                </p14:cNvPr>
                <p14:cNvContentPartPr/>
                <p14:nvPr/>
              </p14:nvContentPartPr>
              <p14:xfrm>
                <a:off x="2838742" y="5620856"/>
                <a:ext cx="64800" cy="173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9EDC766-7A4E-B666-9B06-25E9BA2A5A8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829742" y="5612216"/>
                  <a:ext cx="824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9D6106C4-7446-3757-0269-2C0C0EE83A68}"/>
              </a:ext>
            </a:extLst>
          </p:cNvPr>
          <p:cNvGrpSpPr/>
          <p:nvPr/>
        </p:nvGrpSpPr>
        <p:grpSpPr>
          <a:xfrm>
            <a:off x="4059502" y="6073016"/>
            <a:ext cx="361080" cy="135720"/>
            <a:chOff x="4059502" y="6073016"/>
            <a:chExt cx="36108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504197C-F9EC-2B39-2DD6-787F74FC1DB8}"/>
                    </a:ext>
                  </a:extLst>
                </p14:cNvPr>
                <p14:cNvContentPartPr/>
                <p14:nvPr/>
              </p14:nvContentPartPr>
              <p14:xfrm>
                <a:off x="4077502" y="6150416"/>
                <a:ext cx="343080" cy="44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504197C-F9EC-2B39-2DD6-787F74FC1DB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068502" y="6141416"/>
                  <a:ext cx="360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17B785E-9097-8434-91B9-FC9F9AB03523}"/>
                    </a:ext>
                  </a:extLst>
                </p14:cNvPr>
                <p14:cNvContentPartPr/>
                <p14:nvPr/>
              </p14:nvContentPartPr>
              <p14:xfrm>
                <a:off x="4059502" y="6073016"/>
                <a:ext cx="156600" cy="135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17B785E-9097-8434-91B9-FC9F9AB0352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050502" y="6064376"/>
                  <a:ext cx="17424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F34CB7A-DEC3-66B3-5F67-859527437497}"/>
              </a:ext>
            </a:extLst>
          </p:cNvPr>
          <p:cNvGrpSpPr/>
          <p:nvPr/>
        </p:nvGrpSpPr>
        <p:grpSpPr>
          <a:xfrm>
            <a:off x="4681582" y="5949536"/>
            <a:ext cx="1363680" cy="403560"/>
            <a:chOff x="4681582" y="5949536"/>
            <a:chExt cx="136368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7B0703A-B968-BBDF-8BD3-83A838177659}"/>
                    </a:ext>
                  </a:extLst>
                </p14:cNvPr>
                <p14:cNvContentPartPr/>
                <p14:nvPr/>
              </p14:nvContentPartPr>
              <p14:xfrm>
                <a:off x="4681582" y="6145376"/>
                <a:ext cx="112680" cy="91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7B0703A-B968-BBDF-8BD3-83A83817765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672942" y="6136376"/>
                  <a:ext cx="130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AE07604-58A6-2B16-6BB1-2C87EFEA41B8}"/>
                    </a:ext>
                  </a:extLst>
                </p14:cNvPr>
                <p14:cNvContentPartPr/>
                <p14:nvPr/>
              </p14:nvContentPartPr>
              <p14:xfrm>
                <a:off x="4848982" y="6150416"/>
                <a:ext cx="86040" cy="65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AE07604-58A6-2B16-6BB1-2C87EFEA41B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839982" y="6141416"/>
                  <a:ext cx="103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3E58858-5D65-DC1D-E243-91CAD323E807}"/>
                    </a:ext>
                  </a:extLst>
                </p14:cNvPr>
                <p14:cNvContentPartPr/>
                <p14:nvPr/>
              </p14:nvContentPartPr>
              <p14:xfrm>
                <a:off x="5034382" y="6179216"/>
                <a:ext cx="265680" cy="45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3E58858-5D65-DC1D-E243-91CAD323E80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025382" y="6170216"/>
                  <a:ext cx="283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1DA898-3D9A-0D61-B322-C5E1244A3DCE}"/>
                    </a:ext>
                  </a:extLst>
                </p14:cNvPr>
                <p14:cNvContentPartPr/>
                <p14:nvPr/>
              </p14:nvContentPartPr>
              <p14:xfrm>
                <a:off x="5378182" y="6124136"/>
                <a:ext cx="170640" cy="2289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1DA898-3D9A-0D61-B322-C5E1244A3DC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369542" y="6115496"/>
                  <a:ext cx="188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4CFF7D8-D047-B141-45EF-9C8EB5F9A2CD}"/>
                    </a:ext>
                  </a:extLst>
                </p14:cNvPr>
                <p14:cNvContentPartPr/>
                <p14:nvPr/>
              </p14:nvContentPartPr>
              <p14:xfrm>
                <a:off x="5463502" y="6198656"/>
                <a:ext cx="38880" cy="82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4CFF7D8-D047-B141-45EF-9C8EB5F9A2C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454862" y="6189656"/>
                  <a:ext cx="56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D9A4E76-62D3-8D55-399A-E261A772B6D4}"/>
                    </a:ext>
                  </a:extLst>
                </p14:cNvPr>
                <p14:cNvContentPartPr/>
                <p14:nvPr/>
              </p14:nvContentPartPr>
              <p14:xfrm>
                <a:off x="5597782" y="5949536"/>
                <a:ext cx="300240" cy="271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D9A4E76-62D3-8D55-399A-E261A772B6D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589142" y="5940536"/>
                  <a:ext cx="317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10AAF60-F7B1-0050-232D-11CFD65773A2}"/>
                    </a:ext>
                  </a:extLst>
                </p14:cNvPr>
                <p14:cNvContentPartPr/>
                <p14:nvPr/>
              </p14:nvContentPartPr>
              <p14:xfrm>
                <a:off x="5879662" y="6108296"/>
                <a:ext cx="165600" cy="849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10AAF60-F7B1-0050-232D-11CFD65773A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70662" y="6099296"/>
                  <a:ext cx="183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64116CD-86F6-8CEA-196D-0CD2AAA6162A}"/>
                    </a:ext>
                  </a:extLst>
                </p14:cNvPr>
                <p14:cNvContentPartPr/>
                <p14:nvPr/>
              </p14:nvContentPartPr>
              <p14:xfrm>
                <a:off x="5961382" y="6124136"/>
                <a:ext cx="62280" cy="799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64116CD-86F6-8CEA-196D-0CD2AAA6162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52382" y="6115496"/>
                  <a:ext cx="7992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7AA77030-767D-66DC-FB97-A270635E00C8}"/>
                  </a:ext>
                </a:extLst>
              </p14:cNvPr>
              <p14:cNvContentPartPr/>
              <p14:nvPr/>
            </p14:nvContentPartPr>
            <p14:xfrm>
              <a:off x="6783262" y="6039176"/>
              <a:ext cx="360" cy="3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7AA77030-767D-66DC-FB97-A270635E00C8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6774622" y="60301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3458D728-2220-571C-BDAE-1E78B887EB63}"/>
              </a:ext>
            </a:extLst>
          </p:cNvPr>
          <p:cNvGrpSpPr/>
          <p:nvPr/>
        </p:nvGrpSpPr>
        <p:grpSpPr>
          <a:xfrm>
            <a:off x="6324622" y="6132776"/>
            <a:ext cx="592200" cy="285480"/>
            <a:chOff x="6324622" y="6132776"/>
            <a:chExt cx="59220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3D89331-2D22-77D2-6AEC-E9048E126682}"/>
                    </a:ext>
                  </a:extLst>
                </p14:cNvPr>
                <p14:cNvContentPartPr/>
                <p14:nvPr/>
              </p14:nvContentPartPr>
              <p14:xfrm>
                <a:off x="6324622" y="6132776"/>
                <a:ext cx="92160" cy="99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3D89331-2D22-77D2-6AEC-E9048E12668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315622" y="6123776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AA5EF5E-9983-B361-4C51-DF8140668B09}"/>
                    </a:ext>
                  </a:extLst>
                </p14:cNvPr>
                <p14:cNvContentPartPr/>
                <p14:nvPr/>
              </p14:nvContentPartPr>
              <p14:xfrm>
                <a:off x="6449542" y="6134936"/>
                <a:ext cx="94320" cy="74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AA5EF5E-9983-B361-4C51-DF8140668B0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0542" y="6125936"/>
                  <a:ext cx="111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5C7FF64-A29D-68C3-12E4-565A80D08EDE}"/>
                    </a:ext>
                  </a:extLst>
                </p14:cNvPr>
                <p14:cNvContentPartPr/>
                <p14:nvPr/>
              </p14:nvContentPartPr>
              <p14:xfrm>
                <a:off x="6586702" y="6166616"/>
                <a:ext cx="107280" cy="64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5C7FF64-A29D-68C3-12E4-565A80D08ED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77702" y="6157976"/>
                  <a:ext cx="124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2398B88-AA1D-63C9-76F8-99C32A24B918}"/>
                    </a:ext>
                  </a:extLst>
                </p14:cNvPr>
                <p14:cNvContentPartPr/>
                <p14:nvPr/>
              </p14:nvContentPartPr>
              <p14:xfrm>
                <a:off x="6834742" y="6160856"/>
                <a:ext cx="82080" cy="257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2398B88-AA1D-63C9-76F8-99C32A24B91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825742" y="6152216"/>
                  <a:ext cx="99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1E45BBE-FF69-5293-CAE3-65DD8910603F}"/>
                    </a:ext>
                  </a:extLst>
                </p14:cNvPr>
                <p14:cNvContentPartPr/>
                <p14:nvPr/>
              </p14:nvContentPartPr>
              <p14:xfrm>
                <a:off x="6692902" y="6187856"/>
                <a:ext cx="46440" cy="370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1E45BBE-FF69-5293-CAE3-65DD8910603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684262" y="6179216"/>
                  <a:ext cx="640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0BE60C11-EC35-429B-B30D-2FFB2701640A}"/>
              </a:ext>
            </a:extLst>
          </p:cNvPr>
          <p:cNvGrpSpPr/>
          <p:nvPr/>
        </p:nvGrpSpPr>
        <p:grpSpPr>
          <a:xfrm>
            <a:off x="7995382" y="5743256"/>
            <a:ext cx="935640" cy="238680"/>
            <a:chOff x="7995382" y="5743256"/>
            <a:chExt cx="93564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1EA04D3-A905-B99E-397B-B0458D219966}"/>
                    </a:ext>
                  </a:extLst>
                </p14:cNvPr>
                <p14:cNvContentPartPr/>
                <p14:nvPr/>
              </p14:nvContentPartPr>
              <p14:xfrm>
                <a:off x="7995382" y="5810576"/>
                <a:ext cx="226800" cy="171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1EA04D3-A905-B99E-397B-B0458D21996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986742" y="5801576"/>
                  <a:ext cx="244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2B1EFDF-5BBC-F18E-7282-19C239AE0E3D}"/>
                    </a:ext>
                  </a:extLst>
                </p14:cNvPr>
                <p14:cNvContentPartPr/>
                <p14:nvPr/>
              </p14:nvContentPartPr>
              <p14:xfrm>
                <a:off x="8064502" y="5843696"/>
                <a:ext cx="333720" cy="104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2B1EFDF-5BBC-F18E-7282-19C239AE0E3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055862" y="5834696"/>
                  <a:ext cx="351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48C8C60-2BEE-9423-1B2B-9ABD0B1690E7}"/>
                    </a:ext>
                  </a:extLst>
                </p14:cNvPr>
                <p14:cNvContentPartPr/>
                <p14:nvPr/>
              </p14:nvContentPartPr>
              <p14:xfrm>
                <a:off x="8459062" y="5884016"/>
                <a:ext cx="90360" cy="550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48C8C60-2BEE-9423-1B2B-9ABD0B1690E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450422" y="5875016"/>
                  <a:ext cx="108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047E5D4-10BF-E2D3-CDFA-F8B30242B6DE}"/>
                    </a:ext>
                  </a:extLst>
                </p14:cNvPr>
                <p14:cNvContentPartPr/>
                <p14:nvPr/>
              </p14:nvContentPartPr>
              <p14:xfrm>
                <a:off x="8761102" y="5868896"/>
                <a:ext cx="36720" cy="69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047E5D4-10BF-E2D3-CDFA-F8B30242B6D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752102" y="5860256"/>
                  <a:ext cx="54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FB6CE69-F379-D369-9E2E-8B3449B3AF7C}"/>
                    </a:ext>
                  </a:extLst>
                </p14:cNvPr>
                <p14:cNvContentPartPr/>
                <p14:nvPr/>
              </p14:nvContentPartPr>
              <p14:xfrm>
                <a:off x="8707822" y="5743256"/>
                <a:ext cx="3600" cy="3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FB6CE69-F379-D369-9E2E-8B3449B3AF7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99182" y="573425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CAFB15B-F1AC-AA55-0E7C-CEC8F613919E}"/>
                    </a:ext>
                  </a:extLst>
                </p14:cNvPr>
                <p14:cNvContentPartPr/>
                <p14:nvPr/>
              </p14:nvContentPartPr>
              <p14:xfrm>
                <a:off x="8799262" y="5801576"/>
                <a:ext cx="131760" cy="1584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CAFB15B-F1AC-AA55-0E7C-CEC8F613919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790622" y="5792936"/>
                  <a:ext cx="14940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E1B58803-01A6-F9DC-9F51-241E3F9C6DE9}"/>
              </a:ext>
            </a:extLst>
          </p:cNvPr>
          <p:cNvGrpSpPr/>
          <p:nvPr/>
        </p:nvGrpSpPr>
        <p:grpSpPr>
          <a:xfrm>
            <a:off x="9121822" y="5599256"/>
            <a:ext cx="1673280" cy="384120"/>
            <a:chOff x="9121822" y="5599256"/>
            <a:chExt cx="167328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9BC3BCD-37F0-A6D2-CA6E-B57EA154110C}"/>
                    </a:ext>
                  </a:extLst>
                </p14:cNvPr>
                <p14:cNvContentPartPr/>
                <p14:nvPr/>
              </p14:nvContentPartPr>
              <p14:xfrm>
                <a:off x="9121822" y="5821736"/>
                <a:ext cx="185760" cy="1281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9BC3BCD-37F0-A6D2-CA6E-B57EA154110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112822" y="5812736"/>
                  <a:ext cx="203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51D4B5D-8970-C7EB-2CFA-896C5CE5A58C}"/>
                    </a:ext>
                  </a:extLst>
                </p14:cNvPr>
                <p14:cNvContentPartPr/>
                <p14:nvPr/>
              </p14:nvContentPartPr>
              <p14:xfrm>
                <a:off x="9460222" y="5785376"/>
                <a:ext cx="261360" cy="150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51D4B5D-8970-C7EB-2CFA-896C5CE5A58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451582" y="5776736"/>
                  <a:ext cx="279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86A253B-2564-59AB-ECF0-7ED400296C0F}"/>
                    </a:ext>
                  </a:extLst>
                </p14:cNvPr>
                <p14:cNvContentPartPr/>
                <p14:nvPr/>
              </p14:nvContentPartPr>
              <p14:xfrm>
                <a:off x="9740302" y="5813816"/>
                <a:ext cx="211320" cy="108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86A253B-2564-59AB-ECF0-7ED400296C0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731662" y="5805176"/>
                  <a:ext cx="228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7C834B0-3CB5-A941-036D-61295B846E29}"/>
                    </a:ext>
                  </a:extLst>
                </p14:cNvPr>
                <p14:cNvContentPartPr/>
                <p14:nvPr/>
              </p14:nvContentPartPr>
              <p14:xfrm>
                <a:off x="9865942" y="5730656"/>
                <a:ext cx="1440" cy="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7C834B0-3CB5-A941-036D-61295B846E2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56942" y="572201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0B040FC-A8FD-B905-5586-B033FD71D514}"/>
                    </a:ext>
                  </a:extLst>
                </p14:cNvPr>
                <p14:cNvContentPartPr/>
                <p14:nvPr/>
              </p14:nvContentPartPr>
              <p14:xfrm>
                <a:off x="9987982" y="5808776"/>
                <a:ext cx="96120" cy="1746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0B040FC-A8FD-B905-5586-B033FD71D51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978982" y="5800136"/>
                  <a:ext cx="113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1609DE1-4FBB-0608-711D-F00BFE7519D1}"/>
                    </a:ext>
                  </a:extLst>
                </p14:cNvPr>
                <p14:cNvContentPartPr/>
                <p14:nvPr/>
              </p14:nvContentPartPr>
              <p14:xfrm>
                <a:off x="10137022" y="5773496"/>
                <a:ext cx="56520" cy="1314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1609DE1-4FBB-0608-711D-F00BFE7519D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128382" y="5764856"/>
                  <a:ext cx="74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4E309F5-1616-2199-85C2-3DA13AC3C9D3}"/>
                    </a:ext>
                  </a:extLst>
                </p14:cNvPr>
                <p14:cNvContentPartPr/>
                <p14:nvPr/>
              </p14:nvContentPartPr>
              <p14:xfrm>
                <a:off x="10241062" y="5807336"/>
                <a:ext cx="109800" cy="1058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4E309F5-1616-2199-85C2-3DA13AC3C9D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232062" y="579833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9DC67A4-B705-7C72-15B8-3DE19D3970BE}"/>
                    </a:ext>
                  </a:extLst>
                </p14:cNvPr>
                <p14:cNvContentPartPr/>
                <p14:nvPr/>
              </p14:nvContentPartPr>
              <p14:xfrm>
                <a:off x="10414942" y="5821016"/>
                <a:ext cx="100800" cy="1026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9DC67A4-B705-7C72-15B8-3DE19D3970B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405942" y="5812376"/>
                  <a:ext cx="118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62BA616-5ED9-9776-A2D5-4A3307F0D8CD}"/>
                    </a:ext>
                  </a:extLst>
                </p14:cNvPr>
                <p14:cNvContentPartPr/>
                <p14:nvPr/>
              </p14:nvContentPartPr>
              <p14:xfrm>
                <a:off x="10549582" y="5599256"/>
                <a:ext cx="245520" cy="3016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62BA616-5ED9-9776-A2D5-4A3307F0D8C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540942" y="5590616"/>
                  <a:ext cx="26316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184F45D-2927-92F4-9F4F-DB89E9201C5B}"/>
              </a:ext>
            </a:extLst>
          </p:cNvPr>
          <p:cNvGrpSpPr/>
          <p:nvPr/>
        </p:nvGrpSpPr>
        <p:grpSpPr>
          <a:xfrm>
            <a:off x="8225422" y="6103256"/>
            <a:ext cx="1303560" cy="303120"/>
            <a:chOff x="8225422" y="6103256"/>
            <a:chExt cx="130356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0FA3C9D-FA99-34AB-95B6-BB2260F57B15}"/>
                    </a:ext>
                  </a:extLst>
                </p14:cNvPr>
                <p14:cNvContentPartPr/>
                <p14:nvPr/>
              </p14:nvContentPartPr>
              <p14:xfrm>
                <a:off x="8225422" y="6103256"/>
                <a:ext cx="150480" cy="3031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0FA3C9D-FA99-34AB-95B6-BB2260F57B1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216782" y="6094256"/>
                  <a:ext cx="168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C7FDDD7-9E17-4080-8A5D-BA9A27C0FC51}"/>
                    </a:ext>
                  </a:extLst>
                </p14:cNvPr>
                <p14:cNvContentPartPr/>
                <p14:nvPr/>
              </p14:nvContentPartPr>
              <p14:xfrm>
                <a:off x="8397142" y="6266696"/>
                <a:ext cx="109800" cy="871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C7FDDD7-9E17-4080-8A5D-BA9A27C0FC5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88502" y="6258056"/>
                  <a:ext cx="127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B6FF6B5-B139-3A2F-A6F2-248B4B6E58D1}"/>
                    </a:ext>
                  </a:extLst>
                </p14:cNvPr>
                <p14:cNvContentPartPr/>
                <p14:nvPr/>
              </p14:nvContentPartPr>
              <p14:xfrm>
                <a:off x="8563462" y="6258776"/>
                <a:ext cx="136080" cy="1004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B6FF6B5-B139-3A2F-A6F2-248B4B6E58D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54462" y="6249776"/>
                  <a:ext cx="153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B1BCB82-5F2F-A955-C8FC-DED8F0A576F9}"/>
                    </a:ext>
                  </a:extLst>
                </p14:cNvPr>
                <p14:cNvContentPartPr/>
                <p14:nvPr/>
              </p14:nvContentPartPr>
              <p14:xfrm>
                <a:off x="8737342" y="6289016"/>
                <a:ext cx="105120" cy="784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B1BCB82-5F2F-A955-C8FC-DED8F0A576F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28342" y="6280376"/>
                  <a:ext cx="122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E2595BB-A9D1-CE25-8359-6C256309E636}"/>
                    </a:ext>
                  </a:extLst>
                </p14:cNvPr>
                <p14:cNvContentPartPr/>
                <p14:nvPr/>
              </p14:nvContentPartPr>
              <p14:xfrm>
                <a:off x="8846062" y="6156176"/>
                <a:ext cx="200520" cy="1814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E2595BB-A9D1-CE25-8359-6C256309E63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837422" y="6147176"/>
                  <a:ext cx="21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E2F7E10-6798-BDC4-8F1E-A29F9C8344F0}"/>
                    </a:ext>
                  </a:extLst>
                </p14:cNvPr>
                <p14:cNvContentPartPr/>
                <p14:nvPr/>
              </p14:nvContentPartPr>
              <p14:xfrm>
                <a:off x="8973862" y="6139976"/>
                <a:ext cx="22680" cy="34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E2F7E10-6798-BDC4-8F1E-A29F9C8344F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964862" y="6131336"/>
                  <a:ext cx="40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340EF95-5BFF-6BA0-C6F8-DEC7E03399C0}"/>
                    </a:ext>
                  </a:extLst>
                </p14:cNvPr>
                <p14:cNvContentPartPr/>
                <p14:nvPr/>
              </p14:nvContentPartPr>
              <p14:xfrm>
                <a:off x="9095542" y="6267416"/>
                <a:ext cx="100440" cy="914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340EF95-5BFF-6BA0-C6F8-DEC7E03399C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086542" y="6258776"/>
                  <a:ext cx="118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F06AB9F-31AE-4610-9C99-8FA0ADAFF3D5}"/>
                    </a:ext>
                  </a:extLst>
                </p14:cNvPr>
                <p14:cNvContentPartPr/>
                <p14:nvPr/>
              </p14:nvContentPartPr>
              <p14:xfrm>
                <a:off x="9282022" y="6271736"/>
                <a:ext cx="246960" cy="921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F06AB9F-31AE-4610-9C99-8FA0ADAFF3D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273382" y="6262736"/>
                  <a:ext cx="26460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2C1FA246-F410-E3E0-5700-4FC31EA458A5}"/>
              </a:ext>
            </a:extLst>
          </p:cNvPr>
          <p:cNvGrpSpPr/>
          <p:nvPr/>
        </p:nvGrpSpPr>
        <p:grpSpPr>
          <a:xfrm>
            <a:off x="9703222" y="6097856"/>
            <a:ext cx="270360" cy="421560"/>
            <a:chOff x="9703222" y="6097856"/>
            <a:chExt cx="27036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E523FD2-108B-1FF3-3F35-7A2A252D4473}"/>
                    </a:ext>
                  </a:extLst>
                </p14:cNvPr>
                <p14:cNvContentPartPr/>
                <p14:nvPr/>
              </p14:nvContentPartPr>
              <p14:xfrm>
                <a:off x="9703222" y="6253736"/>
                <a:ext cx="126360" cy="691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E523FD2-108B-1FF3-3F35-7A2A252D447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694222" y="6245096"/>
                  <a:ext cx="144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D323F1A-44FD-2E36-FF06-EE3B8340288A}"/>
                    </a:ext>
                  </a:extLst>
                </p14:cNvPr>
                <p14:cNvContentPartPr/>
                <p14:nvPr/>
              </p14:nvContentPartPr>
              <p14:xfrm>
                <a:off x="9827422" y="6097856"/>
                <a:ext cx="136080" cy="4215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D323F1A-44FD-2E36-FF06-EE3B8340288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818782" y="6089216"/>
                  <a:ext cx="1537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4F65CF6-635C-3C1C-2615-1ECDC14A495A}"/>
                    </a:ext>
                  </a:extLst>
                </p14:cNvPr>
                <p14:cNvContentPartPr/>
                <p14:nvPr/>
              </p14:nvContentPartPr>
              <p14:xfrm>
                <a:off x="9867022" y="6351656"/>
                <a:ext cx="106560" cy="334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4F65CF6-635C-3C1C-2615-1ECDC14A495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858382" y="6343016"/>
                  <a:ext cx="124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04A6604F-C71E-75D9-8BFA-9B8FBD69CD8A}"/>
              </a:ext>
            </a:extLst>
          </p:cNvPr>
          <p:cNvGrpSpPr/>
          <p:nvPr/>
        </p:nvGrpSpPr>
        <p:grpSpPr>
          <a:xfrm>
            <a:off x="10180582" y="6064016"/>
            <a:ext cx="615240" cy="343440"/>
            <a:chOff x="10180582" y="6064016"/>
            <a:chExt cx="61524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6FB099-E38A-7D5E-9596-FAD10EF27015}"/>
                    </a:ext>
                  </a:extLst>
                </p14:cNvPr>
                <p14:cNvContentPartPr/>
                <p14:nvPr/>
              </p14:nvContentPartPr>
              <p14:xfrm>
                <a:off x="10180582" y="6203696"/>
                <a:ext cx="100800" cy="2037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6FB099-E38A-7D5E-9596-FAD10EF2701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171582" y="6195056"/>
                  <a:ext cx="118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7D3C6A4-5171-B573-0BC0-79CF6F371DF3}"/>
                    </a:ext>
                  </a:extLst>
                </p14:cNvPr>
                <p14:cNvContentPartPr/>
                <p14:nvPr/>
              </p14:nvContentPartPr>
              <p14:xfrm>
                <a:off x="10370302" y="6214856"/>
                <a:ext cx="102960" cy="112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7D3C6A4-5171-B573-0BC0-79CF6F371DF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361302" y="6206216"/>
                  <a:ext cx="120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64BEC22-13A7-768C-4C72-A4F28449FAA2}"/>
                    </a:ext>
                  </a:extLst>
                </p14:cNvPr>
                <p14:cNvContentPartPr/>
                <p14:nvPr/>
              </p14:nvContentPartPr>
              <p14:xfrm>
                <a:off x="10495582" y="6064016"/>
                <a:ext cx="300240" cy="278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64BEC22-13A7-768C-4C72-A4F28449FAA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486582" y="6055376"/>
                  <a:ext cx="317880" cy="295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01503AF-0826-7385-47D8-704CBDE339C8}"/>
              </a:ext>
            </a:extLst>
          </p:cNvPr>
          <p:cNvGrpSpPr/>
          <p:nvPr/>
        </p:nvGrpSpPr>
        <p:grpSpPr>
          <a:xfrm>
            <a:off x="681982" y="2745896"/>
            <a:ext cx="1384920" cy="385920"/>
            <a:chOff x="681982" y="2745896"/>
            <a:chExt cx="138492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018B23-00A8-E54F-456E-61B3575F1EBA}"/>
                    </a:ext>
                  </a:extLst>
                </p14:cNvPr>
                <p14:cNvContentPartPr/>
                <p14:nvPr/>
              </p14:nvContentPartPr>
              <p14:xfrm>
                <a:off x="681982" y="2826536"/>
                <a:ext cx="220320" cy="23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018B23-00A8-E54F-456E-61B3575F1E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3342" y="2817536"/>
                  <a:ext cx="237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43E8EE-AB42-1C0E-304C-EFC41B04E10D}"/>
                    </a:ext>
                  </a:extLst>
                </p14:cNvPr>
                <p14:cNvContentPartPr/>
                <p14:nvPr/>
              </p14:nvContentPartPr>
              <p14:xfrm>
                <a:off x="991582" y="2920136"/>
                <a:ext cx="140400" cy="93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43E8EE-AB42-1C0E-304C-EFC41B04E1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2582" y="2911496"/>
                  <a:ext cx="158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E15691-2EE8-BD36-DD4F-74CB5AAA427C}"/>
                    </a:ext>
                  </a:extLst>
                </p14:cNvPr>
                <p14:cNvContentPartPr/>
                <p14:nvPr/>
              </p14:nvContentPartPr>
              <p14:xfrm>
                <a:off x="1172302" y="2914736"/>
                <a:ext cx="118080" cy="217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E15691-2EE8-BD36-DD4F-74CB5AAA42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3662" y="2905736"/>
                  <a:ext cx="135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9046DB-2166-C9F5-F103-EB4F85E438A9}"/>
                    </a:ext>
                  </a:extLst>
                </p14:cNvPr>
                <p14:cNvContentPartPr/>
                <p14:nvPr/>
              </p14:nvContentPartPr>
              <p14:xfrm>
                <a:off x="807262" y="2822936"/>
                <a:ext cx="11520" cy="75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9046DB-2166-C9F5-F103-EB4F85E438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8622" y="2813936"/>
                  <a:ext cx="29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DA70F9-5B03-BAC8-96EF-8C5FDC5B0763}"/>
                    </a:ext>
                  </a:extLst>
                </p14:cNvPr>
                <p14:cNvContentPartPr/>
                <p14:nvPr/>
              </p14:nvContentPartPr>
              <p14:xfrm>
                <a:off x="1307662" y="2923736"/>
                <a:ext cx="86400" cy="5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DA70F9-5B03-BAC8-96EF-8C5FDC5B07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8662" y="2915096"/>
                  <a:ext cx="104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3BB0B93-580B-C3EC-C577-1A231F2D60A7}"/>
                    </a:ext>
                  </a:extLst>
                </p14:cNvPr>
                <p14:cNvContentPartPr/>
                <p14:nvPr/>
              </p14:nvContentPartPr>
              <p14:xfrm>
                <a:off x="1451302" y="2950376"/>
                <a:ext cx="43560" cy="48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3BB0B93-580B-C3EC-C577-1A231F2D60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2302" y="2941376"/>
                  <a:ext cx="61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07E7C3-C14B-3B1F-1271-95BD0A64E506}"/>
                    </a:ext>
                  </a:extLst>
                </p14:cNvPr>
                <p14:cNvContentPartPr/>
                <p14:nvPr/>
              </p14:nvContentPartPr>
              <p14:xfrm>
                <a:off x="1403422" y="2819336"/>
                <a:ext cx="3600" cy="3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07E7C3-C14B-3B1F-1271-95BD0A64E5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94422" y="281033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448FD4-6C62-7010-5191-BD1BB5220E6F}"/>
                    </a:ext>
                  </a:extLst>
                </p14:cNvPr>
                <p14:cNvContentPartPr/>
                <p14:nvPr/>
              </p14:nvContentPartPr>
              <p14:xfrm>
                <a:off x="1509622" y="2758856"/>
                <a:ext cx="108360" cy="26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448FD4-6C62-7010-5191-BD1BB5220E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00982" y="2750216"/>
                  <a:ext cx="126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373B728-7B89-9BC8-56F9-8A9A1926786E}"/>
                    </a:ext>
                  </a:extLst>
                </p14:cNvPr>
                <p14:cNvContentPartPr/>
                <p14:nvPr/>
              </p14:nvContentPartPr>
              <p14:xfrm>
                <a:off x="1533022" y="2933096"/>
                <a:ext cx="72720" cy="23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373B728-7B89-9BC8-56F9-8A9A192678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4022" y="2924096"/>
                  <a:ext cx="90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55BDC8-695C-7C0C-42C9-80D2100E02FA}"/>
                    </a:ext>
                  </a:extLst>
                </p14:cNvPr>
                <p14:cNvContentPartPr/>
                <p14:nvPr/>
              </p14:nvContentPartPr>
              <p14:xfrm>
                <a:off x="1677382" y="2941736"/>
                <a:ext cx="110520" cy="38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55BDC8-695C-7C0C-42C9-80D2100E02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8742" y="2933096"/>
                  <a:ext cx="128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5E5CA0-CF20-B349-AF71-E8A4C6853782}"/>
                    </a:ext>
                  </a:extLst>
                </p14:cNvPr>
                <p14:cNvContentPartPr/>
                <p14:nvPr/>
              </p14:nvContentPartPr>
              <p14:xfrm>
                <a:off x="1822462" y="2745896"/>
                <a:ext cx="244440" cy="253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5E5CA0-CF20-B349-AF71-E8A4C68537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13822" y="2736896"/>
                  <a:ext cx="2620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8A951C-398A-1E84-6E2A-BAFF2D0CC2DB}"/>
              </a:ext>
            </a:extLst>
          </p:cNvPr>
          <p:cNvGrpSpPr/>
          <p:nvPr/>
        </p:nvGrpSpPr>
        <p:grpSpPr>
          <a:xfrm>
            <a:off x="2228542" y="2704136"/>
            <a:ext cx="260640" cy="421560"/>
            <a:chOff x="2228542" y="2704136"/>
            <a:chExt cx="26064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B0D669-E633-631B-35C8-5D0518AE442D}"/>
                    </a:ext>
                  </a:extLst>
                </p14:cNvPr>
                <p14:cNvContentPartPr/>
                <p14:nvPr/>
              </p14:nvContentPartPr>
              <p14:xfrm>
                <a:off x="2228542" y="2933096"/>
                <a:ext cx="103680" cy="75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B0D669-E633-631B-35C8-5D0518AE44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19542" y="2924456"/>
                  <a:ext cx="121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568442-ADDC-8455-D583-24F4579B833B}"/>
                    </a:ext>
                  </a:extLst>
                </p14:cNvPr>
                <p14:cNvContentPartPr/>
                <p14:nvPr/>
              </p14:nvContentPartPr>
              <p14:xfrm>
                <a:off x="2304862" y="2704136"/>
                <a:ext cx="184320" cy="42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568442-ADDC-8455-D583-24F4579B83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96222" y="2695136"/>
                  <a:ext cx="20196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C9B9C9-8F96-6CAD-1A64-7E895778760B}"/>
              </a:ext>
            </a:extLst>
          </p:cNvPr>
          <p:cNvGrpSpPr/>
          <p:nvPr/>
        </p:nvGrpSpPr>
        <p:grpSpPr>
          <a:xfrm>
            <a:off x="2642182" y="2779376"/>
            <a:ext cx="218160" cy="176400"/>
            <a:chOff x="2642182" y="2779376"/>
            <a:chExt cx="21816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D09BD0-D261-2CFA-2920-A1418D742E28}"/>
                    </a:ext>
                  </a:extLst>
                </p14:cNvPr>
                <p14:cNvContentPartPr/>
                <p14:nvPr/>
              </p14:nvContentPartPr>
              <p14:xfrm>
                <a:off x="2642182" y="2779376"/>
                <a:ext cx="52920" cy="176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D09BD0-D261-2CFA-2920-A1418D742E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33182" y="2770376"/>
                  <a:ext cx="70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B7F7E9-6FF0-706A-A102-5884DC3EDDC3}"/>
                    </a:ext>
                  </a:extLst>
                </p14:cNvPr>
                <p14:cNvContentPartPr/>
                <p14:nvPr/>
              </p14:nvContentPartPr>
              <p14:xfrm>
                <a:off x="2822902" y="2831936"/>
                <a:ext cx="4680" cy="7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B7F7E9-6FF0-706A-A102-5884DC3EDD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13902" y="2823296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C13937-6DA5-74E6-6C20-ED09B8F26B39}"/>
                    </a:ext>
                  </a:extLst>
                </p14:cNvPr>
                <p14:cNvContentPartPr/>
                <p14:nvPr/>
              </p14:nvContentPartPr>
              <p14:xfrm>
                <a:off x="2859982" y="2944976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C13937-6DA5-74E6-6C20-ED09B8F26B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50982" y="2936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C67D674-64E7-188A-D9AF-CC82F8FF4FF6}"/>
              </a:ext>
            </a:extLst>
          </p:cNvPr>
          <p:cNvGrpSpPr/>
          <p:nvPr/>
        </p:nvGrpSpPr>
        <p:grpSpPr>
          <a:xfrm>
            <a:off x="3677182" y="2663456"/>
            <a:ext cx="947880" cy="410040"/>
            <a:chOff x="3677182" y="2663456"/>
            <a:chExt cx="94788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497321-E8DD-60BF-46D2-F3F46541DC3A}"/>
                    </a:ext>
                  </a:extLst>
                </p14:cNvPr>
                <p14:cNvContentPartPr/>
                <p14:nvPr/>
              </p14:nvContentPartPr>
              <p14:xfrm>
                <a:off x="3677182" y="2694416"/>
                <a:ext cx="100440" cy="24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497321-E8DD-60BF-46D2-F3F46541DC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68182" y="2685416"/>
                  <a:ext cx="118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09469A-2248-C1F1-D655-E62E2616D720}"/>
                    </a:ext>
                  </a:extLst>
                </p14:cNvPr>
                <p14:cNvContentPartPr/>
                <p14:nvPr/>
              </p14:nvContentPartPr>
              <p14:xfrm>
                <a:off x="3731902" y="2855696"/>
                <a:ext cx="97200" cy="15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09469A-2248-C1F1-D655-E62E2616D72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22902" y="2847056"/>
                  <a:ext cx="114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E47D31-E4CF-3FDB-A29A-4E7333EF182A}"/>
                    </a:ext>
                  </a:extLst>
                </p14:cNvPr>
                <p14:cNvContentPartPr/>
                <p14:nvPr/>
              </p14:nvContentPartPr>
              <p14:xfrm>
                <a:off x="3783742" y="2744096"/>
                <a:ext cx="79200" cy="15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E47D31-E4CF-3FDB-A29A-4E7333EF18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75102" y="2735096"/>
                  <a:ext cx="96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F6F4DF6-DE15-E088-1589-C5419C24B3B2}"/>
                    </a:ext>
                  </a:extLst>
                </p14:cNvPr>
                <p14:cNvContentPartPr/>
                <p14:nvPr/>
              </p14:nvContentPartPr>
              <p14:xfrm>
                <a:off x="3927742" y="2866496"/>
                <a:ext cx="154800" cy="99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F6F4DF6-DE15-E088-1589-C5419C24B3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19102" y="2857856"/>
                  <a:ext cx="172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5667CF-20A8-D00F-8964-40DE539661AC}"/>
                    </a:ext>
                  </a:extLst>
                </p14:cNvPr>
                <p14:cNvContentPartPr/>
                <p14:nvPr/>
              </p14:nvContentPartPr>
              <p14:xfrm>
                <a:off x="4087222" y="2837336"/>
                <a:ext cx="106920" cy="236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5667CF-20A8-D00F-8964-40DE539661A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78222" y="2828696"/>
                  <a:ext cx="1245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CF36CF-01E1-3E68-70FD-DA7F15936537}"/>
                    </a:ext>
                  </a:extLst>
                </p14:cNvPr>
                <p14:cNvContentPartPr/>
                <p14:nvPr/>
              </p14:nvContentPartPr>
              <p14:xfrm>
                <a:off x="4279462" y="2689736"/>
                <a:ext cx="106560" cy="258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CF36CF-01E1-3E68-70FD-DA7F1593653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70822" y="2681096"/>
                  <a:ext cx="124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40209AA-CA42-0833-4713-712BA7F03FD9}"/>
                    </a:ext>
                  </a:extLst>
                </p14:cNvPr>
                <p14:cNvContentPartPr/>
                <p14:nvPr/>
              </p14:nvContentPartPr>
              <p14:xfrm>
                <a:off x="4369822" y="2784056"/>
                <a:ext cx="154080" cy="141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40209AA-CA42-0833-4713-712BA7F03FD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60822" y="2775416"/>
                  <a:ext cx="171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FF257E-E9D9-0819-B261-BEF4A0451683}"/>
                    </a:ext>
                  </a:extLst>
                </p14:cNvPr>
                <p14:cNvContentPartPr/>
                <p14:nvPr/>
              </p14:nvContentPartPr>
              <p14:xfrm>
                <a:off x="4384942" y="2849216"/>
                <a:ext cx="96840" cy="1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FF257E-E9D9-0819-B261-BEF4A045168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76302" y="2840576"/>
                  <a:ext cx="11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897F0E-CA3C-9184-F6CA-228F89F37B56}"/>
                    </a:ext>
                  </a:extLst>
                </p14:cNvPr>
                <p14:cNvContentPartPr/>
                <p14:nvPr/>
              </p14:nvContentPartPr>
              <p14:xfrm>
                <a:off x="4481422" y="2663456"/>
                <a:ext cx="143640" cy="317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897F0E-CA3C-9184-F6CA-228F89F37B5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472782" y="2654456"/>
                  <a:ext cx="1612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327F5C-B714-3BFA-23DF-EB632583A894}"/>
              </a:ext>
            </a:extLst>
          </p:cNvPr>
          <p:cNvGrpSpPr/>
          <p:nvPr/>
        </p:nvGrpSpPr>
        <p:grpSpPr>
          <a:xfrm>
            <a:off x="4793542" y="2836256"/>
            <a:ext cx="118800" cy="72360"/>
            <a:chOff x="4793542" y="2836256"/>
            <a:chExt cx="11880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F0CD0F-955D-12A6-1482-44AB73B71249}"/>
                    </a:ext>
                  </a:extLst>
                </p14:cNvPr>
                <p14:cNvContentPartPr/>
                <p14:nvPr/>
              </p14:nvContentPartPr>
              <p14:xfrm>
                <a:off x="4822342" y="2902496"/>
                <a:ext cx="90000" cy="6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F0CD0F-955D-12A6-1482-44AB73B7124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813702" y="2893496"/>
                  <a:ext cx="107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EC4A5C-25F0-BDF6-3338-A5FE9B033921}"/>
                    </a:ext>
                  </a:extLst>
                </p14:cNvPr>
                <p14:cNvContentPartPr/>
                <p14:nvPr/>
              </p14:nvContentPartPr>
              <p14:xfrm>
                <a:off x="4793542" y="2836256"/>
                <a:ext cx="81720" cy="2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EC4A5C-25F0-BDF6-3338-A5FE9B0339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84542" y="2827616"/>
                  <a:ext cx="9936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66E8F29-1909-A86D-E447-021908F85CA9}"/>
                  </a:ext>
                </a:extLst>
              </p14:cNvPr>
              <p14:cNvContentPartPr/>
              <p14:nvPr/>
            </p14:nvContentPartPr>
            <p14:xfrm>
              <a:off x="5140582" y="2611256"/>
              <a:ext cx="134640" cy="138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66E8F29-1909-A86D-E447-021908F85CA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131942" y="2602616"/>
                <a:ext cx="1522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F35F65A-7969-34FA-C1C7-9227F19EFCBC}"/>
                  </a:ext>
                </a:extLst>
              </p14:cNvPr>
              <p14:cNvContentPartPr/>
              <p14:nvPr/>
            </p14:nvContentPartPr>
            <p14:xfrm>
              <a:off x="5130142" y="2514416"/>
              <a:ext cx="308520" cy="247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F35F65A-7969-34FA-C1C7-9227F19EFCB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121142" y="2505776"/>
                <a:ext cx="3261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4F895AE-3E5D-668A-2388-6F1CDE1A82D9}"/>
                  </a:ext>
                </a:extLst>
              </p14:cNvPr>
              <p14:cNvContentPartPr/>
              <p14:nvPr/>
            </p14:nvContentPartPr>
            <p14:xfrm>
              <a:off x="5619022" y="2673536"/>
              <a:ext cx="108360" cy="223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4F895AE-3E5D-668A-2388-6F1CDE1A82D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610382" y="2664896"/>
                <a:ext cx="1260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84C7615-68BB-FAD0-082D-A8D8BA02BDCB}"/>
                  </a:ext>
                </a:extLst>
              </p14:cNvPr>
              <p14:cNvContentPartPr/>
              <p14:nvPr/>
            </p14:nvContentPartPr>
            <p14:xfrm>
              <a:off x="5899822" y="2667776"/>
              <a:ext cx="149760" cy="76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84C7615-68BB-FAD0-082D-A8D8BA02BDC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891182" y="2658776"/>
                <a:ext cx="16740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0D8482A8-33A1-AF11-B944-14DB2327287C}"/>
              </a:ext>
            </a:extLst>
          </p:cNvPr>
          <p:cNvGrpSpPr/>
          <p:nvPr/>
        </p:nvGrpSpPr>
        <p:grpSpPr>
          <a:xfrm>
            <a:off x="6002062" y="2460776"/>
            <a:ext cx="144000" cy="101160"/>
            <a:chOff x="6002062" y="2460776"/>
            <a:chExt cx="14400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4A9CB8-5186-8266-7472-D81E0AF40425}"/>
                    </a:ext>
                  </a:extLst>
                </p14:cNvPr>
                <p14:cNvContentPartPr/>
                <p14:nvPr/>
              </p14:nvContentPartPr>
              <p14:xfrm>
                <a:off x="6002062" y="2460776"/>
                <a:ext cx="128880" cy="8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4A9CB8-5186-8266-7472-D81E0AF404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93062" y="2452136"/>
                  <a:ext cx="146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281773-9BF9-273A-DD1F-5C0A0DF3DAAB}"/>
                    </a:ext>
                  </a:extLst>
                </p14:cNvPr>
                <p14:cNvContentPartPr/>
                <p14:nvPr/>
              </p14:nvContentPartPr>
              <p14:xfrm>
                <a:off x="6075862" y="2461136"/>
                <a:ext cx="16560" cy="100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281773-9BF9-273A-DD1F-5C0A0DF3DAA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067222" y="2452496"/>
                  <a:ext cx="34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D656608-7A36-6A75-2E1A-1BA85B933D2A}"/>
                    </a:ext>
                  </a:extLst>
                </p14:cNvPr>
                <p14:cNvContentPartPr/>
                <p14:nvPr/>
              </p14:nvContentPartPr>
              <p14:xfrm>
                <a:off x="6021142" y="2482376"/>
                <a:ext cx="124920" cy="2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D656608-7A36-6A75-2E1A-1BA85B933D2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12142" y="2473736"/>
                  <a:ext cx="14256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DF526A2-C912-B15C-3816-05FB8A96BDD4}"/>
                  </a:ext>
                </a:extLst>
              </p14:cNvPr>
              <p14:cNvContentPartPr/>
              <p14:nvPr/>
            </p14:nvContentPartPr>
            <p14:xfrm>
              <a:off x="5120062" y="2851376"/>
              <a:ext cx="1025640" cy="23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DF526A2-C912-B15C-3816-05FB8A96BDD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111062" y="2842376"/>
                <a:ext cx="104328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47309ED-2E3F-2EF1-276C-5A0DEC2E04A8}"/>
              </a:ext>
            </a:extLst>
          </p:cNvPr>
          <p:cNvGrpSpPr/>
          <p:nvPr/>
        </p:nvGrpSpPr>
        <p:grpSpPr>
          <a:xfrm>
            <a:off x="802222" y="3535016"/>
            <a:ext cx="712800" cy="381600"/>
            <a:chOff x="802222" y="3535016"/>
            <a:chExt cx="71280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9D9695-CA14-BD98-D8EC-6B8C9AEB71D2}"/>
                    </a:ext>
                  </a:extLst>
                </p14:cNvPr>
                <p14:cNvContentPartPr/>
                <p14:nvPr/>
              </p14:nvContentPartPr>
              <p14:xfrm>
                <a:off x="802222" y="3578216"/>
                <a:ext cx="101880" cy="222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9D9695-CA14-BD98-D8EC-6B8C9AEB71D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3582" y="3569576"/>
                  <a:ext cx="119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B5D882-BEB0-27C0-9C14-8A96E39FDE6C}"/>
                    </a:ext>
                  </a:extLst>
                </p14:cNvPr>
                <p14:cNvContentPartPr/>
                <p14:nvPr/>
              </p14:nvContentPartPr>
              <p14:xfrm>
                <a:off x="850462" y="3713576"/>
                <a:ext cx="99720" cy="23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B5D882-BEB0-27C0-9C14-8A96E39FDE6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1462" y="3704936"/>
                  <a:ext cx="117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97AC9D-68B9-98DB-53AE-1B4E72FCF8E5}"/>
                    </a:ext>
                  </a:extLst>
                </p14:cNvPr>
                <p14:cNvContentPartPr/>
                <p14:nvPr/>
              </p14:nvContentPartPr>
              <p14:xfrm>
                <a:off x="924982" y="3579296"/>
                <a:ext cx="77760" cy="165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97AC9D-68B9-98DB-53AE-1B4E72FCF8E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15982" y="3570296"/>
                  <a:ext cx="95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755E30-4664-AE96-AE5F-36BCFE9D1DFD}"/>
                    </a:ext>
                  </a:extLst>
                </p14:cNvPr>
                <p14:cNvContentPartPr/>
                <p14:nvPr/>
              </p14:nvContentPartPr>
              <p14:xfrm>
                <a:off x="1131262" y="3754256"/>
                <a:ext cx="74880" cy="69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755E30-4664-AE96-AE5F-36BCFE9D1DF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22262" y="3745616"/>
                  <a:ext cx="92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1A0121-E016-A425-AAD8-E620A32E6821}"/>
                    </a:ext>
                  </a:extLst>
                </p14:cNvPr>
                <p14:cNvContentPartPr/>
                <p14:nvPr/>
              </p14:nvContentPartPr>
              <p14:xfrm>
                <a:off x="1286422" y="3758216"/>
                <a:ext cx="77400" cy="158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1A0121-E016-A425-AAD8-E620A32E682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77422" y="3749576"/>
                  <a:ext cx="95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C8D6AD-B4FB-7C26-EF89-90B3E36695B2}"/>
                    </a:ext>
                  </a:extLst>
                </p14:cNvPr>
                <p14:cNvContentPartPr/>
                <p14:nvPr/>
              </p14:nvContentPartPr>
              <p14:xfrm>
                <a:off x="1423942" y="3535016"/>
                <a:ext cx="91080" cy="245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C8D6AD-B4FB-7C26-EF89-90B3E36695B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14942" y="3526376"/>
                  <a:ext cx="10872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D404A57-363E-76A7-83A6-8E252CFF905B}"/>
              </a:ext>
            </a:extLst>
          </p:cNvPr>
          <p:cNvGrpSpPr/>
          <p:nvPr/>
        </p:nvGrpSpPr>
        <p:grpSpPr>
          <a:xfrm>
            <a:off x="1551382" y="3250976"/>
            <a:ext cx="768960" cy="580680"/>
            <a:chOff x="1551382" y="3250976"/>
            <a:chExt cx="76896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5EDD5A-6718-A0AF-29A4-C7118F7E621B}"/>
                    </a:ext>
                  </a:extLst>
                </p14:cNvPr>
                <p14:cNvContentPartPr/>
                <p14:nvPr/>
              </p14:nvContentPartPr>
              <p14:xfrm>
                <a:off x="2201182" y="3735896"/>
                <a:ext cx="119160" cy="12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5EDD5A-6718-A0AF-29A4-C7118F7E621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92542" y="3727256"/>
                  <a:ext cx="13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6896C4D-58D1-C78B-2A6A-012F694AF21B}"/>
                    </a:ext>
                  </a:extLst>
                </p14:cNvPr>
                <p14:cNvContentPartPr/>
                <p14:nvPr/>
              </p14:nvContentPartPr>
              <p14:xfrm>
                <a:off x="2174182" y="3667496"/>
                <a:ext cx="127800" cy="16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6896C4D-58D1-C78B-2A6A-012F694AF21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65542" y="3658496"/>
                  <a:ext cx="145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2785A85-D62E-2453-8D72-619436E9B1A0}"/>
                    </a:ext>
                  </a:extLst>
                </p14:cNvPr>
                <p14:cNvContentPartPr/>
                <p14:nvPr/>
              </p14:nvContentPartPr>
              <p14:xfrm>
                <a:off x="1551382" y="3646256"/>
                <a:ext cx="146520" cy="128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2785A85-D62E-2453-8D72-619436E9B1A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42742" y="3637256"/>
                  <a:ext cx="164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B200AEB-6F12-3F66-03F6-E76FBD409E2A}"/>
                    </a:ext>
                  </a:extLst>
                </p14:cNvPr>
                <p14:cNvContentPartPr/>
                <p14:nvPr/>
              </p14:nvContentPartPr>
              <p14:xfrm>
                <a:off x="1644262" y="3428816"/>
                <a:ext cx="121320" cy="20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B200AEB-6F12-3F66-03F6-E76FBD409E2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635622" y="3420176"/>
                  <a:ext cx="138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3835063-05B1-3125-809D-E9F7C8FE085D}"/>
                    </a:ext>
                  </a:extLst>
                </p14:cNvPr>
                <p14:cNvContentPartPr/>
                <p14:nvPr/>
              </p14:nvContentPartPr>
              <p14:xfrm>
                <a:off x="1592782" y="3250976"/>
                <a:ext cx="12960" cy="29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3835063-05B1-3125-809D-E9F7C8FE085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83782" y="3241976"/>
                  <a:ext cx="30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D2F8652-AD1F-DB6E-E084-1CA21EE634B6}"/>
                    </a:ext>
                  </a:extLst>
                </p14:cNvPr>
                <p14:cNvContentPartPr/>
                <p14:nvPr/>
              </p14:nvContentPartPr>
              <p14:xfrm>
                <a:off x="1716262" y="3326576"/>
                <a:ext cx="196920" cy="102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D2F8652-AD1F-DB6E-E084-1CA21EE634B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707262" y="3317936"/>
                  <a:ext cx="214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D5DB5E-BF99-2BDC-3C7F-22003AF7B081}"/>
                    </a:ext>
                  </a:extLst>
                </p14:cNvPr>
                <p14:cNvContentPartPr/>
                <p14:nvPr/>
              </p14:nvContentPartPr>
              <p14:xfrm>
                <a:off x="1955302" y="3485696"/>
                <a:ext cx="108720" cy="345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D5DB5E-BF99-2BDC-3C7F-22003AF7B08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46302" y="3476696"/>
                  <a:ext cx="12636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F3E7B7E-E75D-08A7-4328-ABBA428D50A8}"/>
              </a:ext>
            </a:extLst>
          </p:cNvPr>
          <p:cNvGrpSpPr/>
          <p:nvPr/>
        </p:nvGrpSpPr>
        <p:grpSpPr>
          <a:xfrm>
            <a:off x="2705902" y="3242696"/>
            <a:ext cx="586800" cy="356760"/>
            <a:chOff x="2705902" y="3242696"/>
            <a:chExt cx="58680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4192BFB-E91B-E099-87F3-194627310A9F}"/>
                    </a:ext>
                  </a:extLst>
                </p14:cNvPr>
                <p14:cNvContentPartPr/>
                <p14:nvPr/>
              </p14:nvContentPartPr>
              <p14:xfrm>
                <a:off x="2705902" y="3482096"/>
                <a:ext cx="146880" cy="117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4192BFB-E91B-E099-87F3-194627310A9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696902" y="3473096"/>
                  <a:ext cx="164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56DA1F-538E-56B5-71F6-05DC2444F85B}"/>
                    </a:ext>
                  </a:extLst>
                </p14:cNvPr>
                <p14:cNvContentPartPr/>
                <p14:nvPr/>
              </p14:nvContentPartPr>
              <p14:xfrm>
                <a:off x="2844142" y="3385976"/>
                <a:ext cx="106560" cy="5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56DA1F-538E-56B5-71F6-05DC2444F8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35142" y="3377336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6AB6312-9BAC-332A-23E7-4099CD8BC55A}"/>
                    </a:ext>
                  </a:extLst>
                </p14:cNvPr>
                <p14:cNvContentPartPr/>
                <p14:nvPr/>
              </p14:nvContentPartPr>
              <p14:xfrm>
                <a:off x="3014782" y="3349256"/>
                <a:ext cx="68040" cy="181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6AB6312-9BAC-332A-23E7-4099CD8BC55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06142" y="3340256"/>
                  <a:ext cx="85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C1B1BB9-E51E-EF57-34D3-25695FB371ED}"/>
                    </a:ext>
                  </a:extLst>
                </p14:cNvPr>
                <p14:cNvContentPartPr/>
                <p14:nvPr/>
              </p14:nvContentPartPr>
              <p14:xfrm>
                <a:off x="2990662" y="3242696"/>
                <a:ext cx="2520" cy="5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C1B1BB9-E51E-EF57-34D3-25695FB371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82022" y="3233696"/>
                  <a:ext cx="2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47E356-8C33-FF1C-B0EB-671F3F87FC5C}"/>
                    </a:ext>
                  </a:extLst>
                </p14:cNvPr>
                <p14:cNvContentPartPr/>
                <p14:nvPr/>
              </p14:nvContentPartPr>
              <p14:xfrm>
                <a:off x="3101902" y="3297056"/>
                <a:ext cx="190800" cy="88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47E356-8C33-FF1C-B0EB-671F3F87FC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92902" y="3288416"/>
                  <a:ext cx="20844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A642426-CB2F-BAE5-EEC0-A3DE585FFDE1}"/>
              </a:ext>
            </a:extLst>
          </p:cNvPr>
          <p:cNvGrpSpPr/>
          <p:nvPr/>
        </p:nvGrpSpPr>
        <p:grpSpPr>
          <a:xfrm>
            <a:off x="3349582" y="3465536"/>
            <a:ext cx="366480" cy="84240"/>
            <a:chOff x="3349582" y="3465536"/>
            <a:chExt cx="3664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4C00840-9D76-3380-1462-95363F309BAD}"/>
                    </a:ext>
                  </a:extLst>
                </p14:cNvPr>
                <p14:cNvContentPartPr/>
                <p14:nvPr/>
              </p14:nvContentPartPr>
              <p14:xfrm>
                <a:off x="3349582" y="3504056"/>
                <a:ext cx="106200" cy="14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4C00840-9D76-3380-1462-95363F309B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40942" y="3495416"/>
                  <a:ext cx="123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C71BF84-515D-3055-DE7B-61CB9D294DA7}"/>
                    </a:ext>
                  </a:extLst>
                </p14:cNvPr>
                <p14:cNvContentPartPr/>
                <p14:nvPr/>
              </p14:nvContentPartPr>
              <p14:xfrm>
                <a:off x="3564142" y="3465536"/>
                <a:ext cx="151920" cy="84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C71BF84-515D-3055-DE7B-61CB9D294D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5142" y="3456896"/>
                  <a:ext cx="169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EF803E2-059E-E95E-B922-5962B6FA36B1}"/>
              </a:ext>
            </a:extLst>
          </p:cNvPr>
          <p:cNvGrpSpPr/>
          <p:nvPr/>
        </p:nvGrpSpPr>
        <p:grpSpPr>
          <a:xfrm>
            <a:off x="3615262" y="3248096"/>
            <a:ext cx="143640" cy="69120"/>
            <a:chOff x="3615262" y="3248096"/>
            <a:chExt cx="14364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EEDF1E-7521-0342-191D-C886CF0DAC5F}"/>
                    </a:ext>
                  </a:extLst>
                </p14:cNvPr>
                <p14:cNvContentPartPr/>
                <p14:nvPr/>
              </p14:nvContentPartPr>
              <p14:xfrm>
                <a:off x="3646942" y="3248096"/>
                <a:ext cx="84960" cy="64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EEDF1E-7521-0342-191D-C886CF0DAC5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37942" y="3239096"/>
                  <a:ext cx="102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C6E7E4-1EA5-E007-9E13-0B349CC52A5B}"/>
                    </a:ext>
                  </a:extLst>
                </p14:cNvPr>
                <p14:cNvContentPartPr/>
                <p14:nvPr/>
              </p14:nvContentPartPr>
              <p14:xfrm>
                <a:off x="3694102" y="3248096"/>
                <a:ext cx="11520" cy="69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C6E7E4-1EA5-E007-9E13-0B349CC52A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85462" y="3239096"/>
                  <a:ext cx="29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C610935-D945-7DBA-F66D-6F269F9EDCDE}"/>
                    </a:ext>
                  </a:extLst>
                </p14:cNvPr>
                <p14:cNvContentPartPr/>
                <p14:nvPr/>
              </p14:nvContentPartPr>
              <p14:xfrm>
                <a:off x="3615262" y="3274016"/>
                <a:ext cx="143640" cy="23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C610935-D945-7DBA-F66D-6F269F9EDC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06262" y="3265016"/>
                  <a:ext cx="1612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4AE94C3-252B-CB54-FE6D-0F72A8265DFF}"/>
              </a:ext>
            </a:extLst>
          </p:cNvPr>
          <p:cNvGrpSpPr/>
          <p:nvPr/>
        </p:nvGrpSpPr>
        <p:grpSpPr>
          <a:xfrm>
            <a:off x="2585662" y="3694136"/>
            <a:ext cx="1407240" cy="367200"/>
            <a:chOff x="2585662" y="3694136"/>
            <a:chExt cx="140724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5DCF0E3-01EC-9838-816A-45E386FC22B5}"/>
                    </a:ext>
                  </a:extLst>
                </p14:cNvPr>
                <p14:cNvContentPartPr/>
                <p14:nvPr/>
              </p14:nvContentPartPr>
              <p14:xfrm>
                <a:off x="2585662" y="3694136"/>
                <a:ext cx="1114200" cy="21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5DCF0E3-01EC-9838-816A-45E386FC22B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76662" y="3685496"/>
                  <a:ext cx="1131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547CCC-964A-0418-9073-0A387F1CB9B9}"/>
                    </a:ext>
                  </a:extLst>
                </p14:cNvPr>
                <p14:cNvContentPartPr/>
                <p14:nvPr/>
              </p14:nvContentPartPr>
              <p14:xfrm>
                <a:off x="2737582" y="3880616"/>
                <a:ext cx="57240" cy="180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547CCC-964A-0418-9073-0A387F1CB9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28942" y="3871976"/>
                  <a:ext cx="74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2DDC328-DE9E-6B9F-8995-8A17B9A857F4}"/>
                    </a:ext>
                  </a:extLst>
                </p14:cNvPr>
                <p14:cNvContentPartPr/>
                <p14:nvPr/>
              </p14:nvContentPartPr>
              <p14:xfrm>
                <a:off x="2945662" y="3993656"/>
                <a:ext cx="68760" cy="9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2DDC328-DE9E-6B9F-8995-8A17B9A85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36662" y="3984656"/>
                  <a:ext cx="86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7C3A781-58FC-1A8D-6D80-F17432E28CDA}"/>
                    </a:ext>
                  </a:extLst>
                </p14:cNvPr>
                <p14:cNvContentPartPr/>
                <p14:nvPr/>
              </p14:nvContentPartPr>
              <p14:xfrm>
                <a:off x="3160942" y="3960536"/>
                <a:ext cx="150840" cy="90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7C3A781-58FC-1A8D-6D80-F17432E28C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51942" y="3951536"/>
                  <a:ext cx="168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00362E-BBE3-D4B4-64E4-BA8790399000}"/>
                    </a:ext>
                  </a:extLst>
                </p14:cNvPr>
                <p14:cNvContentPartPr/>
                <p14:nvPr/>
              </p14:nvContentPartPr>
              <p14:xfrm>
                <a:off x="3401062" y="3959816"/>
                <a:ext cx="139320" cy="86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00362E-BBE3-D4B4-64E4-BA87903990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92422" y="3951176"/>
                  <a:ext cx="156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F850DC9-CBDD-0F86-E2C3-9C148DDA5F73}"/>
                    </a:ext>
                  </a:extLst>
                </p14:cNvPr>
                <p14:cNvContentPartPr/>
                <p14:nvPr/>
              </p14:nvContentPartPr>
              <p14:xfrm>
                <a:off x="3513382" y="3870536"/>
                <a:ext cx="91080" cy="21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F850DC9-CBDD-0F86-E2C3-9C148DDA5F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04742" y="3861536"/>
                  <a:ext cx="108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231D989-2F68-4855-55C4-4FE4BC320524}"/>
                    </a:ext>
                  </a:extLst>
                </p14:cNvPr>
                <p14:cNvContentPartPr/>
                <p14:nvPr/>
              </p14:nvContentPartPr>
              <p14:xfrm>
                <a:off x="3680782" y="3859376"/>
                <a:ext cx="60840" cy="159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231D989-2F68-4855-55C4-4FE4BC32052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71782" y="3850736"/>
                  <a:ext cx="78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905D88B-F5D1-9F12-F4A0-747F41AC6759}"/>
                    </a:ext>
                  </a:extLst>
                </p14:cNvPr>
                <p14:cNvContentPartPr/>
                <p14:nvPr/>
              </p14:nvContentPartPr>
              <p14:xfrm>
                <a:off x="3705262" y="3799616"/>
                <a:ext cx="5760" cy="7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905D88B-F5D1-9F12-F4A0-747F41AC675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96262" y="3790616"/>
                  <a:ext cx="23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CBC5A51-7BCD-A2B7-53EB-B7E410994AE3}"/>
                    </a:ext>
                  </a:extLst>
                </p14:cNvPr>
                <p14:cNvContentPartPr/>
                <p14:nvPr/>
              </p14:nvContentPartPr>
              <p14:xfrm>
                <a:off x="3816142" y="3811496"/>
                <a:ext cx="176760" cy="80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CBC5A51-7BCD-A2B7-53EB-B7E410994A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07502" y="3802856"/>
                  <a:ext cx="194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E66CBB3-F3FB-57E7-6F11-6863D0E9D6DC}"/>
                    </a:ext>
                  </a:extLst>
                </p14:cNvPr>
                <p14:cNvContentPartPr/>
                <p14:nvPr/>
              </p14:nvContentPartPr>
              <p14:xfrm>
                <a:off x="3657382" y="3783776"/>
                <a:ext cx="10080" cy="1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E66CBB3-F3FB-57E7-6F11-6863D0E9D6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48742" y="3775136"/>
                  <a:ext cx="2772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0E5777C1-5D92-B0D9-DB64-12083539F7BE}"/>
                  </a:ext>
                </a:extLst>
              </p14:cNvPr>
              <p14:cNvContentPartPr/>
              <p14:nvPr/>
            </p14:nvContentPartPr>
            <p14:xfrm>
              <a:off x="3684022" y="3699896"/>
              <a:ext cx="47520" cy="36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0E5777C1-5D92-B0D9-DB64-12083539F7B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675022" y="3691256"/>
                <a:ext cx="6516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D967E74-28FA-7E29-8822-F791F68BE94D}"/>
              </a:ext>
            </a:extLst>
          </p:cNvPr>
          <p:cNvGrpSpPr/>
          <p:nvPr/>
        </p:nvGrpSpPr>
        <p:grpSpPr>
          <a:xfrm>
            <a:off x="4179022" y="3606296"/>
            <a:ext cx="122040" cy="93960"/>
            <a:chOff x="4179022" y="3606296"/>
            <a:chExt cx="12204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F3691E5-5763-0970-BCE3-6B2E3E2FD1C5}"/>
                    </a:ext>
                  </a:extLst>
                </p14:cNvPr>
                <p14:cNvContentPartPr/>
                <p14:nvPr/>
              </p14:nvContentPartPr>
              <p14:xfrm>
                <a:off x="4179022" y="3689096"/>
                <a:ext cx="122040" cy="11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F3691E5-5763-0970-BCE3-6B2E3E2FD1C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70022" y="3680096"/>
                  <a:ext cx="139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FD8A33E-DC2C-5F0C-F34D-790E3D9937EF}"/>
                    </a:ext>
                  </a:extLst>
                </p14:cNvPr>
                <p14:cNvContentPartPr/>
                <p14:nvPr/>
              </p14:nvContentPartPr>
              <p14:xfrm>
                <a:off x="4179382" y="3606296"/>
                <a:ext cx="90000" cy="14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FD8A33E-DC2C-5F0C-F34D-790E3D9937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0382" y="3597296"/>
                  <a:ext cx="1076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4B1FE6D-EB71-1834-2499-C71B19AA930A}"/>
                  </a:ext>
                </a:extLst>
              </p14:cNvPr>
              <p14:cNvContentPartPr/>
              <p14:nvPr/>
            </p14:nvContentPartPr>
            <p14:xfrm>
              <a:off x="4848262" y="3282296"/>
              <a:ext cx="11160" cy="190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4B1FE6D-EB71-1834-2499-C71B19AA930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839262" y="3273656"/>
                <a:ext cx="288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8E8E870-BCBD-A1C4-A36D-7EB6B2DAFE3A}"/>
              </a:ext>
            </a:extLst>
          </p:cNvPr>
          <p:cNvGrpSpPr/>
          <p:nvPr/>
        </p:nvGrpSpPr>
        <p:grpSpPr>
          <a:xfrm>
            <a:off x="4591942" y="3374816"/>
            <a:ext cx="603000" cy="389520"/>
            <a:chOff x="4591942" y="3374816"/>
            <a:chExt cx="6030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0E4723-3FE0-5275-BB5F-BCC0B1F3C865}"/>
                    </a:ext>
                  </a:extLst>
                </p14:cNvPr>
                <p14:cNvContentPartPr/>
                <p14:nvPr/>
              </p14:nvContentPartPr>
              <p14:xfrm>
                <a:off x="4591942" y="3630776"/>
                <a:ext cx="182160" cy="133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0E4723-3FE0-5275-BB5F-BCC0B1F3C8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82942" y="3621776"/>
                  <a:ext cx="199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3A9DB0-AAE4-E9EA-AB78-0A59AEFABC77}"/>
                    </a:ext>
                  </a:extLst>
                </p14:cNvPr>
                <p14:cNvContentPartPr/>
                <p14:nvPr/>
              </p14:nvContentPartPr>
              <p14:xfrm>
                <a:off x="4715782" y="3497216"/>
                <a:ext cx="117000" cy="16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3A9DB0-AAE4-E9EA-AB78-0A59AEFABC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06782" y="3488576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A9052A4-AD58-67D5-D30B-1AA3078BBD7D}"/>
                    </a:ext>
                  </a:extLst>
                </p14:cNvPr>
                <p14:cNvContentPartPr/>
                <p14:nvPr/>
              </p14:nvContentPartPr>
              <p14:xfrm>
                <a:off x="4894702" y="3444656"/>
                <a:ext cx="87480" cy="213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A9052A4-AD58-67D5-D30B-1AA3078BBD7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85702" y="3436016"/>
                  <a:ext cx="105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EBCE61C-776C-85E3-758E-26CE6477B28B}"/>
                    </a:ext>
                  </a:extLst>
                </p14:cNvPr>
                <p14:cNvContentPartPr/>
                <p14:nvPr/>
              </p14:nvContentPartPr>
              <p14:xfrm>
                <a:off x="4991902" y="3374816"/>
                <a:ext cx="203040" cy="118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EBCE61C-776C-85E3-758E-26CE6477B2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82902" y="3365816"/>
                  <a:ext cx="22068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4C3DE39A-767C-2C53-51B7-AAEB4FB70D54}"/>
                  </a:ext>
                </a:extLst>
              </p14:cNvPr>
              <p14:cNvContentPartPr/>
              <p14:nvPr/>
            </p14:nvContentPartPr>
            <p14:xfrm>
              <a:off x="5422462" y="3631136"/>
              <a:ext cx="1261800" cy="496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4C3DE39A-767C-2C53-51B7-AAEB4FB70D5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413462" y="3622496"/>
                <a:ext cx="127944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6081BFD-F99E-550A-8EA2-28E2F0F29101}"/>
              </a:ext>
            </a:extLst>
          </p:cNvPr>
          <p:cNvGrpSpPr/>
          <p:nvPr/>
        </p:nvGrpSpPr>
        <p:grpSpPr>
          <a:xfrm>
            <a:off x="5253982" y="2987456"/>
            <a:ext cx="1621080" cy="556200"/>
            <a:chOff x="5253982" y="2987456"/>
            <a:chExt cx="162108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111D63-1FCD-AEE5-8879-D06A8D8935B4}"/>
                    </a:ext>
                  </a:extLst>
                </p14:cNvPr>
                <p14:cNvContentPartPr/>
                <p14:nvPr/>
              </p14:nvContentPartPr>
              <p14:xfrm>
                <a:off x="5253982" y="3045776"/>
                <a:ext cx="72720" cy="136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111D63-1FCD-AEE5-8879-D06A8D8935B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44982" y="3037136"/>
                  <a:ext cx="90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EBD96F-B9C4-1DB5-303B-92D8A1DEE45D}"/>
                    </a:ext>
                  </a:extLst>
                </p14:cNvPr>
                <p14:cNvContentPartPr/>
                <p14:nvPr/>
              </p14:nvContentPartPr>
              <p14:xfrm>
                <a:off x="5452702" y="3092576"/>
                <a:ext cx="86760" cy="17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EBD96F-B9C4-1DB5-303B-92D8A1DEE45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44062" y="3083936"/>
                  <a:ext cx="104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CDB758-FB73-ED0F-DCDF-49174441C34F}"/>
                    </a:ext>
                  </a:extLst>
                </p14:cNvPr>
                <p14:cNvContentPartPr/>
                <p14:nvPr/>
              </p14:nvContentPartPr>
              <p14:xfrm>
                <a:off x="5702182" y="3067736"/>
                <a:ext cx="117360" cy="120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CDB758-FB73-ED0F-DCDF-49174441C3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93542" y="3059096"/>
                  <a:ext cx="13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6CC66B-CA19-33B1-596C-7D3FEB55B081}"/>
                    </a:ext>
                  </a:extLst>
                </p14:cNvPr>
                <p14:cNvContentPartPr/>
                <p14:nvPr/>
              </p14:nvContentPartPr>
              <p14:xfrm>
                <a:off x="5858422" y="3056936"/>
                <a:ext cx="159840" cy="15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6CC66B-CA19-33B1-596C-7D3FEB55B0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9422" y="3048296"/>
                  <a:ext cx="177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FDD26B-EC28-7AE2-667D-EE9F30DF7BEF}"/>
                    </a:ext>
                  </a:extLst>
                </p14:cNvPr>
                <p14:cNvContentPartPr/>
                <p14:nvPr/>
              </p14:nvContentPartPr>
              <p14:xfrm>
                <a:off x="5907022" y="3131456"/>
                <a:ext cx="95040" cy="16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FDD26B-EC28-7AE2-667D-EE9F30DF7B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98382" y="3122456"/>
                  <a:ext cx="11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9B3DF4-CB61-0D4B-1EB3-467B14E4432A}"/>
                    </a:ext>
                  </a:extLst>
                </p14:cNvPr>
                <p14:cNvContentPartPr/>
                <p14:nvPr/>
              </p14:nvContentPartPr>
              <p14:xfrm>
                <a:off x="6035182" y="3049736"/>
                <a:ext cx="84240" cy="12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9B3DF4-CB61-0D4B-1EB3-467B14E443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26182" y="3040736"/>
                  <a:ext cx="10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D00059-BABB-167D-3E0D-6B5B0C4672F2}"/>
                    </a:ext>
                  </a:extLst>
                </p14:cNvPr>
                <p14:cNvContentPartPr/>
                <p14:nvPr/>
              </p14:nvContentPartPr>
              <p14:xfrm>
                <a:off x="6182782" y="2987456"/>
                <a:ext cx="39240" cy="79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D00059-BABB-167D-3E0D-6B5B0C4672F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73782" y="2978816"/>
                  <a:ext cx="56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7406D9-60AE-733D-767A-AC8F793D3C72}"/>
                    </a:ext>
                  </a:extLst>
                </p14:cNvPr>
                <p14:cNvContentPartPr/>
                <p14:nvPr/>
              </p14:nvContentPartPr>
              <p14:xfrm>
                <a:off x="5510302" y="3405776"/>
                <a:ext cx="60840" cy="129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7406D9-60AE-733D-767A-AC8F793D3C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01302" y="3396776"/>
                  <a:ext cx="78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C73357-0F95-E778-D276-454A5F4DD03B}"/>
                    </a:ext>
                  </a:extLst>
                </p14:cNvPr>
                <p14:cNvContentPartPr/>
                <p14:nvPr/>
              </p14:nvContentPartPr>
              <p14:xfrm>
                <a:off x="5715142" y="3498296"/>
                <a:ext cx="127800" cy="10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C73357-0F95-E778-D276-454A5F4DD0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06142" y="348929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F4BB73-EFD8-3FB2-97CC-94E8F7E21F4E}"/>
                    </a:ext>
                  </a:extLst>
                </p14:cNvPr>
                <p14:cNvContentPartPr/>
                <p14:nvPr/>
              </p14:nvContentPartPr>
              <p14:xfrm>
                <a:off x="6014662" y="3433136"/>
                <a:ext cx="156600" cy="110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F4BB73-EFD8-3FB2-97CC-94E8F7E21F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06022" y="3424496"/>
                  <a:ext cx="174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8C3B405-5A85-B3BD-18EB-7289D96CC31C}"/>
                    </a:ext>
                  </a:extLst>
                </p14:cNvPr>
                <p14:cNvContentPartPr/>
                <p14:nvPr/>
              </p14:nvContentPartPr>
              <p14:xfrm>
                <a:off x="6159742" y="3319376"/>
                <a:ext cx="100800" cy="64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8C3B405-5A85-B3BD-18EB-7289D96CC31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50742" y="3310376"/>
                  <a:ext cx="118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FF2BA7E-EE3F-4621-C3CF-04154B6B51DB}"/>
                    </a:ext>
                  </a:extLst>
                </p14:cNvPr>
                <p14:cNvContentPartPr/>
                <p14:nvPr/>
              </p14:nvContentPartPr>
              <p14:xfrm>
                <a:off x="6183862" y="3300296"/>
                <a:ext cx="41760" cy="102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FF2BA7E-EE3F-4621-C3CF-04154B6B51D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74862" y="3291296"/>
                  <a:ext cx="59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EB435DA-F62B-5294-8E6C-17A2900A1358}"/>
                    </a:ext>
                  </a:extLst>
                </p14:cNvPr>
                <p14:cNvContentPartPr/>
                <p14:nvPr/>
              </p14:nvContentPartPr>
              <p14:xfrm>
                <a:off x="6151462" y="3344936"/>
                <a:ext cx="132480" cy="30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EB435DA-F62B-5294-8E6C-17A2900A135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42822" y="3335936"/>
                  <a:ext cx="15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1404DAD-2096-6743-5460-182CBE47EDD1}"/>
                    </a:ext>
                  </a:extLst>
                </p14:cNvPr>
                <p14:cNvContentPartPr/>
                <p14:nvPr/>
              </p14:nvContentPartPr>
              <p14:xfrm>
                <a:off x="6390142" y="3413696"/>
                <a:ext cx="170280" cy="11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1404DAD-2096-6743-5460-182CBE47ED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1142" y="3404696"/>
                  <a:ext cx="187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910D744-7549-4C8C-AA3B-A9D5BBB63325}"/>
                    </a:ext>
                  </a:extLst>
                </p14:cNvPr>
                <p14:cNvContentPartPr/>
                <p14:nvPr/>
              </p14:nvContentPartPr>
              <p14:xfrm>
                <a:off x="6558622" y="3326216"/>
                <a:ext cx="107640" cy="175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910D744-7549-4C8C-AA3B-A9D5BBB6332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549982" y="3317216"/>
                  <a:ext cx="125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D33A8C9-22FD-0547-7D5B-BCB088B14B2E}"/>
                    </a:ext>
                  </a:extLst>
                </p14:cNvPr>
                <p14:cNvContentPartPr/>
                <p14:nvPr/>
              </p14:nvContentPartPr>
              <p14:xfrm>
                <a:off x="6528022" y="3193016"/>
                <a:ext cx="5760" cy="12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D33A8C9-22FD-0547-7D5B-BCB088B14B2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19382" y="3184376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144CF7D-1CBF-7D16-1396-5DCC823E765B}"/>
                    </a:ext>
                  </a:extLst>
                </p14:cNvPr>
                <p14:cNvContentPartPr/>
                <p14:nvPr/>
              </p14:nvContentPartPr>
              <p14:xfrm>
                <a:off x="6659062" y="3259976"/>
                <a:ext cx="216000" cy="95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144CF7D-1CBF-7D16-1396-5DCC823E765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50422" y="3251336"/>
                  <a:ext cx="23364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B0C0445-8626-7BEF-4800-383295012F9D}"/>
                  </a:ext>
                </a:extLst>
              </p14:cNvPr>
              <p14:cNvContentPartPr/>
              <p14:nvPr/>
            </p14:nvContentPartPr>
            <p14:xfrm>
              <a:off x="6655822" y="3640856"/>
              <a:ext cx="197640" cy="169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B0C0445-8626-7BEF-4800-383295012F9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646822" y="3631856"/>
                <a:ext cx="21528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0233877-B834-87BA-CAEF-8F5BF7D895CF}"/>
              </a:ext>
            </a:extLst>
          </p:cNvPr>
          <p:cNvGrpSpPr/>
          <p:nvPr/>
        </p:nvGrpSpPr>
        <p:grpSpPr>
          <a:xfrm>
            <a:off x="5645662" y="3718976"/>
            <a:ext cx="1191960" cy="272160"/>
            <a:chOff x="5645662" y="3718976"/>
            <a:chExt cx="119196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9F6601C-37FF-3754-3348-00ACA044495A}"/>
                    </a:ext>
                  </a:extLst>
                </p14:cNvPr>
                <p14:cNvContentPartPr/>
                <p14:nvPr/>
              </p14:nvContentPartPr>
              <p14:xfrm>
                <a:off x="5645662" y="3811496"/>
                <a:ext cx="69840" cy="1796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9F6601C-37FF-3754-3348-00ACA04449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37022" y="3802856"/>
                  <a:ext cx="87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E65A44A-EA49-9B5A-65DB-CBCBDD01648E}"/>
                    </a:ext>
                  </a:extLst>
                </p14:cNvPr>
                <p14:cNvContentPartPr/>
                <p14:nvPr/>
              </p14:nvContentPartPr>
              <p14:xfrm>
                <a:off x="5870662" y="3902936"/>
                <a:ext cx="9432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E65A44A-EA49-9B5A-65DB-CBCBDD01648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61662" y="3893936"/>
                  <a:ext cx="111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502E396-EA74-6418-8085-8E1B269560BB}"/>
                    </a:ext>
                  </a:extLst>
                </p14:cNvPr>
                <p14:cNvContentPartPr/>
                <p14:nvPr/>
              </p14:nvContentPartPr>
              <p14:xfrm>
                <a:off x="6065062" y="3870176"/>
                <a:ext cx="142920" cy="111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502E396-EA74-6418-8085-8E1B269560B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056062" y="3861176"/>
                  <a:ext cx="160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51F0D07-82BF-AA4A-6D5B-30F46A640DA1}"/>
                    </a:ext>
                  </a:extLst>
                </p14:cNvPr>
                <p14:cNvContentPartPr/>
                <p14:nvPr/>
              </p14:nvContentPartPr>
              <p14:xfrm>
                <a:off x="6246502" y="3881696"/>
                <a:ext cx="191520" cy="91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51F0D07-82BF-AA4A-6D5B-30F46A640DA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37502" y="3872696"/>
                  <a:ext cx="209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FB7AD41-ED25-9F6B-B8B9-276A694CC2E5}"/>
                    </a:ext>
                  </a:extLst>
                </p14:cNvPr>
                <p14:cNvContentPartPr/>
                <p14:nvPr/>
              </p14:nvContentPartPr>
              <p14:xfrm>
                <a:off x="6415702" y="3820136"/>
                <a:ext cx="64800" cy="7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FB7AD41-ED25-9F6B-B8B9-276A694CC2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07062" y="3811136"/>
                  <a:ext cx="82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1E860B8-BDB6-D984-040B-275B815932A0}"/>
                    </a:ext>
                  </a:extLst>
                </p14:cNvPr>
                <p14:cNvContentPartPr/>
                <p14:nvPr/>
              </p14:nvContentPartPr>
              <p14:xfrm>
                <a:off x="6574822" y="3816896"/>
                <a:ext cx="80640" cy="149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1E860B8-BDB6-D984-040B-275B815932A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566182" y="3808256"/>
                  <a:ext cx="98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FB2056E-5828-3DD0-BF7F-D840239BF22E}"/>
                    </a:ext>
                  </a:extLst>
                </p14:cNvPr>
                <p14:cNvContentPartPr/>
                <p14:nvPr/>
              </p14:nvContentPartPr>
              <p14:xfrm>
                <a:off x="6517582" y="3718976"/>
                <a:ext cx="4680" cy="23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FB2056E-5828-3DD0-BF7F-D840239BF2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8582" y="3710336"/>
                  <a:ext cx="2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D7AD5D0-36D6-18D6-33D4-3FED9BBC0495}"/>
                    </a:ext>
                  </a:extLst>
                </p14:cNvPr>
                <p14:cNvContentPartPr/>
                <p14:nvPr/>
              </p14:nvContentPartPr>
              <p14:xfrm>
                <a:off x="6659782" y="3749936"/>
                <a:ext cx="177840" cy="104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D7AD5D0-36D6-18D6-33D4-3FED9BBC04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50782" y="3741296"/>
                  <a:ext cx="1954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1B0C45A-683D-88AA-CFE7-6215CB615A6F}"/>
              </a:ext>
            </a:extLst>
          </p:cNvPr>
          <p:cNvGrpSpPr/>
          <p:nvPr/>
        </p:nvGrpSpPr>
        <p:grpSpPr>
          <a:xfrm>
            <a:off x="7873342" y="2713496"/>
            <a:ext cx="2337480" cy="443160"/>
            <a:chOff x="7873342" y="2713496"/>
            <a:chExt cx="233748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9E978C8-CF2F-2094-BE7D-051168456690}"/>
                    </a:ext>
                  </a:extLst>
                </p14:cNvPr>
                <p14:cNvContentPartPr/>
                <p14:nvPr/>
              </p14:nvContentPartPr>
              <p14:xfrm>
                <a:off x="7894582" y="2870456"/>
                <a:ext cx="85680" cy="238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9E978C8-CF2F-2094-BE7D-05116845669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85582" y="2861816"/>
                  <a:ext cx="103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DD6A8A9-0974-F813-63FB-718334CE40E9}"/>
                    </a:ext>
                  </a:extLst>
                </p14:cNvPr>
                <p14:cNvContentPartPr/>
                <p14:nvPr/>
              </p14:nvContentPartPr>
              <p14:xfrm>
                <a:off x="7873342" y="3034976"/>
                <a:ext cx="170280" cy="11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DD6A8A9-0974-F813-63FB-718334CE40E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64702" y="3026336"/>
                  <a:ext cx="187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DAEA778-08A5-E24F-DC44-4C3B25E7A625}"/>
                    </a:ext>
                  </a:extLst>
                </p14:cNvPr>
                <p14:cNvContentPartPr/>
                <p14:nvPr/>
              </p14:nvContentPartPr>
              <p14:xfrm>
                <a:off x="8057662" y="3031736"/>
                <a:ext cx="147960" cy="77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DAEA778-08A5-E24F-DC44-4C3B25E7A62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49022" y="3023096"/>
                  <a:ext cx="165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37398AF-D73D-B9DF-F774-3262985ED533}"/>
                    </a:ext>
                  </a:extLst>
                </p14:cNvPr>
                <p14:cNvContentPartPr/>
                <p14:nvPr/>
              </p14:nvContentPartPr>
              <p14:xfrm>
                <a:off x="8212462" y="2913296"/>
                <a:ext cx="88200" cy="210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37398AF-D73D-B9DF-F774-3262985ED5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03462" y="2904296"/>
                  <a:ext cx="105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C5EEDA0-F810-6B7D-48EB-6F4A6B252021}"/>
                    </a:ext>
                  </a:extLst>
                </p14:cNvPr>
                <p14:cNvContentPartPr/>
                <p14:nvPr/>
              </p14:nvContentPartPr>
              <p14:xfrm>
                <a:off x="8297422" y="3018776"/>
                <a:ext cx="219600" cy="86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C5EEDA0-F810-6B7D-48EB-6F4A6B2520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88422" y="3009776"/>
                  <a:ext cx="23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B1FF0E9-01FF-B396-99A3-01F460C9BA84}"/>
                    </a:ext>
                  </a:extLst>
                </p14:cNvPr>
                <p14:cNvContentPartPr/>
                <p14:nvPr/>
              </p14:nvContentPartPr>
              <p14:xfrm>
                <a:off x="8670742" y="2982416"/>
                <a:ext cx="263160" cy="83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B1FF0E9-01FF-B396-99A3-01F460C9BA8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661742" y="2973416"/>
                  <a:ext cx="280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C87BCC-015A-6F06-CC31-440CB1547737}"/>
                    </a:ext>
                  </a:extLst>
                </p14:cNvPr>
                <p14:cNvContentPartPr/>
                <p14:nvPr/>
              </p14:nvContentPartPr>
              <p14:xfrm>
                <a:off x="9000502" y="2989256"/>
                <a:ext cx="110160" cy="640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C87BCC-015A-6F06-CC31-440CB154773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91502" y="2980616"/>
                  <a:ext cx="127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908C4D5-F3CD-CAE2-4332-0F0BCC96B173}"/>
                    </a:ext>
                  </a:extLst>
                </p14:cNvPr>
                <p14:cNvContentPartPr/>
                <p14:nvPr/>
              </p14:nvContentPartPr>
              <p14:xfrm>
                <a:off x="9166462" y="2945336"/>
                <a:ext cx="110880" cy="211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908C4D5-F3CD-CAE2-4332-0F0BCC96B17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57462" y="2936336"/>
                  <a:ext cx="128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F88646A-EF3E-5EC8-AC98-8E624AC621DF}"/>
                    </a:ext>
                  </a:extLst>
                </p14:cNvPr>
                <p14:cNvContentPartPr/>
                <p14:nvPr/>
              </p14:nvContentPartPr>
              <p14:xfrm>
                <a:off x="9329902" y="2966216"/>
                <a:ext cx="87480" cy="57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F88646A-EF3E-5EC8-AC98-8E624AC621D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20902" y="2957576"/>
                  <a:ext cx="105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D746ABB-73CF-934D-45F5-F65733AE0AF2}"/>
                    </a:ext>
                  </a:extLst>
                </p14:cNvPr>
                <p14:cNvContentPartPr/>
                <p14:nvPr/>
              </p14:nvContentPartPr>
              <p14:xfrm>
                <a:off x="9478582" y="2982416"/>
                <a:ext cx="37080" cy="63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D746ABB-73CF-934D-45F5-F65733AE0AF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69942" y="2973416"/>
                  <a:ext cx="54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8920506-3C9E-E85E-4F98-E40003232763}"/>
                    </a:ext>
                  </a:extLst>
                </p14:cNvPr>
                <p14:cNvContentPartPr/>
                <p14:nvPr/>
              </p14:nvContentPartPr>
              <p14:xfrm>
                <a:off x="9404422" y="2803496"/>
                <a:ext cx="5760" cy="28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8920506-3C9E-E85E-4F98-E4000323276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395422" y="2794496"/>
                  <a:ext cx="23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A13963D-BA6E-6E7D-8E86-202C4C0EE74D}"/>
                    </a:ext>
                  </a:extLst>
                </p14:cNvPr>
                <p14:cNvContentPartPr/>
                <p14:nvPr/>
              </p14:nvContentPartPr>
              <p14:xfrm>
                <a:off x="9483982" y="2817536"/>
                <a:ext cx="95040" cy="197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A13963D-BA6E-6E7D-8E86-202C4C0EE7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75342" y="2808536"/>
                  <a:ext cx="112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F5B7FB9-A5EC-CD5D-14D3-32AAC86C4C63}"/>
                    </a:ext>
                  </a:extLst>
                </p14:cNvPr>
                <p14:cNvContentPartPr/>
                <p14:nvPr/>
              </p14:nvContentPartPr>
              <p14:xfrm>
                <a:off x="9489742" y="2902856"/>
                <a:ext cx="74160" cy="58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F5B7FB9-A5EC-CD5D-14D3-32AAC86C4C6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81102" y="2894216"/>
                  <a:ext cx="91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58B24F6-74C6-E86F-0C1D-6460B37836A2}"/>
                    </a:ext>
                  </a:extLst>
                </p14:cNvPr>
                <p14:cNvContentPartPr/>
                <p14:nvPr/>
              </p14:nvContentPartPr>
              <p14:xfrm>
                <a:off x="9633022" y="2941376"/>
                <a:ext cx="102600" cy="56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58B24F6-74C6-E86F-0C1D-6460B37836A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24022" y="2932736"/>
                  <a:ext cx="120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D53814B-7A38-3D38-B723-95F78652042E}"/>
                    </a:ext>
                  </a:extLst>
                </p14:cNvPr>
                <p14:cNvContentPartPr/>
                <p14:nvPr/>
              </p14:nvContentPartPr>
              <p14:xfrm>
                <a:off x="9813742" y="2713496"/>
                <a:ext cx="397080" cy="316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D53814B-7A38-3D38-B723-95F78652042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04742" y="2704496"/>
                  <a:ext cx="41472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6539C84-77B0-B228-4EE9-DB57F656AEE5}"/>
              </a:ext>
            </a:extLst>
          </p:cNvPr>
          <p:cNvGrpSpPr/>
          <p:nvPr/>
        </p:nvGrpSpPr>
        <p:grpSpPr>
          <a:xfrm>
            <a:off x="7717462" y="3280136"/>
            <a:ext cx="1456920" cy="505440"/>
            <a:chOff x="7717462" y="3280136"/>
            <a:chExt cx="145692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BEE6735-27A9-7240-17D4-A71B15AEA4CC}"/>
                    </a:ext>
                  </a:extLst>
                </p14:cNvPr>
                <p14:cNvContentPartPr/>
                <p14:nvPr/>
              </p14:nvContentPartPr>
              <p14:xfrm>
                <a:off x="7839502" y="3465176"/>
                <a:ext cx="92880" cy="1818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BEE6735-27A9-7240-17D4-A71B15AEA4C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30862" y="3456536"/>
                  <a:ext cx="110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520334A-7D7A-9EB7-02E2-E973DB46CAC1}"/>
                    </a:ext>
                  </a:extLst>
                </p14:cNvPr>
                <p14:cNvContentPartPr/>
                <p14:nvPr/>
              </p14:nvContentPartPr>
              <p14:xfrm>
                <a:off x="7910422" y="3509096"/>
                <a:ext cx="71280" cy="58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520334A-7D7A-9EB7-02E2-E973DB46CAC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01782" y="3500456"/>
                  <a:ext cx="88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344EE5E-2B07-AE54-C6CA-85539F523CED}"/>
                    </a:ext>
                  </a:extLst>
                </p14:cNvPr>
                <p14:cNvContentPartPr/>
                <p14:nvPr/>
              </p14:nvContentPartPr>
              <p14:xfrm>
                <a:off x="7926262" y="3428816"/>
                <a:ext cx="124560" cy="222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344EE5E-2B07-AE54-C6CA-85539F523C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17622" y="3420176"/>
                  <a:ext cx="142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AF298E3-E2CC-1464-EB2C-57E1E9DFFCF7}"/>
                    </a:ext>
                  </a:extLst>
                </p14:cNvPr>
                <p14:cNvContentPartPr/>
                <p14:nvPr/>
              </p14:nvContentPartPr>
              <p14:xfrm>
                <a:off x="8080342" y="3588296"/>
                <a:ext cx="122040" cy="81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AF298E3-E2CC-1464-EB2C-57E1E9DFFCF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71342" y="3579656"/>
                  <a:ext cx="139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D48820F-F9D0-C72D-4EB3-67CD454F3ADA}"/>
                    </a:ext>
                  </a:extLst>
                </p14:cNvPr>
                <p14:cNvContentPartPr/>
                <p14:nvPr/>
              </p14:nvContentPartPr>
              <p14:xfrm>
                <a:off x="8230462" y="3598016"/>
                <a:ext cx="88560" cy="187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D48820F-F9D0-C72D-4EB3-67CD454F3AD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21462" y="3589376"/>
                  <a:ext cx="106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191C41-C995-F542-53FB-9ED90196BB38}"/>
                    </a:ext>
                  </a:extLst>
                </p14:cNvPr>
                <p14:cNvContentPartPr/>
                <p14:nvPr/>
              </p14:nvContentPartPr>
              <p14:xfrm>
                <a:off x="8329462" y="3396056"/>
                <a:ext cx="117000" cy="258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191C41-C995-F542-53FB-9ED90196BB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320462" y="3387416"/>
                  <a:ext cx="134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5E560C7-B74E-D92B-DCB6-550236145A9C}"/>
                    </a:ext>
                  </a:extLst>
                </p14:cNvPr>
                <p14:cNvContentPartPr/>
                <p14:nvPr/>
              </p14:nvContentPartPr>
              <p14:xfrm>
                <a:off x="8468782" y="3535016"/>
                <a:ext cx="163080" cy="117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5E560C7-B74E-D92B-DCB6-550236145A9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59782" y="3526376"/>
                  <a:ext cx="180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614FA4A-E1C3-CA61-59A5-9217C018FFD4}"/>
                    </a:ext>
                  </a:extLst>
                </p14:cNvPr>
                <p14:cNvContentPartPr/>
                <p14:nvPr/>
              </p14:nvContentPartPr>
              <p14:xfrm>
                <a:off x="8596942" y="3423416"/>
                <a:ext cx="70560" cy="1468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614FA4A-E1C3-CA61-59A5-9217C018FFD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87942" y="3414776"/>
                  <a:ext cx="88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16945A6-B041-69E4-2C63-619780EC4F93}"/>
                    </a:ext>
                  </a:extLst>
                </p14:cNvPr>
                <p14:cNvContentPartPr/>
                <p14:nvPr/>
              </p14:nvContentPartPr>
              <p14:xfrm>
                <a:off x="8565622" y="3280136"/>
                <a:ext cx="4680" cy="10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16945A6-B041-69E4-2C63-619780EC4F9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56622" y="3271496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F963E60-B08D-9547-7E40-F0AEEB615CE7}"/>
                    </a:ext>
                  </a:extLst>
                </p14:cNvPr>
                <p14:cNvContentPartPr/>
                <p14:nvPr/>
              </p14:nvContentPartPr>
              <p14:xfrm>
                <a:off x="8659222" y="3349976"/>
                <a:ext cx="202680" cy="63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F963E60-B08D-9547-7E40-F0AEEB615CE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650582" y="3340976"/>
                  <a:ext cx="220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DEF5BEF-84A6-3CC3-AEBC-8FF20F396ACE}"/>
                    </a:ext>
                  </a:extLst>
                </p14:cNvPr>
                <p14:cNvContentPartPr/>
                <p14:nvPr/>
              </p14:nvContentPartPr>
              <p14:xfrm>
                <a:off x="8936422" y="3349256"/>
                <a:ext cx="101880" cy="288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DEF5BEF-84A6-3CC3-AEBC-8FF20F396AC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27782" y="3340256"/>
                  <a:ext cx="1195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8386687-94A4-F58D-B657-0BAF48F7B28D}"/>
                    </a:ext>
                  </a:extLst>
                </p14:cNvPr>
                <p14:cNvContentPartPr/>
                <p14:nvPr/>
              </p14:nvContentPartPr>
              <p14:xfrm>
                <a:off x="9113182" y="3358616"/>
                <a:ext cx="61200" cy="276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8386687-94A4-F58D-B657-0BAF48F7B28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04182" y="3349976"/>
                  <a:ext cx="78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04184F8-CF80-2B1E-6A6D-DBEC2CCE5559}"/>
                    </a:ext>
                  </a:extLst>
                </p14:cNvPr>
                <p14:cNvContentPartPr/>
                <p14:nvPr/>
              </p14:nvContentPartPr>
              <p14:xfrm>
                <a:off x="7717462" y="3417656"/>
                <a:ext cx="45000" cy="296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04184F8-CF80-2B1E-6A6D-DBEC2CCE55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08822" y="3408656"/>
                  <a:ext cx="626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472418ED-8FD9-B711-CA88-26167CD92EC8}"/>
              </a:ext>
            </a:extLst>
          </p:cNvPr>
          <p:cNvGrpSpPr/>
          <p:nvPr/>
        </p:nvGrpSpPr>
        <p:grpSpPr>
          <a:xfrm>
            <a:off x="9347542" y="3194816"/>
            <a:ext cx="924480" cy="476640"/>
            <a:chOff x="9347542" y="3194816"/>
            <a:chExt cx="92448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8A700B1-AB3F-622A-6CE4-203A0312500C}"/>
                    </a:ext>
                  </a:extLst>
                </p14:cNvPr>
                <p14:cNvContentPartPr/>
                <p14:nvPr/>
              </p14:nvContentPartPr>
              <p14:xfrm>
                <a:off x="9347542" y="3600176"/>
                <a:ext cx="110160" cy="50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8A700B1-AB3F-622A-6CE4-203A0312500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38902" y="3591176"/>
                  <a:ext cx="127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2FA50B8-E665-15E4-0438-3E12F3F5BC34}"/>
                    </a:ext>
                  </a:extLst>
                </p14:cNvPr>
                <p14:cNvContentPartPr/>
                <p14:nvPr/>
              </p14:nvContentPartPr>
              <p14:xfrm>
                <a:off x="9349342" y="3538256"/>
                <a:ext cx="97920" cy="7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2FA50B8-E665-15E4-0438-3E12F3F5BC3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340702" y="3529256"/>
                  <a:ext cx="11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54EFB47-DAB8-50A4-D999-CEB6C5D529FD}"/>
                    </a:ext>
                  </a:extLst>
                </p14:cNvPr>
                <p14:cNvContentPartPr/>
                <p14:nvPr/>
              </p14:nvContentPartPr>
              <p14:xfrm>
                <a:off x="9653182" y="3504776"/>
                <a:ext cx="138600" cy="129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54EFB47-DAB8-50A4-D999-CEB6C5D529F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44542" y="3496136"/>
                  <a:ext cx="156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1C4B742-BEFB-891F-B97E-0ED238B4096F}"/>
                    </a:ext>
                  </a:extLst>
                </p14:cNvPr>
                <p14:cNvContentPartPr/>
                <p14:nvPr/>
              </p14:nvContentPartPr>
              <p14:xfrm>
                <a:off x="9697102" y="3348896"/>
                <a:ext cx="90360" cy="11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1C4B742-BEFB-891F-B97E-0ED238B4096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88102" y="3340256"/>
                  <a:ext cx="10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3133592-A53A-AB81-C2B2-6B2039ABEC6D}"/>
                    </a:ext>
                  </a:extLst>
                </p14:cNvPr>
                <p14:cNvContentPartPr/>
                <p14:nvPr/>
              </p14:nvContentPartPr>
              <p14:xfrm>
                <a:off x="9845422" y="3285176"/>
                <a:ext cx="80280" cy="1875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3133592-A53A-AB81-C2B2-6B2039ABEC6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36782" y="3276536"/>
                  <a:ext cx="97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CBD8E5C-C2E6-C0ED-F61C-568980C70CAB}"/>
                    </a:ext>
                  </a:extLst>
                </p14:cNvPr>
                <p14:cNvContentPartPr/>
                <p14:nvPr/>
              </p14:nvContentPartPr>
              <p14:xfrm>
                <a:off x="9808342" y="3194816"/>
                <a:ext cx="360" cy="5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CBD8E5C-C2E6-C0ED-F61C-568980C70C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9702" y="3185816"/>
                  <a:ext cx="1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83D1D17-9EF7-F3F0-9A36-5A809F8C1322}"/>
                    </a:ext>
                  </a:extLst>
                </p14:cNvPr>
                <p14:cNvContentPartPr/>
                <p14:nvPr/>
              </p14:nvContentPartPr>
              <p14:xfrm>
                <a:off x="9906622" y="3225776"/>
                <a:ext cx="194040" cy="94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83D1D17-9EF7-F3F0-9A36-5A809F8C132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897982" y="3216776"/>
                  <a:ext cx="21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C01CF43-3B88-022A-04B5-FCC8DF48F9C8}"/>
                    </a:ext>
                  </a:extLst>
                </p14:cNvPr>
                <p14:cNvContentPartPr/>
                <p14:nvPr/>
              </p14:nvContentPartPr>
              <p14:xfrm>
                <a:off x="10212262" y="3280136"/>
                <a:ext cx="59760" cy="287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C01CF43-3B88-022A-04B5-FCC8DF48F9C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203622" y="3271136"/>
                  <a:ext cx="774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174F26F-5E6D-7883-608B-7F27B9B57DA3}"/>
                    </a:ext>
                  </a:extLst>
                </p14:cNvPr>
                <p14:cNvContentPartPr/>
                <p14:nvPr/>
              </p14:nvContentPartPr>
              <p14:xfrm>
                <a:off x="9500182" y="3407576"/>
                <a:ext cx="47880" cy="263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174F26F-5E6D-7883-608B-7F27B9B57DA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491182" y="3398576"/>
                  <a:ext cx="6552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A31987D-478B-7269-FCA3-027069B72C6D}"/>
              </a:ext>
            </a:extLst>
          </p:cNvPr>
          <p:cNvGrpSpPr/>
          <p:nvPr/>
        </p:nvGrpSpPr>
        <p:grpSpPr>
          <a:xfrm>
            <a:off x="10517542" y="2968376"/>
            <a:ext cx="1004040" cy="414000"/>
            <a:chOff x="10517542" y="2968376"/>
            <a:chExt cx="100404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2CC16F-0107-E4F9-FBCE-5ED5314E88B0}"/>
                    </a:ext>
                  </a:extLst>
                </p14:cNvPr>
                <p14:cNvContentPartPr/>
                <p14:nvPr/>
              </p14:nvContentPartPr>
              <p14:xfrm>
                <a:off x="10517542" y="3211736"/>
                <a:ext cx="55800" cy="170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2CC16F-0107-E4F9-FBCE-5ED5314E88B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508542" y="3203096"/>
                  <a:ext cx="73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BCD1962-5C83-0349-25B2-49B43E7840B2}"/>
                    </a:ext>
                  </a:extLst>
                </p14:cNvPr>
                <p14:cNvContentPartPr/>
                <p14:nvPr/>
              </p14:nvContentPartPr>
              <p14:xfrm>
                <a:off x="10681702" y="3311816"/>
                <a:ext cx="71280" cy="5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BCD1962-5C83-0349-25B2-49B43E7840B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673062" y="3303176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76715BE-461B-24F1-73C0-4E3752785D63}"/>
                    </a:ext>
                  </a:extLst>
                </p14:cNvPr>
                <p14:cNvContentPartPr/>
                <p14:nvPr/>
              </p14:nvContentPartPr>
              <p14:xfrm>
                <a:off x="10886902" y="3283376"/>
                <a:ext cx="115200" cy="81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76715BE-461B-24F1-73C0-4E3752785D6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877902" y="3274376"/>
                  <a:ext cx="132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CA5314F-EA75-5C7C-CD6E-53EE23A5B944}"/>
                    </a:ext>
                  </a:extLst>
                </p14:cNvPr>
                <p14:cNvContentPartPr/>
                <p14:nvPr/>
              </p14:nvContentPartPr>
              <p14:xfrm>
                <a:off x="10950622" y="3095456"/>
                <a:ext cx="82800" cy="83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CA5314F-EA75-5C7C-CD6E-53EE23A5B94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941622" y="3086456"/>
                  <a:ext cx="100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484453A-4326-1D69-0FE3-7026AC80405D}"/>
                    </a:ext>
                  </a:extLst>
                </p14:cNvPr>
                <p14:cNvContentPartPr/>
                <p14:nvPr/>
              </p14:nvContentPartPr>
              <p14:xfrm>
                <a:off x="10926502" y="3130376"/>
                <a:ext cx="120960" cy="169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484453A-4326-1D69-0FE3-7026AC80405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917862" y="3121736"/>
                  <a:ext cx="13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D0508E3-2F7D-51C2-79A5-FE0D42DEC2B4}"/>
                    </a:ext>
                  </a:extLst>
                </p14:cNvPr>
                <p14:cNvContentPartPr/>
                <p14:nvPr/>
              </p14:nvContentPartPr>
              <p14:xfrm>
                <a:off x="11153302" y="3236576"/>
                <a:ext cx="138600" cy="918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D0508E3-2F7D-51C2-79A5-FE0D42DEC2B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144662" y="3227936"/>
                  <a:ext cx="156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8FAD1FD-0259-0C4A-A1F5-C60C6DAF523C}"/>
                    </a:ext>
                  </a:extLst>
                </p14:cNvPr>
                <p14:cNvContentPartPr/>
                <p14:nvPr/>
              </p14:nvContentPartPr>
              <p14:xfrm>
                <a:off x="11254462" y="3094016"/>
                <a:ext cx="103680" cy="2070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8FAD1FD-0259-0C4A-A1F5-C60C6DAF523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245462" y="3085016"/>
                  <a:ext cx="121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7DD983C-9831-B112-0AEC-53126E82E0C8}"/>
                    </a:ext>
                  </a:extLst>
                </p14:cNvPr>
                <p14:cNvContentPartPr/>
                <p14:nvPr/>
              </p14:nvContentPartPr>
              <p14:xfrm>
                <a:off x="11201542" y="2968376"/>
                <a:ext cx="5040" cy="14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7DD983C-9831-B112-0AEC-53126E82E0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2902" y="2959736"/>
                  <a:ext cx="2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D52DB55-CB93-E9D8-E92F-66FF39581488}"/>
                    </a:ext>
                  </a:extLst>
                </p14:cNvPr>
                <p14:cNvContentPartPr/>
                <p14:nvPr/>
              </p14:nvContentPartPr>
              <p14:xfrm>
                <a:off x="11344822" y="3038216"/>
                <a:ext cx="176760" cy="67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D52DB55-CB93-E9D8-E92F-66FF3958148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335822" y="3029216"/>
                  <a:ext cx="1944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9D068F0-C8D9-5F20-D3A9-4B0D60B9BFEB}"/>
              </a:ext>
            </a:extLst>
          </p:cNvPr>
          <p:cNvGrpSpPr/>
          <p:nvPr/>
        </p:nvGrpSpPr>
        <p:grpSpPr>
          <a:xfrm>
            <a:off x="10430422" y="3476336"/>
            <a:ext cx="1089360" cy="360720"/>
            <a:chOff x="10430422" y="3476336"/>
            <a:chExt cx="108936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E9672D2-02D0-014E-F840-3603A854CCEA}"/>
                    </a:ext>
                  </a:extLst>
                </p14:cNvPr>
                <p14:cNvContentPartPr/>
                <p14:nvPr/>
              </p14:nvContentPartPr>
              <p14:xfrm>
                <a:off x="10430422" y="3476336"/>
                <a:ext cx="1010160" cy="36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E9672D2-02D0-014E-F840-3603A854CCE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421782" y="3467336"/>
                  <a:ext cx="1027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CCF1CE4-1497-F8A5-6279-0DBB8349C533}"/>
                    </a:ext>
                  </a:extLst>
                </p14:cNvPr>
                <p14:cNvContentPartPr/>
                <p14:nvPr/>
              </p14:nvContentPartPr>
              <p14:xfrm>
                <a:off x="10605742" y="3670376"/>
                <a:ext cx="40680" cy="149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CCF1CE4-1497-F8A5-6279-0DBB8349C53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596742" y="3661376"/>
                  <a:ext cx="58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AEAF593-95F4-1C6E-A72A-04294B2D07D1}"/>
                    </a:ext>
                  </a:extLst>
                </p14:cNvPr>
                <p14:cNvContentPartPr/>
                <p14:nvPr/>
              </p14:nvContentPartPr>
              <p14:xfrm>
                <a:off x="10766662" y="3763616"/>
                <a:ext cx="52200" cy="100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AEAF593-95F4-1C6E-A72A-04294B2D07D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57662" y="3754976"/>
                  <a:ext cx="69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FEE5B42-6592-1F7C-5581-6B7092C897BE}"/>
                    </a:ext>
                  </a:extLst>
                </p14:cNvPr>
                <p14:cNvContentPartPr/>
                <p14:nvPr/>
              </p14:nvContentPartPr>
              <p14:xfrm>
                <a:off x="10915342" y="3733736"/>
                <a:ext cx="144360" cy="103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FEE5B42-6592-1F7C-5581-6B7092C897B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06342" y="3725096"/>
                  <a:ext cx="162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78115E7-E0A4-5F10-9A06-8938771DE732}"/>
                    </a:ext>
                  </a:extLst>
                </p14:cNvPr>
                <p14:cNvContentPartPr/>
                <p14:nvPr/>
              </p14:nvContentPartPr>
              <p14:xfrm>
                <a:off x="11106502" y="3738056"/>
                <a:ext cx="135360" cy="903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78115E7-E0A4-5F10-9A06-8938771DE73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097862" y="3729056"/>
                  <a:ext cx="153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5AEC129-87F4-798E-AD6C-35424165099A}"/>
                    </a:ext>
                  </a:extLst>
                </p14:cNvPr>
                <p14:cNvContentPartPr/>
                <p14:nvPr/>
              </p14:nvContentPartPr>
              <p14:xfrm>
                <a:off x="11180302" y="3654176"/>
                <a:ext cx="58680" cy="10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5AEC129-87F4-798E-AD6C-35424165099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171302" y="3645176"/>
                  <a:ext cx="76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D7EBEC8-DB9B-0295-33D8-9BEE0D8A44F5}"/>
                    </a:ext>
                  </a:extLst>
                </p14:cNvPr>
                <p14:cNvContentPartPr/>
                <p14:nvPr/>
              </p14:nvContentPartPr>
              <p14:xfrm>
                <a:off x="11323942" y="3657416"/>
                <a:ext cx="45000" cy="139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D7EBEC8-DB9B-0295-33D8-9BEE0D8A44F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15302" y="3648776"/>
                  <a:ext cx="62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878E040-CF68-57A6-85E7-4BE4404A9F87}"/>
                    </a:ext>
                  </a:extLst>
                </p14:cNvPr>
                <p14:cNvContentPartPr/>
                <p14:nvPr/>
              </p14:nvContentPartPr>
              <p14:xfrm>
                <a:off x="11286142" y="3556616"/>
                <a:ext cx="10800" cy="16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878E040-CF68-57A6-85E7-4BE4404A9F8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77502" y="3547616"/>
                  <a:ext cx="2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F78B42D-567B-26F6-E752-54AA746BD8AA}"/>
                    </a:ext>
                  </a:extLst>
                </p14:cNvPr>
                <p14:cNvContentPartPr/>
                <p14:nvPr/>
              </p14:nvContentPartPr>
              <p14:xfrm>
                <a:off x="11370022" y="3597656"/>
                <a:ext cx="149760" cy="62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F78B42D-567B-26F6-E752-54AA746BD8A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61022" y="3589016"/>
                  <a:ext cx="16740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AD4507B4-0A6C-F030-02F1-3D9FF2C185C5}"/>
                  </a:ext>
                </a:extLst>
              </p14:cNvPr>
              <p14:cNvContentPartPr/>
              <p14:nvPr/>
            </p14:nvContentPartPr>
            <p14:xfrm>
              <a:off x="10307662" y="3150536"/>
              <a:ext cx="54360" cy="2210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AD4507B4-0A6C-F030-02F1-3D9FF2C185C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0299022" y="3141536"/>
                <a:ext cx="720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706EEB0-880F-48A7-6D7D-9C37B0AB215D}"/>
                  </a:ext>
                </a:extLst>
              </p14:cNvPr>
              <p14:cNvContentPartPr/>
              <p14:nvPr/>
            </p14:nvContentPartPr>
            <p14:xfrm>
              <a:off x="11658022" y="3064856"/>
              <a:ext cx="32760" cy="16308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706EEB0-880F-48A7-6D7D-9C37B0AB215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649022" y="3056216"/>
                <a:ext cx="504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7FA710FF-E49D-10DE-49C9-6F8C993283FD}"/>
                  </a:ext>
                </a:extLst>
              </p14:cNvPr>
              <p14:cNvContentPartPr/>
              <p14:nvPr/>
            </p14:nvContentPartPr>
            <p14:xfrm>
              <a:off x="10408822" y="3636536"/>
              <a:ext cx="99720" cy="3006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7FA710FF-E49D-10DE-49C9-6F8C993283FD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400182" y="3627896"/>
                <a:ext cx="117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F8B3DE25-447A-666E-A9C8-6B3A20D1A83A}"/>
                  </a:ext>
                </a:extLst>
              </p14:cNvPr>
              <p14:cNvContentPartPr/>
              <p14:nvPr/>
            </p14:nvContentPartPr>
            <p14:xfrm>
              <a:off x="11663782" y="3613496"/>
              <a:ext cx="59400" cy="2358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F8B3DE25-447A-666E-A9C8-6B3A20D1A83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654782" y="3604856"/>
                <a:ext cx="770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14ADEB8C-39F7-A828-C6EC-EC7AECF54E12}"/>
                  </a:ext>
                </a:extLst>
              </p14:cNvPr>
              <p14:cNvContentPartPr/>
              <p14:nvPr/>
            </p14:nvContentPartPr>
            <p14:xfrm>
              <a:off x="11642542" y="3072776"/>
              <a:ext cx="50400" cy="2332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14ADEB8C-39F7-A828-C6EC-EC7AECF54E1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1633542" y="3063776"/>
                <a:ext cx="6804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7585B82-32B3-7E64-E558-FB10A9477BC3}"/>
              </a:ext>
            </a:extLst>
          </p:cNvPr>
          <p:cNvGrpSpPr/>
          <p:nvPr/>
        </p:nvGrpSpPr>
        <p:grpSpPr>
          <a:xfrm>
            <a:off x="11774662" y="3376616"/>
            <a:ext cx="294120" cy="238320"/>
            <a:chOff x="11774662" y="3376616"/>
            <a:chExt cx="29412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AAAFF56-7294-B2FF-2C6C-F38861C7507D}"/>
                    </a:ext>
                  </a:extLst>
                </p14:cNvPr>
                <p14:cNvContentPartPr/>
                <p14:nvPr/>
              </p14:nvContentPartPr>
              <p14:xfrm>
                <a:off x="11775382" y="3510896"/>
                <a:ext cx="117360" cy="151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AAAFF56-7294-B2FF-2C6C-F38861C7507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766742" y="3502256"/>
                  <a:ext cx="135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9A2A03D-E222-6E2C-D07E-7B40DC8A6B62}"/>
                    </a:ext>
                  </a:extLst>
                </p14:cNvPr>
                <p14:cNvContentPartPr/>
                <p14:nvPr/>
              </p14:nvContentPartPr>
              <p14:xfrm>
                <a:off x="11774662" y="3460136"/>
                <a:ext cx="120960" cy="169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9A2A03D-E222-6E2C-D07E-7B40DC8A6B6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766022" y="3451496"/>
                  <a:ext cx="13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54D6F05-038F-F671-7A50-6A1F2E86DC50}"/>
                    </a:ext>
                  </a:extLst>
                </p14:cNvPr>
                <p14:cNvContentPartPr/>
                <p14:nvPr/>
              </p14:nvContentPartPr>
              <p14:xfrm>
                <a:off x="12019822" y="3376616"/>
                <a:ext cx="48960" cy="2383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54D6F05-038F-F671-7A50-6A1F2E86DC5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010822" y="3367616"/>
                  <a:ext cx="6660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CABA276C-0466-F525-D994-BF260BCF7CBB}"/>
                  </a:ext>
                </a:extLst>
              </p14:cNvPr>
              <p14:cNvContentPartPr/>
              <p14:nvPr/>
            </p14:nvContentPartPr>
            <p14:xfrm>
              <a:off x="1342222" y="4417736"/>
              <a:ext cx="268920" cy="1602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CABA276C-0466-F525-D994-BF260BCF7CBB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333582" y="4408736"/>
                <a:ext cx="28656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B0440729-6274-7964-E2EA-DF8D97885405}"/>
              </a:ext>
            </a:extLst>
          </p:cNvPr>
          <p:cNvGrpSpPr/>
          <p:nvPr/>
        </p:nvGrpSpPr>
        <p:grpSpPr>
          <a:xfrm>
            <a:off x="1788982" y="4205336"/>
            <a:ext cx="1194480" cy="504000"/>
            <a:chOff x="1788982" y="4205336"/>
            <a:chExt cx="119448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F94A065-CAB9-9DDB-8333-4E56A865A43C}"/>
                    </a:ext>
                  </a:extLst>
                </p14:cNvPr>
                <p14:cNvContentPartPr/>
                <p14:nvPr/>
              </p14:nvContentPartPr>
              <p14:xfrm>
                <a:off x="1788982" y="4381376"/>
                <a:ext cx="99000" cy="253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F94A065-CAB9-9DDB-8333-4E56A865A43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780342" y="4372736"/>
                  <a:ext cx="116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0CDFCB4-74E3-8C95-76CE-3825B834742E}"/>
                    </a:ext>
                  </a:extLst>
                </p14:cNvPr>
                <p14:cNvContentPartPr/>
                <p14:nvPr/>
              </p14:nvContentPartPr>
              <p14:xfrm>
                <a:off x="1855222" y="4509176"/>
                <a:ext cx="92520" cy="316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0CDFCB4-74E3-8C95-76CE-3825B83474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46222" y="4500536"/>
                  <a:ext cx="110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04A6D61-C096-08FC-2B89-C852C365CCEA}"/>
                    </a:ext>
                  </a:extLst>
                </p14:cNvPr>
                <p14:cNvContentPartPr/>
                <p14:nvPr/>
              </p14:nvContentPartPr>
              <p14:xfrm>
                <a:off x="1881862" y="4380296"/>
                <a:ext cx="98640" cy="205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04A6D61-C096-08FC-2B89-C852C365CCE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872862" y="4371656"/>
                  <a:ext cx="116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72DA0F2-3270-067F-E682-0D2FC73BA356}"/>
                    </a:ext>
                  </a:extLst>
                </p14:cNvPr>
                <p14:cNvContentPartPr/>
                <p14:nvPr/>
              </p14:nvContentPartPr>
              <p14:xfrm>
                <a:off x="2029822" y="4548776"/>
                <a:ext cx="107280" cy="824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72DA0F2-3270-067F-E682-0D2FC73BA35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021182" y="4540136"/>
                  <a:ext cx="124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D346EA4-0A52-DB5C-A446-0CFDF6B188ED}"/>
                    </a:ext>
                  </a:extLst>
                </p14:cNvPr>
                <p14:cNvContentPartPr/>
                <p14:nvPr/>
              </p14:nvContentPartPr>
              <p14:xfrm>
                <a:off x="2170582" y="4543736"/>
                <a:ext cx="88920" cy="1656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D346EA4-0A52-DB5C-A446-0CFDF6B188E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161582" y="4535096"/>
                  <a:ext cx="106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699A8A2-A1D2-8DE6-1079-21FC917E7DC3}"/>
                    </a:ext>
                  </a:extLst>
                </p14:cNvPr>
                <p14:cNvContentPartPr/>
                <p14:nvPr/>
              </p14:nvContentPartPr>
              <p14:xfrm>
                <a:off x="2294782" y="4340696"/>
                <a:ext cx="105480" cy="279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699A8A2-A1D2-8DE6-1079-21FC917E7DC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286142" y="4332056"/>
                  <a:ext cx="123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D43ED3D-11D3-B1DB-5658-16D9EFFD3556}"/>
                    </a:ext>
                  </a:extLst>
                </p14:cNvPr>
                <p14:cNvContentPartPr/>
                <p14:nvPr/>
              </p14:nvContentPartPr>
              <p14:xfrm>
                <a:off x="2415022" y="4481816"/>
                <a:ext cx="160920" cy="129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D43ED3D-11D3-B1DB-5658-16D9EFFD355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06022" y="4472816"/>
                  <a:ext cx="178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4C11EFB-D87F-D65F-4A2C-CC934AC0BB77}"/>
                    </a:ext>
                  </a:extLst>
                </p14:cNvPr>
                <p14:cNvContentPartPr/>
                <p14:nvPr/>
              </p14:nvContentPartPr>
              <p14:xfrm>
                <a:off x="2508982" y="4332416"/>
                <a:ext cx="99000" cy="1742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4C11EFB-D87F-D65F-4A2C-CC934AC0BB7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00342" y="4323776"/>
                  <a:ext cx="116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F354155-066A-B02E-D47A-39A5BA6252E3}"/>
                    </a:ext>
                  </a:extLst>
                </p14:cNvPr>
                <p14:cNvContentPartPr/>
                <p14:nvPr/>
              </p14:nvContentPartPr>
              <p14:xfrm>
                <a:off x="2458942" y="4205336"/>
                <a:ext cx="2880" cy="108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F354155-066A-B02E-D47A-39A5BA6252E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449942" y="4196336"/>
                  <a:ext cx="20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9F681A3-1F04-A0E0-22BD-D71B1E64A4E0}"/>
                    </a:ext>
                  </a:extLst>
                </p14:cNvPr>
                <p14:cNvContentPartPr/>
                <p14:nvPr/>
              </p14:nvContentPartPr>
              <p14:xfrm>
                <a:off x="2624542" y="4261136"/>
                <a:ext cx="166320" cy="835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9F681A3-1F04-A0E0-22BD-D71B1E64A4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615542" y="4252136"/>
                  <a:ext cx="183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847ACEB-E311-3055-BF8E-774863529120}"/>
                    </a:ext>
                  </a:extLst>
                </p14:cNvPr>
                <p14:cNvContentPartPr/>
                <p14:nvPr/>
              </p14:nvContentPartPr>
              <p14:xfrm>
                <a:off x="2859982" y="4306136"/>
                <a:ext cx="123480" cy="312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847ACEB-E311-3055-BF8E-77486352912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850982" y="4297136"/>
                  <a:ext cx="14112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42DBCF2-3A7B-41F8-3E2D-A0550E1DE22E}"/>
              </a:ext>
            </a:extLst>
          </p:cNvPr>
          <p:cNvGrpSpPr/>
          <p:nvPr/>
        </p:nvGrpSpPr>
        <p:grpSpPr>
          <a:xfrm>
            <a:off x="3275422" y="4448336"/>
            <a:ext cx="164520" cy="86760"/>
            <a:chOff x="3275422" y="4448336"/>
            <a:chExt cx="16452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918F0FD-5FDC-DB11-6F72-E7F00F52126E}"/>
                    </a:ext>
                  </a:extLst>
                </p14:cNvPr>
                <p14:cNvContentPartPr/>
                <p14:nvPr/>
              </p14:nvContentPartPr>
              <p14:xfrm>
                <a:off x="3333742" y="4534736"/>
                <a:ext cx="10620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918F0FD-5FDC-DB11-6F72-E7F00F52126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324742" y="4525736"/>
                  <a:ext cx="123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A788F7D-7662-9603-A574-45800F818C70}"/>
                    </a:ext>
                  </a:extLst>
                </p14:cNvPr>
                <p14:cNvContentPartPr/>
                <p14:nvPr/>
              </p14:nvContentPartPr>
              <p14:xfrm>
                <a:off x="3275422" y="4448336"/>
                <a:ext cx="121680" cy="280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A788F7D-7662-9603-A574-45800F818C7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266782" y="4439696"/>
                  <a:ext cx="1393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E186BB0A-897D-3799-81BE-B6B5EE9F1504}"/>
              </a:ext>
            </a:extLst>
          </p:cNvPr>
          <p:cNvGrpSpPr/>
          <p:nvPr/>
        </p:nvGrpSpPr>
        <p:grpSpPr>
          <a:xfrm>
            <a:off x="3666382" y="4284896"/>
            <a:ext cx="599040" cy="278640"/>
            <a:chOff x="3666382" y="4284896"/>
            <a:chExt cx="59904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F9688FD-FB16-2342-F186-90EEB7B7361A}"/>
                    </a:ext>
                  </a:extLst>
                </p14:cNvPr>
                <p14:cNvContentPartPr/>
                <p14:nvPr/>
              </p14:nvContentPartPr>
              <p14:xfrm>
                <a:off x="3678622" y="4343216"/>
                <a:ext cx="99000" cy="220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F9688FD-FB16-2342-F186-90EEB7B7361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669982" y="4334576"/>
                  <a:ext cx="116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C693885-8356-C6D3-EA60-D3396DA1E3D6}"/>
                    </a:ext>
                  </a:extLst>
                </p14:cNvPr>
                <p14:cNvContentPartPr/>
                <p14:nvPr/>
              </p14:nvContentPartPr>
              <p14:xfrm>
                <a:off x="3666382" y="4491896"/>
                <a:ext cx="129600" cy="54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C693885-8356-C6D3-EA60-D3396DA1E3D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657742" y="4483256"/>
                  <a:ext cx="147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DC73D2-ED4F-CAF7-F075-EA132B7F8233}"/>
                    </a:ext>
                  </a:extLst>
                </p14:cNvPr>
                <p14:cNvContentPartPr/>
                <p14:nvPr/>
              </p14:nvContentPartPr>
              <p14:xfrm>
                <a:off x="3790582" y="4470656"/>
                <a:ext cx="147600" cy="568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DC73D2-ED4F-CAF7-F075-EA132B7F823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781582" y="4462016"/>
                  <a:ext cx="165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73399B5-6EFF-5D9B-D12B-E8E270248C88}"/>
                    </a:ext>
                  </a:extLst>
                </p14:cNvPr>
                <p14:cNvContentPartPr/>
                <p14:nvPr/>
              </p14:nvContentPartPr>
              <p14:xfrm>
                <a:off x="3965902" y="4485056"/>
                <a:ext cx="146880" cy="439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73399B5-6EFF-5D9B-D12B-E8E270248C8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56902" y="4476416"/>
                  <a:ext cx="164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6B56B42-042A-4885-9B3A-CEF4FBC14854}"/>
                    </a:ext>
                  </a:extLst>
                </p14:cNvPr>
                <p14:cNvContentPartPr/>
                <p14:nvPr/>
              </p14:nvContentPartPr>
              <p14:xfrm>
                <a:off x="4038982" y="4354016"/>
                <a:ext cx="113040" cy="8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6B56B42-042A-4885-9B3A-CEF4FBC1485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030342" y="4345016"/>
                  <a:ext cx="130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AE3FFFC-3DA5-C34D-B422-5D4F7B32E23C}"/>
                    </a:ext>
                  </a:extLst>
                </p14:cNvPr>
                <p14:cNvContentPartPr/>
                <p14:nvPr/>
              </p14:nvContentPartPr>
              <p14:xfrm>
                <a:off x="4199542" y="4284896"/>
                <a:ext cx="65880" cy="914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AE3FFFC-3DA5-C34D-B422-5D4F7B32E23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90902" y="4275896"/>
                  <a:ext cx="8352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5219938-DCCB-5F92-514E-12D4BB5A0182}"/>
              </a:ext>
            </a:extLst>
          </p:cNvPr>
          <p:cNvGrpSpPr/>
          <p:nvPr/>
        </p:nvGrpSpPr>
        <p:grpSpPr>
          <a:xfrm>
            <a:off x="4474582" y="4172936"/>
            <a:ext cx="370080" cy="191880"/>
            <a:chOff x="4474582" y="4172936"/>
            <a:chExt cx="37008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C3FE1BC-EADA-FF27-82E8-EA35A7578FC0}"/>
                    </a:ext>
                  </a:extLst>
                </p14:cNvPr>
                <p14:cNvContentPartPr/>
                <p14:nvPr/>
              </p14:nvContentPartPr>
              <p14:xfrm>
                <a:off x="4530022" y="4233416"/>
                <a:ext cx="31680" cy="892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C3FE1BC-EADA-FF27-82E8-EA35A7578FC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21022" y="4224776"/>
                  <a:ext cx="49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EABB159-051B-C36A-BCBE-DAB93DD6A8A0}"/>
                    </a:ext>
                  </a:extLst>
                </p14:cNvPr>
                <p14:cNvContentPartPr/>
                <p14:nvPr/>
              </p14:nvContentPartPr>
              <p14:xfrm>
                <a:off x="4474582" y="4172936"/>
                <a:ext cx="102960" cy="37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EABB159-051B-C36A-BCBE-DAB93DD6A8A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65582" y="4164296"/>
                  <a:ext cx="120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5C0F6F8-8326-9B82-FAC8-087D903190DB}"/>
                    </a:ext>
                  </a:extLst>
                </p14:cNvPr>
                <p14:cNvContentPartPr/>
                <p14:nvPr/>
              </p14:nvContentPartPr>
              <p14:xfrm>
                <a:off x="4492222" y="4359056"/>
                <a:ext cx="133200" cy="5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5C0F6F8-8326-9B82-FAC8-087D903190D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483222" y="4350056"/>
                  <a:ext cx="150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0D6F3E0-1FE8-12B9-40F8-606496F3C4FE}"/>
                    </a:ext>
                  </a:extLst>
                </p14:cNvPr>
                <p14:cNvContentPartPr/>
                <p14:nvPr/>
              </p14:nvContentPartPr>
              <p14:xfrm>
                <a:off x="4640902" y="4312256"/>
                <a:ext cx="203760" cy="514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0D6F3E0-1FE8-12B9-40F8-606496F3C4F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32262" y="4303256"/>
                  <a:ext cx="2214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60AED692-B4C5-C6E4-9F02-1F75C438C9DF}"/>
              </a:ext>
            </a:extLst>
          </p:cNvPr>
          <p:cNvGrpSpPr/>
          <p:nvPr/>
        </p:nvGrpSpPr>
        <p:grpSpPr>
          <a:xfrm>
            <a:off x="4852942" y="4130456"/>
            <a:ext cx="696600" cy="251280"/>
            <a:chOff x="4852942" y="4130456"/>
            <a:chExt cx="69660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87F96C1-2E59-0C90-C5B5-9072BD80AA9F}"/>
                    </a:ext>
                  </a:extLst>
                </p14:cNvPr>
                <p14:cNvContentPartPr/>
                <p14:nvPr/>
              </p14:nvContentPartPr>
              <p14:xfrm>
                <a:off x="4852942" y="4135496"/>
                <a:ext cx="91440" cy="2462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87F96C1-2E59-0C90-C5B5-9072BD80AA9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844302" y="4126856"/>
                  <a:ext cx="109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E7788AD-0384-8AF6-3C4D-39AC8C908CA0}"/>
                    </a:ext>
                  </a:extLst>
                </p14:cNvPr>
                <p14:cNvContentPartPr/>
                <p14:nvPr/>
              </p14:nvContentPartPr>
              <p14:xfrm>
                <a:off x="4954462" y="4268696"/>
                <a:ext cx="83880" cy="49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E7788AD-0384-8AF6-3C4D-39AC8C908CA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45822" y="4259696"/>
                  <a:ext cx="101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5242530-358C-03C1-7ED8-081488AEBFAA}"/>
                    </a:ext>
                  </a:extLst>
                </p14:cNvPr>
                <p14:cNvContentPartPr/>
                <p14:nvPr/>
              </p14:nvContentPartPr>
              <p14:xfrm>
                <a:off x="5083342" y="4274096"/>
                <a:ext cx="131760" cy="561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5242530-358C-03C1-7ED8-081488AEBFA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074702" y="4265456"/>
                  <a:ext cx="149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A531278-F3A6-6DA2-E7FB-2E701B957079}"/>
                    </a:ext>
                  </a:extLst>
                </p14:cNvPr>
                <p14:cNvContentPartPr/>
                <p14:nvPr/>
              </p14:nvContentPartPr>
              <p14:xfrm>
                <a:off x="5284222" y="4268696"/>
                <a:ext cx="158040" cy="48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A531278-F3A6-6DA2-E7FB-2E701B95707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275222" y="4260056"/>
                  <a:ext cx="175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3F8B151-7D08-48E1-9800-40D8257DD190}"/>
                    </a:ext>
                  </a:extLst>
                </p14:cNvPr>
                <p14:cNvContentPartPr/>
                <p14:nvPr/>
              </p14:nvContentPartPr>
              <p14:xfrm>
                <a:off x="5443702" y="4130456"/>
                <a:ext cx="105840" cy="198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3F8B151-7D08-48E1-9800-40D8257DD19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434702" y="4121816"/>
                  <a:ext cx="12348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FA8DBB1D-8196-D171-0F82-2C2AE33F40A3}"/>
              </a:ext>
            </a:extLst>
          </p:cNvPr>
          <p:cNvGrpSpPr/>
          <p:nvPr/>
        </p:nvGrpSpPr>
        <p:grpSpPr>
          <a:xfrm>
            <a:off x="4476742" y="4459856"/>
            <a:ext cx="1103400" cy="262080"/>
            <a:chOff x="4476742" y="4459856"/>
            <a:chExt cx="11034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7B348E0-E298-B710-1ACA-BE7C994EAFD0}"/>
                    </a:ext>
                  </a:extLst>
                </p14:cNvPr>
                <p14:cNvContentPartPr/>
                <p14:nvPr/>
              </p14:nvContentPartPr>
              <p14:xfrm>
                <a:off x="4476742" y="4470656"/>
                <a:ext cx="387720" cy="136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7B348E0-E298-B710-1ACA-BE7C994EAFD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468102" y="4462016"/>
                  <a:ext cx="405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1985A17-61EE-805A-6502-D208D2AC2E1F}"/>
                    </a:ext>
                  </a:extLst>
                </p14:cNvPr>
                <p14:cNvContentPartPr/>
                <p14:nvPr/>
              </p14:nvContentPartPr>
              <p14:xfrm>
                <a:off x="4512022" y="4551296"/>
                <a:ext cx="185760" cy="1706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1985A17-61EE-805A-6502-D208D2AC2E1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503382" y="4542296"/>
                  <a:ext cx="203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3373FE8-14B5-0D3A-B1EF-52CC89DF660C}"/>
                    </a:ext>
                  </a:extLst>
                </p14:cNvPr>
                <p14:cNvContentPartPr/>
                <p14:nvPr/>
              </p14:nvContentPartPr>
              <p14:xfrm>
                <a:off x="4687702" y="4597376"/>
                <a:ext cx="132480" cy="102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3373FE8-14B5-0D3A-B1EF-52CC89DF660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679062" y="4588376"/>
                  <a:ext cx="150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EB69E80-6B3F-5E79-5E46-C872A278B62F}"/>
                    </a:ext>
                  </a:extLst>
                </p14:cNvPr>
                <p14:cNvContentPartPr/>
                <p14:nvPr/>
              </p14:nvContentPartPr>
              <p14:xfrm>
                <a:off x="4873462" y="4528256"/>
                <a:ext cx="107640" cy="1933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EB69E80-6B3F-5E79-5E46-C872A278B62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864462" y="4519256"/>
                  <a:ext cx="125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54F5011-D9BE-6CAB-ACFB-5F2E5081B235}"/>
                    </a:ext>
                  </a:extLst>
                </p14:cNvPr>
                <p14:cNvContentPartPr/>
                <p14:nvPr/>
              </p14:nvContentPartPr>
              <p14:xfrm>
                <a:off x="5010262" y="4651376"/>
                <a:ext cx="99360" cy="421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54F5011-D9BE-6CAB-ACFB-5F2E5081B23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001262" y="4642736"/>
                  <a:ext cx="117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2B6E99C-D617-8FB2-0BD6-4BC3EEBB0F6A}"/>
                    </a:ext>
                  </a:extLst>
                </p14:cNvPr>
                <p14:cNvContentPartPr/>
                <p14:nvPr/>
              </p14:nvContentPartPr>
              <p14:xfrm>
                <a:off x="5119342" y="4621496"/>
                <a:ext cx="135360" cy="576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2B6E99C-D617-8FB2-0BD6-4BC3EEBB0F6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110702" y="4612856"/>
                  <a:ext cx="153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41387CF-CA71-44FA-147D-203B8E8DDC31}"/>
                    </a:ext>
                  </a:extLst>
                </p14:cNvPr>
                <p14:cNvContentPartPr/>
                <p14:nvPr/>
              </p14:nvContentPartPr>
              <p14:xfrm>
                <a:off x="5297902" y="4640936"/>
                <a:ext cx="187560" cy="414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41387CF-CA71-44FA-147D-203B8E8DDC3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288902" y="4631936"/>
                  <a:ext cx="205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E3D2EEA-D71D-244B-4FA1-EA64CF23666A}"/>
                    </a:ext>
                  </a:extLst>
                </p14:cNvPr>
                <p14:cNvContentPartPr/>
                <p14:nvPr/>
              </p14:nvContentPartPr>
              <p14:xfrm>
                <a:off x="5518222" y="4566416"/>
                <a:ext cx="61920" cy="1447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E3D2EEA-D71D-244B-4FA1-EA64CF23666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509222" y="4557776"/>
                  <a:ext cx="79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41457EE-ED94-4FF9-2F0D-7D4561189CDF}"/>
                    </a:ext>
                  </a:extLst>
                </p14:cNvPr>
                <p14:cNvContentPartPr/>
                <p14:nvPr/>
              </p14:nvContentPartPr>
              <p14:xfrm>
                <a:off x="4800382" y="4459856"/>
                <a:ext cx="772200" cy="169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41457EE-ED94-4FF9-2F0D-7D4561189CD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791742" y="4450856"/>
                  <a:ext cx="7898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3B1C3A92-93A2-9C5F-86CF-AE72F4C73DFD}"/>
              </a:ext>
            </a:extLst>
          </p:cNvPr>
          <p:cNvGrpSpPr/>
          <p:nvPr/>
        </p:nvGrpSpPr>
        <p:grpSpPr>
          <a:xfrm>
            <a:off x="5786062" y="4226216"/>
            <a:ext cx="779400" cy="298440"/>
            <a:chOff x="5786062" y="4226216"/>
            <a:chExt cx="7794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EE83280-4FE0-52D4-16B8-CA3101DAD59A}"/>
                    </a:ext>
                  </a:extLst>
                </p14:cNvPr>
                <p14:cNvContentPartPr/>
                <p14:nvPr/>
              </p14:nvContentPartPr>
              <p14:xfrm>
                <a:off x="5786062" y="4423136"/>
                <a:ext cx="104760" cy="212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EE83280-4FE0-52D4-16B8-CA3101DAD59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777062" y="4414496"/>
                  <a:ext cx="122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B61805A-28B5-DE94-8A4C-0D62BD1C1349}"/>
                    </a:ext>
                  </a:extLst>
                </p14:cNvPr>
                <p14:cNvContentPartPr/>
                <p14:nvPr/>
              </p14:nvContentPartPr>
              <p14:xfrm>
                <a:off x="6032302" y="4311176"/>
                <a:ext cx="66240" cy="207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B61805A-28B5-DE94-8A4C-0D62BD1C134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023302" y="4302536"/>
                  <a:ext cx="83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E47447D-779C-1861-B4F8-ACCC46537100}"/>
                    </a:ext>
                  </a:extLst>
                </p14:cNvPr>
                <p14:cNvContentPartPr/>
                <p14:nvPr/>
              </p14:nvContentPartPr>
              <p14:xfrm>
                <a:off x="6002422" y="4449056"/>
                <a:ext cx="137880" cy="165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E47447D-779C-1861-B4F8-ACCC4653710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993782" y="4440416"/>
                  <a:ext cx="155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B9842BD-F8A9-7EB0-400B-2D15FA46634B}"/>
                    </a:ext>
                  </a:extLst>
                </p14:cNvPr>
                <p14:cNvContentPartPr/>
                <p14:nvPr/>
              </p14:nvContentPartPr>
              <p14:xfrm>
                <a:off x="6174862" y="4439696"/>
                <a:ext cx="167040" cy="849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B9842BD-F8A9-7EB0-400B-2D15FA46634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166222" y="4430696"/>
                  <a:ext cx="184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B1741CF-86C5-BDF1-8E9E-3CCBBA5E773F}"/>
                    </a:ext>
                  </a:extLst>
                </p14:cNvPr>
                <p14:cNvContentPartPr/>
                <p14:nvPr/>
              </p14:nvContentPartPr>
              <p14:xfrm>
                <a:off x="6358102" y="4433216"/>
                <a:ext cx="125280" cy="604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B1741CF-86C5-BDF1-8E9E-3CCBBA5E773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349102" y="4424576"/>
                  <a:ext cx="142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AD5827A-573E-4F9D-451C-0E9EFE5F7552}"/>
                    </a:ext>
                  </a:extLst>
                </p14:cNvPr>
                <p14:cNvContentPartPr/>
                <p14:nvPr/>
              </p14:nvContentPartPr>
              <p14:xfrm>
                <a:off x="6378262" y="4284896"/>
                <a:ext cx="102240" cy="108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AD5827A-573E-4F9D-451C-0E9EFE5F755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369622" y="4275896"/>
                  <a:ext cx="119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5BE728D-DC0D-9DAC-2C94-EC918E06E6D4}"/>
                    </a:ext>
                  </a:extLst>
                </p14:cNvPr>
                <p14:cNvContentPartPr/>
                <p14:nvPr/>
              </p14:nvContentPartPr>
              <p14:xfrm>
                <a:off x="6528382" y="4226216"/>
                <a:ext cx="37080" cy="70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5BE728D-DC0D-9DAC-2C94-EC918E06E6D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19382" y="4217576"/>
                  <a:ext cx="5472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148E8C45-A2FA-FE64-B6D5-F1D2F74C4CD4}"/>
              </a:ext>
            </a:extLst>
          </p:cNvPr>
          <p:cNvGrpSpPr/>
          <p:nvPr/>
        </p:nvGrpSpPr>
        <p:grpSpPr>
          <a:xfrm>
            <a:off x="6804142" y="4099856"/>
            <a:ext cx="1090080" cy="228600"/>
            <a:chOff x="6804142" y="4099856"/>
            <a:chExt cx="10900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903F5AF-4B2E-5BD1-6300-F553A92D411D}"/>
                    </a:ext>
                  </a:extLst>
                </p14:cNvPr>
                <p14:cNvContentPartPr/>
                <p14:nvPr/>
              </p14:nvContentPartPr>
              <p14:xfrm>
                <a:off x="6873622" y="4186976"/>
                <a:ext cx="70920" cy="1260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903F5AF-4B2E-5BD1-6300-F553A92D411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864622" y="4177976"/>
                  <a:ext cx="88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4BEBBA6-34C7-B1D8-C305-69D38975078D}"/>
                    </a:ext>
                  </a:extLst>
                </p14:cNvPr>
                <p14:cNvContentPartPr/>
                <p14:nvPr/>
              </p14:nvContentPartPr>
              <p14:xfrm>
                <a:off x="6804142" y="4125776"/>
                <a:ext cx="128520" cy="424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4BEBBA6-34C7-B1D8-C305-69D38975078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795142" y="4116776"/>
                  <a:ext cx="146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631B1EF-3FE3-C9C7-DC11-EC2C30976695}"/>
                    </a:ext>
                  </a:extLst>
                </p14:cNvPr>
                <p14:cNvContentPartPr/>
                <p14:nvPr/>
              </p14:nvContentPartPr>
              <p14:xfrm>
                <a:off x="6910342" y="4327376"/>
                <a:ext cx="75240" cy="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631B1EF-3FE3-C9C7-DC11-EC2C3097669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901702" y="4318376"/>
                  <a:ext cx="92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D308061-40AA-23AF-2EDF-21F078163C64}"/>
                    </a:ext>
                  </a:extLst>
                </p14:cNvPr>
                <p14:cNvContentPartPr/>
                <p14:nvPr/>
              </p14:nvContentPartPr>
              <p14:xfrm>
                <a:off x="6993862" y="4247456"/>
                <a:ext cx="198720" cy="54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D308061-40AA-23AF-2EDF-21F078163C6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985222" y="4238816"/>
                  <a:ext cx="216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2662199-E358-6E5E-2FAA-5FFAEB3C9AEA}"/>
                    </a:ext>
                  </a:extLst>
                </p14:cNvPr>
                <p14:cNvContentPartPr/>
                <p14:nvPr/>
              </p14:nvContentPartPr>
              <p14:xfrm>
                <a:off x="7228582" y="4109936"/>
                <a:ext cx="124560" cy="218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2662199-E358-6E5E-2FAA-5FFAEB3C9A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219582" y="4100936"/>
                  <a:ext cx="142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2BF7467-15E1-B40F-6BF9-22C4B82076BF}"/>
                    </a:ext>
                  </a:extLst>
                </p14:cNvPr>
                <p14:cNvContentPartPr/>
                <p14:nvPr/>
              </p14:nvContentPartPr>
              <p14:xfrm>
                <a:off x="7384462" y="4112456"/>
                <a:ext cx="215280" cy="1778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2BF7467-15E1-B40F-6BF9-22C4B82076B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375462" y="4103816"/>
                  <a:ext cx="232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3967B1C-3427-A3D7-CA7E-14FBD22ED2B5}"/>
                    </a:ext>
                  </a:extLst>
                </p14:cNvPr>
                <p14:cNvContentPartPr/>
                <p14:nvPr/>
              </p14:nvContentPartPr>
              <p14:xfrm>
                <a:off x="7658422" y="4216136"/>
                <a:ext cx="133560" cy="572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3967B1C-3427-A3D7-CA7E-14FBD22ED2B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649422" y="4207496"/>
                  <a:ext cx="151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96E17C5-7C49-E951-8BBD-A08B5B3FD545}"/>
                    </a:ext>
                  </a:extLst>
                </p14:cNvPr>
                <p14:cNvContentPartPr/>
                <p14:nvPr/>
              </p14:nvContentPartPr>
              <p14:xfrm>
                <a:off x="7766782" y="4099856"/>
                <a:ext cx="127440" cy="2044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96E17C5-7C49-E951-8BBD-A08B5B3FD54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758142" y="4091216"/>
                  <a:ext cx="14508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735BB0FE-E0F9-AEA5-30F7-212B32EE8561}"/>
              </a:ext>
            </a:extLst>
          </p:cNvPr>
          <p:cNvGrpSpPr/>
          <p:nvPr/>
        </p:nvGrpSpPr>
        <p:grpSpPr>
          <a:xfrm>
            <a:off x="6807022" y="4406936"/>
            <a:ext cx="1108800" cy="331920"/>
            <a:chOff x="6807022" y="4406936"/>
            <a:chExt cx="110880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AE83EFA-947D-EBA1-C3AE-30D3437932FC}"/>
                    </a:ext>
                  </a:extLst>
                </p14:cNvPr>
                <p14:cNvContentPartPr/>
                <p14:nvPr/>
              </p14:nvContentPartPr>
              <p14:xfrm>
                <a:off x="6807022" y="4406936"/>
                <a:ext cx="1082520" cy="590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AE83EFA-947D-EBA1-C3AE-30D3437932F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798382" y="4398296"/>
                  <a:ext cx="1100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4E6FFBC-932F-EBAE-91AB-8D8B6AD7C818}"/>
                    </a:ext>
                  </a:extLst>
                </p14:cNvPr>
                <p14:cNvContentPartPr/>
                <p14:nvPr/>
              </p14:nvContentPartPr>
              <p14:xfrm>
                <a:off x="6873262" y="4539056"/>
                <a:ext cx="212040" cy="149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4E6FFBC-932F-EBAE-91AB-8D8B6AD7C81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864262" y="4530056"/>
                  <a:ext cx="229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F768CE-F193-6ED2-552B-387EA1CE9366}"/>
                    </a:ext>
                  </a:extLst>
                </p14:cNvPr>
                <p14:cNvContentPartPr/>
                <p14:nvPr/>
              </p14:nvContentPartPr>
              <p14:xfrm>
                <a:off x="7044622" y="4582976"/>
                <a:ext cx="132480" cy="1227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F768CE-F193-6ED2-552B-387EA1CE936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035622" y="4573976"/>
                  <a:ext cx="15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22C35CF-2048-310D-EF97-B4E4F06BD712}"/>
                    </a:ext>
                  </a:extLst>
                </p14:cNvPr>
                <p14:cNvContentPartPr/>
                <p14:nvPr/>
              </p14:nvContentPartPr>
              <p14:xfrm>
                <a:off x="7250542" y="4534736"/>
                <a:ext cx="118440" cy="2034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22C35CF-2048-310D-EF97-B4E4F06BD71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241902" y="4525736"/>
                  <a:ext cx="136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E1056C7-FE1F-10CE-514B-551E5F7C4C84}"/>
                    </a:ext>
                  </a:extLst>
                </p14:cNvPr>
                <p14:cNvContentPartPr/>
                <p14:nvPr/>
              </p14:nvContentPartPr>
              <p14:xfrm>
                <a:off x="7350622" y="4532936"/>
                <a:ext cx="152280" cy="1677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E1056C7-FE1F-10CE-514B-551E5F7C4C8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341982" y="4523936"/>
                  <a:ext cx="169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39D8D41-0AF1-6752-0024-782A018316BB}"/>
                    </a:ext>
                  </a:extLst>
                </p14:cNvPr>
                <p14:cNvContentPartPr/>
                <p14:nvPr/>
              </p14:nvContentPartPr>
              <p14:xfrm>
                <a:off x="7505062" y="4582616"/>
                <a:ext cx="108000" cy="1177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39D8D41-0AF1-6752-0024-782A018316B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6422" y="4573976"/>
                  <a:ext cx="125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4568155-95B8-8F6D-1DF6-73E293D1997D}"/>
                    </a:ext>
                  </a:extLst>
                </p14:cNvPr>
                <p14:cNvContentPartPr/>
                <p14:nvPr/>
              </p14:nvContentPartPr>
              <p14:xfrm>
                <a:off x="7639342" y="4640936"/>
                <a:ext cx="134640" cy="586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4568155-95B8-8F6D-1DF6-73E293D1997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30342" y="4631936"/>
                  <a:ext cx="152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F9FA0E0-B06B-8E71-E1D2-8E1228CF8FC6}"/>
                    </a:ext>
                  </a:extLst>
                </p14:cNvPr>
                <p14:cNvContentPartPr/>
                <p14:nvPr/>
              </p14:nvContentPartPr>
              <p14:xfrm>
                <a:off x="7772182" y="4534736"/>
                <a:ext cx="143640" cy="2041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F9FA0E0-B06B-8E71-E1D2-8E1228CF8FC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763542" y="4526096"/>
                  <a:ext cx="161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8CBF3CD9-9746-0D97-F429-920708F225B4}"/>
              </a:ext>
            </a:extLst>
          </p:cNvPr>
          <p:cNvGrpSpPr/>
          <p:nvPr/>
        </p:nvGrpSpPr>
        <p:grpSpPr>
          <a:xfrm>
            <a:off x="8721862" y="4237736"/>
            <a:ext cx="2387880" cy="414360"/>
            <a:chOff x="8721862" y="4237736"/>
            <a:chExt cx="238788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1EEA715-B98D-61C2-3BE2-9A09E3B255E6}"/>
                    </a:ext>
                  </a:extLst>
                </p14:cNvPr>
                <p14:cNvContentPartPr/>
                <p14:nvPr/>
              </p14:nvContentPartPr>
              <p14:xfrm>
                <a:off x="8721862" y="4256456"/>
                <a:ext cx="177120" cy="2397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1EEA715-B98D-61C2-3BE2-9A09E3B255E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713222" y="4247816"/>
                  <a:ext cx="194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24C77AA-1739-EB75-FF47-5600037E01DE}"/>
                    </a:ext>
                  </a:extLst>
                </p14:cNvPr>
                <p14:cNvContentPartPr/>
                <p14:nvPr/>
              </p14:nvContentPartPr>
              <p14:xfrm>
                <a:off x="8925982" y="4417736"/>
                <a:ext cx="52560" cy="856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24C77AA-1739-EB75-FF47-5600037E01D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916982" y="4408736"/>
                  <a:ext cx="70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C9124FCC-3C07-8076-7FCB-8F28AF31849C}"/>
                    </a:ext>
                  </a:extLst>
                </p14:cNvPr>
                <p14:cNvContentPartPr/>
                <p14:nvPr/>
              </p14:nvContentPartPr>
              <p14:xfrm>
                <a:off x="8920582" y="4311176"/>
                <a:ext cx="35640" cy="234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C9124FCC-3C07-8076-7FCB-8F28AF31849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911582" y="4302536"/>
                  <a:ext cx="53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B29BD2A-EDAC-4002-7165-987DEDA1FCF5}"/>
                    </a:ext>
                  </a:extLst>
                </p14:cNvPr>
                <p14:cNvContentPartPr/>
                <p14:nvPr/>
              </p14:nvContentPartPr>
              <p14:xfrm>
                <a:off x="9062062" y="4412336"/>
                <a:ext cx="135360" cy="2145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B29BD2A-EDAC-4002-7165-987DEDA1FCF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53422" y="4403336"/>
                  <a:ext cx="153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240AB2F-F640-1DD5-72BA-53F9D9023CD6}"/>
                    </a:ext>
                  </a:extLst>
                </p14:cNvPr>
                <p14:cNvContentPartPr/>
                <p14:nvPr/>
              </p14:nvContentPartPr>
              <p14:xfrm>
                <a:off x="9159262" y="4296776"/>
                <a:ext cx="172080" cy="1900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240AB2F-F640-1DD5-72BA-53F9D9023CD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150262" y="4288136"/>
                  <a:ext cx="18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332C4D5-1190-FF43-9312-2BBD4E592A21}"/>
                    </a:ext>
                  </a:extLst>
                </p14:cNvPr>
                <p14:cNvContentPartPr/>
                <p14:nvPr/>
              </p14:nvContentPartPr>
              <p14:xfrm>
                <a:off x="9356182" y="4274456"/>
                <a:ext cx="261720" cy="3776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332C4D5-1190-FF43-9312-2BBD4E592A2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347182" y="4265816"/>
                  <a:ext cx="279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FD97760-17B1-C6CE-5844-69BE8E2039C0}"/>
                    </a:ext>
                  </a:extLst>
                </p14:cNvPr>
                <p14:cNvContentPartPr/>
                <p14:nvPr/>
              </p14:nvContentPartPr>
              <p14:xfrm>
                <a:off x="9776302" y="4394336"/>
                <a:ext cx="287280" cy="93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FD97760-17B1-C6CE-5844-69BE8E2039C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767662" y="4385336"/>
                  <a:ext cx="304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2FE5E34-E109-A5C9-43AE-98517CF37DEE}"/>
                    </a:ext>
                  </a:extLst>
                </p14:cNvPr>
                <p14:cNvContentPartPr/>
                <p14:nvPr/>
              </p14:nvContentPartPr>
              <p14:xfrm>
                <a:off x="10079422" y="4396496"/>
                <a:ext cx="169200" cy="817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2FE5E34-E109-A5C9-43AE-98517CF37DE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070782" y="4387496"/>
                  <a:ext cx="186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CFFB734-2469-E8F9-350A-DE1E56816C18}"/>
                    </a:ext>
                  </a:extLst>
                </p14:cNvPr>
                <p14:cNvContentPartPr/>
                <p14:nvPr/>
              </p14:nvContentPartPr>
              <p14:xfrm>
                <a:off x="10250422" y="4237736"/>
                <a:ext cx="198360" cy="2599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CFFB734-2469-E8F9-350A-DE1E56816C1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241782" y="4229096"/>
                  <a:ext cx="216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6698748-A816-3A36-4B46-380FCCECA573}"/>
                    </a:ext>
                  </a:extLst>
                </p14:cNvPr>
                <p14:cNvContentPartPr/>
                <p14:nvPr/>
              </p14:nvContentPartPr>
              <p14:xfrm>
                <a:off x="10392982" y="4289936"/>
                <a:ext cx="11160" cy="338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6698748-A816-3A36-4B46-380FCCECA57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384342" y="4281296"/>
                  <a:ext cx="28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287BB189-4607-7A21-9052-E1A319C4652F}"/>
                    </a:ext>
                  </a:extLst>
                </p14:cNvPr>
                <p14:cNvContentPartPr/>
                <p14:nvPr/>
              </p14:nvContentPartPr>
              <p14:xfrm>
                <a:off x="10483702" y="4333136"/>
                <a:ext cx="297720" cy="1648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287BB189-4607-7A21-9052-E1A319C4652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474702" y="4324136"/>
                  <a:ext cx="315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A1E6BCB-CD4C-7DD2-FF4B-866944B5442E}"/>
                    </a:ext>
                  </a:extLst>
                </p14:cNvPr>
                <p14:cNvContentPartPr/>
                <p14:nvPr/>
              </p14:nvContentPartPr>
              <p14:xfrm>
                <a:off x="10864942" y="4347176"/>
                <a:ext cx="244800" cy="1501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A1E6BCB-CD4C-7DD2-FF4B-866944B5442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856302" y="4338536"/>
                  <a:ext cx="262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EFC20C71-DAC8-23DC-F293-BDDAE3350B6A}"/>
                    </a:ext>
                  </a:extLst>
                </p14:cNvPr>
                <p14:cNvContentPartPr/>
                <p14:nvPr/>
              </p14:nvContentPartPr>
              <p14:xfrm>
                <a:off x="10893022" y="4396496"/>
                <a:ext cx="43200" cy="446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EFC20C71-DAC8-23DC-F293-BDDAE3350B6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84022" y="4387496"/>
                  <a:ext cx="608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4711367-7895-671F-98F5-48C295BD7FBC}"/>
              </a:ext>
            </a:extLst>
          </p:cNvPr>
          <p:cNvGrpSpPr/>
          <p:nvPr/>
        </p:nvGrpSpPr>
        <p:grpSpPr>
          <a:xfrm>
            <a:off x="2578102" y="5639936"/>
            <a:ext cx="6882480" cy="108360"/>
            <a:chOff x="2578102" y="5639936"/>
            <a:chExt cx="688248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07FD010-B6FF-921F-F5C7-6DFFBE44E052}"/>
                    </a:ext>
                  </a:extLst>
                </p14:cNvPr>
                <p14:cNvContentPartPr/>
                <p14:nvPr/>
              </p14:nvContentPartPr>
              <p14:xfrm>
                <a:off x="2774662" y="5639936"/>
                <a:ext cx="6592680" cy="43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07FD010-B6FF-921F-F5C7-6DFFBE44E05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766022" y="5630936"/>
                  <a:ext cx="6610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1FC2F6A-6182-DA0F-FC0C-8006C3EA524F}"/>
                    </a:ext>
                  </a:extLst>
                </p14:cNvPr>
                <p14:cNvContentPartPr/>
                <p14:nvPr/>
              </p14:nvContentPartPr>
              <p14:xfrm>
                <a:off x="2578102" y="5655776"/>
                <a:ext cx="6882480" cy="925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1FC2F6A-6182-DA0F-FC0C-8006C3EA524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569462" y="5647136"/>
                  <a:ext cx="690012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8E75E746-6A14-E76D-1C07-1F6CA503BAFB}"/>
                  </a:ext>
                </a:extLst>
              </p14:cNvPr>
              <p14:cNvContentPartPr/>
              <p14:nvPr/>
            </p14:nvContentPartPr>
            <p14:xfrm>
              <a:off x="6338302" y="5773136"/>
              <a:ext cx="290880" cy="38268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8E75E746-6A14-E76D-1C07-1F6CA503BAFB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6329302" y="5764496"/>
                <a:ext cx="308520" cy="40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oup 392">
            <a:extLst>
              <a:ext uri="{FF2B5EF4-FFF2-40B4-BE49-F238E27FC236}">
                <a16:creationId xmlns:a16="http://schemas.microsoft.com/office/drawing/2014/main" id="{B94F5112-9F91-6C35-E830-C9218E652649}"/>
              </a:ext>
            </a:extLst>
          </p:cNvPr>
          <p:cNvGrpSpPr/>
          <p:nvPr/>
        </p:nvGrpSpPr>
        <p:grpSpPr>
          <a:xfrm>
            <a:off x="8761102" y="6043496"/>
            <a:ext cx="417240" cy="199440"/>
            <a:chOff x="8761102" y="6043496"/>
            <a:chExt cx="41724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024CA64-C20D-D2B9-9106-C668C09A52CB}"/>
                    </a:ext>
                  </a:extLst>
                </p14:cNvPr>
                <p14:cNvContentPartPr/>
                <p14:nvPr/>
              </p14:nvContentPartPr>
              <p14:xfrm>
                <a:off x="8761102" y="6076256"/>
                <a:ext cx="58320" cy="1443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024CA64-C20D-D2B9-9106-C668C09A52C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752102" y="6067616"/>
                  <a:ext cx="75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C8CADDC0-E4A6-0638-E66E-E86CC2DC3687}"/>
                    </a:ext>
                  </a:extLst>
                </p14:cNvPr>
                <p14:cNvContentPartPr/>
                <p14:nvPr/>
              </p14:nvContentPartPr>
              <p14:xfrm>
                <a:off x="8856862" y="6087056"/>
                <a:ext cx="64440" cy="1105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C8CADDC0-E4A6-0638-E66E-E86CC2DC368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847862" y="6078056"/>
                  <a:ext cx="82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1E1CC28-84EC-DC80-3A97-691CA70AEEA8}"/>
                    </a:ext>
                  </a:extLst>
                </p14:cNvPr>
                <p14:cNvContentPartPr/>
                <p14:nvPr/>
              </p14:nvContentPartPr>
              <p14:xfrm>
                <a:off x="8995102" y="6113696"/>
                <a:ext cx="35640" cy="1292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1E1CC28-84EC-DC80-3A97-691CA70AEEA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986102" y="6104696"/>
                  <a:ext cx="53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91C3DC2-7126-528E-0E8C-8326B04B9454}"/>
                    </a:ext>
                  </a:extLst>
                </p14:cNvPr>
                <p14:cNvContentPartPr/>
                <p14:nvPr/>
              </p14:nvContentPartPr>
              <p14:xfrm>
                <a:off x="8968462" y="6043496"/>
                <a:ext cx="209880" cy="1638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91C3DC2-7126-528E-0E8C-8326B04B945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959462" y="6034856"/>
                  <a:ext cx="2275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17770F68-24A1-EA17-5D58-0B1FD634F07E}"/>
              </a:ext>
            </a:extLst>
          </p:cNvPr>
          <p:cNvGrpSpPr/>
          <p:nvPr/>
        </p:nvGrpSpPr>
        <p:grpSpPr>
          <a:xfrm>
            <a:off x="6911062" y="5972576"/>
            <a:ext cx="1520640" cy="438480"/>
            <a:chOff x="6911062" y="5972576"/>
            <a:chExt cx="152064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4057E78-D9AD-8411-99E5-9720224652DC}"/>
                    </a:ext>
                  </a:extLst>
                </p14:cNvPr>
                <p14:cNvContentPartPr/>
                <p14:nvPr/>
              </p14:nvContentPartPr>
              <p14:xfrm>
                <a:off x="6911062" y="6024416"/>
                <a:ext cx="54360" cy="2239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4057E78-D9AD-8411-99E5-9720224652D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902062" y="6015416"/>
                  <a:ext cx="72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6E149E7-4577-8F19-6473-6FF6E6BBC490}"/>
                    </a:ext>
                  </a:extLst>
                </p14:cNvPr>
                <p14:cNvContentPartPr/>
                <p14:nvPr/>
              </p14:nvContentPartPr>
              <p14:xfrm>
                <a:off x="6916462" y="6145376"/>
                <a:ext cx="128880" cy="327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6E149E7-4577-8F19-6473-6FF6E6BBC49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907462" y="6136736"/>
                  <a:ext cx="146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BDE23C4-FBB3-AAFD-B556-9FEF893CFFB2}"/>
                    </a:ext>
                  </a:extLst>
                </p14:cNvPr>
                <p14:cNvContentPartPr/>
                <p14:nvPr/>
              </p14:nvContentPartPr>
              <p14:xfrm>
                <a:off x="7005022" y="6057176"/>
                <a:ext cx="79920" cy="2116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BDE23C4-FBB3-AAFD-B556-9FEF893CFFB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996022" y="6048536"/>
                  <a:ext cx="97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CBE1EEC-C739-B418-4E3D-954BD2680E70}"/>
                    </a:ext>
                  </a:extLst>
                </p14:cNvPr>
                <p14:cNvContentPartPr/>
                <p14:nvPr/>
              </p14:nvContentPartPr>
              <p14:xfrm>
                <a:off x="7256662" y="6017936"/>
                <a:ext cx="37440" cy="342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CBE1EEC-C739-B418-4E3D-954BD2680E7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247662" y="6008936"/>
                  <a:ext cx="55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1F11B33-C7F2-2932-6596-07FE4D1DD967}"/>
                    </a:ext>
                  </a:extLst>
                </p14:cNvPr>
                <p14:cNvContentPartPr/>
                <p14:nvPr/>
              </p14:nvContentPartPr>
              <p14:xfrm>
                <a:off x="7314982" y="6166616"/>
                <a:ext cx="28440" cy="673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1F11B33-C7F2-2932-6596-07FE4D1DD96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306342" y="6157976"/>
                  <a:ext cx="46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F9F4A1C-26A3-8A5D-B579-6F4B763E5AE4}"/>
                    </a:ext>
                  </a:extLst>
                </p14:cNvPr>
                <p14:cNvContentPartPr/>
                <p14:nvPr/>
              </p14:nvContentPartPr>
              <p14:xfrm>
                <a:off x="7379062" y="6132056"/>
                <a:ext cx="99720" cy="1263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F9F4A1C-26A3-8A5D-B579-6F4B763E5AE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370422" y="6123416"/>
                  <a:ext cx="117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54B7146-813B-B6C3-8282-9FDAF1F5B753}"/>
                    </a:ext>
                  </a:extLst>
                </p14:cNvPr>
                <p14:cNvContentPartPr/>
                <p14:nvPr/>
              </p14:nvContentPartPr>
              <p14:xfrm>
                <a:off x="7641502" y="6117656"/>
                <a:ext cx="275400" cy="140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54B7146-813B-B6C3-8282-9FDAF1F5B75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632862" y="6108656"/>
                  <a:ext cx="293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99EA00B-E8E0-A7AD-B66E-3EEC621B61A1}"/>
                    </a:ext>
                  </a:extLst>
                </p14:cNvPr>
                <p14:cNvContentPartPr/>
                <p14:nvPr/>
              </p14:nvContentPartPr>
              <p14:xfrm>
                <a:off x="7889182" y="6132776"/>
                <a:ext cx="112320" cy="2782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99EA00B-E8E0-A7AD-B66E-3EEC621B61A1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880182" y="6124136"/>
                  <a:ext cx="129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93866AA-E6D5-CF1F-C14C-8DC5898EEAF5}"/>
                    </a:ext>
                  </a:extLst>
                </p14:cNvPr>
                <p14:cNvContentPartPr/>
                <p14:nvPr/>
              </p14:nvContentPartPr>
              <p14:xfrm>
                <a:off x="8011582" y="6154376"/>
                <a:ext cx="104760" cy="662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93866AA-E6D5-CF1F-C14C-8DC5898EEAF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002582" y="6145736"/>
                  <a:ext cx="122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37E4CCE-5F3E-CC73-C6F5-C9F6C3AAA838}"/>
                    </a:ext>
                  </a:extLst>
                </p14:cNvPr>
                <p14:cNvContentPartPr/>
                <p14:nvPr/>
              </p14:nvContentPartPr>
              <p14:xfrm>
                <a:off x="8161702" y="5972576"/>
                <a:ext cx="270000" cy="2530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37E4CCE-5F3E-CC73-C6F5-C9F6C3AAA83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153062" y="5963576"/>
                  <a:ext cx="287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21651BD-DE95-B120-9F89-4ABC5E8D84A6}"/>
                    </a:ext>
                  </a:extLst>
                </p14:cNvPr>
                <p14:cNvContentPartPr/>
                <p14:nvPr/>
              </p14:nvContentPartPr>
              <p14:xfrm>
                <a:off x="7952902" y="6166616"/>
                <a:ext cx="27720" cy="532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21651BD-DE95-B120-9F89-4ABC5E8D84A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944262" y="6157976"/>
                  <a:ext cx="4536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432DE699-E52B-D774-FE1B-FC07BE6E01C5}"/>
              </a:ext>
            </a:extLst>
          </p:cNvPr>
          <p:cNvGrpSpPr/>
          <p:nvPr/>
        </p:nvGrpSpPr>
        <p:grpSpPr>
          <a:xfrm>
            <a:off x="9385342" y="6094256"/>
            <a:ext cx="193680" cy="119160"/>
            <a:chOff x="9385342" y="6094256"/>
            <a:chExt cx="19368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AC43F46-5C60-32A6-6C36-18124967AADD}"/>
                    </a:ext>
                  </a:extLst>
                </p14:cNvPr>
                <p14:cNvContentPartPr/>
                <p14:nvPr/>
              </p14:nvContentPartPr>
              <p14:xfrm>
                <a:off x="9385342" y="6129536"/>
                <a:ext cx="115200" cy="745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AC43F46-5C60-32A6-6C36-18124967AAD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376702" y="6120536"/>
                  <a:ext cx="13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084A885E-C7FA-65FD-2661-1FD76AD9EDC2}"/>
                    </a:ext>
                  </a:extLst>
                </p14:cNvPr>
                <p14:cNvContentPartPr/>
                <p14:nvPr/>
              </p14:nvContentPartPr>
              <p14:xfrm>
                <a:off x="9538702" y="6094256"/>
                <a:ext cx="40320" cy="1191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084A885E-C7FA-65FD-2661-1FD76AD9EDC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529702" y="6085616"/>
                  <a:ext cx="579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80E87BC1-F5B3-5178-DD75-E65FCEC15568}"/>
              </a:ext>
            </a:extLst>
          </p:cNvPr>
          <p:cNvGrpSpPr/>
          <p:nvPr/>
        </p:nvGrpSpPr>
        <p:grpSpPr>
          <a:xfrm>
            <a:off x="9797902" y="6016496"/>
            <a:ext cx="473400" cy="192240"/>
            <a:chOff x="9797902" y="6016496"/>
            <a:chExt cx="47340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7268EB8-9D50-D2DE-26EE-6CF51E6A53D5}"/>
                    </a:ext>
                  </a:extLst>
                </p14:cNvPr>
                <p14:cNvContentPartPr/>
                <p14:nvPr/>
              </p14:nvContentPartPr>
              <p14:xfrm>
                <a:off x="9797902" y="6049616"/>
                <a:ext cx="78840" cy="1440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7268EB8-9D50-D2DE-26EE-6CF51E6A53D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788902" y="6040976"/>
                  <a:ext cx="96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6BBC233A-D539-11FE-9BEC-CAB7A91627A7}"/>
                    </a:ext>
                  </a:extLst>
                </p14:cNvPr>
                <p14:cNvContentPartPr/>
                <p14:nvPr/>
              </p14:nvContentPartPr>
              <p14:xfrm>
                <a:off x="9797902" y="6027296"/>
                <a:ext cx="106560" cy="280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6BBC233A-D539-11FE-9BEC-CAB7A91627A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788902" y="6018656"/>
                  <a:ext cx="124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2DFDF7C-D662-25BD-B4DC-D5E2F0A15B7A}"/>
                    </a:ext>
                  </a:extLst>
                </p14:cNvPr>
                <p14:cNvContentPartPr/>
                <p14:nvPr/>
              </p14:nvContentPartPr>
              <p14:xfrm>
                <a:off x="9845422" y="6096416"/>
                <a:ext cx="58680" cy="122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2DFDF7C-D662-25BD-B4DC-D5E2F0A15B7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836782" y="6087416"/>
                  <a:ext cx="76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17BF017-A1EE-6DE6-235B-C411BE98AEB6}"/>
                    </a:ext>
                  </a:extLst>
                </p14:cNvPr>
                <p14:cNvContentPartPr/>
                <p14:nvPr/>
              </p14:nvContentPartPr>
              <p14:xfrm>
                <a:off x="10004902" y="6097496"/>
                <a:ext cx="57240" cy="111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17BF017-A1EE-6DE6-235B-C411BE98AEB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996262" y="6088856"/>
                  <a:ext cx="74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211A0AA-C904-817F-B7B8-77BA794CF3E2}"/>
                    </a:ext>
                  </a:extLst>
                </p14:cNvPr>
                <p14:cNvContentPartPr/>
                <p14:nvPr/>
              </p14:nvContentPartPr>
              <p14:xfrm>
                <a:off x="10068262" y="6016496"/>
                <a:ext cx="203040" cy="1702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211A0AA-C904-817F-B7B8-77BA794CF3E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059622" y="6007496"/>
                  <a:ext cx="2206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9A7EEB71-77E1-A95B-69C5-930F7FBEDDDD}"/>
              </a:ext>
            </a:extLst>
          </p:cNvPr>
          <p:cNvGrpSpPr/>
          <p:nvPr/>
        </p:nvGrpSpPr>
        <p:grpSpPr>
          <a:xfrm>
            <a:off x="10471462" y="5943416"/>
            <a:ext cx="664920" cy="376560"/>
            <a:chOff x="10471462" y="5943416"/>
            <a:chExt cx="6649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7B12ABF-0F7A-D31F-8A00-587B06D16B33}"/>
                    </a:ext>
                  </a:extLst>
                </p14:cNvPr>
                <p14:cNvContentPartPr/>
                <p14:nvPr/>
              </p14:nvContentPartPr>
              <p14:xfrm>
                <a:off x="10471462" y="5975096"/>
                <a:ext cx="152640" cy="3448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7B12ABF-0F7A-D31F-8A00-587B06D16B3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462462" y="5966096"/>
                  <a:ext cx="1702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0E9AA81-EF46-C8CD-F145-DBA5AC45D67B}"/>
                    </a:ext>
                  </a:extLst>
                </p14:cNvPr>
                <p14:cNvContentPartPr/>
                <p14:nvPr/>
              </p14:nvContentPartPr>
              <p14:xfrm>
                <a:off x="10494142" y="6175616"/>
                <a:ext cx="90720" cy="3384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0E9AA81-EF46-C8CD-F145-DBA5AC45D67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485142" y="6166976"/>
                  <a:ext cx="108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354F5C6-C4DF-C549-233F-F392A7497F0D}"/>
                    </a:ext>
                  </a:extLst>
                </p14:cNvPr>
                <p14:cNvContentPartPr/>
                <p14:nvPr/>
              </p14:nvContentPartPr>
              <p14:xfrm>
                <a:off x="10637782" y="6150776"/>
                <a:ext cx="22320" cy="46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354F5C6-C4DF-C549-233F-F392A7497F0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628782" y="6141776"/>
                  <a:ext cx="39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8816DBC-4D8B-D7BB-D741-328276E86E56}"/>
                    </a:ext>
                  </a:extLst>
                </p14:cNvPr>
                <p14:cNvContentPartPr/>
                <p14:nvPr/>
              </p14:nvContentPartPr>
              <p14:xfrm>
                <a:off x="10616542" y="6012536"/>
                <a:ext cx="10080" cy="316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8816DBC-4D8B-D7BB-D741-328276E86E5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607542" y="6003536"/>
                  <a:ext cx="27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434AF94-F02A-3695-E8FE-3F6B7C2C79F6}"/>
                    </a:ext>
                  </a:extLst>
                </p14:cNvPr>
                <p14:cNvContentPartPr/>
                <p14:nvPr/>
              </p14:nvContentPartPr>
              <p14:xfrm>
                <a:off x="10684942" y="5970416"/>
                <a:ext cx="149040" cy="2127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434AF94-F02A-3695-E8FE-3F6B7C2C79F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0676302" y="5961776"/>
                  <a:ext cx="166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7D52F763-AFC5-A0C7-6556-EC8D6E9D4E5C}"/>
                    </a:ext>
                  </a:extLst>
                </p14:cNvPr>
                <p14:cNvContentPartPr/>
                <p14:nvPr/>
              </p14:nvContentPartPr>
              <p14:xfrm>
                <a:off x="10802662" y="5943416"/>
                <a:ext cx="106920" cy="2318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7D52F763-AFC5-A0C7-6556-EC8D6E9D4E5C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793662" y="5934776"/>
                  <a:ext cx="124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BB4E158-8117-D0DB-01A2-DC2F2F446CD6}"/>
                    </a:ext>
                  </a:extLst>
                </p14:cNvPr>
                <p14:cNvContentPartPr/>
                <p14:nvPr/>
              </p14:nvContentPartPr>
              <p14:xfrm>
                <a:off x="10855582" y="6038816"/>
                <a:ext cx="280800" cy="140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BB4E158-8117-D0DB-01A2-DC2F2F446CD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846942" y="6029816"/>
                  <a:ext cx="2984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5192E80E-0C26-D472-3A77-5F692A01A825}"/>
              </a:ext>
            </a:extLst>
          </p:cNvPr>
          <p:cNvGrpSpPr/>
          <p:nvPr/>
        </p:nvGrpSpPr>
        <p:grpSpPr>
          <a:xfrm>
            <a:off x="7060102" y="6571256"/>
            <a:ext cx="251640" cy="168840"/>
            <a:chOff x="7060102" y="6571256"/>
            <a:chExt cx="25164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B908E43-9F12-A742-7667-A81EA7DF226F}"/>
                    </a:ext>
                  </a:extLst>
                </p14:cNvPr>
                <p14:cNvContentPartPr/>
                <p14:nvPr/>
              </p14:nvContentPartPr>
              <p14:xfrm>
                <a:off x="7060102" y="6571256"/>
                <a:ext cx="132120" cy="903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B908E43-9F12-A742-7667-A81EA7DF226F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051102" y="6562616"/>
                  <a:ext cx="149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219F985-B2EA-86DD-A2BF-3B1D6CD715C9}"/>
                    </a:ext>
                  </a:extLst>
                </p14:cNvPr>
                <p14:cNvContentPartPr/>
                <p14:nvPr/>
              </p14:nvContentPartPr>
              <p14:xfrm>
                <a:off x="7224622" y="6582056"/>
                <a:ext cx="87120" cy="1580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219F985-B2EA-86DD-A2BF-3B1D6CD715C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215982" y="6573056"/>
                  <a:ext cx="1047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076B4E5-3593-58ED-5AE3-2AE8BA2B4A18}"/>
              </a:ext>
            </a:extLst>
          </p:cNvPr>
          <p:cNvGrpSpPr/>
          <p:nvPr/>
        </p:nvGrpSpPr>
        <p:grpSpPr>
          <a:xfrm>
            <a:off x="7506502" y="6490976"/>
            <a:ext cx="205560" cy="192240"/>
            <a:chOff x="7506502" y="6490976"/>
            <a:chExt cx="2055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FF4E259-DDA7-947C-8992-608FD92E5307}"/>
                    </a:ext>
                  </a:extLst>
                </p14:cNvPr>
                <p14:cNvContentPartPr/>
                <p14:nvPr/>
              </p14:nvContentPartPr>
              <p14:xfrm>
                <a:off x="7543582" y="6597176"/>
                <a:ext cx="38160" cy="640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FF4E259-DDA7-947C-8992-608FD92E530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534942" y="6588536"/>
                  <a:ext cx="55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F1E9E5E-C772-A3EB-03CC-96D8484BB253}"/>
                    </a:ext>
                  </a:extLst>
                </p14:cNvPr>
                <p14:cNvContentPartPr/>
                <p14:nvPr/>
              </p14:nvContentPartPr>
              <p14:xfrm>
                <a:off x="7506502" y="6490976"/>
                <a:ext cx="360" cy="64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F1E9E5E-C772-A3EB-03CC-96D8484BB253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497502" y="648233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285C4D13-410F-AA50-8517-1D0D9A6C11A5}"/>
                    </a:ext>
                  </a:extLst>
                </p14:cNvPr>
                <p14:cNvContentPartPr/>
                <p14:nvPr/>
              </p14:nvContentPartPr>
              <p14:xfrm>
                <a:off x="7627462" y="6561896"/>
                <a:ext cx="84600" cy="1213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285C4D13-410F-AA50-8517-1D0D9A6C11A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618822" y="6553256"/>
                  <a:ext cx="10224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664260C3-5C36-E528-0A5C-DF45CF63A868}"/>
              </a:ext>
            </a:extLst>
          </p:cNvPr>
          <p:cNvGrpSpPr/>
          <p:nvPr/>
        </p:nvGrpSpPr>
        <p:grpSpPr>
          <a:xfrm>
            <a:off x="8096182" y="6420056"/>
            <a:ext cx="1127520" cy="278280"/>
            <a:chOff x="8096182" y="6420056"/>
            <a:chExt cx="112752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6B29EE6-4ABD-78EA-B553-7EFF10007A5B}"/>
                    </a:ext>
                  </a:extLst>
                </p14:cNvPr>
                <p14:cNvContentPartPr/>
                <p14:nvPr/>
              </p14:nvContentPartPr>
              <p14:xfrm>
                <a:off x="8096182" y="6549656"/>
                <a:ext cx="122760" cy="943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6B29EE6-4ABD-78EA-B553-7EFF10007A5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087182" y="6541016"/>
                  <a:ext cx="1404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19FC60F8-81F1-9E73-C545-5ACDE6D56626}"/>
                    </a:ext>
                  </a:extLst>
                </p14:cNvPr>
                <p14:cNvContentPartPr/>
                <p14:nvPr/>
              </p14:nvContentPartPr>
              <p14:xfrm>
                <a:off x="8240182" y="6420056"/>
                <a:ext cx="207000" cy="2397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19FC60F8-81F1-9E73-C545-5ACDE6D5662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231182" y="6411416"/>
                  <a:ext cx="224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27DEBFD9-CD3E-5456-E1A0-BB16609B4D36}"/>
                    </a:ext>
                  </a:extLst>
                </p14:cNvPr>
                <p14:cNvContentPartPr/>
                <p14:nvPr/>
              </p14:nvContentPartPr>
              <p14:xfrm>
                <a:off x="8540422" y="6532376"/>
                <a:ext cx="66600" cy="104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27DEBFD9-CD3E-5456-E1A0-BB16609B4D3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531782" y="6523376"/>
                  <a:ext cx="84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1F23CDAA-9183-F6E6-E0E2-FF94D36E5EDB}"/>
                    </a:ext>
                  </a:extLst>
                </p14:cNvPr>
                <p14:cNvContentPartPr/>
                <p14:nvPr/>
              </p14:nvContentPartPr>
              <p14:xfrm>
                <a:off x="8703502" y="6513656"/>
                <a:ext cx="85320" cy="1846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1F23CDAA-9183-F6E6-E0E2-FF94D36E5ED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694862" y="6504656"/>
                  <a:ext cx="102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1FB57AE2-00FB-6879-78B1-40228EE764A6}"/>
                    </a:ext>
                  </a:extLst>
                </p14:cNvPr>
                <p14:cNvContentPartPr/>
                <p14:nvPr/>
              </p14:nvContentPartPr>
              <p14:xfrm>
                <a:off x="8858302" y="6551096"/>
                <a:ext cx="123840" cy="802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1FB57AE2-00FB-6879-78B1-40228EE764A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849662" y="6542456"/>
                  <a:ext cx="141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D50249B8-0CBC-8BCA-02E5-B7F3E5130483}"/>
                    </a:ext>
                  </a:extLst>
                </p14:cNvPr>
                <p14:cNvContentPartPr/>
                <p14:nvPr/>
              </p14:nvContentPartPr>
              <p14:xfrm>
                <a:off x="8994742" y="6501776"/>
                <a:ext cx="101880" cy="1177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D50249B8-0CBC-8BCA-02E5-B7F3E513048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985742" y="6493136"/>
                  <a:ext cx="11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6CA2772-8ED4-4733-C960-E6A0513333E5}"/>
                    </a:ext>
                  </a:extLst>
                </p14:cNvPr>
                <p14:cNvContentPartPr/>
                <p14:nvPr/>
              </p14:nvContentPartPr>
              <p14:xfrm>
                <a:off x="9134782" y="6480536"/>
                <a:ext cx="88920" cy="1310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6CA2772-8ED4-4733-C960-E6A0513333E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126142" y="6471536"/>
                  <a:ext cx="1065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AD3A09BC-3F06-E538-55E1-248AE11A7E15}"/>
              </a:ext>
            </a:extLst>
          </p:cNvPr>
          <p:cNvGrpSpPr/>
          <p:nvPr/>
        </p:nvGrpSpPr>
        <p:grpSpPr>
          <a:xfrm>
            <a:off x="4895062" y="6161936"/>
            <a:ext cx="1266840" cy="266760"/>
            <a:chOff x="4895062" y="6161936"/>
            <a:chExt cx="12668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96CFFC1-B522-4B71-DD07-C605A5423D6D}"/>
                    </a:ext>
                  </a:extLst>
                </p14:cNvPr>
                <p14:cNvContentPartPr/>
                <p14:nvPr/>
              </p14:nvContentPartPr>
              <p14:xfrm>
                <a:off x="4895062" y="6223856"/>
                <a:ext cx="183600" cy="1828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96CFFC1-B522-4B71-DD07-C605A5423D6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886422" y="6215216"/>
                  <a:ext cx="201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FFD9BADD-06A0-F0C1-137F-ECD71B5E47CE}"/>
                    </a:ext>
                  </a:extLst>
                </p14:cNvPr>
                <p14:cNvContentPartPr/>
                <p14:nvPr/>
              </p14:nvContentPartPr>
              <p14:xfrm>
                <a:off x="5112862" y="6321416"/>
                <a:ext cx="133560" cy="853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FFD9BADD-06A0-F0C1-137F-ECD71B5E47CE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103862" y="6312776"/>
                  <a:ext cx="151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BD9DB656-693C-D9CF-0A47-2482622A04CA}"/>
                    </a:ext>
                  </a:extLst>
                </p14:cNvPr>
                <p14:cNvContentPartPr/>
                <p14:nvPr/>
              </p14:nvContentPartPr>
              <p14:xfrm>
                <a:off x="5284582" y="6290456"/>
                <a:ext cx="103680" cy="1382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BD9DB656-693C-D9CF-0A47-2482622A04C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275942" y="6281816"/>
                  <a:ext cx="121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A1219D72-1832-7829-5E5E-2F382960C77E}"/>
                    </a:ext>
                  </a:extLst>
                </p14:cNvPr>
                <p14:cNvContentPartPr/>
                <p14:nvPr/>
              </p14:nvContentPartPr>
              <p14:xfrm>
                <a:off x="5464222" y="6300896"/>
                <a:ext cx="135720" cy="1173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A1219D72-1832-7829-5E5E-2F382960C77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455222" y="6291896"/>
                  <a:ext cx="153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356FA3AB-D9E2-3747-FC64-6CC540F0FC7D}"/>
                    </a:ext>
                  </a:extLst>
                </p14:cNvPr>
                <p14:cNvContentPartPr/>
                <p14:nvPr/>
              </p14:nvContentPartPr>
              <p14:xfrm>
                <a:off x="5638102" y="6308096"/>
                <a:ext cx="151200" cy="10908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356FA3AB-D9E2-3747-FC64-6CC540F0FC7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5629462" y="6299096"/>
                  <a:ext cx="168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16731788-8524-650F-2818-F385490D219A}"/>
                    </a:ext>
                  </a:extLst>
                </p14:cNvPr>
                <p14:cNvContentPartPr/>
                <p14:nvPr/>
              </p14:nvContentPartPr>
              <p14:xfrm>
                <a:off x="5812702" y="6161936"/>
                <a:ext cx="349200" cy="2404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16731788-8524-650F-2818-F385490D219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803702" y="6152936"/>
                  <a:ext cx="36684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244D537-6FCD-5D2F-4E48-7E9C891728C3}"/>
              </a:ext>
            </a:extLst>
          </p:cNvPr>
          <p:cNvGrpSpPr/>
          <p:nvPr/>
        </p:nvGrpSpPr>
        <p:grpSpPr>
          <a:xfrm>
            <a:off x="1008502" y="5848016"/>
            <a:ext cx="3316680" cy="569160"/>
            <a:chOff x="1008502" y="5848016"/>
            <a:chExt cx="331668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3794900B-FC63-65BF-4380-37C2074D9B06}"/>
                    </a:ext>
                  </a:extLst>
                </p14:cNvPr>
                <p14:cNvContentPartPr/>
                <p14:nvPr/>
              </p14:nvContentPartPr>
              <p14:xfrm>
                <a:off x="2315662" y="5908856"/>
                <a:ext cx="50760" cy="4420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3794900B-FC63-65BF-4380-37C2074D9B0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306662" y="5899856"/>
                  <a:ext cx="6840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673AF592-06BC-361D-6D98-8666DBA5E71B}"/>
                    </a:ext>
                  </a:extLst>
                </p14:cNvPr>
                <p14:cNvContentPartPr/>
                <p14:nvPr/>
              </p14:nvContentPartPr>
              <p14:xfrm>
                <a:off x="1539502" y="5851616"/>
                <a:ext cx="688320" cy="543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673AF592-06BC-361D-6D98-8666DBA5E71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530502" y="5842616"/>
                  <a:ext cx="705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30ED2C2-057C-B365-6CBD-D23B6207F103}"/>
                    </a:ext>
                  </a:extLst>
                </p14:cNvPr>
                <p14:cNvContentPartPr/>
                <p14:nvPr/>
              </p14:nvContentPartPr>
              <p14:xfrm>
                <a:off x="1523302" y="5888696"/>
                <a:ext cx="59760" cy="47556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30ED2C2-057C-B365-6CBD-D23B6207F10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514662" y="5879696"/>
                  <a:ext cx="774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C15C390-6B03-A8D1-F9C1-89F07822A856}"/>
                    </a:ext>
                  </a:extLst>
                </p14:cNvPr>
                <p14:cNvContentPartPr/>
                <p14:nvPr/>
              </p14:nvContentPartPr>
              <p14:xfrm>
                <a:off x="1588822" y="6389096"/>
                <a:ext cx="689040" cy="280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C15C390-6B03-A8D1-F9C1-89F07822A85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579822" y="6380096"/>
                  <a:ext cx="706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644CBECF-B215-1E08-E0C6-3300481279BF}"/>
                    </a:ext>
                  </a:extLst>
                </p14:cNvPr>
                <p14:cNvContentPartPr/>
                <p14:nvPr/>
              </p14:nvContentPartPr>
              <p14:xfrm>
                <a:off x="1738582" y="6028376"/>
                <a:ext cx="41760" cy="21060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644CBECF-B215-1E08-E0C6-3300481279B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729582" y="6019736"/>
                  <a:ext cx="59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D59B354-98A8-CE1B-9288-151AAC4687E5}"/>
                    </a:ext>
                  </a:extLst>
                </p14:cNvPr>
                <p14:cNvContentPartPr/>
                <p14:nvPr/>
              </p14:nvContentPartPr>
              <p14:xfrm>
                <a:off x="1775302" y="6153656"/>
                <a:ext cx="79920" cy="2376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D59B354-98A8-CE1B-9288-151AAC4687E5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766662" y="6145016"/>
                  <a:ext cx="97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B2207E54-E4BB-1341-DF31-322B1F762249}"/>
                    </a:ext>
                  </a:extLst>
                </p14:cNvPr>
                <p14:cNvContentPartPr/>
                <p14:nvPr/>
              </p14:nvContentPartPr>
              <p14:xfrm>
                <a:off x="1847302" y="6073376"/>
                <a:ext cx="45720" cy="15732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B2207E54-E4BB-1341-DF31-322B1F76224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838662" y="6064376"/>
                  <a:ext cx="63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AAE0289-3B62-FA79-B700-B6C8D4318CD6}"/>
                    </a:ext>
                  </a:extLst>
                </p14:cNvPr>
                <p14:cNvContentPartPr/>
                <p14:nvPr/>
              </p14:nvContentPartPr>
              <p14:xfrm>
                <a:off x="1008502" y="6150776"/>
                <a:ext cx="512280" cy="273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AAE0289-3B62-FA79-B700-B6C8D4318CD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99502" y="6141776"/>
                  <a:ext cx="529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6A4AB7EA-E890-6BA7-746C-8D24856D2044}"/>
                    </a:ext>
                  </a:extLst>
                </p14:cNvPr>
                <p14:cNvContentPartPr/>
                <p14:nvPr/>
              </p14:nvContentPartPr>
              <p14:xfrm>
                <a:off x="2397382" y="6111176"/>
                <a:ext cx="346680" cy="334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6A4AB7EA-E890-6BA7-746C-8D24856D204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388742" y="6102536"/>
                  <a:ext cx="364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B738F8AB-EBDC-AA7B-3F13-F08A7D3E96B7}"/>
                    </a:ext>
                  </a:extLst>
                </p14:cNvPr>
                <p14:cNvContentPartPr/>
                <p14:nvPr/>
              </p14:nvContentPartPr>
              <p14:xfrm>
                <a:off x="2714542" y="6060056"/>
                <a:ext cx="204120" cy="1306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B738F8AB-EBDC-AA7B-3F13-F08A7D3E96B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705902" y="6051056"/>
                  <a:ext cx="22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88B25443-B52F-ADBA-1DED-B754639D942D}"/>
                    </a:ext>
                  </a:extLst>
                </p14:cNvPr>
                <p14:cNvContentPartPr/>
                <p14:nvPr/>
              </p14:nvContentPartPr>
              <p14:xfrm>
                <a:off x="2956102" y="5890136"/>
                <a:ext cx="36720" cy="4611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88B25443-B52F-ADBA-1DED-B754639D942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947102" y="5881496"/>
                  <a:ext cx="5436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64232CE-F719-4C0B-0F96-B93F032C98B8}"/>
                    </a:ext>
                  </a:extLst>
                </p14:cNvPr>
                <p14:cNvContentPartPr/>
                <p14:nvPr/>
              </p14:nvContentPartPr>
              <p14:xfrm>
                <a:off x="2907862" y="5868896"/>
                <a:ext cx="619200" cy="219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64232CE-F719-4C0B-0F96-B93F032C98B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898862" y="5860256"/>
                  <a:ext cx="636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447EB06-C719-B92B-7726-5C81D5B21AAF}"/>
                    </a:ext>
                  </a:extLst>
                </p14:cNvPr>
                <p14:cNvContentPartPr/>
                <p14:nvPr/>
              </p14:nvContentPartPr>
              <p14:xfrm>
                <a:off x="3009382" y="5848016"/>
                <a:ext cx="797400" cy="5533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447EB06-C719-B92B-7726-5C81D5B21AAF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000742" y="5839016"/>
                  <a:ext cx="81504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9904B9EE-D87D-2080-5CFE-097421ACF1EE}"/>
                    </a:ext>
                  </a:extLst>
                </p14:cNvPr>
                <p14:cNvContentPartPr/>
                <p14:nvPr/>
              </p14:nvContentPartPr>
              <p14:xfrm>
                <a:off x="3104422" y="6034136"/>
                <a:ext cx="39240" cy="1627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9904B9EE-D87D-2080-5CFE-097421ACF1EE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095782" y="6025136"/>
                  <a:ext cx="56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7942CF07-B1C8-C197-C320-1BD81055D8A2}"/>
                    </a:ext>
                  </a:extLst>
                </p14:cNvPr>
                <p14:cNvContentPartPr/>
                <p14:nvPr/>
              </p14:nvContentPartPr>
              <p14:xfrm>
                <a:off x="3120622" y="6139976"/>
                <a:ext cx="96480" cy="46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7942CF07-B1C8-C197-C320-1BD81055D8A2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111622" y="6131336"/>
                  <a:ext cx="114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A4137CC-B0E9-9DF4-1159-21F9E72E5B62}"/>
                    </a:ext>
                  </a:extLst>
                </p14:cNvPr>
                <p14:cNvContentPartPr/>
                <p14:nvPr/>
              </p14:nvContentPartPr>
              <p14:xfrm>
                <a:off x="3208462" y="6049616"/>
                <a:ext cx="25200" cy="159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A4137CC-B0E9-9DF4-1159-21F9E72E5B6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199822" y="6040976"/>
                  <a:ext cx="42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BD8444E-ACE9-6664-A705-C9AF41363C13}"/>
                    </a:ext>
                  </a:extLst>
                </p14:cNvPr>
                <p14:cNvContentPartPr/>
                <p14:nvPr/>
              </p14:nvContentPartPr>
              <p14:xfrm>
                <a:off x="3288022" y="6183896"/>
                <a:ext cx="100080" cy="900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BD8444E-ACE9-6664-A705-C9AF41363C1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279022" y="6175256"/>
                  <a:ext cx="117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A9F85ED9-C32E-E88C-CA5C-867E0CD02156}"/>
                    </a:ext>
                  </a:extLst>
                </p14:cNvPr>
                <p14:cNvContentPartPr/>
                <p14:nvPr/>
              </p14:nvContentPartPr>
              <p14:xfrm>
                <a:off x="3395302" y="6176336"/>
                <a:ext cx="101520" cy="17640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A9F85ED9-C32E-E88C-CA5C-867E0CD02156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386662" y="6167696"/>
                  <a:ext cx="119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AB0830F1-F6D1-D8E7-8B4F-B8D8F0DE3411}"/>
                    </a:ext>
                  </a:extLst>
                </p14:cNvPr>
                <p14:cNvContentPartPr/>
                <p14:nvPr/>
              </p14:nvContentPartPr>
              <p14:xfrm>
                <a:off x="3785182" y="6054656"/>
                <a:ext cx="540000" cy="11592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AB0830F1-F6D1-D8E7-8B4F-B8D8F0DE341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776182" y="6045656"/>
                  <a:ext cx="557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3D9AA43-A6B2-BF9E-652A-7448A42F6907}"/>
                    </a:ext>
                  </a:extLst>
                </p14:cNvPr>
                <p14:cNvContentPartPr/>
                <p14:nvPr/>
              </p14:nvContentPartPr>
              <p14:xfrm>
                <a:off x="1335382" y="6090656"/>
                <a:ext cx="222480" cy="1062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3D9AA43-A6B2-BF9E-652A-7448A42F690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326742" y="6081656"/>
                  <a:ext cx="240120" cy="123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D0966F-9935-056D-C09A-B8CF5E928949}"/>
                  </a:ext>
                </a:extLst>
              </p14:cNvPr>
              <p14:cNvContentPartPr/>
              <p14:nvPr/>
            </p14:nvContentPartPr>
            <p14:xfrm>
              <a:off x="3361102" y="1638176"/>
              <a:ext cx="471960" cy="2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D0966F-9935-056D-C09A-B8CF5E9289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2102" y="1629176"/>
                <a:ext cx="4896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6F4AD3-7005-EE6E-48EA-70235C7882FF}"/>
                  </a:ext>
                </a:extLst>
              </p14:cNvPr>
              <p14:cNvContentPartPr/>
              <p14:nvPr/>
            </p14:nvContentPartPr>
            <p14:xfrm>
              <a:off x="891502" y="1604336"/>
              <a:ext cx="517680" cy="17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6F4AD3-7005-EE6E-48EA-70235C7882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2502" y="1595696"/>
                <a:ext cx="53532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C4C5D63-9CA4-92BB-2C73-54C5F6E4DEB3}"/>
              </a:ext>
            </a:extLst>
          </p:cNvPr>
          <p:cNvGrpSpPr/>
          <p:nvPr/>
        </p:nvGrpSpPr>
        <p:grpSpPr>
          <a:xfrm>
            <a:off x="919942" y="3125696"/>
            <a:ext cx="1178280" cy="213840"/>
            <a:chOff x="919942" y="3125696"/>
            <a:chExt cx="117828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03252C5-F9BF-9A85-BAA7-4575F63910E9}"/>
                    </a:ext>
                  </a:extLst>
                </p14:cNvPr>
                <p14:cNvContentPartPr/>
                <p14:nvPr/>
              </p14:nvContentPartPr>
              <p14:xfrm>
                <a:off x="919942" y="3157016"/>
                <a:ext cx="227160" cy="170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03252C5-F9BF-9A85-BAA7-4575F63910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0942" y="3148016"/>
                  <a:ext cx="244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62C0A4-D1AB-C074-1C88-EC45018EC7AC}"/>
                    </a:ext>
                  </a:extLst>
                </p14:cNvPr>
                <p14:cNvContentPartPr/>
                <p14:nvPr/>
              </p14:nvContentPartPr>
              <p14:xfrm>
                <a:off x="1178422" y="3125696"/>
                <a:ext cx="208080" cy="21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62C0A4-D1AB-C074-1C88-EC45018EC7A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69782" y="3117056"/>
                  <a:ext cx="225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56C5EB-DADE-5B63-C36A-B6722EABAC52}"/>
                    </a:ext>
                  </a:extLst>
                </p14:cNvPr>
                <p14:cNvContentPartPr/>
                <p14:nvPr/>
              </p14:nvContentPartPr>
              <p14:xfrm>
                <a:off x="1425382" y="3250256"/>
                <a:ext cx="127440" cy="83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56C5EB-DADE-5B63-C36A-B6722EABAC5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16382" y="3241256"/>
                  <a:ext cx="145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85D362-3521-A1E3-1808-82CBA34E7B5F}"/>
                    </a:ext>
                  </a:extLst>
                </p14:cNvPr>
                <p14:cNvContentPartPr/>
                <p14:nvPr/>
              </p14:nvContentPartPr>
              <p14:xfrm>
                <a:off x="1610062" y="3252416"/>
                <a:ext cx="144000" cy="81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85D362-3521-A1E3-1808-82CBA34E7B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01062" y="3243776"/>
                  <a:ext cx="161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499421-30B5-561E-5D5C-7FA90FA13391}"/>
                    </a:ext>
                  </a:extLst>
                </p14:cNvPr>
                <p14:cNvContentPartPr/>
                <p14:nvPr/>
              </p14:nvContentPartPr>
              <p14:xfrm>
                <a:off x="1828942" y="3220736"/>
                <a:ext cx="269280" cy="118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499421-30B5-561E-5D5C-7FA90FA133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19942" y="3211736"/>
                  <a:ext cx="2869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36164FF-9EE6-112A-1577-C4339D53F518}"/>
              </a:ext>
            </a:extLst>
          </p:cNvPr>
          <p:cNvGrpSpPr/>
          <p:nvPr/>
        </p:nvGrpSpPr>
        <p:grpSpPr>
          <a:xfrm>
            <a:off x="2447422" y="3204896"/>
            <a:ext cx="639720" cy="299160"/>
            <a:chOff x="2447422" y="3204896"/>
            <a:chExt cx="63972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16F64D-4D23-4776-8937-B9D7D2E74A91}"/>
                    </a:ext>
                  </a:extLst>
                </p14:cNvPr>
                <p14:cNvContentPartPr/>
                <p14:nvPr/>
              </p14:nvContentPartPr>
              <p14:xfrm>
                <a:off x="2447422" y="3226856"/>
                <a:ext cx="205200" cy="277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16F64D-4D23-4776-8937-B9D7D2E74A9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38782" y="3217856"/>
                  <a:ext cx="222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8B2C68-BF38-79E0-29F3-A6DBD641011F}"/>
                    </a:ext>
                  </a:extLst>
                </p14:cNvPr>
                <p14:cNvContentPartPr/>
                <p14:nvPr/>
              </p14:nvContentPartPr>
              <p14:xfrm>
                <a:off x="2675302" y="3257096"/>
                <a:ext cx="138600" cy="8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8B2C68-BF38-79E0-29F3-A6DBD641011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66302" y="3248456"/>
                  <a:ext cx="1562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24EBFD-619E-F460-8715-C12A45F3D68D}"/>
                    </a:ext>
                  </a:extLst>
                </p14:cNvPr>
                <p14:cNvContentPartPr/>
                <p14:nvPr/>
              </p14:nvContentPartPr>
              <p14:xfrm>
                <a:off x="2826502" y="3274376"/>
                <a:ext cx="99000" cy="5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24EBFD-619E-F460-8715-C12A45F3D6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17502" y="3265736"/>
                  <a:ext cx="116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9E5F7D-6585-5C31-F6A4-E14F3E5651FC}"/>
                    </a:ext>
                  </a:extLst>
                </p14:cNvPr>
                <p14:cNvContentPartPr/>
                <p14:nvPr/>
              </p14:nvContentPartPr>
              <p14:xfrm>
                <a:off x="2976622" y="3204896"/>
                <a:ext cx="110520" cy="150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9E5F7D-6585-5C31-F6A4-E14F3E5651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67982" y="3196256"/>
                  <a:ext cx="1281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C049EE3-4AB9-4891-34CD-0A42DD9E243D}"/>
              </a:ext>
            </a:extLst>
          </p:cNvPr>
          <p:cNvGrpSpPr/>
          <p:nvPr/>
        </p:nvGrpSpPr>
        <p:grpSpPr>
          <a:xfrm>
            <a:off x="3465862" y="3090056"/>
            <a:ext cx="2066400" cy="396360"/>
            <a:chOff x="3465862" y="3090056"/>
            <a:chExt cx="206640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7AB0D6-9C4E-E8A9-6054-A910475B7AA2}"/>
                    </a:ext>
                  </a:extLst>
                </p14:cNvPr>
                <p14:cNvContentPartPr/>
                <p14:nvPr/>
              </p14:nvContentPartPr>
              <p14:xfrm>
                <a:off x="3465862" y="3210296"/>
                <a:ext cx="118080" cy="19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7AB0D6-9C4E-E8A9-6054-A910475B7A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56862" y="3201296"/>
                  <a:ext cx="135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0599D9-6279-3B32-B2EA-752061C7F33A}"/>
                    </a:ext>
                  </a:extLst>
                </p14:cNvPr>
                <p14:cNvContentPartPr/>
                <p14:nvPr/>
              </p14:nvContentPartPr>
              <p14:xfrm>
                <a:off x="3650182" y="3178976"/>
                <a:ext cx="63000" cy="94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0599D9-6279-3B32-B2EA-752061C7F3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41542" y="3170336"/>
                  <a:ext cx="80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D54340-09CC-6E90-0F8F-5C74A562D247}"/>
                    </a:ext>
                  </a:extLst>
                </p14:cNvPr>
                <p14:cNvContentPartPr/>
                <p14:nvPr/>
              </p14:nvContentPartPr>
              <p14:xfrm>
                <a:off x="3802462" y="3179336"/>
                <a:ext cx="163440" cy="149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D54340-09CC-6E90-0F8F-5C74A562D24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93822" y="3170696"/>
                  <a:ext cx="181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BDD92ED-34CB-EE14-EB37-DD4CDEE49516}"/>
                    </a:ext>
                  </a:extLst>
                </p14:cNvPr>
                <p14:cNvContentPartPr/>
                <p14:nvPr/>
              </p14:nvContentPartPr>
              <p14:xfrm>
                <a:off x="4002622" y="3153416"/>
                <a:ext cx="153000" cy="253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BDD92ED-34CB-EE14-EB37-DD4CDEE4951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93982" y="3144416"/>
                  <a:ext cx="170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D1827D-1008-42D5-6EDA-74B38F5FE428}"/>
                    </a:ext>
                  </a:extLst>
                </p14:cNvPr>
                <p14:cNvContentPartPr/>
                <p14:nvPr/>
              </p14:nvContentPartPr>
              <p14:xfrm>
                <a:off x="4199542" y="3163856"/>
                <a:ext cx="16560" cy="114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BD1827D-1008-42D5-6EDA-74B38F5FE42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90902" y="3155216"/>
                  <a:ext cx="34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95A34D-B787-DB5F-AEF9-77FC8996D8D2}"/>
                    </a:ext>
                  </a:extLst>
                </p14:cNvPr>
                <p14:cNvContentPartPr/>
                <p14:nvPr/>
              </p14:nvContentPartPr>
              <p14:xfrm>
                <a:off x="4311862" y="3199496"/>
                <a:ext cx="85320" cy="10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95A34D-B787-DB5F-AEF9-77FC8996D8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02862" y="3190496"/>
                  <a:ext cx="102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DC5B67-1B5A-B6B0-B123-9E3386E5AEE9}"/>
                    </a:ext>
                  </a:extLst>
                </p14:cNvPr>
                <p14:cNvContentPartPr/>
                <p14:nvPr/>
              </p14:nvContentPartPr>
              <p14:xfrm>
                <a:off x="4479622" y="3146576"/>
                <a:ext cx="284400" cy="177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DC5B67-1B5A-B6B0-B123-9E3386E5AEE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70982" y="3137936"/>
                  <a:ext cx="302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1977E3D-5F7F-44CE-3700-D5978470F96B}"/>
                    </a:ext>
                  </a:extLst>
                </p14:cNvPr>
                <p14:cNvContentPartPr/>
                <p14:nvPr/>
              </p14:nvContentPartPr>
              <p14:xfrm>
                <a:off x="4818742" y="3184376"/>
                <a:ext cx="76320" cy="144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1977E3D-5F7F-44CE-3700-D5978470F9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10102" y="3175376"/>
                  <a:ext cx="93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C5818F-2E5E-5366-7261-36348E433AC5}"/>
                    </a:ext>
                  </a:extLst>
                </p14:cNvPr>
                <p14:cNvContentPartPr/>
                <p14:nvPr/>
              </p14:nvContentPartPr>
              <p14:xfrm>
                <a:off x="4842862" y="3141896"/>
                <a:ext cx="151920" cy="176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C5818F-2E5E-5366-7261-36348E433AC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34222" y="3132896"/>
                  <a:ext cx="169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18F5AC7-3F1F-AAB1-02C6-BB60585476A3}"/>
                    </a:ext>
                  </a:extLst>
                </p14:cNvPr>
                <p14:cNvContentPartPr/>
                <p14:nvPr/>
              </p14:nvContentPartPr>
              <p14:xfrm>
                <a:off x="5136622" y="3237296"/>
                <a:ext cx="41040" cy="69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18F5AC7-3F1F-AAB1-02C6-BB60585476A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27622" y="3228656"/>
                  <a:ext cx="58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8A7DF3-1DA9-3296-D4E0-DDFA3726D17D}"/>
                    </a:ext>
                  </a:extLst>
                </p14:cNvPr>
                <p14:cNvContentPartPr/>
                <p14:nvPr/>
              </p14:nvContentPartPr>
              <p14:xfrm>
                <a:off x="5071462" y="3090056"/>
                <a:ext cx="22680" cy="1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8A7DF3-1DA9-3296-D4E0-DDFA3726D17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62822" y="3081056"/>
                  <a:ext cx="40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E9E247-4160-EF08-599A-2A0B79ACA670}"/>
                    </a:ext>
                  </a:extLst>
                </p14:cNvPr>
                <p14:cNvContentPartPr/>
                <p14:nvPr/>
              </p14:nvContentPartPr>
              <p14:xfrm>
                <a:off x="5209702" y="3214616"/>
                <a:ext cx="143640" cy="6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E9E247-4160-EF08-599A-2A0B79ACA67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01062" y="3205616"/>
                  <a:ext cx="161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AECD10-7538-6E59-8BC0-5558B9F66401}"/>
                    </a:ext>
                  </a:extLst>
                </p14:cNvPr>
                <p14:cNvContentPartPr/>
                <p14:nvPr/>
              </p14:nvContentPartPr>
              <p14:xfrm>
                <a:off x="5390782" y="3169256"/>
                <a:ext cx="141480" cy="31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AECD10-7538-6E59-8BC0-5558B9F664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81782" y="3160616"/>
                  <a:ext cx="15912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E38494-44A2-D2FB-36E5-023147EE451E}"/>
              </a:ext>
            </a:extLst>
          </p:cNvPr>
          <p:cNvGrpSpPr/>
          <p:nvPr/>
        </p:nvGrpSpPr>
        <p:grpSpPr>
          <a:xfrm>
            <a:off x="5773102" y="3020936"/>
            <a:ext cx="934920" cy="383040"/>
            <a:chOff x="5773102" y="3020936"/>
            <a:chExt cx="9349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26501B-AAA2-843E-4B1D-CB906C882C3C}"/>
                    </a:ext>
                  </a:extLst>
                </p14:cNvPr>
                <p14:cNvContentPartPr/>
                <p14:nvPr/>
              </p14:nvContentPartPr>
              <p14:xfrm>
                <a:off x="5773102" y="3020936"/>
                <a:ext cx="234360" cy="38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26501B-AAA2-843E-4B1D-CB906C882C3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64102" y="3011936"/>
                  <a:ext cx="2520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A14ADD-9825-718D-BE7A-1CD2F8246811}"/>
                    </a:ext>
                  </a:extLst>
                </p14:cNvPr>
                <p14:cNvContentPartPr/>
                <p14:nvPr/>
              </p14:nvContentPartPr>
              <p14:xfrm>
                <a:off x="5932942" y="3142976"/>
                <a:ext cx="16200" cy="18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A14ADD-9825-718D-BE7A-1CD2F824681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23942" y="3134336"/>
                  <a:ext cx="33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551291-9844-5E9B-C514-D87183397C47}"/>
                    </a:ext>
                  </a:extLst>
                </p14:cNvPr>
                <p14:cNvContentPartPr/>
                <p14:nvPr/>
              </p14:nvContentPartPr>
              <p14:xfrm>
                <a:off x="6034102" y="3053696"/>
                <a:ext cx="202680" cy="269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551291-9844-5E9B-C514-D87183397C4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25102" y="3044696"/>
                  <a:ext cx="2203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B87F63-319B-32CE-2413-85C55A049E22}"/>
                    </a:ext>
                  </a:extLst>
                </p14:cNvPr>
                <p14:cNvContentPartPr/>
                <p14:nvPr/>
              </p14:nvContentPartPr>
              <p14:xfrm>
                <a:off x="6193222" y="3061976"/>
                <a:ext cx="116640" cy="240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B87F63-319B-32CE-2413-85C55A049E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84582" y="3053336"/>
                  <a:ext cx="134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54C533B-824B-6892-79E2-D86417074A3C}"/>
                    </a:ext>
                  </a:extLst>
                </p14:cNvPr>
                <p14:cNvContentPartPr/>
                <p14:nvPr/>
              </p14:nvContentPartPr>
              <p14:xfrm>
                <a:off x="6193222" y="3186896"/>
                <a:ext cx="350640" cy="126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54C533B-824B-6892-79E2-D86417074A3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84582" y="3178256"/>
                  <a:ext cx="368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2D218F-21F5-3280-52E9-84C1C276C614}"/>
                    </a:ext>
                  </a:extLst>
                </p14:cNvPr>
                <p14:cNvContentPartPr/>
                <p14:nvPr/>
              </p14:nvContentPartPr>
              <p14:xfrm>
                <a:off x="6606142" y="3152336"/>
                <a:ext cx="101880" cy="17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2D218F-21F5-3280-52E9-84C1C276C61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97142" y="3143336"/>
                  <a:ext cx="1195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1666B6-972A-5D16-C154-50097981FF72}"/>
              </a:ext>
            </a:extLst>
          </p:cNvPr>
          <p:cNvGrpSpPr/>
          <p:nvPr/>
        </p:nvGrpSpPr>
        <p:grpSpPr>
          <a:xfrm>
            <a:off x="7087822" y="3150896"/>
            <a:ext cx="280800" cy="162720"/>
            <a:chOff x="7087822" y="3150896"/>
            <a:chExt cx="28080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0F1F4C-AE14-2391-57B7-EC651488DCBF}"/>
                    </a:ext>
                  </a:extLst>
                </p14:cNvPr>
                <p14:cNvContentPartPr/>
                <p14:nvPr/>
              </p14:nvContentPartPr>
              <p14:xfrm>
                <a:off x="7087822" y="3150896"/>
                <a:ext cx="153360" cy="162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0F1F4C-AE14-2391-57B7-EC651488DC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79182" y="3141896"/>
                  <a:ext cx="171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517C0F-DE5C-34A0-65BA-64D731F66882}"/>
                    </a:ext>
                  </a:extLst>
                </p14:cNvPr>
                <p14:cNvContentPartPr/>
                <p14:nvPr/>
              </p14:nvContentPartPr>
              <p14:xfrm>
                <a:off x="7252702" y="3226856"/>
                <a:ext cx="115920" cy="75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517C0F-DE5C-34A0-65BA-64D731F6688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44062" y="3217856"/>
                  <a:ext cx="1335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51A6962-B463-E95E-967F-974948465165}"/>
              </a:ext>
            </a:extLst>
          </p:cNvPr>
          <p:cNvGrpSpPr/>
          <p:nvPr/>
        </p:nvGrpSpPr>
        <p:grpSpPr>
          <a:xfrm>
            <a:off x="7544302" y="3051536"/>
            <a:ext cx="648000" cy="271080"/>
            <a:chOff x="7544302" y="3051536"/>
            <a:chExt cx="64800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79E603-38D5-6884-1F31-9B9AD25D8478}"/>
                    </a:ext>
                  </a:extLst>
                </p14:cNvPr>
                <p14:cNvContentPartPr/>
                <p14:nvPr/>
              </p14:nvContentPartPr>
              <p14:xfrm>
                <a:off x="7612702" y="3067376"/>
                <a:ext cx="106200" cy="25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79E603-38D5-6884-1F31-9B9AD25D847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04062" y="3058376"/>
                  <a:ext cx="1238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0F19F3-4855-7B24-A5CA-080FF00AAD80}"/>
                    </a:ext>
                  </a:extLst>
                </p14:cNvPr>
                <p14:cNvContentPartPr/>
                <p14:nvPr/>
              </p14:nvContentPartPr>
              <p14:xfrm>
                <a:off x="7544302" y="3193736"/>
                <a:ext cx="159480" cy="1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0F19F3-4855-7B24-A5CA-080FF00AAD8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35302" y="3185096"/>
                  <a:ext cx="17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EA6F1BE-348C-8C33-6C8E-432874D80B8A}"/>
                    </a:ext>
                  </a:extLst>
                </p14:cNvPr>
                <p14:cNvContentPartPr/>
                <p14:nvPr/>
              </p14:nvContentPartPr>
              <p14:xfrm>
                <a:off x="7681822" y="3056576"/>
                <a:ext cx="284760" cy="255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EA6F1BE-348C-8C33-6C8E-432874D80B8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73182" y="3047936"/>
                  <a:ext cx="302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ADACF6-EC64-1515-F973-9D002EB10707}"/>
                    </a:ext>
                  </a:extLst>
                </p14:cNvPr>
                <p14:cNvContentPartPr/>
                <p14:nvPr/>
              </p14:nvContentPartPr>
              <p14:xfrm>
                <a:off x="7974862" y="3216056"/>
                <a:ext cx="116640" cy="99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ADACF6-EC64-1515-F973-9D002EB1070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66222" y="3207416"/>
                  <a:ext cx="134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E9264E-4DF5-0167-E70E-AD84E71B1DD1}"/>
                    </a:ext>
                  </a:extLst>
                </p14:cNvPr>
                <p14:cNvContentPartPr/>
                <p14:nvPr/>
              </p14:nvContentPartPr>
              <p14:xfrm>
                <a:off x="8080702" y="3051536"/>
                <a:ext cx="73440" cy="261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E9264E-4DF5-0167-E70E-AD84E71B1DD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71702" y="3042536"/>
                  <a:ext cx="91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7B14F0-2CC6-7D02-7C4E-E135DF5BDE3D}"/>
                    </a:ext>
                  </a:extLst>
                </p14:cNvPr>
                <p14:cNvContentPartPr/>
                <p14:nvPr/>
              </p14:nvContentPartPr>
              <p14:xfrm>
                <a:off x="8044702" y="3198056"/>
                <a:ext cx="147600" cy="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7B14F0-2CC6-7D02-7C4E-E135DF5BDE3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36062" y="3189056"/>
                  <a:ext cx="165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F2F9E8-B977-4E98-9E00-32EC1FF12FBD}"/>
                    </a:ext>
                  </a:extLst>
                </p14:cNvPr>
                <p14:cNvContentPartPr/>
                <p14:nvPr/>
              </p14:nvContentPartPr>
              <p14:xfrm>
                <a:off x="8133622" y="3290576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F2F9E8-B977-4E98-9E00-32EC1FF12FB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24982" y="3281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5642AB3-56A0-8FBE-246B-382365E86453}"/>
              </a:ext>
            </a:extLst>
          </p:cNvPr>
          <p:cNvGrpSpPr/>
          <p:nvPr/>
        </p:nvGrpSpPr>
        <p:grpSpPr>
          <a:xfrm>
            <a:off x="8443582" y="3042536"/>
            <a:ext cx="1147320" cy="299160"/>
            <a:chOff x="8443582" y="3042536"/>
            <a:chExt cx="114732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38C50F-A9BF-7461-49E2-C6E18F6713A2}"/>
                    </a:ext>
                  </a:extLst>
                </p14:cNvPr>
                <p14:cNvContentPartPr/>
                <p14:nvPr/>
              </p14:nvContentPartPr>
              <p14:xfrm>
                <a:off x="8443582" y="3179336"/>
                <a:ext cx="263520" cy="155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38C50F-A9BF-7461-49E2-C6E18F6713A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34582" y="3170336"/>
                  <a:ext cx="281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8FCEDAF-49FE-1F56-4547-BEF548189343}"/>
                    </a:ext>
                  </a:extLst>
                </p14:cNvPr>
                <p14:cNvContentPartPr/>
                <p14:nvPr/>
              </p14:nvContentPartPr>
              <p14:xfrm>
                <a:off x="8670022" y="3042536"/>
                <a:ext cx="334440" cy="296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8FCEDAF-49FE-1F56-4547-BEF54818934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61022" y="3033536"/>
                  <a:ext cx="352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64C799-AA29-7CB9-9C7D-C0D545334F0E}"/>
                    </a:ext>
                  </a:extLst>
                </p14:cNvPr>
                <p14:cNvContentPartPr/>
                <p14:nvPr/>
              </p14:nvContentPartPr>
              <p14:xfrm>
                <a:off x="9016342" y="3201296"/>
                <a:ext cx="113400" cy="13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64C799-AA29-7CB9-9C7D-C0D545334F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07342" y="3192656"/>
                  <a:ext cx="131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7B9A5C-BDBB-1019-08E8-D7A8CD08FEE1}"/>
                    </a:ext>
                  </a:extLst>
                </p14:cNvPr>
                <p14:cNvContentPartPr/>
                <p14:nvPr/>
              </p14:nvContentPartPr>
              <p14:xfrm>
                <a:off x="9228022" y="3221456"/>
                <a:ext cx="259560" cy="10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7B9A5C-BDBB-1019-08E8-D7A8CD08FEE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19382" y="3212456"/>
                  <a:ext cx="277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92A856-041E-1AC1-9FB2-4436FBF11F11}"/>
                    </a:ext>
                  </a:extLst>
                </p14:cNvPr>
                <p14:cNvContentPartPr/>
                <p14:nvPr/>
              </p14:nvContentPartPr>
              <p14:xfrm>
                <a:off x="9500182" y="3072776"/>
                <a:ext cx="78840" cy="268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92A856-041E-1AC1-9FB2-4436FBF11F1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491182" y="3063776"/>
                  <a:ext cx="96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6AC3408-3A00-1F5A-A036-E820E1E471B0}"/>
                    </a:ext>
                  </a:extLst>
                </p14:cNvPr>
                <p14:cNvContentPartPr/>
                <p14:nvPr/>
              </p14:nvContentPartPr>
              <p14:xfrm>
                <a:off x="9520342" y="3227216"/>
                <a:ext cx="70560" cy="5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6AC3408-3A00-1F5A-A036-E820E1E471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11342" y="3218576"/>
                  <a:ext cx="882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6F7E579-86C7-004F-D613-C6C2E062CFA6}"/>
              </a:ext>
            </a:extLst>
          </p:cNvPr>
          <p:cNvGrpSpPr/>
          <p:nvPr/>
        </p:nvGrpSpPr>
        <p:grpSpPr>
          <a:xfrm>
            <a:off x="919222" y="3581816"/>
            <a:ext cx="1122120" cy="387720"/>
            <a:chOff x="919222" y="3581816"/>
            <a:chExt cx="112212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B4083A-5BEB-7709-C522-5BE13DC0F515}"/>
                    </a:ext>
                  </a:extLst>
                </p14:cNvPr>
                <p14:cNvContentPartPr/>
                <p14:nvPr/>
              </p14:nvContentPartPr>
              <p14:xfrm>
                <a:off x="919222" y="3581816"/>
                <a:ext cx="172080" cy="387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B4083A-5BEB-7709-C522-5BE13DC0F51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10582" y="3572816"/>
                  <a:ext cx="1897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2FF505-4932-69AD-FBE4-A32DA109D9E0}"/>
                    </a:ext>
                  </a:extLst>
                </p14:cNvPr>
                <p14:cNvContentPartPr/>
                <p14:nvPr/>
              </p14:nvContentPartPr>
              <p14:xfrm>
                <a:off x="923902" y="3812216"/>
                <a:ext cx="134280" cy="21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2FF505-4932-69AD-FBE4-A32DA109D9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5262" y="3803216"/>
                  <a:ext cx="151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704176A-FFAE-342E-37B6-E25584B8A04A}"/>
                    </a:ext>
                  </a:extLst>
                </p14:cNvPr>
                <p14:cNvContentPartPr/>
                <p14:nvPr/>
              </p14:nvContentPartPr>
              <p14:xfrm>
                <a:off x="1084462" y="3746696"/>
                <a:ext cx="182880" cy="97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704176A-FFAE-342E-37B6-E25584B8A04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75462" y="3738056"/>
                  <a:ext cx="200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1B9880-4319-F879-AF0E-3C23C8F3D71F}"/>
                    </a:ext>
                  </a:extLst>
                </p14:cNvPr>
                <p14:cNvContentPartPr/>
                <p14:nvPr/>
              </p14:nvContentPartPr>
              <p14:xfrm>
                <a:off x="1241782" y="3754256"/>
                <a:ext cx="148680" cy="87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1B9880-4319-F879-AF0E-3C23C8F3D71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33142" y="3745256"/>
                  <a:ext cx="166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A237A4-B8FA-301B-4187-2DE776652212}"/>
                    </a:ext>
                  </a:extLst>
                </p14:cNvPr>
                <p14:cNvContentPartPr/>
                <p14:nvPr/>
              </p14:nvContentPartPr>
              <p14:xfrm>
                <a:off x="1371382" y="3588296"/>
                <a:ext cx="107280" cy="239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A237A4-B8FA-301B-4187-2DE7766522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62742" y="3579656"/>
                  <a:ext cx="124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6F98887-A1C4-1F3A-D851-5894F709E8DE}"/>
                    </a:ext>
                  </a:extLst>
                </p14:cNvPr>
                <p14:cNvContentPartPr/>
                <p14:nvPr/>
              </p14:nvContentPartPr>
              <p14:xfrm>
                <a:off x="1350142" y="3757136"/>
                <a:ext cx="149400" cy="2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6F98887-A1C4-1F3A-D851-5894F709E8D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341142" y="3748496"/>
                  <a:ext cx="167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AFB288-D5EE-9CD6-9B99-688FD7775EAF}"/>
                    </a:ext>
                  </a:extLst>
                </p14:cNvPr>
                <p14:cNvContentPartPr/>
                <p14:nvPr/>
              </p14:nvContentPartPr>
              <p14:xfrm>
                <a:off x="1548862" y="3774416"/>
                <a:ext cx="137880" cy="68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AFB288-D5EE-9CD6-9B99-688FD7775EA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540222" y="3765416"/>
                  <a:ext cx="155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F1AC76-2313-B5B9-850F-B6519153322B}"/>
                    </a:ext>
                  </a:extLst>
                </p14:cNvPr>
                <p14:cNvContentPartPr/>
                <p14:nvPr/>
              </p14:nvContentPartPr>
              <p14:xfrm>
                <a:off x="1709062" y="3734096"/>
                <a:ext cx="286560" cy="11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F1AC76-2313-B5B9-850F-B6519153322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700422" y="3725096"/>
                  <a:ext cx="304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3B9C44-7A3D-9F02-2A6E-E13410881062}"/>
                    </a:ext>
                  </a:extLst>
                </p14:cNvPr>
                <p14:cNvContentPartPr/>
                <p14:nvPr/>
              </p14:nvContentPartPr>
              <p14:xfrm>
                <a:off x="1945222" y="3721136"/>
                <a:ext cx="96120" cy="11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3B9C44-7A3D-9F02-2A6E-E1341088106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936222" y="3712496"/>
                  <a:ext cx="1137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5A9E008-8EEE-9758-EAAD-E4A51F75904A}"/>
              </a:ext>
            </a:extLst>
          </p:cNvPr>
          <p:cNvGrpSpPr/>
          <p:nvPr/>
        </p:nvGrpSpPr>
        <p:grpSpPr>
          <a:xfrm>
            <a:off x="2383702" y="3631136"/>
            <a:ext cx="488880" cy="310680"/>
            <a:chOff x="2383702" y="3631136"/>
            <a:chExt cx="48888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774F711-775C-3984-6C7D-5FEAC2054D77}"/>
                    </a:ext>
                  </a:extLst>
                </p14:cNvPr>
                <p14:cNvContentPartPr/>
                <p14:nvPr/>
              </p14:nvContentPartPr>
              <p14:xfrm>
                <a:off x="2383702" y="3631136"/>
                <a:ext cx="158040" cy="310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774F711-775C-3984-6C7D-5FEAC2054D7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75062" y="3622496"/>
                  <a:ext cx="1756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9D5BBC9-555E-C22C-51B1-7C9233F96B02}"/>
                    </a:ext>
                  </a:extLst>
                </p14:cNvPr>
                <p14:cNvContentPartPr/>
                <p14:nvPr/>
              </p14:nvContentPartPr>
              <p14:xfrm>
                <a:off x="2539582" y="3781976"/>
                <a:ext cx="146160" cy="73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9D5BBC9-555E-C22C-51B1-7C9233F96B0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30582" y="3773336"/>
                  <a:ext cx="163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81AEAF7-9053-3E91-CAEE-1B7D85F91CF6}"/>
                    </a:ext>
                  </a:extLst>
                </p14:cNvPr>
                <p14:cNvContentPartPr/>
                <p14:nvPr/>
              </p14:nvContentPartPr>
              <p14:xfrm>
                <a:off x="2732902" y="3730496"/>
                <a:ext cx="139680" cy="118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81AEAF7-9053-3E91-CAEE-1B7D85F91CF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24262" y="3721496"/>
                  <a:ext cx="15732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D214E38-95C7-1404-60A2-958F3B228AF7}"/>
              </a:ext>
            </a:extLst>
          </p:cNvPr>
          <p:cNvGrpSpPr/>
          <p:nvPr/>
        </p:nvGrpSpPr>
        <p:grpSpPr>
          <a:xfrm>
            <a:off x="3095782" y="3549056"/>
            <a:ext cx="2057760" cy="415080"/>
            <a:chOff x="3095782" y="3549056"/>
            <a:chExt cx="205776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7C0179B-EA42-8E39-8B97-9DC11FD99A18}"/>
                    </a:ext>
                  </a:extLst>
                </p14:cNvPr>
                <p14:cNvContentPartPr/>
                <p14:nvPr/>
              </p14:nvContentPartPr>
              <p14:xfrm>
                <a:off x="3095782" y="3601616"/>
                <a:ext cx="258840" cy="226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7C0179B-EA42-8E39-8B97-9DC11FD99A1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087142" y="3592976"/>
                  <a:ext cx="276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A3519C-6000-F129-4670-2FB869C4C3E8}"/>
                    </a:ext>
                  </a:extLst>
                </p14:cNvPr>
                <p14:cNvContentPartPr/>
                <p14:nvPr/>
              </p14:nvContentPartPr>
              <p14:xfrm>
                <a:off x="3418342" y="3657416"/>
                <a:ext cx="206280" cy="166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A3519C-6000-F129-4670-2FB869C4C3E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09342" y="3648776"/>
                  <a:ext cx="223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87C8A5B-D01D-C5A9-57E1-90ACB6DA1015}"/>
                    </a:ext>
                  </a:extLst>
                </p14:cNvPr>
                <p14:cNvContentPartPr/>
                <p14:nvPr/>
              </p14:nvContentPartPr>
              <p14:xfrm>
                <a:off x="3751702" y="3744176"/>
                <a:ext cx="179640" cy="79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87C8A5B-D01D-C5A9-57E1-90ACB6DA101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43062" y="3735536"/>
                  <a:ext cx="197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D9496F1-5EB5-E406-DB97-FBEB6D70B0C2}"/>
                    </a:ext>
                  </a:extLst>
                </p14:cNvPr>
                <p14:cNvContentPartPr/>
                <p14:nvPr/>
              </p14:nvContentPartPr>
              <p14:xfrm>
                <a:off x="3932422" y="3549056"/>
                <a:ext cx="102600" cy="260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D9496F1-5EB5-E406-DB97-FBEB6D70B0C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23422" y="3540056"/>
                  <a:ext cx="120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82FFE1A-E1F1-837A-2822-F7C15790449A}"/>
                    </a:ext>
                  </a:extLst>
                </p14:cNvPr>
                <p14:cNvContentPartPr/>
                <p14:nvPr/>
              </p14:nvContentPartPr>
              <p14:xfrm>
                <a:off x="4101622" y="3726536"/>
                <a:ext cx="98640" cy="237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82FFE1A-E1F1-837A-2822-F7C15790449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92982" y="3717536"/>
                  <a:ext cx="116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D1A386B-39D5-306D-44B8-2B9ABF484AF8}"/>
                    </a:ext>
                  </a:extLst>
                </p14:cNvPr>
                <p14:cNvContentPartPr/>
                <p14:nvPr/>
              </p14:nvContentPartPr>
              <p14:xfrm>
                <a:off x="4266862" y="3703136"/>
                <a:ext cx="140400" cy="104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D1A386B-39D5-306D-44B8-2B9ABF484AF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58222" y="3694496"/>
                  <a:ext cx="158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8D7BA59-20C1-EBB5-FF84-B2DBA5C3B4CC}"/>
                    </a:ext>
                  </a:extLst>
                </p14:cNvPr>
                <p14:cNvContentPartPr/>
                <p14:nvPr/>
              </p14:nvContentPartPr>
              <p14:xfrm>
                <a:off x="4433182" y="3709616"/>
                <a:ext cx="54720" cy="113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8D7BA59-20C1-EBB5-FF84-B2DBA5C3B4C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24542" y="3700616"/>
                  <a:ext cx="72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7A2F986-F6D6-F7F7-F85D-50B050217F9D}"/>
                    </a:ext>
                  </a:extLst>
                </p14:cNvPr>
                <p14:cNvContentPartPr/>
                <p14:nvPr/>
              </p14:nvContentPartPr>
              <p14:xfrm>
                <a:off x="4582582" y="3779816"/>
                <a:ext cx="7200" cy="34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7A2F986-F6D6-F7F7-F85D-50B050217F9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73582" y="3770816"/>
                  <a:ext cx="24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44DD2DF-1EEB-48CE-D925-D8CDE781D1A1}"/>
                    </a:ext>
                  </a:extLst>
                </p14:cNvPr>
                <p14:cNvContentPartPr/>
                <p14:nvPr/>
              </p14:nvContentPartPr>
              <p14:xfrm>
                <a:off x="4508062" y="3604856"/>
                <a:ext cx="19080" cy="24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44DD2DF-1EEB-48CE-D925-D8CDE781D1A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499062" y="3596216"/>
                  <a:ext cx="36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9EAFAA-C68E-B9DF-DF44-FBC48FE86725}"/>
                    </a:ext>
                  </a:extLst>
                </p14:cNvPr>
                <p14:cNvContentPartPr/>
                <p14:nvPr/>
              </p14:nvContentPartPr>
              <p14:xfrm>
                <a:off x="4625062" y="3567056"/>
                <a:ext cx="67680" cy="235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9EAFAA-C68E-B9DF-DF44-FBC48FE8672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16062" y="3558056"/>
                  <a:ext cx="85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25404D-8BC8-CE98-B389-8FA799314A78}"/>
                    </a:ext>
                  </a:extLst>
                </p14:cNvPr>
                <p14:cNvContentPartPr/>
                <p14:nvPr/>
              </p14:nvContentPartPr>
              <p14:xfrm>
                <a:off x="4593022" y="3695576"/>
                <a:ext cx="117360" cy="9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E25404D-8BC8-CE98-B389-8FA799314A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84382" y="3686576"/>
                  <a:ext cx="135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6A5377F-7FE5-51F7-85E0-91900C628908}"/>
                    </a:ext>
                  </a:extLst>
                </p14:cNvPr>
                <p14:cNvContentPartPr/>
                <p14:nvPr/>
              </p14:nvContentPartPr>
              <p14:xfrm>
                <a:off x="4704622" y="3561656"/>
                <a:ext cx="181440" cy="231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6A5377F-7FE5-51F7-85E0-91900C62890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95982" y="3553016"/>
                  <a:ext cx="199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31BE820-E8F3-F880-9985-B5010F0BF077}"/>
                    </a:ext>
                  </a:extLst>
                </p14:cNvPr>
                <p14:cNvContentPartPr/>
                <p14:nvPr/>
              </p14:nvContentPartPr>
              <p14:xfrm>
                <a:off x="4928182" y="3703136"/>
                <a:ext cx="225360" cy="79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31BE820-E8F3-F880-9985-B5010F0BF07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919182" y="3694496"/>
                  <a:ext cx="24300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5647D7E-A7AA-8C40-2164-43757F48ED02}"/>
              </a:ext>
            </a:extLst>
          </p:cNvPr>
          <p:cNvGrpSpPr/>
          <p:nvPr/>
        </p:nvGrpSpPr>
        <p:grpSpPr>
          <a:xfrm>
            <a:off x="5433622" y="3645536"/>
            <a:ext cx="445680" cy="153360"/>
            <a:chOff x="5433622" y="3645536"/>
            <a:chExt cx="44568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67B08DC-1ABB-6F98-732D-F4BCB95C4913}"/>
                    </a:ext>
                  </a:extLst>
                </p14:cNvPr>
                <p14:cNvContentPartPr/>
                <p14:nvPr/>
              </p14:nvContentPartPr>
              <p14:xfrm>
                <a:off x="5433622" y="3662816"/>
                <a:ext cx="161640" cy="136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67B08DC-1ABB-6F98-732D-F4BCB95C491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24622" y="3653816"/>
                  <a:ext cx="179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B487B03-F913-6CD9-00C6-CC640F634AEB}"/>
                    </a:ext>
                  </a:extLst>
                </p14:cNvPr>
                <p14:cNvContentPartPr/>
                <p14:nvPr/>
              </p14:nvContentPartPr>
              <p14:xfrm>
                <a:off x="5622622" y="3645536"/>
                <a:ext cx="256680" cy="142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B487B03-F913-6CD9-00C6-CC640F634AE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13982" y="3636896"/>
                  <a:ext cx="2743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08EB713-7E1C-3EE3-055C-AB0AF9E24F41}"/>
              </a:ext>
            </a:extLst>
          </p:cNvPr>
          <p:cNvGrpSpPr/>
          <p:nvPr/>
        </p:nvGrpSpPr>
        <p:grpSpPr>
          <a:xfrm>
            <a:off x="6103942" y="3482456"/>
            <a:ext cx="1231560" cy="408240"/>
            <a:chOff x="6103942" y="3482456"/>
            <a:chExt cx="123156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F2B228-D813-F8B4-778C-106EEE55DA16}"/>
                    </a:ext>
                  </a:extLst>
                </p14:cNvPr>
                <p14:cNvContentPartPr/>
                <p14:nvPr/>
              </p14:nvContentPartPr>
              <p14:xfrm>
                <a:off x="6103942" y="3635816"/>
                <a:ext cx="105480" cy="254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F2B228-D813-F8B4-778C-106EEE55DA1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94942" y="3627176"/>
                  <a:ext cx="123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49AAD3-E482-E59A-E605-95CB30285A26}"/>
                    </a:ext>
                  </a:extLst>
                </p14:cNvPr>
                <p14:cNvContentPartPr/>
                <p14:nvPr/>
              </p14:nvContentPartPr>
              <p14:xfrm>
                <a:off x="6258742" y="3635816"/>
                <a:ext cx="221760" cy="137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49AAD3-E482-E59A-E605-95CB30285A2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49742" y="3626816"/>
                  <a:ext cx="239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44DA35-B653-D525-E46B-CE76E42E63F5}"/>
                    </a:ext>
                  </a:extLst>
                </p14:cNvPr>
                <p14:cNvContentPartPr/>
                <p14:nvPr/>
              </p14:nvContentPartPr>
              <p14:xfrm>
                <a:off x="6522622" y="3630776"/>
                <a:ext cx="300960" cy="154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44DA35-B653-D525-E46B-CE76E42E63F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513622" y="3622136"/>
                  <a:ext cx="318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FEB2771-E5AD-C4AE-6665-531099D8BE2B}"/>
                    </a:ext>
                  </a:extLst>
                </p14:cNvPr>
                <p14:cNvContentPartPr/>
                <p14:nvPr/>
              </p14:nvContentPartPr>
              <p14:xfrm>
                <a:off x="6911062" y="3640856"/>
                <a:ext cx="123840" cy="171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FEB2771-E5AD-C4AE-6665-531099D8BE2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902062" y="3631856"/>
                  <a:ext cx="141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54BB13B-BF01-6F57-6883-9E7852160D6D}"/>
                    </a:ext>
                  </a:extLst>
                </p14:cNvPr>
                <p14:cNvContentPartPr/>
                <p14:nvPr/>
              </p14:nvContentPartPr>
              <p14:xfrm>
                <a:off x="7063342" y="3634016"/>
                <a:ext cx="140400" cy="163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54BB13B-BF01-6F57-6883-9E7852160D6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54342" y="3625016"/>
                  <a:ext cx="158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A5AD3FF-F1B0-C7B9-AB9A-7361DAF9BA51}"/>
                    </a:ext>
                  </a:extLst>
                </p14:cNvPr>
                <p14:cNvContentPartPr/>
                <p14:nvPr/>
              </p14:nvContentPartPr>
              <p14:xfrm>
                <a:off x="7216702" y="3482456"/>
                <a:ext cx="118800" cy="298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A5AD3FF-F1B0-C7B9-AB9A-7361DAF9BA5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08062" y="3473816"/>
                  <a:ext cx="136440" cy="315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581339-1B06-5B4E-3161-F65BE1C54A35}"/>
                  </a:ext>
                </a:extLst>
              </p14:cNvPr>
              <p14:cNvContentPartPr/>
              <p14:nvPr/>
            </p14:nvContentPartPr>
            <p14:xfrm>
              <a:off x="4848262" y="4156736"/>
              <a:ext cx="395280" cy="7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581339-1B06-5B4E-3161-F65BE1C54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9622" y="4148096"/>
                <a:ext cx="41292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0DE86C0-534F-1754-35BA-6123F71FF7B6}"/>
              </a:ext>
            </a:extLst>
          </p:cNvPr>
          <p:cNvGrpSpPr/>
          <p:nvPr/>
        </p:nvGrpSpPr>
        <p:grpSpPr>
          <a:xfrm>
            <a:off x="5523262" y="4118936"/>
            <a:ext cx="482400" cy="166680"/>
            <a:chOff x="5523262" y="4118936"/>
            <a:chExt cx="48240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3109AB8-D44F-3EBB-C5AB-90000C235133}"/>
                    </a:ext>
                  </a:extLst>
                </p14:cNvPr>
                <p14:cNvContentPartPr/>
                <p14:nvPr/>
              </p14:nvContentPartPr>
              <p14:xfrm>
                <a:off x="5523262" y="4143776"/>
                <a:ext cx="48600" cy="123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3109AB8-D44F-3EBB-C5AB-90000C2351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14622" y="4135136"/>
                  <a:ext cx="66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E56925-D779-AD8A-F03F-671BF705EEC8}"/>
                    </a:ext>
                  </a:extLst>
                </p14:cNvPr>
                <p14:cNvContentPartPr/>
                <p14:nvPr/>
              </p14:nvContentPartPr>
              <p14:xfrm>
                <a:off x="5629822" y="4151696"/>
                <a:ext cx="46440" cy="11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E56925-D779-AD8A-F03F-671BF705EE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20822" y="4143056"/>
                  <a:ext cx="64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81D3B9A-4C81-687B-75A9-56843BE3CC0F}"/>
                    </a:ext>
                  </a:extLst>
                </p14:cNvPr>
                <p14:cNvContentPartPr/>
                <p14:nvPr/>
              </p14:nvContentPartPr>
              <p14:xfrm>
                <a:off x="5725222" y="4118936"/>
                <a:ext cx="280440" cy="166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81D3B9A-4C81-687B-75A9-56843BE3CC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16582" y="4109936"/>
                  <a:ext cx="2980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B7A2CB0-4893-E2E7-03E6-1523999BBD78}"/>
              </a:ext>
            </a:extLst>
          </p:cNvPr>
          <p:cNvGrpSpPr/>
          <p:nvPr/>
        </p:nvGrpSpPr>
        <p:grpSpPr>
          <a:xfrm>
            <a:off x="6189262" y="3952256"/>
            <a:ext cx="2689920" cy="492480"/>
            <a:chOff x="6189262" y="3952256"/>
            <a:chExt cx="268992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74E2C-0E66-5978-679F-CEDC65E676F2}"/>
                    </a:ext>
                  </a:extLst>
                </p14:cNvPr>
                <p14:cNvContentPartPr/>
                <p14:nvPr/>
              </p14:nvContentPartPr>
              <p14:xfrm>
                <a:off x="6189262" y="4151336"/>
                <a:ext cx="267120" cy="124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74E2C-0E66-5978-679F-CEDC65E676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80622" y="4142336"/>
                  <a:ext cx="284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BDAC48-B9C2-D930-8EEF-D4907D195573}"/>
                    </a:ext>
                  </a:extLst>
                </p14:cNvPr>
                <p14:cNvContentPartPr/>
                <p14:nvPr/>
              </p14:nvContentPartPr>
              <p14:xfrm>
                <a:off x="6455662" y="4064216"/>
                <a:ext cx="269640" cy="20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BDAC48-B9C2-D930-8EEF-D4907D1955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46662" y="4055216"/>
                  <a:ext cx="287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74A036-5C19-AA82-EDB7-DF8EFC305135}"/>
                    </a:ext>
                  </a:extLst>
                </p14:cNvPr>
                <p14:cNvContentPartPr/>
                <p14:nvPr/>
              </p14:nvContentPartPr>
              <p14:xfrm>
                <a:off x="6789742" y="4196696"/>
                <a:ext cx="84240" cy="14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74A036-5C19-AA82-EDB7-DF8EFC3051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1102" y="4187696"/>
                  <a:ext cx="101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55BEE6-D24A-D527-534A-26C50DC09DF7}"/>
                    </a:ext>
                  </a:extLst>
                </p14:cNvPr>
                <p14:cNvContentPartPr/>
                <p14:nvPr/>
              </p14:nvContentPartPr>
              <p14:xfrm>
                <a:off x="6963982" y="4082576"/>
                <a:ext cx="82440" cy="184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55BEE6-D24A-D527-534A-26C50DC09D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55342" y="4073936"/>
                  <a:ext cx="100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D095DF-C007-E3B9-099B-B97C002431F0}"/>
                    </a:ext>
                  </a:extLst>
                </p14:cNvPr>
                <p14:cNvContentPartPr/>
                <p14:nvPr/>
              </p14:nvContentPartPr>
              <p14:xfrm>
                <a:off x="6932302" y="4183736"/>
                <a:ext cx="216360" cy="7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D095DF-C007-E3B9-099B-B97C002431F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23302" y="4174736"/>
                  <a:ext cx="234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FECA40-F076-D046-C45E-2402704351BA}"/>
                    </a:ext>
                  </a:extLst>
                </p14:cNvPr>
                <p14:cNvContentPartPr/>
                <p14:nvPr/>
              </p14:nvContentPartPr>
              <p14:xfrm>
                <a:off x="7075942" y="4072136"/>
                <a:ext cx="10800" cy="3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FECA40-F076-D046-C45E-2402704351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6942" y="4063136"/>
                  <a:ext cx="28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FBE152-A2C9-8E49-3471-16EECD1DDA5C}"/>
                    </a:ext>
                  </a:extLst>
                </p14:cNvPr>
                <p14:cNvContentPartPr/>
                <p14:nvPr/>
              </p14:nvContentPartPr>
              <p14:xfrm>
                <a:off x="7208782" y="4134776"/>
                <a:ext cx="431280" cy="109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FBE152-A2C9-8E49-3471-16EECD1DDA5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9782" y="4126136"/>
                  <a:ext cx="448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E088C7D-31FC-DECB-6854-A8378E15B09C}"/>
                    </a:ext>
                  </a:extLst>
                </p14:cNvPr>
                <p14:cNvContentPartPr/>
                <p14:nvPr/>
              </p14:nvContentPartPr>
              <p14:xfrm>
                <a:off x="7806022" y="3952256"/>
                <a:ext cx="165960" cy="35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E088C7D-31FC-DECB-6854-A8378E15B09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97382" y="3943256"/>
                  <a:ext cx="1836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B9C482-BDF1-64D4-F810-57B3032CFD5A}"/>
                    </a:ext>
                  </a:extLst>
                </p14:cNvPr>
                <p14:cNvContentPartPr/>
                <p14:nvPr/>
              </p14:nvContentPartPr>
              <p14:xfrm>
                <a:off x="7819702" y="4170416"/>
                <a:ext cx="117720" cy="61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B9C482-BDF1-64D4-F810-57B3032CFD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10702" y="4161776"/>
                  <a:ext cx="135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0A2CAB-F804-DA63-D9E1-83B2B42E196C}"/>
                    </a:ext>
                  </a:extLst>
                </p14:cNvPr>
                <p14:cNvContentPartPr/>
                <p14:nvPr/>
              </p14:nvContentPartPr>
              <p14:xfrm>
                <a:off x="7966582" y="4146656"/>
                <a:ext cx="30240" cy="57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0A2CAB-F804-DA63-D9E1-83B2B42E19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57582" y="4137656"/>
                  <a:ext cx="47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A2CD73-AF8A-ECDD-0AF7-B9C328D3603A}"/>
                    </a:ext>
                  </a:extLst>
                </p14:cNvPr>
                <p14:cNvContentPartPr/>
                <p14:nvPr/>
              </p14:nvContentPartPr>
              <p14:xfrm>
                <a:off x="7926262" y="4003016"/>
                <a:ext cx="26640" cy="33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A2CD73-AF8A-ECDD-0AF7-B9C328D360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17622" y="3994016"/>
                  <a:ext cx="44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A1A9D6-FB8B-99A2-AFBC-E3A285E3DF9A}"/>
                    </a:ext>
                  </a:extLst>
                </p14:cNvPr>
                <p14:cNvContentPartPr/>
                <p14:nvPr/>
              </p14:nvContentPartPr>
              <p14:xfrm>
                <a:off x="8020222" y="3966656"/>
                <a:ext cx="146520" cy="230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A1A9D6-FB8B-99A2-AFBC-E3A285E3DF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11582" y="3957656"/>
                  <a:ext cx="164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318B7D-0950-9ED6-7F8A-75ACD7537378}"/>
                    </a:ext>
                  </a:extLst>
                </p14:cNvPr>
                <p14:cNvContentPartPr/>
                <p14:nvPr/>
              </p14:nvContentPartPr>
              <p14:xfrm>
                <a:off x="8154862" y="3970976"/>
                <a:ext cx="115200" cy="249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318B7D-0950-9ED6-7F8A-75ACD75373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46222" y="3962336"/>
                  <a:ext cx="132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5E746D-D0BF-2D47-3A0B-579081159095}"/>
                    </a:ext>
                  </a:extLst>
                </p14:cNvPr>
                <p14:cNvContentPartPr/>
                <p14:nvPr/>
              </p14:nvContentPartPr>
              <p14:xfrm>
                <a:off x="8171062" y="4056296"/>
                <a:ext cx="282600" cy="159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5E746D-D0BF-2D47-3A0B-5790811590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2062" y="4047656"/>
                  <a:ext cx="300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D79211-4542-A883-6887-FF028D45B6C5}"/>
                    </a:ext>
                  </a:extLst>
                </p14:cNvPr>
                <p14:cNvContentPartPr/>
                <p14:nvPr/>
              </p14:nvContentPartPr>
              <p14:xfrm>
                <a:off x="8500462" y="4109216"/>
                <a:ext cx="47160" cy="10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D79211-4542-A883-6887-FF028D45B6C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91822" y="4100576"/>
                  <a:ext cx="64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7F002C-CB82-EA9A-0D9E-AED6F72B36D8}"/>
                    </a:ext>
                  </a:extLst>
                </p14:cNvPr>
                <p14:cNvContentPartPr/>
                <p14:nvPr/>
              </p14:nvContentPartPr>
              <p14:xfrm>
                <a:off x="8468782" y="3981776"/>
                <a:ext cx="39240" cy="3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7F002C-CB82-EA9A-0D9E-AED6F72B36D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59782" y="3972776"/>
                  <a:ext cx="56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2E2142-EE05-0DCB-5F8B-AA6A6EDD1784}"/>
                    </a:ext>
                  </a:extLst>
                </p14:cNvPr>
                <p14:cNvContentPartPr/>
                <p14:nvPr/>
              </p14:nvContentPartPr>
              <p14:xfrm>
                <a:off x="8590822" y="4131176"/>
                <a:ext cx="149760" cy="57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2E2142-EE05-0DCB-5F8B-AA6A6EDD17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82182" y="4122176"/>
                  <a:ext cx="167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C85FC5-3DA1-BCE4-A156-F304B70D91B6}"/>
                    </a:ext>
                  </a:extLst>
                </p14:cNvPr>
                <p14:cNvContentPartPr/>
                <p14:nvPr/>
              </p14:nvContentPartPr>
              <p14:xfrm>
                <a:off x="8748502" y="4109216"/>
                <a:ext cx="130680" cy="335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C85FC5-3DA1-BCE4-A156-F304B70D91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39502" y="4100216"/>
                  <a:ext cx="14832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CECE88-01EF-EC66-7B02-CEFCBCC601DC}"/>
              </a:ext>
            </a:extLst>
          </p:cNvPr>
          <p:cNvGrpSpPr/>
          <p:nvPr/>
        </p:nvGrpSpPr>
        <p:grpSpPr>
          <a:xfrm>
            <a:off x="4803982" y="4512776"/>
            <a:ext cx="501480" cy="245160"/>
            <a:chOff x="4803982" y="4512776"/>
            <a:chExt cx="50148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41B93C-CD70-AD70-6AB5-5048AAF80F20}"/>
                    </a:ext>
                  </a:extLst>
                </p14:cNvPr>
                <p14:cNvContentPartPr/>
                <p14:nvPr/>
              </p14:nvContentPartPr>
              <p14:xfrm>
                <a:off x="4805782" y="4516376"/>
                <a:ext cx="499680" cy="24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41B93C-CD70-AD70-6AB5-5048AAF80F2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96782" y="4507376"/>
                  <a:ext cx="5173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8D0127-6951-7E17-1E2E-B98582107378}"/>
                    </a:ext>
                  </a:extLst>
                </p14:cNvPr>
                <p14:cNvContentPartPr/>
                <p14:nvPr/>
              </p14:nvContentPartPr>
              <p14:xfrm>
                <a:off x="4803982" y="4512776"/>
                <a:ext cx="164880" cy="8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8D0127-6951-7E17-1E2E-B985821073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95342" y="4504136"/>
                  <a:ext cx="182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51BD29-6B6F-FB80-99EB-BE7AA6672639}"/>
                    </a:ext>
                  </a:extLst>
                </p14:cNvPr>
                <p14:cNvContentPartPr/>
                <p14:nvPr/>
              </p14:nvContentPartPr>
              <p14:xfrm>
                <a:off x="4837462" y="4548056"/>
                <a:ext cx="36000" cy="52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51BD29-6B6F-FB80-99EB-BE7AA667263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28822" y="4539416"/>
                  <a:ext cx="5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7257C9-A3A5-549F-AB7F-6D22AB772B00}"/>
              </a:ext>
            </a:extLst>
          </p:cNvPr>
          <p:cNvGrpSpPr/>
          <p:nvPr/>
        </p:nvGrpSpPr>
        <p:grpSpPr>
          <a:xfrm>
            <a:off x="5602102" y="4607816"/>
            <a:ext cx="979920" cy="370800"/>
            <a:chOff x="5602102" y="4607816"/>
            <a:chExt cx="97992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3D3A34-7518-885A-1560-E80109EFBE0B}"/>
                    </a:ext>
                  </a:extLst>
                </p14:cNvPr>
                <p14:cNvContentPartPr/>
                <p14:nvPr/>
              </p14:nvContentPartPr>
              <p14:xfrm>
                <a:off x="5602102" y="4610696"/>
                <a:ext cx="118440" cy="36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3D3A34-7518-885A-1560-E80109EFBE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93462" y="4602056"/>
                  <a:ext cx="1360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895BAC-78A5-D1FB-53A7-951253356760}"/>
                    </a:ext>
                  </a:extLst>
                </p14:cNvPr>
                <p14:cNvContentPartPr/>
                <p14:nvPr/>
              </p14:nvContentPartPr>
              <p14:xfrm>
                <a:off x="5613262" y="4847216"/>
                <a:ext cx="133920" cy="28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895BAC-78A5-D1FB-53A7-95125335676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04622" y="4838216"/>
                  <a:ext cx="151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407BE6-FC24-5900-2DD2-41C1EAE8DEF0}"/>
                    </a:ext>
                  </a:extLst>
                </p14:cNvPr>
                <p14:cNvContentPartPr/>
                <p14:nvPr/>
              </p14:nvContentPartPr>
              <p14:xfrm>
                <a:off x="5782822" y="4821656"/>
                <a:ext cx="28080" cy="42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407BE6-FC24-5900-2DD2-41C1EAE8DEF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73822" y="4813016"/>
                  <a:ext cx="45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085734-9B8A-1715-33DF-BD015F86793B}"/>
                    </a:ext>
                  </a:extLst>
                </p14:cNvPr>
                <p14:cNvContentPartPr/>
                <p14:nvPr/>
              </p14:nvContentPartPr>
              <p14:xfrm>
                <a:off x="5757262" y="4699256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085734-9B8A-1715-33DF-BD015F8679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48622" y="469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8BFF9D-788D-5E66-E8C4-6D53118B73B6}"/>
                    </a:ext>
                  </a:extLst>
                </p14:cNvPr>
                <p14:cNvContentPartPr/>
                <p14:nvPr/>
              </p14:nvContentPartPr>
              <p14:xfrm>
                <a:off x="5831062" y="4634096"/>
                <a:ext cx="128160" cy="21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8BFF9D-788D-5E66-E8C4-6D53118B73B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22062" y="4625456"/>
                  <a:ext cx="145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1F6E9D-1D32-D90A-3A68-5311A0CF883B}"/>
                    </a:ext>
                  </a:extLst>
                </p14:cNvPr>
                <p14:cNvContentPartPr/>
                <p14:nvPr/>
              </p14:nvContentPartPr>
              <p14:xfrm>
                <a:off x="5969302" y="4667216"/>
                <a:ext cx="96840" cy="21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1F6E9D-1D32-D90A-3A68-5311A0CF88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60302" y="4658216"/>
                  <a:ext cx="114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DB1B50-502D-A740-CFC7-CF61297CA40A}"/>
                    </a:ext>
                  </a:extLst>
                </p14:cNvPr>
                <p14:cNvContentPartPr/>
                <p14:nvPr/>
              </p14:nvContentPartPr>
              <p14:xfrm>
                <a:off x="5952742" y="4801496"/>
                <a:ext cx="108000" cy="1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DB1B50-502D-A740-CFC7-CF61297CA40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44102" y="4792496"/>
                  <a:ext cx="125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3A5DFB-40AE-047A-4FDD-0D480CD93796}"/>
                    </a:ext>
                  </a:extLst>
                </p14:cNvPr>
                <p14:cNvContentPartPr/>
                <p14:nvPr/>
              </p14:nvContentPartPr>
              <p14:xfrm>
                <a:off x="6109702" y="4607816"/>
                <a:ext cx="131760" cy="37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3A5DFB-40AE-047A-4FDD-0D480CD9379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101062" y="4598816"/>
                  <a:ext cx="1494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CA10F0-B3E5-A35F-F62E-A2B7C4665B92}"/>
                    </a:ext>
                  </a:extLst>
                </p14:cNvPr>
                <p14:cNvContentPartPr/>
                <p14:nvPr/>
              </p14:nvContentPartPr>
              <p14:xfrm>
                <a:off x="6124822" y="4816976"/>
                <a:ext cx="138240" cy="42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CA10F0-B3E5-A35F-F62E-A2B7C4665B9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15822" y="4808336"/>
                  <a:ext cx="155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6447DD-205F-F8E2-A1FE-8F5CC6EBB2EB}"/>
                    </a:ext>
                  </a:extLst>
                </p14:cNvPr>
                <p14:cNvContentPartPr/>
                <p14:nvPr/>
              </p14:nvContentPartPr>
              <p14:xfrm>
                <a:off x="6334342" y="4821656"/>
                <a:ext cx="22320" cy="47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6447DD-205F-F8E2-A1FE-8F5CC6EBB2E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25702" y="4813016"/>
                  <a:ext cx="39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65BDCE4-ED1D-6104-5ACF-75DB348F82C7}"/>
                    </a:ext>
                  </a:extLst>
                </p14:cNvPr>
                <p14:cNvContentPartPr/>
                <p14:nvPr/>
              </p14:nvContentPartPr>
              <p14:xfrm>
                <a:off x="6278182" y="4662176"/>
                <a:ext cx="6840" cy="10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65BDCE4-ED1D-6104-5ACF-75DB348F82C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69542" y="4653536"/>
                  <a:ext cx="2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A400ED7-7882-8EA3-9510-71F63788198B}"/>
                    </a:ext>
                  </a:extLst>
                </p14:cNvPr>
                <p14:cNvContentPartPr/>
                <p14:nvPr/>
              </p14:nvContentPartPr>
              <p14:xfrm>
                <a:off x="6362782" y="4611416"/>
                <a:ext cx="138960" cy="24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A400ED7-7882-8EA3-9510-71F6378819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353782" y="4602776"/>
                  <a:ext cx="156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81A023-8ECA-CBB8-00DB-B6A5F32F98EC}"/>
                    </a:ext>
                  </a:extLst>
                </p14:cNvPr>
                <p14:cNvContentPartPr/>
                <p14:nvPr/>
              </p14:nvContentPartPr>
              <p14:xfrm>
                <a:off x="6506062" y="4648496"/>
                <a:ext cx="75960" cy="214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81A023-8ECA-CBB8-00DB-B6A5F32F98E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497422" y="4639496"/>
                  <a:ext cx="93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8C9CC5-5884-08DD-4304-D1608831C32C}"/>
                    </a:ext>
                  </a:extLst>
                </p14:cNvPr>
                <p14:cNvContentPartPr/>
                <p14:nvPr/>
              </p14:nvContentPartPr>
              <p14:xfrm>
                <a:off x="6508222" y="4768736"/>
                <a:ext cx="73440" cy="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8C9CC5-5884-08DD-4304-D1608831C32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99582" y="4760096"/>
                  <a:ext cx="910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E6C447-7D8D-88EA-5C25-7C2F1ACBDFD3}"/>
              </a:ext>
            </a:extLst>
          </p:cNvPr>
          <p:cNvGrpSpPr/>
          <p:nvPr/>
        </p:nvGrpSpPr>
        <p:grpSpPr>
          <a:xfrm>
            <a:off x="6863182" y="4593056"/>
            <a:ext cx="1409400" cy="322200"/>
            <a:chOff x="6863182" y="4593056"/>
            <a:chExt cx="140940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B15883-D011-74B4-8A8E-D97F732B5B42}"/>
                    </a:ext>
                  </a:extLst>
                </p14:cNvPr>
                <p14:cNvContentPartPr/>
                <p14:nvPr/>
              </p14:nvContentPartPr>
              <p14:xfrm>
                <a:off x="6863182" y="4709696"/>
                <a:ext cx="159120" cy="160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B15883-D011-74B4-8A8E-D97F732B5B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54182" y="4701056"/>
                  <a:ext cx="176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DEA5A9-AC5D-E1BE-F43D-90521011650B}"/>
                    </a:ext>
                  </a:extLst>
                </p14:cNvPr>
                <p14:cNvContentPartPr/>
                <p14:nvPr/>
              </p14:nvContentPartPr>
              <p14:xfrm>
                <a:off x="6974782" y="4709336"/>
                <a:ext cx="254880" cy="129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DEA5A9-AC5D-E1BE-F43D-90521011650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65782" y="4700696"/>
                  <a:ext cx="272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AA63AF-B5D0-6780-9E15-17708EBA9F09}"/>
                    </a:ext>
                  </a:extLst>
                </p14:cNvPr>
                <p14:cNvContentPartPr/>
                <p14:nvPr/>
              </p14:nvContentPartPr>
              <p14:xfrm>
                <a:off x="7265662" y="4751816"/>
                <a:ext cx="118440" cy="9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FAA63AF-B5D0-6780-9E15-17708EBA9F0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57022" y="4743176"/>
                  <a:ext cx="136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F552FA-D043-A8E5-4219-62EAA86A7D28}"/>
                    </a:ext>
                  </a:extLst>
                </p14:cNvPr>
                <p14:cNvContentPartPr/>
                <p14:nvPr/>
              </p14:nvContentPartPr>
              <p14:xfrm>
                <a:off x="7550782" y="4730576"/>
                <a:ext cx="109800" cy="184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F552FA-D043-A8E5-4219-62EAA86A7D2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42142" y="4721576"/>
                  <a:ext cx="127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39C5DA-72B1-9DD4-45C7-F3858CEFBA93}"/>
                    </a:ext>
                  </a:extLst>
                </p14:cNvPr>
                <p14:cNvContentPartPr/>
                <p14:nvPr/>
              </p14:nvContentPartPr>
              <p14:xfrm>
                <a:off x="7665982" y="4593056"/>
                <a:ext cx="297360" cy="207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39C5DA-72B1-9DD4-45C7-F3858CEFBA9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56982" y="4584416"/>
                  <a:ext cx="315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52F15B-8AFE-75AB-B638-9FE1CADBACD0}"/>
                    </a:ext>
                  </a:extLst>
                </p14:cNvPr>
                <p14:cNvContentPartPr/>
                <p14:nvPr/>
              </p14:nvContentPartPr>
              <p14:xfrm>
                <a:off x="8005462" y="4667576"/>
                <a:ext cx="267120" cy="155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52F15B-8AFE-75AB-B638-9FE1CADBACD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96462" y="4658576"/>
                  <a:ext cx="28476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2491EE-C03A-B33C-E38F-0FFBDA7C148B}"/>
              </a:ext>
            </a:extLst>
          </p:cNvPr>
          <p:cNvGrpSpPr/>
          <p:nvPr/>
        </p:nvGrpSpPr>
        <p:grpSpPr>
          <a:xfrm>
            <a:off x="8450062" y="4591976"/>
            <a:ext cx="1112760" cy="369720"/>
            <a:chOff x="8450062" y="4591976"/>
            <a:chExt cx="111276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53645B-1B52-728D-BC10-9E48E45C6C55}"/>
                    </a:ext>
                  </a:extLst>
                </p14:cNvPr>
                <p14:cNvContentPartPr/>
                <p14:nvPr/>
              </p14:nvContentPartPr>
              <p14:xfrm>
                <a:off x="8450062" y="4603856"/>
                <a:ext cx="124200" cy="339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53645B-1B52-728D-BC10-9E48E45C6C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41062" y="4594856"/>
                  <a:ext cx="1418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E1F052-8F72-083D-4EC3-59BB1D2E295D}"/>
                    </a:ext>
                  </a:extLst>
                </p14:cNvPr>
                <p14:cNvContentPartPr/>
                <p14:nvPr/>
              </p14:nvContentPartPr>
              <p14:xfrm>
                <a:off x="8484622" y="4771976"/>
                <a:ext cx="163800" cy="50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E1F052-8F72-083D-4EC3-59BB1D2E295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75622" y="4762976"/>
                  <a:ext cx="181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D0082A-A2A3-EFAD-521F-82C9F5F953A6}"/>
                    </a:ext>
                  </a:extLst>
                </p14:cNvPr>
                <p14:cNvContentPartPr/>
                <p14:nvPr/>
              </p14:nvContentPartPr>
              <p14:xfrm>
                <a:off x="8590822" y="4666136"/>
                <a:ext cx="7920" cy="8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D0082A-A2A3-EFAD-521F-82C9F5F953A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582182" y="4657496"/>
                  <a:ext cx="25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1542A5-3768-2682-1821-06C401401CB8}"/>
                    </a:ext>
                  </a:extLst>
                </p14:cNvPr>
                <p14:cNvContentPartPr/>
                <p14:nvPr/>
              </p14:nvContentPartPr>
              <p14:xfrm>
                <a:off x="8686582" y="4591976"/>
                <a:ext cx="16056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1542A5-3768-2682-1821-06C401401CB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77942" y="4582976"/>
                  <a:ext cx="178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B810FF-AE94-0813-A1F4-64E38F78FFEC}"/>
                    </a:ext>
                  </a:extLst>
                </p14:cNvPr>
                <p14:cNvContentPartPr/>
                <p14:nvPr/>
              </p14:nvContentPartPr>
              <p14:xfrm>
                <a:off x="8840662" y="4608896"/>
                <a:ext cx="315000" cy="21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B810FF-AE94-0813-A1F4-64E38F78FFE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832022" y="4600256"/>
                  <a:ext cx="33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8B26FE2-BB63-892C-1F98-E5A661DAA5D7}"/>
                    </a:ext>
                  </a:extLst>
                </p14:cNvPr>
                <p14:cNvContentPartPr/>
                <p14:nvPr/>
              </p14:nvContentPartPr>
              <p14:xfrm>
                <a:off x="9218302" y="4715456"/>
                <a:ext cx="42480" cy="7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8B26FE2-BB63-892C-1F98-E5A661DAA5D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09302" y="4706456"/>
                  <a:ext cx="60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E3EC30-AF08-4D6A-6010-A2AD28F5AEAC}"/>
                    </a:ext>
                  </a:extLst>
                </p14:cNvPr>
                <p14:cNvContentPartPr/>
                <p14:nvPr/>
              </p14:nvContentPartPr>
              <p14:xfrm>
                <a:off x="9186262" y="4603856"/>
                <a:ext cx="4680" cy="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E3EC30-AF08-4D6A-6010-A2AD28F5AEA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177622" y="4594856"/>
                  <a:ext cx="22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B197B4-D1B2-69AC-45BE-02F19178516B}"/>
                    </a:ext>
                  </a:extLst>
                </p14:cNvPr>
                <p14:cNvContentPartPr/>
                <p14:nvPr/>
              </p14:nvContentPartPr>
              <p14:xfrm>
                <a:off x="9297862" y="4706456"/>
                <a:ext cx="146520" cy="75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B197B4-D1B2-69AC-45BE-02F19178516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89222" y="4697456"/>
                  <a:ext cx="164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772E5F-49D3-7258-A7C5-C12B23AE5A2E}"/>
                    </a:ext>
                  </a:extLst>
                </p14:cNvPr>
                <p14:cNvContentPartPr/>
                <p14:nvPr/>
              </p14:nvContentPartPr>
              <p14:xfrm>
                <a:off x="9441502" y="4688456"/>
                <a:ext cx="121320" cy="273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772E5F-49D3-7258-A7C5-C12B23AE5A2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432502" y="4679456"/>
                  <a:ext cx="13896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CA472B3-600B-D166-EC62-B7D2E887C095}"/>
              </a:ext>
            </a:extLst>
          </p:cNvPr>
          <p:cNvGrpSpPr/>
          <p:nvPr/>
        </p:nvGrpSpPr>
        <p:grpSpPr>
          <a:xfrm>
            <a:off x="7441702" y="5034416"/>
            <a:ext cx="1500840" cy="398520"/>
            <a:chOff x="7441702" y="5034416"/>
            <a:chExt cx="150084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E5B1C5-8EB4-E5B0-CFA3-0D8935D8EEF9}"/>
                    </a:ext>
                  </a:extLst>
                </p14:cNvPr>
                <p14:cNvContentPartPr/>
                <p14:nvPr/>
              </p14:nvContentPartPr>
              <p14:xfrm>
                <a:off x="7441702" y="5068976"/>
                <a:ext cx="159480" cy="264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E5B1C5-8EB4-E5B0-CFA3-0D8935D8EEF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32702" y="5060336"/>
                  <a:ext cx="177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1564229-E63B-4E8E-19A6-109C25412D9F}"/>
                    </a:ext>
                  </a:extLst>
                </p14:cNvPr>
                <p14:cNvContentPartPr/>
                <p14:nvPr/>
              </p14:nvContentPartPr>
              <p14:xfrm>
                <a:off x="7586422" y="5247896"/>
                <a:ext cx="104760" cy="68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1564229-E63B-4E8E-19A6-109C25412D9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77422" y="5238896"/>
                  <a:ext cx="122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205F5F5-171F-1447-0800-3B863500533A}"/>
                    </a:ext>
                  </a:extLst>
                </p14:cNvPr>
                <p14:cNvContentPartPr/>
                <p14:nvPr/>
              </p14:nvContentPartPr>
              <p14:xfrm>
                <a:off x="7731862" y="5118656"/>
                <a:ext cx="111960" cy="304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205F5F5-171F-1447-0800-3B863500533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23222" y="5110016"/>
                  <a:ext cx="129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456199-BDA7-C8A4-7D29-42F06EA74832}"/>
                    </a:ext>
                  </a:extLst>
                </p14:cNvPr>
                <p14:cNvContentPartPr/>
                <p14:nvPr/>
              </p14:nvContentPartPr>
              <p14:xfrm>
                <a:off x="7718182" y="5346896"/>
                <a:ext cx="113040" cy="22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456199-BDA7-C8A4-7D29-42F06EA7483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09182" y="5338256"/>
                  <a:ext cx="130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94BE5DF-7152-9D70-DB34-82BEA5617B26}"/>
                    </a:ext>
                  </a:extLst>
                </p14:cNvPr>
                <p14:cNvContentPartPr/>
                <p14:nvPr/>
              </p14:nvContentPartPr>
              <p14:xfrm>
                <a:off x="7820422" y="5113256"/>
                <a:ext cx="143640" cy="304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94BE5DF-7152-9D70-DB34-82BEA5617B2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11422" y="5104616"/>
                  <a:ext cx="1612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489C16A-8D08-36E5-E292-6DBFB27B24B9}"/>
                    </a:ext>
                  </a:extLst>
                </p14:cNvPr>
                <p14:cNvContentPartPr/>
                <p14:nvPr/>
              </p14:nvContentPartPr>
              <p14:xfrm>
                <a:off x="7808902" y="5317376"/>
                <a:ext cx="123120" cy="15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489C16A-8D08-36E5-E292-6DBFB27B24B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00262" y="5308376"/>
                  <a:ext cx="140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2FF1F29-3909-53BD-8508-74A9460C655A}"/>
                    </a:ext>
                  </a:extLst>
                </p14:cNvPr>
                <p14:cNvContentPartPr/>
                <p14:nvPr/>
              </p14:nvContentPartPr>
              <p14:xfrm>
                <a:off x="8026342" y="5267696"/>
                <a:ext cx="113040" cy="22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2FF1F29-3909-53BD-8508-74A9460C655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17342" y="5258696"/>
                  <a:ext cx="130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0B95F4-7B94-C035-41D9-3B83FB4FC786}"/>
                    </a:ext>
                  </a:extLst>
                </p14:cNvPr>
                <p14:cNvContentPartPr/>
                <p14:nvPr/>
              </p14:nvContentPartPr>
              <p14:xfrm>
                <a:off x="8143342" y="5082656"/>
                <a:ext cx="201240" cy="261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0B95F4-7B94-C035-41D9-3B83FB4FC78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34702" y="5074016"/>
                  <a:ext cx="2188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9B786DC-B78B-B9F8-CD7B-64FB0CD0EEF5}"/>
                    </a:ext>
                  </a:extLst>
                </p14:cNvPr>
                <p14:cNvContentPartPr/>
                <p14:nvPr/>
              </p14:nvContentPartPr>
              <p14:xfrm>
                <a:off x="8266462" y="5119376"/>
                <a:ext cx="10800" cy="2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9B786DC-B78B-B9F8-CD7B-64FB0CD0EE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57822" y="5110736"/>
                  <a:ext cx="28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40E7948-3000-7B4E-F0EF-B22C39182D7D}"/>
                    </a:ext>
                  </a:extLst>
                </p14:cNvPr>
                <p14:cNvContentPartPr/>
                <p14:nvPr/>
              </p14:nvContentPartPr>
              <p14:xfrm>
                <a:off x="8383462" y="5257616"/>
                <a:ext cx="155880" cy="73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40E7948-3000-7B4E-F0EF-B22C39182D7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74822" y="5248976"/>
                  <a:ext cx="173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573CA25-8083-FBC5-B412-80A205B558E7}"/>
                    </a:ext>
                  </a:extLst>
                </p14:cNvPr>
                <p14:cNvContentPartPr/>
                <p14:nvPr/>
              </p14:nvContentPartPr>
              <p14:xfrm>
                <a:off x="8537542" y="5230976"/>
                <a:ext cx="156600" cy="108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573CA25-8083-FBC5-B412-80A205B558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528542" y="5221976"/>
                  <a:ext cx="174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906CF31-3014-AF0D-9CED-2BCFF068EB8C}"/>
                    </a:ext>
                  </a:extLst>
                </p14:cNvPr>
                <p14:cNvContentPartPr/>
                <p14:nvPr/>
              </p14:nvContentPartPr>
              <p14:xfrm>
                <a:off x="8622862" y="5034416"/>
                <a:ext cx="319680" cy="398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906CF31-3014-AF0D-9CED-2BCFF068EB8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13862" y="5025416"/>
                  <a:ext cx="337320" cy="41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1DF7366-F5CE-7596-CDA1-AED3BCB0B406}"/>
              </a:ext>
            </a:extLst>
          </p:cNvPr>
          <p:cNvGrpSpPr/>
          <p:nvPr/>
        </p:nvGrpSpPr>
        <p:grpSpPr>
          <a:xfrm>
            <a:off x="2599342" y="4595936"/>
            <a:ext cx="135360" cy="290880"/>
            <a:chOff x="2599342" y="4595936"/>
            <a:chExt cx="13536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8C33C3-3E2F-E42F-9EA7-BF2BA202166F}"/>
                    </a:ext>
                  </a:extLst>
                </p14:cNvPr>
                <p14:cNvContentPartPr/>
                <p14:nvPr/>
              </p14:nvContentPartPr>
              <p14:xfrm>
                <a:off x="2658022" y="4619696"/>
                <a:ext cx="30960" cy="267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8C33C3-3E2F-E42F-9EA7-BF2BA202166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649022" y="4610696"/>
                  <a:ext cx="48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C76361C-7472-948A-2B7F-7D37784B45A9}"/>
                    </a:ext>
                  </a:extLst>
                </p14:cNvPr>
                <p14:cNvContentPartPr/>
                <p14:nvPr/>
              </p14:nvContentPartPr>
              <p14:xfrm>
                <a:off x="2599342" y="4595936"/>
                <a:ext cx="135360" cy="55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C76361C-7472-948A-2B7F-7D37784B45A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590702" y="4587296"/>
                  <a:ext cx="1530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C3CD49D-4735-3470-BDF0-3C63110D71B8}"/>
              </a:ext>
            </a:extLst>
          </p:cNvPr>
          <p:cNvGrpSpPr/>
          <p:nvPr/>
        </p:nvGrpSpPr>
        <p:grpSpPr>
          <a:xfrm>
            <a:off x="2263822" y="4977176"/>
            <a:ext cx="413280" cy="149040"/>
            <a:chOff x="2263822" y="4977176"/>
            <a:chExt cx="41328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19B732F-E137-B4B0-3DA6-46F0AB2344D0}"/>
                    </a:ext>
                  </a:extLst>
                </p14:cNvPr>
                <p14:cNvContentPartPr/>
                <p14:nvPr/>
              </p14:nvContentPartPr>
              <p14:xfrm>
                <a:off x="2263822" y="4977176"/>
                <a:ext cx="86400" cy="138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19B732F-E137-B4B0-3DA6-46F0AB2344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254822" y="4968536"/>
                  <a:ext cx="104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17FB64E-92DA-BD04-1890-EAD1971DD401}"/>
                    </a:ext>
                  </a:extLst>
                </p14:cNvPr>
                <p14:cNvContentPartPr/>
                <p14:nvPr/>
              </p14:nvContentPartPr>
              <p14:xfrm>
                <a:off x="2409982" y="5023256"/>
                <a:ext cx="109800" cy="74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17FB64E-92DA-BD04-1890-EAD1971DD40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00982" y="5014256"/>
                  <a:ext cx="127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D2DFC10-CCDF-37F5-500B-A25FE22A0A28}"/>
                    </a:ext>
                  </a:extLst>
                </p14:cNvPr>
                <p14:cNvContentPartPr/>
                <p14:nvPr/>
              </p14:nvContentPartPr>
              <p14:xfrm>
                <a:off x="2546422" y="4989056"/>
                <a:ext cx="130680" cy="137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D2DFC10-CCDF-37F5-500B-A25FE22A0A2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37782" y="4980056"/>
                  <a:ext cx="1483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EAD7DEC-879C-1470-E1E0-9E5AA9E08A0A}"/>
              </a:ext>
            </a:extLst>
          </p:cNvPr>
          <p:cNvGrpSpPr/>
          <p:nvPr/>
        </p:nvGrpSpPr>
        <p:grpSpPr>
          <a:xfrm>
            <a:off x="1988422" y="5269856"/>
            <a:ext cx="883800" cy="243720"/>
            <a:chOff x="1988422" y="5269856"/>
            <a:chExt cx="88380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64826D0-51F5-B34C-782C-0B0AC68424BE}"/>
                    </a:ext>
                  </a:extLst>
                </p14:cNvPr>
                <p14:cNvContentPartPr/>
                <p14:nvPr/>
              </p14:nvContentPartPr>
              <p14:xfrm>
                <a:off x="1988422" y="5374256"/>
                <a:ext cx="101160" cy="139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64826D0-51F5-B34C-782C-0B0AC68424B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79422" y="5365256"/>
                  <a:ext cx="118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AFE4DF0-DF5C-1C50-11B9-665ADF621736}"/>
                    </a:ext>
                  </a:extLst>
                </p14:cNvPr>
                <p14:cNvContentPartPr/>
                <p14:nvPr/>
              </p14:nvContentPartPr>
              <p14:xfrm>
                <a:off x="2094262" y="5400536"/>
                <a:ext cx="151920" cy="86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AFE4DF0-DF5C-1C50-11B9-665ADF6217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85622" y="5391536"/>
                  <a:ext cx="169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A0EAE07-A69B-5751-B9AD-01C8CF546DF5}"/>
                    </a:ext>
                  </a:extLst>
                </p14:cNvPr>
                <p14:cNvContentPartPr/>
                <p14:nvPr/>
              </p14:nvContentPartPr>
              <p14:xfrm>
                <a:off x="2289022" y="5413136"/>
                <a:ext cx="135000" cy="80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A0EAE07-A69B-5751-B9AD-01C8CF546DF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80382" y="5404136"/>
                  <a:ext cx="152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B247CC-A72B-94A9-0489-5B3746D32E8A}"/>
                    </a:ext>
                  </a:extLst>
                </p14:cNvPr>
                <p14:cNvContentPartPr/>
                <p14:nvPr/>
              </p14:nvContentPartPr>
              <p14:xfrm>
                <a:off x="2439862" y="5431856"/>
                <a:ext cx="88200" cy="56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B247CC-A72B-94A9-0489-5B3746D32E8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430862" y="5423216"/>
                  <a:ext cx="105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35AC766-0641-7130-0BE7-82628C519BCA}"/>
                    </a:ext>
                  </a:extLst>
                </p14:cNvPr>
                <p14:cNvContentPartPr/>
                <p14:nvPr/>
              </p14:nvContentPartPr>
              <p14:xfrm>
                <a:off x="2578102" y="5438336"/>
                <a:ext cx="166320" cy="54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35AC766-0641-7130-0BE7-82628C519BC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569462" y="5429696"/>
                  <a:ext cx="183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A32D412-9824-E064-3A04-BC2164BC8A21}"/>
                    </a:ext>
                  </a:extLst>
                </p14:cNvPr>
                <p14:cNvContentPartPr/>
                <p14:nvPr/>
              </p14:nvContentPartPr>
              <p14:xfrm>
                <a:off x="2771422" y="5269856"/>
                <a:ext cx="100800" cy="218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A32D412-9824-E064-3A04-BC2164BC8A2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762422" y="5260856"/>
                  <a:ext cx="1184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BD04196-7A6B-88F0-A798-6D0A88079941}"/>
              </a:ext>
            </a:extLst>
          </p:cNvPr>
          <p:cNvGrpSpPr/>
          <p:nvPr/>
        </p:nvGrpSpPr>
        <p:grpSpPr>
          <a:xfrm>
            <a:off x="3093262" y="5246816"/>
            <a:ext cx="1795680" cy="373680"/>
            <a:chOff x="3093262" y="5246816"/>
            <a:chExt cx="179568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B6AF63-3762-8F57-AD7C-9AD270273166}"/>
                    </a:ext>
                  </a:extLst>
                </p14:cNvPr>
                <p14:cNvContentPartPr/>
                <p14:nvPr/>
              </p14:nvContentPartPr>
              <p14:xfrm>
                <a:off x="3093262" y="5405216"/>
                <a:ext cx="118080" cy="8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B6AF63-3762-8F57-AD7C-9AD27027316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084262" y="5396216"/>
                  <a:ext cx="135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D6B896-5547-059C-27E6-FA59292227B0}"/>
                    </a:ext>
                  </a:extLst>
                </p14:cNvPr>
                <p14:cNvContentPartPr/>
                <p14:nvPr/>
              </p14:nvContentPartPr>
              <p14:xfrm>
                <a:off x="3252742" y="5379296"/>
                <a:ext cx="42480" cy="88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D6B896-5547-059C-27E6-FA59292227B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244102" y="5370296"/>
                  <a:ext cx="60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A03D1EB-81A6-D059-893D-2150609B8E21}"/>
                    </a:ext>
                  </a:extLst>
                </p14:cNvPr>
                <p14:cNvContentPartPr/>
                <p14:nvPr/>
              </p14:nvContentPartPr>
              <p14:xfrm>
                <a:off x="3367942" y="5282096"/>
                <a:ext cx="323640" cy="195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A03D1EB-81A6-D059-893D-2150609B8E2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58942" y="5273456"/>
                  <a:ext cx="341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A4BBD75-EF8D-FA90-EBD1-D93254E29CF0}"/>
                    </a:ext>
                  </a:extLst>
                </p14:cNvPr>
                <p14:cNvContentPartPr/>
                <p14:nvPr/>
              </p14:nvContentPartPr>
              <p14:xfrm>
                <a:off x="3857902" y="5348336"/>
                <a:ext cx="91440" cy="133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A4BBD75-EF8D-FA90-EBD1-D93254E29CF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849262" y="5339696"/>
                  <a:ext cx="109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50AD799-0AE1-A205-7F84-B3F4533FFA33}"/>
                    </a:ext>
                  </a:extLst>
                </p14:cNvPr>
                <p14:cNvContentPartPr/>
                <p14:nvPr/>
              </p14:nvContentPartPr>
              <p14:xfrm>
                <a:off x="3974542" y="5393696"/>
                <a:ext cx="165960" cy="226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50AD799-0AE1-A205-7F84-B3F4533FFA3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965542" y="5384696"/>
                  <a:ext cx="183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24E4FB-F256-79B6-0E20-C538CA0737F5}"/>
                    </a:ext>
                  </a:extLst>
                </p14:cNvPr>
                <p14:cNvContentPartPr/>
                <p14:nvPr/>
              </p14:nvContentPartPr>
              <p14:xfrm>
                <a:off x="4161022" y="5351936"/>
                <a:ext cx="92160" cy="118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24E4FB-F256-79B6-0E20-C538CA0737F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152382" y="5342936"/>
                  <a:ext cx="109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536B51D-BCF8-867D-B14E-57C69EB178AC}"/>
                    </a:ext>
                  </a:extLst>
                </p14:cNvPr>
                <p14:cNvContentPartPr/>
                <p14:nvPr/>
              </p14:nvContentPartPr>
              <p14:xfrm>
                <a:off x="4289902" y="5246816"/>
                <a:ext cx="68040" cy="209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536B51D-BCF8-867D-B14E-57C69EB178A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281262" y="5238176"/>
                  <a:ext cx="85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09E4155-3B09-C406-B949-68F21D626760}"/>
                    </a:ext>
                  </a:extLst>
                </p14:cNvPr>
                <p14:cNvContentPartPr/>
                <p14:nvPr/>
              </p14:nvContentPartPr>
              <p14:xfrm>
                <a:off x="4316542" y="5353016"/>
                <a:ext cx="250920" cy="112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09E4155-3B09-C406-B949-68F21D6267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07902" y="5344376"/>
                  <a:ext cx="268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EA4E61-4A33-3CEC-E7F9-8CB104B51EB7}"/>
                    </a:ext>
                  </a:extLst>
                </p14:cNvPr>
                <p14:cNvContentPartPr/>
                <p14:nvPr/>
              </p14:nvContentPartPr>
              <p14:xfrm>
                <a:off x="4545142" y="5406656"/>
                <a:ext cx="258120" cy="73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EA4E61-4A33-3CEC-E7F9-8CB104B51E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36502" y="5397656"/>
                  <a:ext cx="275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1EFA655-ACE7-00C2-E99E-D78948DFFCAB}"/>
                    </a:ext>
                  </a:extLst>
                </p14:cNvPr>
                <p14:cNvContentPartPr/>
                <p14:nvPr/>
              </p14:nvContentPartPr>
              <p14:xfrm>
                <a:off x="4834222" y="5342576"/>
                <a:ext cx="54720" cy="136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1EFA655-ACE7-00C2-E99E-D78948DFFCA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825222" y="5333936"/>
                  <a:ext cx="7236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91D7E87-132E-62C3-2F8B-BA43931E34B7}"/>
              </a:ext>
            </a:extLst>
          </p:cNvPr>
          <p:cNvGrpSpPr/>
          <p:nvPr/>
        </p:nvGrpSpPr>
        <p:grpSpPr>
          <a:xfrm>
            <a:off x="2129902" y="5745416"/>
            <a:ext cx="398160" cy="281160"/>
            <a:chOff x="2129902" y="5745416"/>
            <a:chExt cx="39816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EF977F-01E7-E186-29FD-F10572E51BE4}"/>
                    </a:ext>
                  </a:extLst>
                </p14:cNvPr>
                <p14:cNvContentPartPr/>
                <p14:nvPr/>
              </p14:nvContentPartPr>
              <p14:xfrm>
                <a:off x="2135302" y="5745416"/>
                <a:ext cx="111240" cy="281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EF977F-01E7-E186-29FD-F10572E51BE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26302" y="5736416"/>
                  <a:ext cx="1288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796DB21-E9FC-2695-BC18-375ACC52CC69}"/>
                    </a:ext>
                  </a:extLst>
                </p14:cNvPr>
                <p14:cNvContentPartPr/>
                <p14:nvPr/>
              </p14:nvContentPartPr>
              <p14:xfrm>
                <a:off x="2129902" y="5921816"/>
                <a:ext cx="113760" cy="11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796DB21-E9FC-2695-BC18-375ACC52CC6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21262" y="5912816"/>
                  <a:ext cx="131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7734F60-AE07-6D68-5E1C-1B3E2C5D7B16}"/>
                    </a:ext>
                  </a:extLst>
                </p14:cNvPr>
                <p14:cNvContentPartPr/>
                <p14:nvPr/>
              </p14:nvContentPartPr>
              <p14:xfrm>
                <a:off x="2293342" y="5893736"/>
                <a:ext cx="125640" cy="88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7734F60-AE07-6D68-5E1C-1B3E2C5D7B1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84342" y="5884736"/>
                  <a:ext cx="143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78F2D8-4280-8E0C-20AA-C76A9118218A}"/>
                    </a:ext>
                  </a:extLst>
                </p14:cNvPr>
                <p14:cNvContentPartPr/>
                <p14:nvPr/>
              </p14:nvContentPartPr>
              <p14:xfrm>
                <a:off x="2481262" y="5880416"/>
                <a:ext cx="46800" cy="98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78F2D8-4280-8E0C-20AA-C76A9118218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472262" y="5871776"/>
                  <a:ext cx="644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550A0ED-DFA8-1220-63E6-DC8FCB6D0EFF}"/>
              </a:ext>
            </a:extLst>
          </p:cNvPr>
          <p:cNvGrpSpPr/>
          <p:nvPr/>
        </p:nvGrpSpPr>
        <p:grpSpPr>
          <a:xfrm>
            <a:off x="2748382" y="5728136"/>
            <a:ext cx="1525680" cy="262080"/>
            <a:chOff x="2748382" y="5728136"/>
            <a:chExt cx="15256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48A1DFC-E21F-B5D2-A095-96D2695F2D00}"/>
                    </a:ext>
                  </a:extLst>
                </p14:cNvPr>
                <p14:cNvContentPartPr/>
                <p14:nvPr/>
              </p14:nvContentPartPr>
              <p14:xfrm>
                <a:off x="2748382" y="5879696"/>
                <a:ext cx="213120" cy="110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48A1DFC-E21F-B5D2-A095-96D2695F2D0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739382" y="5870696"/>
                  <a:ext cx="230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C6B186A-C4DB-7FF6-A891-DAF9A167909C}"/>
                    </a:ext>
                  </a:extLst>
                </p14:cNvPr>
                <p14:cNvContentPartPr/>
                <p14:nvPr/>
              </p14:nvContentPartPr>
              <p14:xfrm>
                <a:off x="2971582" y="5882936"/>
                <a:ext cx="383040" cy="71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C6B186A-C4DB-7FF6-A891-DAF9A167909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962942" y="5873936"/>
                  <a:ext cx="400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AAE7291-B19F-1434-A2ED-DA49701B8374}"/>
                    </a:ext>
                  </a:extLst>
                </p14:cNvPr>
                <p14:cNvContentPartPr/>
                <p14:nvPr/>
              </p14:nvContentPartPr>
              <p14:xfrm>
                <a:off x="3434182" y="5893376"/>
                <a:ext cx="219600" cy="87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AAE7291-B19F-1434-A2ED-DA49701B837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425182" y="5884736"/>
                  <a:ext cx="237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196CC3F-7162-51F8-C52C-03A8F0661A04}"/>
                    </a:ext>
                  </a:extLst>
                </p14:cNvPr>
                <p14:cNvContentPartPr/>
                <p14:nvPr/>
              </p14:nvContentPartPr>
              <p14:xfrm>
                <a:off x="3710662" y="5900936"/>
                <a:ext cx="62280" cy="77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196CC3F-7162-51F8-C52C-03A8F0661A0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701662" y="5891936"/>
                  <a:ext cx="79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02995FB-C0F5-2A28-890A-D2FF6D4949C4}"/>
                    </a:ext>
                  </a:extLst>
                </p14:cNvPr>
                <p14:cNvContentPartPr/>
                <p14:nvPr/>
              </p14:nvContentPartPr>
              <p14:xfrm>
                <a:off x="3678622" y="5773136"/>
                <a:ext cx="12960" cy="4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02995FB-C0F5-2A28-890A-D2FF6D4949C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669982" y="5764496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F9CBAAA-5A0B-C013-A9D2-464FF1CEF316}"/>
                    </a:ext>
                  </a:extLst>
                </p14:cNvPr>
                <p14:cNvContentPartPr/>
                <p14:nvPr/>
              </p14:nvContentPartPr>
              <p14:xfrm>
                <a:off x="3874102" y="5879696"/>
                <a:ext cx="93600" cy="96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F9CBAAA-5A0B-C013-A9D2-464FF1CEF3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865102" y="5870696"/>
                  <a:ext cx="111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91EBD81-FA4D-12D1-AE0C-A8D48298CD1A}"/>
                    </a:ext>
                  </a:extLst>
                </p14:cNvPr>
                <p14:cNvContentPartPr/>
                <p14:nvPr/>
              </p14:nvContentPartPr>
              <p14:xfrm>
                <a:off x="4027462" y="5728136"/>
                <a:ext cx="246600" cy="241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91EBD81-FA4D-12D1-AE0C-A8D48298CD1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018462" y="5719136"/>
                  <a:ext cx="26424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0E10A98-4742-9D01-215B-3A6F124AEA15}"/>
              </a:ext>
            </a:extLst>
          </p:cNvPr>
          <p:cNvGrpSpPr/>
          <p:nvPr/>
        </p:nvGrpSpPr>
        <p:grpSpPr>
          <a:xfrm>
            <a:off x="4449742" y="5698976"/>
            <a:ext cx="1732680" cy="392760"/>
            <a:chOff x="4449742" y="5698976"/>
            <a:chExt cx="173268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648D089-CA47-FB9D-3BF8-E2A87E052E2A}"/>
                    </a:ext>
                  </a:extLst>
                </p14:cNvPr>
                <p14:cNvContentPartPr/>
                <p14:nvPr/>
              </p14:nvContentPartPr>
              <p14:xfrm>
                <a:off x="4449742" y="5853056"/>
                <a:ext cx="87480" cy="127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648D089-CA47-FB9D-3BF8-E2A87E052E2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440742" y="5844056"/>
                  <a:ext cx="105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B01EC6-651D-EA33-FE21-0E939830D3C3}"/>
                    </a:ext>
                  </a:extLst>
                </p14:cNvPr>
                <p14:cNvContentPartPr/>
                <p14:nvPr/>
              </p14:nvContentPartPr>
              <p14:xfrm>
                <a:off x="4550542" y="5757296"/>
                <a:ext cx="101880" cy="218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B01EC6-651D-EA33-FE21-0E939830D3C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541902" y="5748656"/>
                  <a:ext cx="119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BBDBA6A-145C-F605-5A59-CFED665860BE}"/>
                    </a:ext>
                  </a:extLst>
                </p14:cNvPr>
                <p14:cNvContentPartPr/>
                <p14:nvPr/>
              </p14:nvContentPartPr>
              <p14:xfrm>
                <a:off x="4577182" y="5890136"/>
                <a:ext cx="236520" cy="79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BBDBA6A-145C-F605-5A59-CFED665860B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568182" y="5881136"/>
                  <a:ext cx="254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FCD147-ABE5-DBBF-AF95-8E4E49C16BE2}"/>
                    </a:ext>
                  </a:extLst>
                </p14:cNvPr>
                <p14:cNvContentPartPr/>
                <p14:nvPr/>
              </p14:nvContentPartPr>
              <p14:xfrm>
                <a:off x="4789942" y="5762696"/>
                <a:ext cx="194760" cy="213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FCD147-ABE5-DBBF-AF95-8E4E49C16BE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780942" y="5753696"/>
                  <a:ext cx="212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90C10FC-40E9-FB2A-AC0E-777096826F48}"/>
                    </a:ext>
                  </a:extLst>
                </p14:cNvPr>
                <p14:cNvContentPartPr/>
                <p14:nvPr/>
              </p14:nvContentPartPr>
              <p14:xfrm>
                <a:off x="5034382" y="5922176"/>
                <a:ext cx="12600" cy="41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90C10FC-40E9-FB2A-AC0E-777096826F4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25382" y="5913176"/>
                  <a:ext cx="30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8B7F769-B707-DAF6-4D9D-506F09AFDFBB}"/>
                    </a:ext>
                  </a:extLst>
                </p14:cNvPr>
                <p14:cNvContentPartPr/>
                <p14:nvPr/>
              </p14:nvContentPartPr>
              <p14:xfrm>
                <a:off x="5081542" y="5730656"/>
                <a:ext cx="164880" cy="213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8B7F769-B707-DAF6-4D9D-506F09AFDFB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072902" y="5721656"/>
                  <a:ext cx="182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C33D397-374E-F783-3985-12113F4D221C}"/>
                    </a:ext>
                  </a:extLst>
                </p14:cNvPr>
                <p14:cNvContentPartPr/>
                <p14:nvPr/>
              </p14:nvContentPartPr>
              <p14:xfrm>
                <a:off x="5153542" y="5698976"/>
                <a:ext cx="9000" cy="44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C33D397-374E-F783-3985-12113F4D221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144542" y="5689976"/>
                  <a:ext cx="26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308FF8D-35BC-0221-D332-7A24257ACBA9}"/>
                    </a:ext>
                  </a:extLst>
                </p14:cNvPr>
                <p14:cNvContentPartPr/>
                <p14:nvPr/>
              </p14:nvContentPartPr>
              <p14:xfrm>
                <a:off x="5252182" y="5746856"/>
                <a:ext cx="84960" cy="207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308FF8D-35BC-0221-D332-7A24257ACBA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243542" y="5737856"/>
                  <a:ext cx="102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41BF150-959E-338F-00C1-42A2A2EE1813}"/>
                    </a:ext>
                  </a:extLst>
                </p14:cNvPr>
                <p14:cNvContentPartPr/>
                <p14:nvPr/>
              </p14:nvContentPartPr>
              <p14:xfrm>
                <a:off x="5265142" y="5858456"/>
                <a:ext cx="61920" cy="10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41BF150-959E-338F-00C1-42A2A2EE181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256502" y="5849816"/>
                  <a:ext cx="79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4A16514-AB08-EAA3-0BBD-8A300800A7FD}"/>
                    </a:ext>
                  </a:extLst>
                </p14:cNvPr>
                <p14:cNvContentPartPr/>
                <p14:nvPr/>
              </p14:nvContentPartPr>
              <p14:xfrm>
                <a:off x="5401222" y="5853056"/>
                <a:ext cx="107640" cy="238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4A16514-AB08-EAA3-0BBD-8A300800A7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92222" y="5844056"/>
                  <a:ext cx="125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16C4FA0-5B90-DA66-C5D8-86D0F1800780}"/>
                    </a:ext>
                  </a:extLst>
                </p14:cNvPr>
                <p14:cNvContentPartPr/>
                <p14:nvPr/>
              </p14:nvContentPartPr>
              <p14:xfrm>
                <a:off x="5610382" y="5954216"/>
                <a:ext cx="35640" cy="54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16C4FA0-5B90-DA66-C5D8-86D0F180078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01382" y="5945216"/>
                  <a:ext cx="53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66B257D-AC41-F12E-BF38-376C6B7A1DC3}"/>
                    </a:ext>
                  </a:extLst>
                </p14:cNvPr>
                <p14:cNvContentPartPr/>
                <p14:nvPr/>
              </p14:nvContentPartPr>
              <p14:xfrm>
                <a:off x="5787862" y="5840816"/>
                <a:ext cx="154080" cy="128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66B257D-AC41-F12E-BF38-376C6B7A1DC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778862" y="5831816"/>
                  <a:ext cx="171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014E81C-8E2A-FF01-7E02-9F573A832DA9}"/>
                    </a:ext>
                  </a:extLst>
                </p14:cNvPr>
                <p14:cNvContentPartPr/>
                <p14:nvPr/>
              </p14:nvContentPartPr>
              <p14:xfrm>
                <a:off x="5948782" y="5831816"/>
                <a:ext cx="74880" cy="126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014E81C-8E2A-FF01-7E02-9F573A832DA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40142" y="5822816"/>
                  <a:ext cx="92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1F32B7D-51B3-BECD-076F-61F11ACFFAA0}"/>
                    </a:ext>
                  </a:extLst>
                </p14:cNvPr>
                <p14:cNvContentPartPr/>
                <p14:nvPr/>
              </p14:nvContentPartPr>
              <p14:xfrm>
                <a:off x="6070822" y="5856656"/>
                <a:ext cx="111600" cy="200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1F32B7D-51B3-BECD-076F-61F11ACFFA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62182" y="5847656"/>
                  <a:ext cx="12924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FD4A7D6-9E4B-966A-5626-BD274540090C}"/>
              </a:ext>
            </a:extLst>
          </p:cNvPr>
          <p:cNvGrpSpPr/>
          <p:nvPr/>
        </p:nvGrpSpPr>
        <p:grpSpPr>
          <a:xfrm>
            <a:off x="6454942" y="5737136"/>
            <a:ext cx="387720" cy="190440"/>
            <a:chOff x="6454942" y="5737136"/>
            <a:chExt cx="38772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7D31E95-FC15-6D8C-AACD-1EEF0170AAEF}"/>
                    </a:ext>
                  </a:extLst>
                </p14:cNvPr>
                <p14:cNvContentPartPr/>
                <p14:nvPr/>
              </p14:nvContentPartPr>
              <p14:xfrm>
                <a:off x="6454942" y="5783936"/>
                <a:ext cx="57240" cy="135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7D31E95-FC15-6D8C-AACD-1EEF0170AAE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45942" y="5774936"/>
                  <a:ext cx="74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921EDD1-A87A-2962-4D6D-ED9B8C7EBFEA}"/>
                    </a:ext>
                  </a:extLst>
                </p14:cNvPr>
                <p14:cNvContentPartPr/>
                <p14:nvPr/>
              </p14:nvContentPartPr>
              <p14:xfrm>
                <a:off x="6554662" y="5815976"/>
                <a:ext cx="54000" cy="101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921EDD1-A87A-2962-4D6D-ED9B8C7EBFE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546022" y="5806976"/>
                  <a:ext cx="71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D3934FD-C838-8394-9496-D7A300969269}"/>
                    </a:ext>
                  </a:extLst>
                </p14:cNvPr>
                <p14:cNvContentPartPr/>
                <p14:nvPr/>
              </p14:nvContentPartPr>
              <p14:xfrm>
                <a:off x="6661222" y="5737136"/>
                <a:ext cx="181440" cy="190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D3934FD-C838-8394-9496-D7A30096926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652222" y="5728496"/>
                  <a:ext cx="19908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8225C29E-5017-48BF-C595-F44B71CBE0E0}"/>
              </a:ext>
            </a:extLst>
          </p:cNvPr>
          <p:cNvGrpSpPr/>
          <p:nvPr/>
        </p:nvGrpSpPr>
        <p:grpSpPr>
          <a:xfrm>
            <a:off x="7124542" y="5704376"/>
            <a:ext cx="843480" cy="348120"/>
            <a:chOff x="7124542" y="5704376"/>
            <a:chExt cx="84348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BCA058B-AB59-D1A0-329C-75CFC4D44CA3}"/>
                    </a:ext>
                  </a:extLst>
                </p14:cNvPr>
                <p14:cNvContentPartPr/>
                <p14:nvPr/>
              </p14:nvContentPartPr>
              <p14:xfrm>
                <a:off x="7128862" y="5704376"/>
                <a:ext cx="106560" cy="348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BCA058B-AB59-D1A0-329C-75CFC4D44CA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20222" y="5695376"/>
                  <a:ext cx="1242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9CF539-63CA-EC99-2636-7DD245690428}"/>
                    </a:ext>
                  </a:extLst>
                </p14:cNvPr>
                <p14:cNvContentPartPr/>
                <p14:nvPr/>
              </p14:nvContentPartPr>
              <p14:xfrm>
                <a:off x="7124542" y="5867456"/>
                <a:ext cx="127080" cy="44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9CF539-63CA-EC99-2636-7DD24569042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15902" y="5858456"/>
                  <a:ext cx="144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913CB20-4A99-5F19-AC3F-8E605DF02136}"/>
                    </a:ext>
                  </a:extLst>
                </p14:cNvPr>
                <p14:cNvContentPartPr/>
                <p14:nvPr/>
              </p14:nvContentPartPr>
              <p14:xfrm>
                <a:off x="7311742" y="5906336"/>
                <a:ext cx="16920" cy="42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913CB20-4A99-5F19-AC3F-8E605DF0213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303102" y="5897336"/>
                  <a:ext cx="34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234CEE5-05EE-1781-A99A-0A79D2292911}"/>
                    </a:ext>
                  </a:extLst>
                </p14:cNvPr>
                <p14:cNvContentPartPr/>
                <p14:nvPr/>
              </p14:nvContentPartPr>
              <p14:xfrm>
                <a:off x="7277902" y="5751896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234CEE5-05EE-1781-A99A-0A79D229291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268902" y="5743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8314C25-1BC3-A655-16DC-93D4CA4E95DA}"/>
                    </a:ext>
                  </a:extLst>
                </p14:cNvPr>
                <p14:cNvContentPartPr/>
                <p14:nvPr/>
              </p14:nvContentPartPr>
              <p14:xfrm>
                <a:off x="7372942" y="5732456"/>
                <a:ext cx="138960" cy="217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8314C25-1BC3-A655-16DC-93D4CA4E95D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63942" y="5723456"/>
                  <a:ext cx="156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5E113B2-9B73-9FB2-5BA5-CF47DD1FAED3}"/>
                    </a:ext>
                  </a:extLst>
                </p14:cNvPr>
                <p14:cNvContentPartPr/>
                <p14:nvPr/>
              </p14:nvContentPartPr>
              <p14:xfrm>
                <a:off x="7527742" y="5730656"/>
                <a:ext cx="64440" cy="191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5E113B2-9B73-9FB2-5BA5-CF47DD1FAED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518742" y="5722016"/>
                  <a:ext cx="82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39385E7-E176-D84A-40F0-211C6719345C}"/>
                    </a:ext>
                  </a:extLst>
                </p14:cNvPr>
                <p14:cNvContentPartPr/>
                <p14:nvPr/>
              </p14:nvContentPartPr>
              <p14:xfrm>
                <a:off x="7506502" y="5830376"/>
                <a:ext cx="312840" cy="109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39385E7-E176-D84A-40F0-211C6719345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497502" y="5821736"/>
                  <a:ext cx="330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ED36F66-BF9B-8EDB-AB49-B7AFB0E133D0}"/>
                    </a:ext>
                  </a:extLst>
                </p14:cNvPr>
                <p14:cNvContentPartPr/>
                <p14:nvPr/>
              </p14:nvContentPartPr>
              <p14:xfrm>
                <a:off x="7903942" y="5803736"/>
                <a:ext cx="64080" cy="161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ED36F66-BF9B-8EDB-AB49-B7AFB0E133D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894942" y="5794736"/>
                  <a:ext cx="81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565B23A-91AC-F3A0-DF4C-6062A4644E6C}"/>
                    </a:ext>
                  </a:extLst>
                </p14:cNvPr>
                <p14:cNvContentPartPr/>
                <p14:nvPr/>
              </p14:nvContentPartPr>
              <p14:xfrm>
                <a:off x="7671382" y="5815976"/>
                <a:ext cx="14760" cy="10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565B23A-91AC-F3A0-DF4C-6062A4644E6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662382" y="5807336"/>
                  <a:ext cx="32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23FB56-D496-C8A6-2C22-C3D5027EEA7A}"/>
                    </a:ext>
                  </a:extLst>
                </p14:cNvPr>
                <p14:cNvContentPartPr/>
                <p14:nvPr/>
              </p14:nvContentPartPr>
              <p14:xfrm>
                <a:off x="7814662" y="5832176"/>
                <a:ext cx="16560" cy="83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23FB56-D496-C8A6-2C22-C3D5027EEA7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06022" y="5823176"/>
                  <a:ext cx="34200" cy="101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89F3F-4F73-1442-0B8C-AB46D157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>
            <a:extLst>
              <a:ext uri="{FF2B5EF4-FFF2-40B4-BE49-F238E27FC236}">
                <a16:creationId xmlns:a16="http://schemas.microsoft.com/office/drawing/2014/main" id="{4E66D4E0-BD49-A2B5-EB7C-29F9B6AA00AB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>
            <a:extLst>
              <a:ext uri="{FF2B5EF4-FFF2-40B4-BE49-F238E27FC236}">
                <a16:creationId xmlns:a16="http://schemas.microsoft.com/office/drawing/2014/main" id="{6DDF427E-B405-15C9-F9FD-11E04C81B42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>
            <a:extLst>
              <a:ext uri="{FF2B5EF4-FFF2-40B4-BE49-F238E27FC236}">
                <a16:creationId xmlns:a16="http://schemas.microsoft.com/office/drawing/2014/main" id="{9B91271D-24FC-492F-DDD3-06AE2C62A40F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>
            <a:extLst>
              <a:ext uri="{FF2B5EF4-FFF2-40B4-BE49-F238E27FC236}">
                <a16:creationId xmlns:a16="http://schemas.microsoft.com/office/drawing/2014/main" id="{8430125C-7068-3201-D2B0-B14461C07459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>
            <a:extLst>
              <a:ext uri="{FF2B5EF4-FFF2-40B4-BE49-F238E27FC236}">
                <a16:creationId xmlns:a16="http://schemas.microsoft.com/office/drawing/2014/main" id="{0C0407FF-2C4C-4DA9-CE40-DFEC2AFB32D6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>
            <a:extLst>
              <a:ext uri="{FF2B5EF4-FFF2-40B4-BE49-F238E27FC236}">
                <a16:creationId xmlns:a16="http://schemas.microsoft.com/office/drawing/2014/main" id="{FEB6373A-A78D-A623-21FE-6EFF08357533}"/>
              </a:ext>
            </a:extLst>
          </p:cNvPr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|H(e^(jω))| but different ∠ H(e^(jω)).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878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3610</TotalTime>
  <Words>1637</Words>
  <Application>Microsoft Office PowerPoint</Application>
  <PresentationFormat>Widescreen</PresentationFormat>
  <Paragraphs>204</Paragraphs>
  <Slides>29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20</cp:revision>
  <cp:lastPrinted>2026-09-21T23:22:00Z</cp:lastPrinted>
  <dcterms:modified xsi:type="dcterms:W3CDTF">2026-09-29T23:57:24Z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